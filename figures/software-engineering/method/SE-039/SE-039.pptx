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f2d3d3614d424c" /><Relationship Type="http://schemas.openxmlformats.org/officeDocument/2006/relationships/extended-properties" Target="/docProps/app.xml" Id="R5f63869613764f4e" /><Relationship Type="http://schemas.openxmlformats.org/officeDocument/2006/relationships/officeDocument" Target="/ppt/presentation.xml" Id="Rca6f807bde264d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789fbec39a46f5"/>
  </p:sldMasterIdLst>
  <p:notesMasterIdLst>
    <p:notesMasterId xmlns:r="http://schemas.openxmlformats.org/officeDocument/2006/relationships" r:id="R24450704251b4d57"/>
  </p:notesMasterIdLst>
  <p:sldIdLst>
    <p:sldId xmlns:r="http://schemas.openxmlformats.org/officeDocument/2006/relationships" id="256" r:id="Raaff440176414b2e"/>
  </p:sldIdLst>
  <p:sldSz cx="6886575" cy="44862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b2186b7cdd4126" /><Relationship Type="http://schemas.openxmlformats.org/officeDocument/2006/relationships/slideMaster" Target="/ppt/slideMasters/slideMaster1.xml" Id="Rff789fbec39a46f5" /><Relationship Type="http://schemas.openxmlformats.org/officeDocument/2006/relationships/notesMaster" Target="/ppt/notesMasters/notesMaster1.xml" Id="R24450704251b4d57" /><Relationship Type="http://schemas.openxmlformats.org/officeDocument/2006/relationships/presProps" Target="/ppt/presProps.xml" Id="R4c33d81a2d1d4e8c" /><Relationship Type="http://schemas.openxmlformats.org/officeDocument/2006/relationships/tableStyles" Target="/ppt/tableStyles.xml" Id="R3df275b7a4854450" /><Relationship Type="http://schemas.openxmlformats.org/officeDocument/2006/relationships/slide" Target="/ppt/slides/slide1.xml" Id="Raaff440176414b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33ca17f84b4b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d52f03577949db" /><Relationship Type="http://schemas.openxmlformats.org/officeDocument/2006/relationships/notesMaster" Target="/ppt/notesMasters/notesMaster1.xml" Id="R83a4fdc2793f4ab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素材ID：SE-039</ns1:t>
            </ns1:r>
          </ns1:p>
          <ns1:p>
            <ns1:r>
              <ns1:t>论文：FAIR: Flow Type-Aware Pre-Training of Compiler Intermediate Representations</ns1:t>
            </ns1:r>
          </ns1:p>
          <ns1:p>
            <ns1:r>
              <ns1:t>会议：ICSE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2，PDF第5页</ns1:t>
            </ns1:r>
          </ns1:p>
          <ns1:p>
            <ns1:r>
              <ns1:t>类型：方法细节</ns1:t>
            </ns1:r>
          </ns1:p>
          <ns1:p>
            <ns1:r>
              <ns1:t>借鉴点：控制流图、数据流图与跨图边先进入不同编码器，再汇聚为图Transformer；适合解释异构结构的融合和节点语义。</ns1:t>
            </ns1:r>
          </ns1:p>
          <ns1:p>
            <ns1:r>
              <ns1:t>论文URL：https://personal.utdallas.edu/~vince/papers/icse24-cir.pdf</ns1:t>
            </ns1:r>
          </ns1:p>
          <ns1:p>
            <ns1:r>
              <ns1:t>官方获奖URL：https://www2.sigsoft.org/awards/distinguishedpaper/#42nd-international-conference-on-software-engineering-icse-2024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729fe74484a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a5cc90932248f3" /><Relationship Type="http://schemas.openxmlformats.org/officeDocument/2006/relationships/slideLayout" Target="/ppt/slideLayouts/slideLayout1.xml" Id="R98f39726412943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f39726412943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c24dd28064316" /><Relationship Type="http://schemas.openxmlformats.org/officeDocument/2006/relationships/notesSlide" Target="/ppt/notesSlides/notesSlide1.xml" Id="R99f405d7adf246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94F01-3629-46F3-A5F3-CD0FEE37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2" y="2010910"/>
            <a:ext cx="6428417" cy="1138780"/>
          </a:xfrm>
          <a:custGeom xmlns:a="http://schemas.openxmlformats.org/drawingml/2006/main">
            <a:pathLst>
              <a:path w="6428417" h="1138780" fill="none">
                <a:moveTo>
                  <a:pt x="91155" y="1138780"/>
                </a:moveTo>
                <a:lnTo>
                  <a:pt x="6336612" y="1138780"/>
                </a:lnTo>
                <a:cubicBezTo>
                  <a:pt x="6387474" y="1138780"/>
                  <a:pt x="6428417" y="1097826"/>
                  <a:pt x="6428417" y="1047625"/>
                </a:cubicBezTo>
                <a:lnTo>
                  <a:pt x="6428417" y="91155"/>
                </a:lnTo>
                <a:cubicBezTo>
                  <a:pt x="6428417" y="40954"/>
                  <a:pt x="6387474" y="0"/>
                  <a:pt x="6336612" y="0"/>
                </a:cubicBezTo>
                <a:lnTo>
                  <a:pt x="91155" y="0"/>
                </a:lnTo>
                <a:cubicBezTo>
                  <a:pt x="40954" y="0"/>
                  <a:pt x="0" y="40954"/>
                  <a:pt x="0" y="91155"/>
                </a:cubicBezTo>
                <a:lnTo>
                  <a:pt x="0" y="1047625"/>
                </a:lnTo>
                <a:cubicBezTo>
                  <a:pt x="0" y="1097826"/>
                  <a:pt x="40954" y="1138780"/>
                  <a:pt x="91155" y="11387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4770" cap="flat">
            <a:solidFill>
              <a:srgbClr val="A5A5A5"/>
            </a:solidFill>
            <a:custDash>
              <a:ds d="799956" sp="399987"/>
            </a:custDash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B0F35-AD5D-4D7B-A5A7-4748BFE0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5" y="2076304"/>
            <a:ext cx="3039830" cy="536363"/>
          </a:xfrm>
          <a:custGeom xmlns:a="http://schemas.openxmlformats.org/drawingml/2006/main">
            <a:pathLst>
              <a:path w="3039830" h="536363">
                <a:moveTo>
                  <a:pt x="44917" y="536363"/>
                </a:moveTo>
                <a:cubicBezTo>
                  <a:pt x="20477" y="536363"/>
                  <a:pt x="0" y="516547"/>
                  <a:pt x="0" y="492106"/>
                </a:cubicBezTo>
                <a:lnTo>
                  <a:pt x="0" y="44917"/>
                </a:lnTo>
                <a:cubicBezTo>
                  <a:pt x="0" y="19816"/>
                  <a:pt x="20477" y="0"/>
                  <a:pt x="44917" y="0"/>
                </a:cubicBezTo>
                <a:lnTo>
                  <a:pt x="2995573" y="0"/>
                </a:lnTo>
                <a:cubicBezTo>
                  <a:pt x="3020014" y="0"/>
                  <a:pt x="3039830" y="19816"/>
                  <a:pt x="3039830" y="44917"/>
                </a:cubicBezTo>
                <a:lnTo>
                  <a:pt x="3039830" y="492106"/>
                </a:lnTo>
                <a:cubicBezTo>
                  <a:pt x="3039830" y="516547"/>
                  <a:pt x="3020014" y="536363"/>
                  <a:pt x="2995573" y="536363"/>
                </a:cubicBezTo>
                <a:lnTo>
                  <a:pt x="44917" y="536363"/>
                </a:lnTo>
                <a:close/>
              </a:path>
            </a:pathLst>
          </a:custGeom>
          <a:solidFill xmlns:a="http://schemas.openxmlformats.org/drawingml/2006/main">
            <a:srgbClr val="B5C6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786A5-DAE1-4917-A4DF-C0479BF0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5" y="2076304"/>
            <a:ext cx="3039830" cy="536363"/>
          </a:xfrm>
          <a:custGeom xmlns:a="http://schemas.openxmlformats.org/drawingml/2006/main">
            <a:pathLst>
              <a:path w="3039830" h="536363" fill="none">
                <a:moveTo>
                  <a:pt x="44917" y="536363"/>
                </a:moveTo>
                <a:lnTo>
                  <a:pt x="2995573" y="536363"/>
                </a:lnTo>
                <a:cubicBezTo>
                  <a:pt x="3020014" y="536363"/>
                  <a:pt x="3039830" y="516547"/>
                  <a:pt x="3039830" y="492106"/>
                </a:cubicBezTo>
                <a:lnTo>
                  <a:pt x="3039830" y="44917"/>
                </a:lnTo>
                <a:cubicBezTo>
                  <a:pt x="3039830" y="19816"/>
                  <a:pt x="3020014" y="0"/>
                  <a:pt x="2995573" y="0"/>
                </a:cubicBezTo>
                <a:lnTo>
                  <a:pt x="44917" y="0"/>
                </a:lnTo>
                <a:cubicBezTo>
                  <a:pt x="20477" y="0"/>
                  <a:pt x="0" y="19816"/>
                  <a:pt x="0" y="44917"/>
                </a:cubicBezTo>
                <a:lnTo>
                  <a:pt x="0" y="492106"/>
                </a:lnTo>
                <a:cubicBezTo>
                  <a:pt x="0" y="516547"/>
                  <a:pt x="20477" y="536363"/>
                  <a:pt x="44917" y="5363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305497"/>
            </a:solidFill>
            <a:miter/>
          </a:ln>
        </p:spPr>
      </p:sp>
      <p:sp>
        <p:nvSpPr>
          <p:cNvPr id="4" name="Text BasicBlockEmbedding">
            <a:extLst xmlns:a="http://schemas.openxmlformats.org/drawingml/2006/main">
              <a:ext uri="{FF2B5EF4-FFF2-40B4-BE49-F238E27FC236}">
                <a16:creationId xmlns:a16="http://schemas.microsoft.com/office/drawing/2014/main" id="{8D08FD79-879D-4EF7-817C-F3F39AFD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87" y="2150814"/>
            <a:ext cx="1816628" cy="170297"/>
          </a:xfrm>
          <a:custGeom xmlns:a="http://schemas.openxmlformats.org/drawingml/2006/main">
            <a:pathLst>
              <a:path w="1816628" h="170297">
                <a:moveTo>
                  <a:pt x="82536" y="98985"/>
                </a:moveTo>
                <a:cubicBezTo>
                  <a:pt x="82536" y="102920"/>
                  <a:pt x="82036" y="106548"/>
                  <a:pt x="81036" y="109871"/>
                </a:cubicBezTo>
                <a:cubicBezTo>
                  <a:pt x="80036" y="113193"/>
                  <a:pt x="78633" y="116176"/>
                  <a:pt x="76827" y="118821"/>
                </a:cubicBezTo>
                <a:cubicBezTo>
                  <a:pt x="75021" y="121466"/>
                  <a:pt x="72844" y="123788"/>
                  <a:pt x="70296" y="125787"/>
                </a:cubicBezTo>
                <a:cubicBezTo>
                  <a:pt x="67748" y="127787"/>
                  <a:pt x="64877" y="129464"/>
                  <a:pt x="61684" y="130819"/>
                </a:cubicBezTo>
                <a:cubicBezTo>
                  <a:pt x="58491" y="132174"/>
                  <a:pt x="55072" y="133190"/>
                  <a:pt x="51428" y="133867"/>
                </a:cubicBezTo>
                <a:cubicBezTo>
                  <a:pt x="47783" y="134544"/>
                  <a:pt x="43606" y="134883"/>
                  <a:pt x="38897" y="134883"/>
                </a:cubicBezTo>
                <a:lnTo>
                  <a:pt x="6193" y="134883"/>
                </a:lnTo>
                <a:cubicBezTo>
                  <a:pt x="4709" y="134883"/>
                  <a:pt x="3306" y="134383"/>
                  <a:pt x="1984" y="133383"/>
                </a:cubicBezTo>
                <a:cubicBezTo>
                  <a:pt x="661" y="132383"/>
                  <a:pt x="0" y="130625"/>
                  <a:pt x="0" y="128110"/>
                </a:cubicBezTo>
                <a:lnTo>
                  <a:pt x="0" y="16449"/>
                </a:lnTo>
                <a:cubicBezTo>
                  <a:pt x="0" y="13933"/>
                  <a:pt x="661" y="12176"/>
                  <a:pt x="1984" y="11176"/>
                </a:cubicBezTo>
                <a:cubicBezTo>
                  <a:pt x="3306" y="10176"/>
                  <a:pt x="4709" y="9676"/>
                  <a:pt x="6193" y="9676"/>
                </a:cubicBezTo>
                <a:lnTo>
                  <a:pt x="34640" y="9676"/>
                </a:lnTo>
                <a:cubicBezTo>
                  <a:pt x="42123" y="9676"/>
                  <a:pt x="48251" y="10386"/>
                  <a:pt x="53024" y="11805"/>
                </a:cubicBezTo>
                <a:cubicBezTo>
                  <a:pt x="57798" y="13224"/>
                  <a:pt x="61781" y="15288"/>
                  <a:pt x="64974" y="17997"/>
                </a:cubicBezTo>
                <a:cubicBezTo>
                  <a:pt x="68167" y="20707"/>
                  <a:pt x="70570" y="24029"/>
                  <a:pt x="72183" y="27964"/>
                </a:cubicBezTo>
                <a:cubicBezTo>
                  <a:pt x="73795" y="31898"/>
                  <a:pt x="74602" y="36349"/>
                  <a:pt x="74602" y="41316"/>
                </a:cubicBezTo>
                <a:cubicBezTo>
                  <a:pt x="74602" y="44284"/>
                  <a:pt x="74247" y="47122"/>
                  <a:pt x="73537" y="49831"/>
                </a:cubicBezTo>
                <a:cubicBezTo>
                  <a:pt x="72828" y="52540"/>
                  <a:pt x="71779" y="55040"/>
                  <a:pt x="70393" y="57330"/>
                </a:cubicBezTo>
                <a:cubicBezTo>
                  <a:pt x="69006" y="59620"/>
                  <a:pt x="67264" y="61668"/>
                  <a:pt x="65168" y="63474"/>
                </a:cubicBezTo>
                <a:cubicBezTo>
                  <a:pt x="63071" y="65280"/>
                  <a:pt x="60668" y="66764"/>
                  <a:pt x="57959" y="67925"/>
                </a:cubicBezTo>
                <a:cubicBezTo>
                  <a:pt x="61378" y="68570"/>
                  <a:pt x="64571" y="69748"/>
                  <a:pt x="67538" y="71457"/>
                </a:cubicBezTo>
                <a:cubicBezTo>
                  <a:pt x="70505" y="73166"/>
                  <a:pt x="73102" y="75343"/>
                  <a:pt x="75327" y="77988"/>
                </a:cubicBezTo>
                <a:cubicBezTo>
                  <a:pt x="77553" y="80633"/>
                  <a:pt x="79311" y="83729"/>
                  <a:pt x="80601" y="87277"/>
                </a:cubicBezTo>
                <a:cubicBezTo>
                  <a:pt x="81891" y="90825"/>
                  <a:pt x="82536" y="94728"/>
                  <a:pt x="82536" y="98985"/>
                </a:cubicBezTo>
                <a:moveTo>
                  <a:pt x="57475" y="42961"/>
                </a:moveTo>
                <a:cubicBezTo>
                  <a:pt x="57475" y="39929"/>
                  <a:pt x="57056" y="37188"/>
                  <a:pt x="56217" y="34737"/>
                </a:cubicBezTo>
                <a:cubicBezTo>
                  <a:pt x="55379" y="32285"/>
                  <a:pt x="54056" y="30205"/>
                  <a:pt x="52250" y="28496"/>
                </a:cubicBezTo>
                <a:cubicBezTo>
                  <a:pt x="50444" y="26786"/>
                  <a:pt x="48090" y="25480"/>
                  <a:pt x="45187" y="24577"/>
                </a:cubicBezTo>
                <a:cubicBezTo>
                  <a:pt x="42284" y="23674"/>
                  <a:pt x="38446" y="23222"/>
                  <a:pt x="33672" y="23222"/>
                </a:cubicBezTo>
                <a:lnTo>
                  <a:pt x="16449" y="23222"/>
                </a:lnTo>
                <a:lnTo>
                  <a:pt x="16449" y="63765"/>
                </a:lnTo>
                <a:lnTo>
                  <a:pt x="35414" y="63765"/>
                </a:lnTo>
                <a:cubicBezTo>
                  <a:pt x="39736" y="63765"/>
                  <a:pt x="43219" y="63200"/>
                  <a:pt x="45864" y="62071"/>
                </a:cubicBezTo>
                <a:cubicBezTo>
                  <a:pt x="48509" y="60942"/>
                  <a:pt x="50702" y="59427"/>
                  <a:pt x="52444" y="57524"/>
                </a:cubicBezTo>
                <a:cubicBezTo>
                  <a:pt x="54185" y="55621"/>
                  <a:pt x="55459" y="53395"/>
                  <a:pt x="56266" y="50847"/>
                </a:cubicBezTo>
                <a:cubicBezTo>
                  <a:pt x="57072" y="48299"/>
                  <a:pt x="57475" y="45671"/>
                  <a:pt x="57475" y="42961"/>
                </a:cubicBezTo>
                <a:moveTo>
                  <a:pt x="65022" y="99953"/>
                </a:moveTo>
                <a:cubicBezTo>
                  <a:pt x="65022" y="96211"/>
                  <a:pt x="64426" y="92921"/>
                  <a:pt x="63232" y="90083"/>
                </a:cubicBezTo>
                <a:cubicBezTo>
                  <a:pt x="62039" y="87245"/>
                  <a:pt x="60297" y="84858"/>
                  <a:pt x="58007" y="82923"/>
                </a:cubicBezTo>
                <a:cubicBezTo>
                  <a:pt x="55717" y="80988"/>
                  <a:pt x="52847" y="79520"/>
                  <a:pt x="49396" y="78520"/>
                </a:cubicBezTo>
                <a:cubicBezTo>
                  <a:pt x="45945" y="77521"/>
                  <a:pt x="41607" y="77021"/>
                  <a:pt x="36382" y="77021"/>
                </a:cubicBezTo>
                <a:lnTo>
                  <a:pt x="16449" y="77021"/>
                </a:lnTo>
                <a:lnTo>
                  <a:pt x="16449" y="121143"/>
                </a:lnTo>
                <a:lnTo>
                  <a:pt x="40639" y="121143"/>
                </a:lnTo>
                <a:cubicBezTo>
                  <a:pt x="44445" y="121143"/>
                  <a:pt x="47767" y="120691"/>
                  <a:pt x="50605" y="119788"/>
                </a:cubicBezTo>
                <a:cubicBezTo>
                  <a:pt x="53444" y="118885"/>
                  <a:pt x="55943" y="117547"/>
                  <a:pt x="58104" y="115773"/>
                </a:cubicBezTo>
                <a:cubicBezTo>
                  <a:pt x="60265" y="113999"/>
                  <a:pt x="61958" y="111790"/>
                  <a:pt x="63184" y="109145"/>
                </a:cubicBezTo>
                <a:cubicBezTo>
                  <a:pt x="64410" y="106500"/>
                  <a:pt x="65022" y="103436"/>
                  <a:pt x="65022" y="99953"/>
                </a:cubicBezTo>
                <a:close/>
                <a:moveTo>
                  <a:pt x="171546" y="132561"/>
                </a:moveTo>
                <a:cubicBezTo>
                  <a:pt x="171546" y="133335"/>
                  <a:pt x="171288" y="133915"/>
                  <a:pt x="170772" y="134302"/>
                </a:cubicBezTo>
                <a:cubicBezTo>
                  <a:pt x="170256" y="134689"/>
                  <a:pt x="169546" y="134980"/>
                  <a:pt x="168643" y="135173"/>
                </a:cubicBezTo>
                <a:cubicBezTo>
                  <a:pt x="167740" y="135367"/>
                  <a:pt x="166417" y="135463"/>
                  <a:pt x="164676" y="135463"/>
                </a:cubicBezTo>
                <a:cubicBezTo>
                  <a:pt x="162999" y="135463"/>
                  <a:pt x="161660" y="135367"/>
                  <a:pt x="160660" y="135173"/>
                </a:cubicBezTo>
                <a:cubicBezTo>
                  <a:pt x="159660" y="134980"/>
                  <a:pt x="158935" y="134689"/>
                  <a:pt x="158483" y="134302"/>
                </a:cubicBezTo>
                <a:cubicBezTo>
                  <a:pt x="158032" y="133915"/>
                  <a:pt x="157806" y="133335"/>
                  <a:pt x="157806" y="132561"/>
                </a:cubicBezTo>
                <a:lnTo>
                  <a:pt x="157806" y="123852"/>
                </a:lnTo>
                <a:cubicBezTo>
                  <a:pt x="154000" y="127916"/>
                  <a:pt x="149759" y="131093"/>
                  <a:pt x="145082" y="133383"/>
                </a:cubicBezTo>
                <a:cubicBezTo>
                  <a:pt x="140405" y="135673"/>
                  <a:pt x="135454" y="136818"/>
                  <a:pt x="130229" y="136818"/>
                </a:cubicBezTo>
                <a:cubicBezTo>
                  <a:pt x="125649" y="136818"/>
                  <a:pt x="121505" y="136219"/>
                  <a:pt x="117796" y="135022"/>
                </a:cubicBezTo>
                <a:cubicBezTo>
                  <a:pt x="114087" y="133825"/>
                  <a:pt x="110926" y="132093"/>
                  <a:pt x="108313" y="129827"/>
                </a:cubicBezTo>
                <a:cubicBezTo>
                  <a:pt x="105701" y="127561"/>
                  <a:pt x="103669" y="124779"/>
                  <a:pt x="102217" y="121479"/>
                </a:cubicBezTo>
                <a:cubicBezTo>
                  <a:pt x="100766" y="118177"/>
                  <a:pt x="100040" y="114421"/>
                  <a:pt x="100040" y="110212"/>
                </a:cubicBezTo>
                <a:cubicBezTo>
                  <a:pt x="100040" y="105294"/>
                  <a:pt x="101040" y="101022"/>
                  <a:pt x="103040" y="97398"/>
                </a:cubicBezTo>
                <a:cubicBezTo>
                  <a:pt x="105040" y="93771"/>
                  <a:pt x="107910" y="90760"/>
                  <a:pt x="111652" y="88366"/>
                </a:cubicBezTo>
                <a:cubicBezTo>
                  <a:pt x="115393" y="85971"/>
                  <a:pt x="119973" y="84175"/>
                  <a:pt x="125391" y="82977"/>
                </a:cubicBezTo>
                <a:cubicBezTo>
                  <a:pt x="130810" y="81780"/>
                  <a:pt x="136906" y="81181"/>
                  <a:pt x="143679" y="81181"/>
                </a:cubicBezTo>
                <a:lnTo>
                  <a:pt x="155677" y="81181"/>
                </a:lnTo>
                <a:lnTo>
                  <a:pt x="155677" y="74432"/>
                </a:lnTo>
                <a:cubicBezTo>
                  <a:pt x="155677" y="71090"/>
                  <a:pt x="155322" y="68134"/>
                  <a:pt x="154613" y="65564"/>
                </a:cubicBezTo>
                <a:cubicBezTo>
                  <a:pt x="153903" y="62992"/>
                  <a:pt x="152758" y="60854"/>
                  <a:pt x="151178" y="59150"/>
                </a:cubicBezTo>
                <a:cubicBezTo>
                  <a:pt x="149597" y="57447"/>
                  <a:pt x="147549" y="56162"/>
                  <a:pt x="145034" y="55295"/>
                </a:cubicBezTo>
                <a:cubicBezTo>
                  <a:pt x="142518" y="54426"/>
                  <a:pt x="139422" y="53992"/>
                  <a:pt x="135745" y="53992"/>
                </a:cubicBezTo>
                <a:cubicBezTo>
                  <a:pt x="131810" y="53992"/>
                  <a:pt x="128278" y="54454"/>
                  <a:pt x="125150" y="55380"/>
                </a:cubicBezTo>
                <a:cubicBezTo>
                  <a:pt x="122021" y="56305"/>
                  <a:pt x="119279" y="57326"/>
                  <a:pt x="116925" y="58443"/>
                </a:cubicBezTo>
                <a:cubicBezTo>
                  <a:pt x="114570" y="59560"/>
                  <a:pt x="112603" y="60581"/>
                  <a:pt x="111023" y="61506"/>
                </a:cubicBezTo>
                <a:cubicBezTo>
                  <a:pt x="109442" y="62431"/>
                  <a:pt x="108265" y="62894"/>
                  <a:pt x="107491" y="62894"/>
                </a:cubicBezTo>
                <a:cubicBezTo>
                  <a:pt x="106975" y="62894"/>
                  <a:pt x="106523" y="62765"/>
                  <a:pt x="106136" y="62507"/>
                </a:cubicBezTo>
                <a:cubicBezTo>
                  <a:pt x="105749" y="62249"/>
                  <a:pt x="105411" y="61862"/>
                  <a:pt x="105120" y="61346"/>
                </a:cubicBezTo>
                <a:cubicBezTo>
                  <a:pt x="104830" y="60830"/>
                  <a:pt x="104620" y="60168"/>
                  <a:pt x="104491" y="59362"/>
                </a:cubicBezTo>
                <a:cubicBezTo>
                  <a:pt x="104362" y="58556"/>
                  <a:pt x="104298" y="57669"/>
                  <a:pt x="104298" y="56701"/>
                </a:cubicBezTo>
                <a:cubicBezTo>
                  <a:pt x="104298" y="55088"/>
                  <a:pt x="104411" y="53814"/>
                  <a:pt x="104636" y="52879"/>
                </a:cubicBezTo>
                <a:cubicBezTo>
                  <a:pt x="104862" y="51944"/>
                  <a:pt x="105411" y="51057"/>
                  <a:pt x="106281" y="50218"/>
                </a:cubicBezTo>
                <a:cubicBezTo>
                  <a:pt x="107152" y="49380"/>
                  <a:pt x="108652" y="48403"/>
                  <a:pt x="110781" y="47288"/>
                </a:cubicBezTo>
                <a:cubicBezTo>
                  <a:pt x="112909" y="46171"/>
                  <a:pt x="115361" y="45151"/>
                  <a:pt x="118134" y="44228"/>
                </a:cubicBezTo>
                <a:cubicBezTo>
                  <a:pt x="120908" y="43305"/>
                  <a:pt x="123940" y="42541"/>
                  <a:pt x="127230" y="41936"/>
                </a:cubicBezTo>
                <a:cubicBezTo>
                  <a:pt x="130520" y="41329"/>
                  <a:pt x="133842" y="41026"/>
                  <a:pt x="137196" y="41026"/>
                </a:cubicBezTo>
                <a:cubicBezTo>
                  <a:pt x="143453" y="41026"/>
                  <a:pt x="148775" y="41736"/>
                  <a:pt x="153161" y="43155"/>
                </a:cubicBezTo>
                <a:cubicBezTo>
                  <a:pt x="157548" y="44574"/>
                  <a:pt x="161096" y="46654"/>
                  <a:pt x="163805" y="49396"/>
                </a:cubicBezTo>
                <a:cubicBezTo>
                  <a:pt x="166514" y="52137"/>
                  <a:pt x="168482" y="55540"/>
                  <a:pt x="169707" y="59604"/>
                </a:cubicBezTo>
                <a:cubicBezTo>
                  <a:pt x="170933" y="63668"/>
                  <a:pt x="171546" y="68409"/>
                  <a:pt x="171546" y="73828"/>
                </a:cubicBezTo>
                <a:lnTo>
                  <a:pt x="171546" y="132561"/>
                </a:lnTo>
                <a:moveTo>
                  <a:pt x="155677" y="92696"/>
                </a:moveTo>
                <a:lnTo>
                  <a:pt x="142034" y="92696"/>
                </a:lnTo>
                <a:cubicBezTo>
                  <a:pt x="137648" y="92696"/>
                  <a:pt x="133842" y="93070"/>
                  <a:pt x="130616" y="93817"/>
                </a:cubicBezTo>
                <a:cubicBezTo>
                  <a:pt x="127391" y="94563"/>
                  <a:pt x="124714" y="95666"/>
                  <a:pt x="122585" y="97125"/>
                </a:cubicBezTo>
                <a:cubicBezTo>
                  <a:pt x="120457" y="98585"/>
                  <a:pt x="118892" y="100338"/>
                  <a:pt x="117893" y="102384"/>
                </a:cubicBezTo>
                <a:cubicBezTo>
                  <a:pt x="116893" y="104428"/>
                  <a:pt x="116393" y="106780"/>
                  <a:pt x="116393" y="109441"/>
                </a:cubicBezTo>
                <a:cubicBezTo>
                  <a:pt x="116393" y="113985"/>
                  <a:pt x="117828" y="117603"/>
                  <a:pt x="120699" y="120296"/>
                </a:cubicBezTo>
                <a:cubicBezTo>
                  <a:pt x="123569" y="122989"/>
                  <a:pt x="127585" y="124336"/>
                  <a:pt x="132745" y="124336"/>
                </a:cubicBezTo>
                <a:cubicBezTo>
                  <a:pt x="136938" y="124336"/>
                  <a:pt x="140825" y="123266"/>
                  <a:pt x="144405" y="121125"/>
                </a:cubicBezTo>
                <a:cubicBezTo>
                  <a:pt x="147985" y="118982"/>
                  <a:pt x="151742" y="115704"/>
                  <a:pt x="155677" y="111292"/>
                </a:cubicBezTo>
                <a:lnTo>
                  <a:pt x="155677" y="92696"/>
                </a:lnTo>
                <a:close/>
                <a:moveTo>
                  <a:pt x="255513" y="108827"/>
                </a:moveTo>
                <a:cubicBezTo>
                  <a:pt x="255513" y="113282"/>
                  <a:pt x="254690" y="117253"/>
                  <a:pt x="253045" y="120741"/>
                </a:cubicBezTo>
                <a:cubicBezTo>
                  <a:pt x="251400" y="124226"/>
                  <a:pt x="249062" y="127164"/>
                  <a:pt x="246030" y="129555"/>
                </a:cubicBezTo>
                <a:cubicBezTo>
                  <a:pt x="242998" y="131944"/>
                  <a:pt x="239386" y="133751"/>
                  <a:pt x="235193" y="134977"/>
                </a:cubicBezTo>
                <a:cubicBezTo>
                  <a:pt x="231000" y="136204"/>
                  <a:pt x="226388" y="136818"/>
                  <a:pt x="221356" y="136818"/>
                </a:cubicBezTo>
                <a:cubicBezTo>
                  <a:pt x="218260" y="136818"/>
                  <a:pt x="215309" y="136576"/>
                  <a:pt x="212503" y="136092"/>
                </a:cubicBezTo>
                <a:cubicBezTo>
                  <a:pt x="209697" y="135609"/>
                  <a:pt x="207181" y="134996"/>
                  <a:pt x="204956" y="134254"/>
                </a:cubicBezTo>
                <a:cubicBezTo>
                  <a:pt x="202730" y="133512"/>
                  <a:pt x="200843" y="132738"/>
                  <a:pt x="199295" y="131932"/>
                </a:cubicBezTo>
                <a:cubicBezTo>
                  <a:pt x="197747" y="131125"/>
                  <a:pt x="196618" y="130400"/>
                  <a:pt x="195909" y="129755"/>
                </a:cubicBezTo>
                <a:cubicBezTo>
                  <a:pt x="195199" y="129110"/>
                  <a:pt x="194683" y="128206"/>
                  <a:pt x="194360" y="127045"/>
                </a:cubicBezTo>
                <a:cubicBezTo>
                  <a:pt x="194038" y="125884"/>
                  <a:pt x="193877" y="124304"/>
                  <a:pt x="193877" y="122304"/>
                </a:cubicBezTo>
                <a:cubicBezTo>
                  <a:pt x="193877" y="121078"/>
                  <a:pt x="193941" y="120046"/>
                  <a:pt x="194070" y="119208"/>
                </a:cubicBezTo>
                <a:cubicBezTo>
                  <a:pt x="194199" y="118369"/>
                  <a:pt x="194360" y="117692"/>
                  <a:pt x="194554" y="117176"/>
                </a:cubicBezTo>
                <a:cubicBezTo>
                  <a:pt x="194748" y="116660"/>
                  <a:pt x="195022" y="116289"/>
                  <a:pt x="195376" y="116063"/>
                </a:cubicBezTo>
                <a:cubicBezTo>
                  <a:pt x="195731" y="115837"/>
                  <a:pt x="196134" y="115724"/>
                  <a:pt x="196586" y="115724"/>
                </a:cubicBezTo>
                <a:cubicBezTo>
                  <a:pt x="197296" y="115724"/>
                  <a:pt x="198344" y="116160"/>
                  <a:pt x="199731" y="117031"/>
                </a:cubicBezTo>
                <a:cubicBezTo>
                  <a:pt x="201118" y="117902"/>
                  <a:pt x="202827" y="118853"/>
                  <a:pt x="204859" y="119885"/>
                </a:cubicBezTo>
                <a:cubicBezTo>
                  <a:pt x="206891" y="120917"/>
                  <a:pt x="209294" y="121869"/>
                  <a:pt x="212067" y="122740"/>
                </a:cubicBezTo>
                <a:cubicBezTo>
                  <a:pt x="214841" y="123610"/>
                  <a:pt x="218034" y="124046"/>
                  <a:pt x="221647" y="124046"/>
                </a:cubicBezTo>
                <a:cubicBezTo>
                  <a:pt x="224356" y="124046"/>
                  <a:pt x="226807" y="123756"/>
                  <a:pt x="229000" y="123175"/>
                </a:cubicBezTo>
                <a:cubicBezTo>
                  <a:pt x="231194" y="122592"/>
                  <a:pt x="233097" y="121736"/>
                  <a:pt x="234709" y="120605"/>
                </a:cubicBezTo>
                <a:cubicBezTo>
                  <a:pt x="236322" y="119474"/>
                  <a:pt x="237564" y="118036"/>
                  <a:pt x="238434" y="116290"/>
                </a:cubicBezTo>
                <a:cubicBezTo>
                  <a:pt x="239305" y="114544"/>
                  <a:pt x="239741" y="112476"/>
                  <a:pt x="239741" y="110085"/>
                </a:cubicBezTo>
                <a:cubicBezTo>
                  <a:pt x="239741" y="107632"/>
                  <a:pt x="239112" y="105566"/>
                  <a:pt x="237854" y="103887"/>
                </a:cubicBezTo>
                <a:cubicBezTo>
                  <a:pt x="236596" y="102207"/>
                  <a:pt x="234935" y="100723"/>
                  <a:pt x="232871" y="99433"/>
                </a:cubicBezTo>
                <a:cubicBezTo>
                  <a:pt x="230807" y="98140"/>
                  <a:pt x="228484" y="96994"/>
                  <a:pt x="225904" y="95995"/>
                </a:cubicBezTo>
                <a:cubicBezTo>
                  <a:pt x="223324" y="94993"/>
                  <a:pt x="220663" y="93943"/>
                  <a:pt x="217921" y="92847"/>
                </a:cubicBezTo>
                <a:cubicBezTo>
                  <a:pt x="215180" y="91748"/>
                  <a:pt x="212503" y="90504"/>
                  <a:pt x="209890" y="89116"/>
                </a:cubicBezTo>
                <a:cubicBezTo>
                  <a:pt x="207278" y="87727"/>
                  <a:pt x="204940" y="86031"/>
                  <a:pt x="202875" y="84030"/>
                </a:cubicBezTo>
                <a:cubicBezTo>
                  <a:pt x="200811" y="82028"/>
                  <a:pt x="199150" y="79639"/>
                  <a:pt x="197892" y="76863"/>
                </a:cubicBezTo>
                <a:cubicBezTo>
                  <a:pt x="196634" y="74088"/>
                  <a:pt x="196005" y="70763"/>
                  <a:pt x="196005" y="66888"/>
                </a:cubicBezTo>
                <a:cubicBezTo>
                  <a:pt x="196005" y="63465"/>
                  <a:pt x="196667" y="60188"/>
                  <a:pt x="197989" y="57058"/>
                </a:cubicBezTo>
                <a:cubicBezTo>
                  <a:pt x="199311" y="53925"/>
                  <a:pt x="201295" y="51181"/>
                  <a:pt x="203940" y="48824"/>
                </a:cubicBezTo>
                <a:cubicBezTo>
                  <a:pt x="206584" y="46466"/>
                  <a:pt x="209890" y="44577"/>
                  <a:pt x="213858" y="43158"/>
                </a:cubicBezTo>
                <a:cubicBezTo>
                  <a:pt x="217825" y="41737"/>
                  <a:pt x="222453" y="41026"/>
                  <a:pt x="227743" y="41026"/>
                </a:cubicBezTo>
                <a:cubicBezTo>
                  <a:pt x="230065" y="41026"/>
                  <a:pt x="232387" y="41223"/>
                  <a:pt x="234709" y="41616"/>
                </a:cubicBezTo>
                <a:cubicBezTo>
                  <a:pt x="237031" y="42009"/>
                  <a:pt x="239128" y="42500"/>
                  <a:pt x="240999" y="43088"/>
                </a:cubicBezTo>
                <a:cubicBezTo>
                  <a:pt x="242869" y="43677"/>
                  <a:pt x="244466" y="44315"/>
                  <a:pt x="245788" y="45002"/>
                </a:cubicBezTo>
                <a:cubicBezTo>
                  <a:pt x="247111" y="45690"/>
                  <a:pt x="248110" y="46295"/>
                  <a:pt x="248788" y="46820"/>
                </a:cubicBezTo>
                <a:cubicBezTo>
                  <a:pt x="249465" y="47344"/>
                  <a:pt x="249917" y="47799"/>
                  <a:pt x="250142" y="48186"/>
                </a:cubicBezTo>
                <a:cubicBezTo>
                  <a:pt x="250368" y="48573"/>
                  <a:pt x="250529" y="49009"/>
                  <a:pt x="250626" y="49493"/>
                </a:cubicBezTo>
                <a:cubicBezTo>
                  <a:pt x="250723" y="49976"/>
                  <a:pt x="250820" y="50573"/>
                  <a:pt x="250916" y="51283"/>
                </a:cubicBezTo>
                <a:cubicBezTo>
                  <a:pt x="251013" y="51992"/>
                  <a:pt x="251062" y="52863"/>
                  <a:pt x="251062" y="53895"/>
                </a:cubicBezTo>
                <a:cubicBezTo>
                  <a:pt x="251062" y="54992"/>
                  <a:pt x="251013" y="55943"/>
                  <a:pt x="250916" y="56750"/>
                </a:cubicBezTo>
                <a:cubicBezTo>
                  <a:pt x="250820" y="57556"/>
                  <a:pt x="250658" y="58217"/>
                  <a:pt x="250433" y="58733"/>
                </a:cubicBezTo>
                <a:cubicBezTo>
                  <a:pt x="250207" y="59249"/>
                  <a:pt x="249933" y="59620"/>
                  <a:pt x="249610" y="59846"/>
                </a:cubicBezTo>
                <a:cubicBezTo>
                  <a:pt x="249288" y="60072"/>
                  <a:pt x="248933" y="60184"/>
                  <a:pt x="248546" y="60184"/>
                </a:cubicBezTo>
                <a:cubicBezTo>
                  <a:pt x="247965" y="60184"/>
                  <a:pt x="247127" y="59825"/>
                  <a:pt x="246030" y="59105"/>
                </a:cubicBezTo>
                <a:cubicBezTo>
                  <a:pt x="244933" y="58385"/>
                  <a:pt x="243514" y="57616"/>
                  <a:pt x="241773" y="56798"/>
                </a:cubicBezTo>
                <a:cubicBezTo>
                  <a:pt x="240031" y="55979"/>
                  <a:pt x="237983" y="55210"/>
                  <a:pt x="235628" y="54491"/>
                </a:cubicBezTo>
                <a:cubicBezTo>
                  <a:pt x="233274" y="53771"/>
                  <a:pt x="230581" y="53411"/>
                  <a:pt x="227549" y="53411"/>
                </a:cubicBezTo>
                <a:cubicBezTo>
                  <a:pt x="224840" y="53411"/>
                  <a:pt x="222453" y="53719"/>
                  <a:pt x="220389" y="54334"/>
                </a:cubicBezTo>
                <a:cubicBezTo>
                  <a:pt x="218325" y="54946"/>
                  <a:pt x="216631" y="55818"/>
                  <a:pt x="215309" y="56949"/>
                </a:cubicBezTo>
                <a:cubicBezTo>
                  <a:pt x="213987" y="58080"/>
                  <a:pt x="212987" y="59421"/>
                  <a:pt x="212309" y="60974"/>
                </a:cubicBezTo>
                <a:cubicBezTo>
                  <a:pt x="211632" y="62524"/>
                  <a:pt x="211293" y="64204"/>
                  <a:pt x="211293" y="66014"/>
                </a:cubicBezTo>
                <a:cubicBezTo>
                  <a:pt x="211293" y="68532"/>
                  <a:pt x="211938" y="70647"/>
                  <a:pt x="213229" y="72358"/>
                </a:cubicBezTo>
                <a:cubicBezTo>
                  <a:pt x="214519" y="74069"/>
                  <a:pt x="216196" y="75571"/>
                  <a:pt x="218260" y="76863"/>
                </a:cubicBezTo>
                <a:cubicBezTo>
                  <a:pt x="220324" y="78154"/>
                  <a:pt x="222679" y="79316"/>
                  <a:pt x="225324" y="80350"/>
                </a:cubicBezTo>
                <a:cubicBezTo>
                  <a:pt x="227968" y="81382"/>
                  <a:pt x="230661" y="82447"/>
                  <a:pt x="233403" y="83546"/>
                </a:cubicBezTo>
                <a:cubicBezTo>
                  <a:pt x="236144" y="84642"/>
                  <a:pt x="238854" y="85869"/>
                  <a:pt x="241531" y="87226"/>
                </a:cubicBezTo>
                <a:cubicBezTo>
                  <a:pt x="244208" y="88582"/>
                  <a:pt x="246578" y="90229"/>
                  <a:pt x="248643" y="92167"/>
                </a:cubicBezTo>
                <a:cubicBezTo>
                  <a:pt x="250707" y="94104"/>
                  <a:pt x="252368" y="96429"/>
                  <a:pt x="253626" y="99142"/>
                </a:cubicBezTo>
                <a:cubicBezTo>
                  <a:pt x="254884" y="101854"/>
                  <a:pt x="255513" y="105082"/>
                  <a:pt x="255513" y="108827"/>
                </a:cubicBezTo>
                <a:close/>
                <a:moveTo>
                  <a:pt x="294271" y="132464"/>
                </a:moveTo>
                <a:cubicBezTo>
                  <a:pt x="294271" y="132980"/>
                  <a:pt x="294142" y="133415"/>
                  <a:pt x="293884" y="133770"/>
                </a:cubicBezTo>
                <a:cubicBezTo>
                  <a:pt x="293626" y="134125"/>
                  <a:pt x="293206" y="134431"/>
                  <a:pt x="292626" y="134689"/>
                </a:cubicBezTo>
                <a:cubicBezTo>
                  <a:pt x="292045" y="134947"/>
                  <a:pt x="291239" y="135141"/>
                  <a:pt x="290207" y="135270"/>
                </a:cubicBezTo>
                <a:cubicBezTo>
                  <a:pt x="289175" y="135399"/>
                  <a:pt x="287852" y="135463"/>
                  <a:pt x="286240" y="135463"/>
                </a:cubicBezTo>
                <a:cubicBezTo>
                  <a:pt x="284692" y="135463"/>
                  <a:pt x="283401" y="135399"/>
                  <a:pt x="282369" y="135270"/>
                </a:cubicBezTo>
                <a:cubicBezTo>
                  <a:pt x="281337" y="135141"/>
                  <a:pt x="280515" y="134947"/>
                  <a:pt x="279902" y="134689"/>
                </a:cubicBezTo>
                <a:cubicBezTo>
                  <a:pt x="279289" y="134431"/>
                  <a:pt x="278870" y="134125"/>
                  <a:pt x="278644" y="133770"/>
                </a:cubicBezTo>
                <a:cubicBezTo>
                  <a:pt x="278418" y="133415"/>
                  <a:pt x="278305" y="132980"/>
                  <a:pt x="278305" y="132464"/>
                </a:cubicBezTo>
                <a:lnTo>
                  <a:pt x="278305" y="45380"/>
                </a:lnTo>
                <a:cubicBezTo>
                  <a:pt x="278305" y="44929"/>
                  <a:pt x="278418" y="44509"/>
                  <a:pt x="278644" y="44122"/>
                </a:cubicBezTo>
                <a:cubicBezTo>
                  <a:pt x="278870" y="43735"/>
                  <a:pt x="279289" y="43413"/>
                  <a:pt x="279902" y="43155"/>
                </a:cubicBezTo>
                <a:cubicBezTo>
                  <a:pt x="280515" y="42897"/>
                  <a:pt x="281337" y="42703"/>
                  <a:pt x="282369" y="42574"/>
                </a:cubicBezTo>
                <a:cubicBezTo>
                  <a:pt x="283401" y="42445"/>
                  <a:pt x="284692" y="42381"/>
                  <a:pt x="286240" y="42381"/>
                </a:cubicBezTo>
                <a:cubicBezTo>
                  <a:pt x="287852" y="42381"/>
                  <a:pt x="289175" y="42445"/>
                  <a:pt x="290207" y="42574"/>
                </a:cubicBezTo>
                <a:cubicBezTo>
                  <a:pt x="291239" y="42703"/>
                  <a:pt x="292045" y="42897"/>
                  <a:pt x="292626" y="43155"/>
                </a:cubicBezTo>
                <a:cubicBezTo>
                  <a:pt x="293206" y="43413"/>
                  <a:pt x="293626" y="43735"/>
                  <a:pt x="293884" y="44122"/>
                </a:cubicBezTo>
                <a:cubicBezTo>
                  <a:pt x="294142" y="44509"/>
                  <a:pt x="294271" y="44929"/>
                  <a:pt x="294271" y="45380"/>
                </a:cubicBezTo>
                <a:lnTo>
                  <a:pt x="294271" y="132464"/>
                </a:lnTo>
                <a:moveTo>
                  <a:pt x="296109" y="15869"/>
                </a:moveTo>
                <a:cubicBezTo>
                  <a:pt x="296109" y="19610"/>
                  <a:pt x="295400" y="22158"/>
                  <a:pt x="293981" y="23513"/>
                </a:cubicBezTo>
                <a:cubicBezTo>
                  <a:pt x="292561" y="24867"/>
                  <a:pt x="289949" y="25545"/>
                  <a:pt x="286143" y="25545"/>
                </a:cubicBezTo>
                <a:cubicBezTo>
                  <a:pt x="282402" y="25545"/>
                  <a:pt x="279837" y="24883"/>
                  <a:pt x="278451" y="23561"/>
                </a:cubicBezTo>
                <a:cubicBezTo>
                  <a:pt x="277064" y="22239"/>
                  <a:pt x="276370" y="19739"/>
                  <a:pt x="276370" y="16062"/>
                </a:cubicBezTo>
                <a:cubicBezTo>
                  <a:pt x="276370" y="12321"/>
                  <a:pt x="277080" y="9773"/>
                  <a:pt x="278499" y="8418"/>
                </a:cubicBezTo>
                <a:cubicBezTo>
                  <a:pt x="279918" y="7063"/>
                  <a:pt x="282531" y="6386"/>
                  <a:pt x="286337" y="6386"/>
                </a:cubicBezTo>
                <a:cubicBezTo>
                  <a:pt x="290078" y="6386"/>
                  <a:pt x="292642" y="7047"/>
                  <a:pt x="294029" y="8370"/>
                </a:cubicBezTo>
                <a:cubicBezTo>
                  <a:pt x="295416" y="9692"/>
                  <a:pt x="296109" y="12192"/>
                  <a:pt x="296109" y="15869"/>
                </a:cubicBezTo>
                <a:close/>
                <a:moveTo>
                  <a:pt x="386268" y="119305"/>
                </a:moveTo>
                <a:cubicBezTo>
                  <a:pt x="386268" y="120401"/>
                  <a:pt x="386236" y="121353"/>
                  <a:pt x="386172" y="122159"/>
                </a:cubicBezTo>
                <a:cubicBezTo>
                  <a:pt x="386107" y="122965"/>
                  <a:pt x="385994" y="123643"/>
                  <a:pt x="385833" y="124191"/>
                </a:cubicBezTo>
                <a:cubicBezTo>
                  <a:pt x="385672" y="124739"/>
                  <a:pt x="385478" y="125223"/>
                  <a:pt x="385253" y="125642"/>
                </a:cubicBezTo>
                <a:cubicBezTo>
                  <a:pt x="385027" y="126062"/>
                  <a:pt x="384511" y="126674"/>
                  <a:pt x="383704" y="127481"/>
                </a:cubicBezTo>
                <a:cubicBezTo>
                  <a:pt x="382898" y="128287"/>
                  <a:pt x="381527" y="129287"/>
                  <a:pt x="379592" y="130480"/>
                </a:cubicBezTo>
                <a:cubicBezTo>
                  <a:pt x="377657" y="131674"/>
                  <a:pt x="375480" y="132738"/>
                  <a:pt x="373061" y="133673"/>
                </a:cubicBezTo>
                <a:cubicBezTo>
                  <a:pt x="370642" y="134609"/>
                  <a:pt x="368013" y="135367"/>
                  <a:pt x="365175" y="135947"/>
                </a:cubicBezTo>
                <a:cubicBezTo>
                  <a:pt x="362337" y="136528"/>
                  <a:pt x="359402" y="136818"/>
                  <a:pt x="356370" y="136818"/>
                </a:cubicBezTo>
                <a:cubicBezTo>
                  <a:pt x="350113" y="136818"/>
                  <a:pt x="344565" y="135784"/>
                  <a:pt x="339727" y="133716"/>
                </a:cubicBezTo>
                <a:cubicBezTo>
                  <a:pt x="334889" y="131647"/>
                  <a:pt x="330841" y="128626"/>
                  <a:pt x="327584" y="124651"/>
                </a:cubicBezTo>
                <a:cubicBezTo>
                  <a:pt x="324326" y="120675"/>
                  <a:pt x="321843" y="115795"/>
                  <a:pt x="320133" y="110010"/>
                </a:cubicBezTo>
                <a:cubicBezTo>
                  <a:pt x="318424" y="104224"/>
                  <a:pt x="317569" y="97551"/>
                  <a:pt x="317569" y="89989"/>
                </a:cubicBezTo>
                <a:cubicBezTo>
                  <a:pt x="317569" y="81392"/>
                  <a:pt x="318617" y="74007"/>
                  <a:pt x="320714" y="67835"/>
                </a:cubicBezTo>
                <a:cubicBezTo>
                  <a:pt x="322810" y="61662"/>
                  <a:pt x="325681" y="56604"/>
                  <a:pt x="329325" y="52661"/>
                </a:cubicBezTo>
                <a:cubicBezTo>
                  <a:pt x="332970" y="48718"/>
                  <a:pt x="337260" y="45793"/>
                  <a:pt x="342195" y="43887"/>
                </a:cubicBezTo>
                <a:cubicBezTo>
                  <a:pt x="347129" y="41980"/>
                  <a:pt x="352467" y="41026"/>
                  <a:pt x="358208" y="41026"/>
                </a:cubicBezTo>
                <a:cubicBezTo>
                  <a:pt x="360982" y="41026"/>
                  <a:pt x="363675" y="41284"/>
                  <a:pt x="366288" y="41800"/>
                </a:cubicBezTo>
                <a:cubicBezTo>
                  <a:pt x="368900" y="42316"/>
                  <a:pt x="371303" y="42994"/>
                  <a:pt x="373496" y="43832"/>
                </a:cubicBezTo>
                <a:cubicBezTo>
                  <a:pt x="375689" y="44671"/>
                  <a:pt x="377641" y="45638"/>
                  <a:pt x="379350" y="46735"/>
                </a:cubicBezTo>
                <a:cubicBezTo>
                  <a:pt x="381060" y="47831"/>
                  <a:pt x="382301" y="48767"/>
                  <a:pt x="383075" y="49541"/>
                </a:cubicBezTo>
                <a:cubicBezTo>
                  <a:pt x="383850" y="50315"/>
                  <a:pt x="384382" y="50928"/>
                  <a:pt x="384672" y="51379"/>
                </a:cubicBezTo>
                <a:cubicBezTo>
                  <a:pt x="384962" y="51831"/>
                  <a:pt x="385204" y="52363"/>
                  <a:pt x="385398" y="52976"/>
                </a:cubicBezTo>
                <a:cubicBezTo>
                  <a:pt x="385591" y="53589"/>
                  <a:pt x="385720" y="54282"/>
                  <a:pt x="385785" y="55056"/>
                </a:cubicBezTo>
                <a:cubicBezTo>
                  <a:pt x="385849" y="55830"/>
                  <a:pt x="385881" y="56798"/>
                  <a:pt x="385881" y="57959"/>
                </a:cubicBezTo>
                <a:cubicBezTo>
                  <a:pt x="385881" y="60475"/>
                  <a:pt x="385591" y="62233"/>
                  <a:pt x="385011" y="63232"/>
                </a:cubicBezTo>
                <a:cubicBezTo>
                  <a:pt x="384430" y="64232"/>
                  <a:pt x="383721" y="64732"/>
                  <a:pt x="382882" y="64732"/>
                </a:cubicBezTo>
                <a:cubicBezTo>
                  <a:pt x="381914" y="64732"/>
                  <a:pt x="380802" y="64200"/>
                  <a:pt x="379544" y="63136"/>
                </a:cubicBezTo>
                <a:cubicBezTo>
                  <a:pt x="378286" y="62071"/>
                  <a:pt x="376689" y="60894"/>
                  <a:pt x="374754" y="59604"/>
                </a:cubicBezTo>
                <a:cubicBezTo>
                  <a:pt x="372819" y="58314"/>
                  <a:pt x="370481" y="57137"/>
                  <a:pt x="367739" y="56072"/>
                </a:cubicBezTo>
                <a:cubicBezTo>
                  <a:pt x="364998" y="55008"/>
                  <a:pt x="361756" y="54476"/>
                  <a:pt x="358015" y="54476"/>
                </a:cubicBezTo>
                <a:cubicBezTo>
                  <a:pt x="350338" y="54476"/>
                  <a:pt x="344452" y="57436"/>
                  <a:pt x="340356" y="63356"/>
                </a:cubicBezTo>
                <a:cubicBezTo>
                  <a:pt x="336260" y="69275"/>
                  <a:pt x="334212" y="77861"/>
                  <a:pt x="334212" y="89116"/>
                </a:cubicBezTo>
                <a:cubicBezTo>
                  <a:pt x="334212" y="94744"/>
                  <a:pt x="334744" y="99676"/>
                  <a:pt x="335808" y="103914"/>
                </a:cubicBezTo>
                <a:cubicBezTo>
                  <a:pt x="336873" y="108151"/>
                  <a:pt x="338437" y="111693"/>
                  <a:pt x="340501" y="114539"/>
                </a:cubicBezTo>
                <a:cubicBezTo>
                  <a:pt x="342565" y="117386"/>
                  <a:pt x="345097" y="119504"/>
                  <a:pt x="348097" y="120895"/>
                </a:cubicBezTo>
                <a:cubicBezTo>
                  <a:pt x="351096" y="122286"/>
                  <a:pt x="354531" y="122981"/>
                  <a:pt x="358402" y="122981"/>
                </a:cubicBezTo>
                <a:cubicBezTo>
                  <a:pt x="362079" y="122981"/>
                  <a:pt x="365304" y="122401"/>
                  <a:pt x="368078" y="121240"/>
                </a:cubicBezTo>
                <a:cubicBezTo>
                  <a:pt x="370851" y="120079"/>
                  <a:pt x="373254" y="118805"/>
                  <a:pt x="375286" y="117418"/>
                </a:cubicBezTo>
                <a:cubicBezTo>
                  <a:pt x="377318" y="116031"/>
                  <a:pt x="379028" y="114773"/>
                  <a:pt x="380415" y="113644"/>
                </a:cubicBezTo>
                <a:cubicBezTo>
                  <a:pt x="381801" y="112515"/>
                  <a:pt x="382882" y="111951"/>
                  <a:pt x="383656" y="111951"/>
                </a:cubicBezTo>
                <a:cubicBezTo>
                  <a:pt x="384108" y="111951"/>
                  <a:pt x="384495" y="112080"/>
                  <a:pt x="384817" y="112338"/>
                </a:cubicBezTo>
                <a:cubicBezTo>
                  <a:pt x="385140" y="112596"/>
                  <a:pt x="385414" y="113031"/>
                  <a:pt x="385640" y="113644"/>
                </a:cubicBezTo>
                <a:cubicBezTo>
                  <a:pt x="385865" y="114257"/>
                  <a:pt x="386027" y="115031"/>
                  <a:pt x="386123" y="115966"/>
                </a:cubicBezTo>
                <a:cubicBezTo>
                  <a:pt x="386220" y="116902"/>
                  <a:pt x="386268" y="118014"/>
                  <a:pt x="386268" y="119305"/>
                </a:cubicBezTo>
                <a:close/>
                <a:moveTo>
                  <a:pt x="536747" y="98985"/>
                </a:moveTo>
                <a:cubicBezTo>
                  <a:pt x="536747" y="102920"/>
                  <a:pt x="536247" y="106548"/>
                  <a:pt x="535247" y="109871"/>
                </a:cubicBezTo>
                <a:cubicBezTo>
                  <a:pt x="534247" y="113193"/>
                  <a:pt x="532844" y="116176"/>
                  <a:pt x="531038" y="118821"/>
                </a:cubicBezTo>
                <a:cubicBezTo>
                  <a:pt x="529232" y="121466"/>
                  <a:pt x="527055" y="123788"/>
                  <a:pt x="524507" y="125787"/>
                </a:cubicBezTo>
                <a:cubicBezTo>
                  <a:pt x="521959" y="127787"/>
                  <a:pt x="519088" y="129464"/>
                  <a:pt x="515895" y="130819"/>
                </a:cubicBezTo>
                <a:cubicBezTo>
                  <a:pt x="512702" y="132174"/>
                  <a:pt x="509283" y="133190"/>
                  <a:pt x="505639" y="133867"/>
                </a:cubicBezTo>
                <a:cubicBezTo>
                  <a:pt x="501994" y="134544"/>
                  <a:pt x="497817" y="134883"/>
                  <a:pt x="493108" y="134883"/>
                </a:cubicBezTo>
                <a:lnTo>
                  <a:pt x="460403" y="134883"/>
                </a:lnTo>
                <a:cubicBezTo>
                  <a:pt x="458920" y="134883"/>
                  <a:pt x="457517" y="134383"/>
                  <a:pt x="456194" y="133383"/>
                </a:cubicBezTo>
                <a:cubicBezTo>
                  <a:pt x="454872" y="132383"/>
                  <a:pt x="454211" y="130625"/>
                  <a:pt x="454211" y="128110"/>
                </a:cubicBezTo>
                <a:lnTo>
                  <a:pt x="454211" y="16449"/>
                </a:lnTo>
                <a:cubicBezTo>
                  <a:pt x="454211" y="13933"/>
                  <a:pt x="454872" y="12176"/>
                  <a:pt x="456194" y="11176"/>
                </a:cubicBezTo>
                <a:cubicBezTo>
                  <a:pt x="457517" y="10176"/>
                  <a:pt x="458920" y="9676"/>
                  <a:pt x="460403" y="9676"/>
                </a:cubicBezTo>
                <a:lnTo>
                  <a:pt x="488851" y="9676"/>
                </a:lnTo>
                <a:cubicBezTo>
                  <a:pt x="496334" y="9676"/>
                  <a:pt x="502462" y="10386"/>
                  <a:pt x="507235" y="11805"/>
                </a:cubicBezTo>
                <a:cubicBezTo>
                  <a:pt x="512009" y="13224"/>
                  <a:pt x="515992" y="15288"/>
                  <a:pt x="519185" y="17997"/>
                </a:cubicBezTo>
                <a:cubicBezTo>
                  <a:pt x="522378" y="20707"/>
                  <a:pt x="524781" y="24029"/>
                  <a:pt x="526394" y="27964"/>
                </a:cubicBezTo>
                <a:cubicBezTo>
                  <a:pt x="528006" y="31898"/>
                  <a:pt x="528812" y="36349"/>
                  <a:pt x="528812" y="41316"/>
                </a:cubicBezTo>
                <a:cubicBezTo>
                  <a:pt x="528812" y="44284"/>
                  <a:pt x="528458" y="47122"/>
                  <a:pt x="527748" y="49831"/>
                </a:cubicBezTo>
                <a:cubicBezTo>
                  <a:pt x="527039" y="52540"/>
                  <a:pt x="525990" y="55040"/>
                  <a:pt x="524603" y="57330"/>
                </a:cubicBezTo>
                <a:cubicBezTo>
                  <a:pt x="523217" y="59620"/>
                  <a:pt x="521475" y="61668"/>
                  <a:pt x="519378" y="63474"/>
                </a:cubicBezTo>
                <a:cubicBezTo>
                  <a:pt x="517282" y="65280"/>
                  <a:pt x="514879" y="66764"/>
                  <a:pt x="512170" y="67925"/>
                </a:cubicBezTo>
                <a:cubicBezTo>
                  <a:pt x="515589" y="68570"/>
                  <a:pt x="518782" y="69748"/>
                  <a:pt x="521749" y="71457"/>
                </a:cubicBezTo>
                <a:cubicBezTo>
                  <a:pt x="524716" y="73166"/>
                  <a:pt x="527313" y="75343"/>
                  <a:pt x="529538" y="77988"/>
                </a:cubicBezTo>
                <a:cubicBezTo>
                  <a:pt x="531764" y="80633"/>
                  <a:pt x="533521" y="83729"/>
                  <a:pt x="534812" y="87277"/>
                </a:cubicBezTo>
                <a:cubicBezTo>
                  <a:pt x="536102" y="90825"/>
                  <a:pt x="536747" y="94728"/>
                  <a:pt x="536747" y="98985"/>
                </a:cubicBezTo>
                <a:moveTo>
                  <a:pt x="511686" y="42961"/>
                </a:moveTo>
                <a:cubicBezTo>
                  <a:pt x="511686" y="39929"/>
                  <a:pt x="511267" y="37188"/>
                  <a:pt x="510428" y="34737"/>
                </a:cubicBezTo>
                <a:cubicBezTo>
                  <a:pt x="509590" y="32285"/>
                  <a:pt x="508267" y="30205"/>
                  <a:pt x="506461" y="28496"/>
                </a:cubicBezTo>
                <a:cubicBezTo>
                  <a:pt x="504655" y="26786"/>
                  <a:pt x="502300" y="25480"/>
                  <a:pt x="499398" y="24577"/>
                </a:cubicBezTo>
                <a:cubicBezTo>
                  <a:pt x="496495" y="23674"/>
                  <a:pt x="492657" y="23222"/>
                  <a:pt x="487883" y="23222"/>
                </a:cubicBezTo>
                <a:lnTo>
                  <a:pt x="470660" y="23222"/>
                </a:lnTo>
                <a:lnTo>
                  <a:pt x="470660" y="63765"/>
                </a:lnTo>
                <a:lnTo>
                  <a:pt x="489625" y="63765"/>
                </a:lnTo>
                <a:cubicBezTo>
                  <a:pt x="493947" y="63765"/>
                  <a:pt x="497430" y="63200"/>
                  <a:pt x="500075" y="62071"/>
                </a:cubicBezTo>
                <a:cubicBezTo>
                  <a:pt x="502720" y="60942"/>
                  <a:pt x="504913" y="59427"/>
                  <a:pt x="506655" y="57524"/>
                </a:cubicBezTo>
                <a:cubicBezTo>
                  <a:pt x="508396" y="55621"/>
                  <a:pt x="509670" y="53395"/>
                  <a:pt x="510477" y="50847"/>
                </a:cubicBezTo>
                <a:cubicBezTo>
                  <a:pt x="511283" y="48299"/>
                  <a:pt x="511686" y="45671"/>
                  <a:pt x="511686" y="42961"/>
                </a:cubicBezTo>
                <a:moveTo>
                  <a:pt x="519233" y="99953"/>
                </a:moveTo>
                <a:cubicBezTo>
                  <a:pt x="519233" y="96211"/>
                  <a:pt x="518637" y="92921"/>
                  <a:pt x="517443" y="90083"/>
                </a:cubicBezTo>
                <a:cubicBezTo>
                  <a:pt x="516250" y="87245"/>
                  <a:pt x="514508" y="84858"/>
                  <a:pt x="512218" y="82923"/>
                </a:cubicBezTo>
                <a:cubicBezTo>
                  <a:pt x="509928" y="80988"/>
                  <a:pt x="507058" y="79520"/>
                  <a:pt x="503607" y="78520"/>
                </a:cubicBezTo>
                <a:cubicBezTo>
                  <a:pt x="500156" y="77521"/>
                  <a:pt x="495817" y="77021"/>
                  <a:pt x="490592" y="77021"/>
                </a:cubicBezTo>
                <a:lnTo>
                  <a:pt x="470660" y="77021"/>
                </a:lnTo>
                <a:lnTo>
                  <a:pt x="470660" y="121143"/>
                </a:lnTo>
                <a:lnTo>
                  <a:pt x="494850" y="121143"/>
                </a:lnTo>
                <a:cubicBezTo>
                  <a:pt x="498656" y="121143"/>
                  <a:pt x="501978" y="120691"/>
                  <a:pt x="504816" y="119788"/>
                </a:cubicBezTo>
                <a:cubicBezTo>
                  <a:pt x="507654" y="118885"/>
                  <a:pt x="510154" y="117547"/>
                  <a:pt x="512315" y="115773"/>
                </a:cubicBezTo>
                <a:cubicBezTo>
                  <a:pt x="514476" y="113999"/>
                  <a:pt x="516169" y="111790"/>
                  <a:pt x="517395" y="109145"/>
                </a:cubicBezTo>
                <a:cubicBezTo>
                  <a:pt x="518620" y="106500"/>
                  <a:pt x="519233" y="103436"/>
                  <a:pt x="519233" y="99953"/>
                </a:cubicBezTo>
                <a:close/>
                <a:moveTo>
                  <a:pt x="576119" y="132461"/>
                </a:moveTo>
                <a:cubicBezTo>
                  <a:pt x="576119" y="132977"/>
                  <a:pt x="575990" y="133413"/>
                  <a:pt x="575732" y="133770"/>
                </a:cubicBezTo>
                <a:cubicBezTo>
                  <a:pt x="575474" y="134125"/>
                  <a:pt x="575055" y="134431"/>
                  <a:pt x="574474" y="134689"/>
                </a:cubicBezTo>
                <a:cubicBezTo>
                  <a:pt x="573894" y="134947"/>
                  <a:pt x="573087" y="135141"/>
                  <a:pt x="572055" y="135270"/>
                </a:cubicBezTo>
                <a:cubicBezTo>
                  <a:pt x="571023" y="135399"/>
                  <a:pt x="569701" y="135463"/>
                  <a:pt x="568088" y="135463"/>
                </a:cubicBezTo>
                <a:cubicBezTo>
                  <a:pt x="566540" y="135463"/>
                  <a:pt x="565250" y="135399"/>
                  <a:pt x="564218" y="135270"/>
                </a:cubicBezTo>
                <a:cubicBezTo>
                  <a:pt x="563186" y="135141"/>
                  <a:pt x="562363" y="134947"/>
                  <a:pt x="561750" y="134689"/>
                </a:cubicBezTo>
                <a:cubicBezTo>
                  <a:pt x="561137" y="134431"/>
                  <a:pt x="560718" y="134125"/>
                  <a:pt x="560492" y="133770"/>
                </a:cubicBezTo>
                <a:cubicBezTo>
                  <a:pt x="560267" y="133413"/>
                  <a:pt x="560154" y="132977"/>
                  <a:pt x="560154" y="132461"/>
                </a:cubicBezTo>
                <a:lnTo>
                  <a:pt x="560154" y="3099"/>
                </a:lnTo>
                <a:cubicBezTo>
                  <a:pt x="560154" y="2583"/>
                  <a:pt x="560267" y="2132"/>
                  <a:pt x="560492" y="1745"/>
                </a:cubicBezTo>
                <a:cubicBezTo>
                  <a:pt x="560718" y="1356"/>
                  <a:pt x="561137" y="1032"/>
                  <a:pt x="561750" y="774"/>
                </a:cubicBezTo>
                <a:cubicBezTo>
                  <a:pt x="562363" y="516"/>
                  <a:pt x="563186" y="323"/>
                  <a:pt x="564218" y="194"/>
                </a:cubicBezTo>
                <a:cubicBezTo>
                  <a:pt x="565250" y="65"/>
                  <a:pt x="566540" y="0"/>
                  <a:pt x="568088" y="0"/>
                </a:cubicBezTo>
                <a:cubicBezTo>
                  <a:pt x="569701" y="0"/>
                  <a:pt x="571023" y="65"/>
                  <a:pt x="572055" y="194"/>
                </a:cubicBezTo>
                <a:cubicBezTo>
                  <a:pt x="573087" y="323"/>
                  <a:pt x="573894" y="516"/>
                  <a:pt x="574474" y="774"/>
                </a:cubicBezTo>
                <a:cubicBezTo>
                  <a:pt x="575055" y="1032"/>
                  <a:pt x="575474" y="1356"/>
                  <a:pt x="575732" y="1745"/>
                </a:cubicBezTo>
                <a:cubicBezTo>
                  <a:pt x="575990" y="2132"/>
                  <a:pt x="576119" y="2583"/>
                  <a:pt x="576119" y="3099"/>
                </a:cubicBezTo>
                <a:lnTo>
                  <a:pt x="576119" y="132461"/>
                </a:lnTo>
                <a:close/>
                <a:moveTo>
                  <a:pt x="686501" y="88003"/>
                </a:moveTo>
                <a:cubicBezTo>
                  <a:pt x="686501" y="95105"/>
                  <a:pt x="685566" y="101642"/>
                  <a:pt x="683695" y="107615"/>
                </a:cubicBezTo>
                <a:cubicBezTo>
                  <a:pt x="681824" y="113588"/>
                  <a:pt x="679034" y="118738"/>
                  <a:pt x="675325" y="123066"/>
                </a:cubicBezTo>
                <a:cubicBezTo>
                  <a:pt x="671616" y="127392"/>
                  <a:pt x="666972" y="130766"/>
                  <a:pt x="661392" y="133187"/>
                </a:cubicBezTo>
                <a:cubicBezTo>
                  <a:pt x="655812" y="135608"/>
                  <a:pt x="649345" y="136818"/>
                  <a:pt x="641992" y="136818"/>
                </a:cubicBezTo>
                <a:cubicBezTo>
                  <a:pt x="634831" y="136818"/>
                  <a:pt x="628590" y="135753"/>
                  <a:pt x="623269" y="133622"/>
                </a:cubicBezTo>
                <a:cubicBezTo>
                  <a:pt x="617947" y="131491"/>
                  <a:pt x="613512" y="128392"/>
                  <a:pt x="609964" y="124324"/>
                </a:cubicBezTo>
                <a:cubicBezTo>
                  <a:pt x="606416" y="120256"/>
                  <a:pt x="603772" y="115316"/>
                  <a:pt x="602030" y="109505"/>
                </a:cubicBezTo>
                <a:cubicBezTo>
                  <a:pt x="600288" y="103693"/>
                  <a:pt x="599417" y="97106"/>
                  <a:pt x="599417" y="89745"/>
                </a:cubicBezTo>
                <a:cubicBezTo>
                  <a:pt x="599417" y="82643"/>
                  <a:pt x="600337" y="76105"/>
                  <a:pt x="602175" y="70133"/>
                </a:cubicBezTo>
                <a:cubicBezTo>
                  <a:pt x="604014" y="64160"/>
                  <a:pt x="606787" y="59010"/>
                  <a:pt x="610496" y="54684"/>
                </a:cubicBezTo>
                <a:cubicBezTo>
                  <a:pt x="614206" y="50356"/>
                  <a:pt x="618834" y="46998"/>
                  <a:pt x="624381" y="44609"/>
                </a:cubicBezTo>
                <a:cubicBezTo>
                  <a:pt x="629929" y="42220"/>
                  <a:pt x="636412" y="41026"/>
                  <a:pt x="643830" y="41026"/>
                </a:cubicBezTo>
                <a:cubicBezTo>
                  <a:pt x="650990" y="41026"/>
                  <a:pt x="657231" y="42091"/>
                  <a:pt x="662553" y="44222"/>
                </a:cubicBezTo>
                <a:cubicBezTo>
                  <a:pt x="667875" y="46353"/>
                  <a:pt x="672310" y="49452"/>
                  <a:pt x="675857" y="53520"/>
                </a:cubicBezTo>
                <a:cubicBezTo>
                  <a:pt x="679405" y="57588"/>
                  <a:pt x="682066" y="62528"/>
                  <a:pt x="683840" y="68339"/>
                </a:cubicBezTo>
                <a:cubicBezTo>
                  <a:pt x="685614" y="74151"/>
                  <a:pt x="686501" y="80706"/>
                  <a:pt x="686501" y="88003"/>
                </a:cubicBezTo>
                <a:moveTo>
                  <a:pt x="669665" y="89067"/>
                </a:moveTo>
                <a:cubicBezTo>
                  <a:pt x="669665" y="84352"/>
                  <a:pt x="669229" y="79895"/>
                  <a:pt x="668359" y="75696"/>
                </a:cubicBezTo>
                <a:cubicBezTo>
                  <a:pt x="667488" y="71497"/>
                  <a:pt x="666053" y="67815"/>
                  <a:pt x="664053" y="64651"/>
                </a:cubicBezTo>
                <a:cubicBezTo>
                  <a:pt x="662053" y="61486"/>
                  <a:pt x="659344" y="58983"/>
                  <a:pt x="655925" y="57143"/>
                </a:cubicBezTo>
                <a:cubicBezTo>
                  <a:pt x="652506" y="55300"/>
                  <a:pt x="648249" y="54379"/>
                  <a:pt x="643153" y="54379"/>
                </a:cubicBezTo>
                <a:cubicBezTo>
                  <a:pt x="638444" y="54379"/>
                  <a:pt x="634396" y="55218"/>
                  <a:pt x="631009" y="56898"/>
                </a:cubicBezTo>
                <a:cubicBezTo>
                  <a:pt x="627623" y="58577"/>
                  <a:pt x="624833" y="60951"/>
                  <a:pt x="622640" y="64022"/>
                </a:cubicBezTo>
                <a:cubicBezTo>
                  <a:pt x="620447" y="67090"/>
                  <a:pt x="618818" y="70723"/>
                  <a:pt x="617753" y="74922"/>
                </a:cubicBezTo>
                <a:cubicBezTo>
                  <a:pt x="616689" y="79119"/>
                  <a:pt x="616157" y="83705"/>
                  <a:pt x="616157" y="88680"/>
                </a:cubicBezTo>
                <a:cubicBezTo>
                  <a:pt x="616157" y="93460"/>
                  <a:pt x="616592" y="97949"/>
                  <a:pt x="617463" y="102148"/>
                </a:cubicBezTo>
                <a:cubicBezTo>
                  <a:pt x="618334" y="106347"/>
                  <a:pt x="619785" y="110013"/>
                  <a:pt x="621817" y="113145"/>
                </a:cubicBezTo>
                <a:cubicBezTo>
                  <a:pt x="623849" y="116278"/>
                  <a:pt x="626575" y="118765"/>
                  <a:pt x="629993" y="120608"/>
                </a:cubicBezTo>
                <a:cubicBezTo>
                  <a:pt x="633412" y="122448"/>
                  <a:pt x="637670" y="123368"/>
                  <a:pt x="642766" y="123368"/>
                </a:cubicBezTo>
                <a:cubicBezTo>
                  <a:pt x="647410" y="123368"/>
                  <a:pt x="651442" y="122529"/>
                  <a:pt x="654861" y="120850"/>
                </a:cubicBezTo>
                <a:cubicBezTo>
                  <a:pt x="658280" y="119171"/>
                  <a:pt x="661086" y="116813"/>
                  <a:pt x="663279" y="113777"/>
                </a:cubicBezTo>
                <a:cubicBezTo>
                  <a:pt x="665472" y="110739"/>
                  <a:pt x="667085" y="107122"/>
                  <a:pt x="668117" y="102925"/>
                </a:cubicBezTo>
                <a:cubicBezTo>
                  <a:pt x="669149" y="98726"/>
                  <a:pt x="669665" y="94107"/>
                  <a:pt x="669665" y="89067"/>
                </a:cubicBezTo>
                <a:close/>
                <a:moveTo>
                  <a:pt x="772529" y="119305"/>
                </a:moveTo>
                <a:cubicBezTo>
                  <a:pt x="772529" y="120401"/>
                  <a:pt x="772497" y="121353"/>
                  <a:pt x="772432" y="122159"/>
                </a:cubicBezTo>
                <a:cubicBezTo>
                  <a:pt x="772368" y="122965"/>
                  <a:pt x="772255" y="123643"/>
                  <a:pt x="772094" y="124191"/>
                </a:cubicBezTo>
                <a:cubicBezTo>
                  <a:pt x="771932" y="124739"/>
                  <a:pt x="771739" y="125223"/>
                  <a:pt x="771513" y="125642"/>
                </a:cubicBezTo>
                <a:cubicBezTo>
                  <a:pt x="771287" y="126062"/>
                  <a:pt x="770771" y="126674"/>
                  <a:pt x="769965" y="127481"/>
                </a:cubicBezTo>
                <a:cubicBezTo>
                  <a:pt x="769159" y="128287"/>
                  <a:pt x="767788" y="129287"/>
                  <a:pt x="765853" y="130480"/>
                </a:cubicBezTo>
                <a:cubicBezTo>
                  <a:pt x="763918" y="131674"/>
                  <a:pt x="761740" y="132738"/>
                  <a:pt x="759321" y="133673"/>
                </a:cubicBezTo>
                <a:cubicBezTo>
                  <a:pt x="756902" y="134609"/>
                  <a:pt x="754274" y="135367"/>
                  <a:pt x="751436" y="135947"/>
                </a:cubicBezTo>
                <a:cubicBezTo>
                  <a:pt x="748597" y="136528"/>
                  <a:pt x="745662" y="136818"/>
                  <a:pt x="742630" y="136818"/>
                </a:cubicBezTo>
                <a:cubicBezTo>
                  <a:pt x="736373" y="136818"/>
                  <a:pt x="730826" y="135784"/>
                  <a:pt x="725988" y="133716"/>
                </a:cubicBezTo>
                <a:cubicBezTo>
                  <a:pt x="721150" y="131647"/>
                  <a:pt x="717102" y="128626"/>
                  <a:pt x="713844" y="124651"/>
                </a:cubicBezTo>
                <a:cubicBezTo>
                  <a:pt x="710587" y="120675"/>
                  <a:pt x="708103" y="115795"/>
                  <a:pt x="706394" y="110010"/>
                </a:cubicBezTo>
                <a:cubicBezTo>
                  <a:pt x="704685" y="104224"/>
                  <a:pt x="703830" y="97551"/>
                  <a:pt x="703830" y="89989"/>
                </a:cubicBezTo>
                <a:cubicBezTo>
                  <a:pt x="703830" y="81392"/>
                  <a:pt x="704878" y="74007"/>
                  <a:pt x="706975" y="67835"/>
                </a:cubicBezTo>
                <a:cubicBezTo>
                  <a:pt x="709071" y="61662"/>
                  <a:pt x="711942" y="56604"/>
                  <a:pt x="715586" y="52661"/>
                </a:cubicBezTo>
                <a:cubicBezTo>
                  <a:pt x="719231" y="48718"/>
                  <a:pt x="723520" y="45793"/>
                  <a:pt x="728455" y="43887"/>
                </a:cubicBezTo>
                <a:cubicBezTo>
                  <a:pt x="733390" y="41980"/>
                  <a:pt x="738728" y="41026"/>
                  <a:pt x="744469" y="41026"/>
                </a:cubicBezTo>
                <a:cubicBezTo>
                  <a:pt x="747243" y="41026"/>
                  <a:pt x="749936" y="41284"/>
                  <a:pt x="752548" y="41800"/>
                </a:cubicBezTo>
                <a:cubicBezTo>
                  <a:pt x="755161" y="42316"/>
                  <a:pt x="757564" y="42994"/>
                  <a:pt x="759757" y="43832"/>
                </a:cubicBezTo>
                <a:cubicBezTo>
                  <a:pt x="761950" y="44671"/>
                  <a:pt x="763901" y="45638"/>
                  <a:pt x="765611" y="46735"/>
                </a:cubicBezTo>
                <a:cubicBezTo>
                  <a:pt x="767320" y="47831"/>
                  <a:pt x="768562" y="48767"/>
                  <a:pt x="769336" y="49541"/>
                </a:cubicBezTo>
                <a:cubicBezTo>
                  <a:pt x="770110" y="50315"/>
                  <a:pt x="770642" y="50928"/>
                  <a:pt x="770933" y="51379"/>
                </a:cubicBezTo>
                <a:cubicBezTo>
                  <a:pt x="771223" y="51831"/>
                  <a:pt x="771465" y="52363"/>
                  <a:pt x="771658" y="52976"/>
                </a:cubicBezTo>
                <a:cubicBezTo>
                  <a:pt x="771852" y="53589"/>
                  <a:pt x="771981" y="54282"/>
                  <a:pt x="772045" y="55056"/>
                </a:cubicBezTo>
                <a:cubicBezTo>
                  <a:pt x="772110" y="55830"/>
                  <a:pt x="772142" y="56798"/>
                  <a:pt x="772142" y="57959"/>
                </a:cubicBezTo>
                <a:cubicBezTo>
                  <a:pt x="772142" y="60475"/>
                  <a:pt x="771852" y="62233"/>
                  <a:pt x="771271" y="63232"/>
                </a:cubicBezTo>
                <a:cubicBezTo>
                  <a:pt x="770691" y="64232"/>
                  <a:pt x="769981" y="64732"/>
                  <a:pt x="769143" y="64732"/>
                </a:cubicBezTo>
                <a:cubicBezTo>
                  <a:pt x="768175" y="64732"/>
                  <a:pt x="767062" y="64200"/>
                  <a:pt x="765804" y="63136"/>
                </a:cubicBezTo>
                <a:cubicBezTo>
                  <a:pt x="764546" y="62071"/>
                  <a:pt x="762950" y="60894"/>
                  <a:pt x="761015" y="59604"/>
                </a:cubicBezTo>
                <a:cubicBezTo>
                  <a:pt x="759080" y="58314"/>
                  <a:pt x="756741" y="57137"/>
                  <a:pt x="754000" y="56072"/>
                </a:cubicBezTo>
                <a:cubicBezTo>
                  <a:pt x="751258" y="55008"/>
                  <a:pt x="748017" y="54476"/>
                  <a:pt x="744275" y="54476"/>
                </a:cubicBezTo>
                <a:cubicBezTo>
                  <a:pt x="736599" y="54476"/>
                  <a:pt x="730713" y="57436"/>
                  <a:pt x="726617" y="63356"/>
                </a:cubicBezTo>
                <a:cubicBezTo>
                  <a:pt x="722521" y="69275"/>
                  <a:pt x="720472" y="77861"/>
                  <a:pt x="720472" y="89116"/>
                </a:cubicBezTo>
                <a:cubicBezTo>
                  <a:pt x="720472" y="94744"/>
                  <a:pt x="721005" y="99676"/>
                  <a:pt x="722069" y="103914"/>
                </a:cubicBezTo>
                <a:cubicBezTo>
                  <a:pt x="723133" y="108151"/>
                  <a:pt x="724698" y="111693"/>
                  <a:pt x="726762" y="114539"/>
                </a:cubicBezTo>
                <a:cubicBezTo>
                  <a:pt x="728826" y="117386"/>
                  <a:pt x="731358" y="119504"/>
                  <a:pt x="734357" y="120895"/>
                </a:cubicBezTo>
                <a:cubicBezTo>
                  <a:pt x="737357" y="122286"/>
                  <a:pt x="740792" y="122981"/>
                  <a:pt x="744662" y="122981"/>
                </a:cubicBezTo>
                <a:cubicBezTo>
                  <a:pt x="748339" y="122981"/>
                  <a:pt x="751565" y="122401"/>
                  <a:pt x="754338" y="121240"/>
                </a:cubicBezTo>
                <a:cubicBezTo>
                  <a:pt x="757112" y="120079"/>
                  <a:pt x="759515" y="118805"/>
                  <a:pt x="761547" y="117418"/>
                </a:cubicBezTo>
                <a:cubicBezTo>
                  <a:pt x="763579" y="116031"/>
                  <a:pt x="765288" y="114773"/>
                  <a:pt x="766675" y="113644"/>
                </a:cubicBezTo>
                <a:cubicBezTo>
                  <a:pt x="768062" y="112515"/>
                  <a:pt x="769143" y="111951"/>
                  <a:pt x="769917" y="111951"/>
                </a:cubicBezTo>
                <a:cubicBezTo>
                  <a:pt x="770368" y="111951"/>
                  <a:pt x="770755" y="112080"/>
                  <a:pt x="771078" y="112338"/>
                </a:cubicBezTo>
                <a:cubicBezTo>
                  <a:pt x="771400" y="112596"/>
                  <a:pt x="771674" y="113031"/>
                  <a:pt x="771900" y="113644"/>
                </a:cubicBezTo>
                <a:cubicBezTo>
                  <a:pt x="772126" y="114257"/>
                  <a:pt x="772287" y="115031"/>
                  <a:pt x="772384" y="115966"/>
                </a:cubicBezTo>
                <a:cubicBezTo>
                  <a:pt x="772481" y="116902"/>
                  <a:pt x="772529" y="118014"/>
                  <a:pt x="772529" y="119305"/>
                </a:cubicBezTo>
                <a:close/>
                <a:moveTo>
                  <a:pt x="865234" y="132367"/>
                </a:moveTo>
                <a:cubicBezTo>
                  <a:pt x="865234" y="132883"/>
                  <a:pt x="865105" y="133335"/>
                  <a:pt x="864847" y="133722"/>
                </a:cubicBezTo>
                <a:cubicBezTo>
                  <a:pt x="864589" y="134109"/>
                  <a:pt x="864154" y="134431"/>
                  <a:pt x="863541" y="134689"/>
                </a:cubicBezTo>
                <a:cubicBezTo>
                  <a:pt x="862928" y="134947"/>
                  <a:pt x="862073" y="135141"/>
                  <a:pt x="860977" y="135270"/>
                </a:cubicBezTo>
                <a:cubicBezTo>
                  <a:pt x="859880" y="135399"/>
                  <a:pt x="858493" y="135463"/>
                  <a:pt x="856816" y="135463"/>
                </a:cubicBezTo>
                <a:cubicBezTo>
                  <a:pt x="855075" y="135463"/>
                  <a:pt x="853639" y="135415"/>
                  <a:pt x="852510" y="135318"/>
                </a:cubicBezTo>
                <a:cubicBezTo>
                  <a:pt x="851382" y="135222"/>
                  <a:pt x="850430" y="135060"/>
                  <a:pt x="849656" y="134834"/>
                </a:cubicBezTo>
                <a:cubicBezTo>
                  <a:pt x="848882" y="134609"/>
                  <a:pt x="848253" y="134286"/>
                  <a:pt x="847769" y="133867"/>
                </a:cubicBezTo>
                <a:cubicBezTo>
                  <a:pt x="847285" y="133448"/>
                  <a:pt x="846850" y="132948"/>
                  <a:pt x="846463" y="132367"/>
                </a:cubicBezTo>
                <a:lnTo>
                  <a:pt x="809694" y="84181"/>
                </a:lnTo>
                <a:lnTo>
                  <a:pt x="809694" y="132464"/>
                </a:lnTo>
                <a:cubicBezTo>
                  <a:pt x="809694" y="132980"/>
                  <a:pt x="809565" y="133415"/>
                  <a:pt x="809307" y="133770"/>
                </a:cubicBezTo>
                <a:cubicBezTo>
                  <a:pt x="809049" y="134125"/>
                  <a:pt x="808630" y="134431"/>
                  <a:pt x="808049" y="134689"/>
                </a:cubicBezTo>
                <a:cubicBezTo>
                  <a:pt x="807469" y="134947"/>
                  <a:pt x="806662" y="135141"/>
                  <a:pt x="805630" y="135270"/>
                </a:cubicBezTo>
                <a:cubicBezTo>
                  <a:pt x="804598" y="135399"/>
                  <a:pt x="803276" y="135463"/>
                  <a:pt x="801663" y="135463"/>
                </a:cubicBezTo>
                <a:cubicBezTo>
                  <a:pt x="800115" y="135463"/>
                  <a:pt x="798825" y="135399"/>
                  <a:pt x="797793" y="135270"/>
                </a:cubicBezTo>
                <a:cubicBezTo>
                  <a:pt x="796761" y="135141"/>
                  <a:pt x="795938" y="134947"/>
                  <a:pt x="795325" y="134689"/>
                </a:cubicBezTo>
                <a:cubicBezTo>
                  <a:pt x="794713" y="134431"/>
                  <a:pt x="794293" y="134125"/>
                  <a:pt x="794068" y="133770"/>
                </a:cubicBezTo>
                <a:cubicBezTo>
                  <a:pt x="793842" y="133413"/>
                  <a:pt x="793729" y="132977"/>
                  <a:pt x="793729" y="132461"/>
                </a:cubicBezTo>
                <a:lnTo>
                  <a:pt x="793729" y="3099"/>
                </a:lnTo>
                <a:cubicBezTo>
                  <a:pt x="793729" y="2583"/>
                  <a:pt x="793842" y="2132"/>
                  <a:pt x="794068" y="1745"/>
                </a:cubicBezTo>
                <a:cubicBezTo>
                  <a:pt x="794293" y="1356"/>
                  <a:pt x="794713" y="1032"/>
                  <a:pt x="795325" y="774"/>
                </a:cubicBezTo>
                <a:cubicBezTo>
                  <a:pt x="795938" y="516"/>
                  <a:pt x="796761" y="323"/>
                  <a:pt x="797793" y="194"/>
                </a:cubicBezTo>
                <a:cubicBezTo>
                  <a:pt x="798825" y="65"/>
                  <a:pt x="800115" y="0"/>
                  <a:pt x="801663" y="0"/>
                </a:cubicBezTo>
                <a:cubicBezTo>
                  <a:pt x="803276" y="0"/>
                  <a:pt x="804598" y="65"/>
                  <a:pt x="805630" y="194"/>
                </a:cubicBezTo>
                <a:cubicBezTo>
                  <a:pt x="806662" y="323"/>
                  <a:pt x="807469" y="516"/>
                  <a:pt x="808049" y="774"/>
                </a:cubicBezTo>
                <a:cubicBezTo>
                  <a:pt x="808630" y="1032"/>
                  <a:pt x="809049" y="1356"/>
                  <a:pt x="809307" y="1745"/>
                </a:cubicBezTo>
                <a:cubicBezTo>
                  <a:pt x="809565" y="2132"/>
                  <a:pt x="809694" y="2583"/>
                  <a:pt x="809694" y="3099"/>
                </a:cubicBezTo>
                <a:lnTo>
                  <a:pt x="809694" y="81955"/>
                </a:lnTo>
                <a:lnTo>
                  <a:pt x="842593" y="45767"/>
                </a:lnTo>
                <a:cubicBezTo>
                  <a:pt x="843109" y="45122"/>
                  <a:pt x="843657" y="44590"/>
                  <a:pt x="844237" y="44171"/>
                </a:cubicBezTo>
                <a:cubicBezTo>
                  <a:pt x="844818" y="43751"/>
                  <a:pt x="845511" y="43397"/>
                  <a:pt x="846318" y="43106"/>
                </a:cubicBezTo>
                <a:cubicBezTo>
                  <a:pt x="847124" y="42816"/>
                  <a:pt x="848076" y="42623"/>
                  <a:pt x="849172" y="42526"/>
                </a:cubicBezTo>
                <a:cubicBezTo>
                  <a:pt x="850269" y="42429"/>
                  <a:pt x="851591" y="42381"/>
                  <a:pt x="853139" y="42381"/>
                </a:cubicBezTo>
                <a:cubicBezTo>
                  <a:pt x="854752" y="42381"/>
                  <a:pt x="856107" y="42429"/>
                  <a:pt x="857203" y="42526"/>
                </a:cubicBezTo>
                <a:cubicBezTo>
                  <a:pt x="858300" y="42623"/>
                  <a:pt x="859187" y="42784"/>
                  <a:pt x="859864" y="43010"/>
                </a:cubicBezTo>
                <a:cubicBezTo>
                  <a:pt x="860541" y="43235"/>
                  <a:pt x="861025" y="43526"/>
                  <a:pt x="861316" y="43880"/>
                </a:cubicBezTo>
                <a:cubicBezTo>
                  <a:pt x="861606" y="44235"/>
                  <a:pt x="861751" y="44703"/>
                  <a:pt x="861751" y="45283"/>
                </a:cubicBezTo>
                <a:cubicBezTo>
                  <a:pt x="861751" y="46058"/>
                  <a:pt x="861541" y="46832"/>
                  <a:pt x="861122" y="47606"/>
                </a:cubicBezTo>
                <a:cubicBezTo>
                  <a:pt x="860703" y="48380"/>
                  <a:pt x="860009" y="49283"/>
                  <a:pt x="859042" y="50315"/>
                </a:cubicBezTo>
                <a:lnTo>
                  <a:pt x="827498" y="81859"/>
                </a:lnTo>
                <a:lnTo>
                  <a:pt x="862912" y="127819"/>
                </a:lnTo>
                <a:cubicBezTo>
                  <a:pt x="863751" y="128916"/>
                  <a:pt x="864347" y="129803"/>
                  <a:pt x="864702" y="130480"/>
                </a:cubicBezTo>
                <a:cubicBezTo>
                  <a:pt x="865057" y="131158"/>
                  <a:pt x="865234" y="131787"/>
                  <a:pt x="865234" y="132367"/>
                </a:cubicBezTo>
                <a:close/>
                <a:moveTo>
                  <a:pt x="1000283" y="128013"/>
                </a:moveTo>
                <a:cubicBezTo>
                  <a:pt x="1000283" y="129174"/>
                  <a:pt x="1000218" y="130190"/>
                  <a:pt x="1000089" y="131061"/>
                </a:cubicBezTo>
                <a:cubicBezTo>
                  <a:pt x="999960" y="131932"/>
                  <a:pt x="999735" y="132657"/>
                  <a:pt x="999412" y="133238"/>
                </a:cubicBezTo>
                <a:cubicBezTo>
                  <a:pt x="999090" y="133819"/>
                  <a:pt x="998719" y="134238"/>
                  <a:pt x="998299" y="134496"/>
                </a:cubicBezTo>
                <a:cubicBezTo>
                  <a:pt x="997880" y="134754"/>
                  <a:pt x="997412" y="134883"/>
                  <a:pt x="996896" y="134883"/>
                </a:cubicBezTo>
                <a:lnTo>
                  <a:pt x="936809" y="134883"/>
                </a:lnTo>
                <a:cubicBezTo>
                  <a:pt x="935325" y="134883"/>
                  <a:pt x="933922" y="134383"/>
                  <a:pt x="932600" y="133383"/>
                </a:cubicBezTo>
                <a:cubicBezTo>
                  <a:pt x="931277" y="132383"/>
                  <a:pt x="930616" y="130625"/>
                  <a:pt x="930616" y="128110"/>
                </a:cubicBezTo>
                <a:lnTo>
                  <a:pt x="930616" y="16449"/>
                </a:lnTo>
                <a:cubicBezTo>
                  <a:pt x="930616" y="13933"/>
                  <a:pt x="931277" y="12176"/>
                  <a:pt x="932600" y="11176"/>
                </a:cubicBezTo>
                <a:cubicBezTo>
                  <a:pt x="933922" y="10176"/>
                  <a:pt x="935325" y="9676"/>
                  <a:pt x="936809" y="9676"/>
                </a:cubicBezTo>
                <a:lnTo>
                  <a:pt x="996219" y="9676"/>
                </a:lnTo>
                <a:cubicBezTo>
                  <a:pt x="996735" y="9676"/>
                  <a:pt x="997203" y="9805"/>
                  <a:pt x="997622" y="10063"/>
                </a:cubicBezTo>
                <a:cubicBezTo>
                  <a:pt x="998041" y="10321"/>
                  <a:pt x="998380" y="10740"/>
                  <a:pt x="998638" y="11321"/>
                </a:cubicBezTo>
                <a:cubicBezTo>
                  <a:pt x="998896" y="11901"/>
                  <a:pt x="999106" y="12627"/>
                  <a:pt x="999267" y="13498"/>
                </a:cubicBezTo>
                <a:cubicBezTo>
                  <a:pt x="999428" y="14369"/>
                  <a:pt x="999509" y="15449"/>
                  <a:pt x="999509" y="16739"/>
                </a:cubicBezTo>
                <a:cubicBezTo>
                  <a:pt x="999509" y="17901"/>
                  <a:pt x="999428" y="18916"/>
                  <a:pt x="999267" y="19787"/>
                </a:cubicBezTo>
                <a:cubicBezTo>
                  <a:pt x="999106" y="20658"/>
                  <a:pt x="998896" y="21368"/>
                  <a:pt x="998638" y="21916"/>
                </a:cubicBezTo>
                <a:cubicBezTo>
                  <a:pt x="998380" y="22464"/>
                  <a:pt x="998041" y="22868"/>
                  <a:pt x="997622" y="23126"/>
                </a:cubicBezTo>
                <a:cubicBezTo>
                  <a:pt x="997203" y="23384"/>
                  <a:pt x="996735" y="23513"/>
                  <a:pt x="996219" y="23513"/>
                </a:cubicBezTo>
                <a:lnTo>
                  <a:pt x="947259" y="23513"/>
                </a:lnTo>
                <a:lnTo>
                  <a:pt x="947259" y="62797"/>
                </a:lnTo>
                <a:lnTo>
                  <a:pt x="989252" y="62797"/>
                </a:lnTo>
                <a:cubicBezTo>
                  <a:pt x="989768" y="62797"/>
                  <a:pt x="990236" y="62942"/>
                  <a:pt x="990655" y="63232"/>
                </a:cubicBezTo>
                <a:cubicBezTo>
                  <a:pt x="991075" y="63523"/>
                  <a:pt x="991429" y="63926"/>
                  <a:pt x="991720" y="64442"/>
                </a:cubicBezTo>
                <a:cubicBezTo>
                  <a:pt x="992010" y="64958"/>
                  <a:pt x="992220" y="65668"/>
                  <a:pt x="992349" y="66571"/>
                </a:cubicBezTo>
                <a:cubicBezTo>
                  <a:pt x="992478" y="67474"/>
                  <a:pt x="992542" y="68538"/>
                  <a:pt x="992542" y="69764"/>
                </a:cubicBezTo>
                <a:cubicBezTo>
                  <a:pt x="992542" y="70925"/>
                  <a:pt x="992478" y="71925"/>
                  <a:pt x="992349" y="72763"/>
                </a:cubicBezTo>
                <a:cubicBezTo>
                  <a:pt x="992220" y="73602"/>
                  <a:pt x="992010" y="74279"/>
                  <a:pt x="991720" y="74795"/>
                </a:cubicBezTo>
                <a:cubicBezTo>
                  <a:pt x="991429" y="75311"/>
                  <a:pt x="991075" y="75682"/>
                  <a:pt x="990655" y="75908"/>
                </a:cubicBezTo>
                <a:cubicBezTo>
                  <a:pt x="990236" y="76134"/>
                  <a:pt x="989768" y="76247"/>
                  <a:pt x="989252" y="76247"/>
                </a:cubicBezTo>
                <a:lnTo>
                  <a:pt x="947259" y="76247"/>
                </a:lnTo>
                <a:lnTo>
                  <a:pt x="947259" y="121046"/>
                </a:lnTo>
                <a:lnTo>
                  <a:pt x="996896" y="121046"/>
                </a:lnTo>
                <a:cubicBezTo>
                  <a:pt x="997412" y="121046"/>
                  <a:pt x="997880" y="121175"/>
                  <a:pt x="998299" y="121433"/>
                </a:cubicBezTo>
                <a:cubicBezTo>
                  <a:pt x="998719" y="121691"/>
                  <a:pt x="999090" y="122094"/>
                  <a:pt x="999412" y="122643"/>
                </a:cubicBezTo>
                <a:cubicBezTo>
                  <a:pt x="999735" y="123191"/>
                  <a:pt x="999960" y="123901"/>
                  <a:pt x="1000089" y="124771"/>
                </a:cubicBezTo>
                <a:cubicBezTo>
                  <a:pt x="1000218" y="125642"/>
                  <a:pt x="1000283" y="126723"/>
                  <a:pt x="1000283" y="128013"/>
                </a:cubicBezTo>
                <a:close/>
                <a:moveTo>
                  <a:pt x="1154636" y="132464"/>
                </a:moveTo>
                <a:cubicBezTo>
                  <a:pt x="1154636" y="132980"/>
                  <a:pt x="1154507" y="133415"/>
                  <a:pt x="1154248" y="133770"/>
                </a:cubicBezTo>
                <a:cubicBezTo>
                  <a:pt x="1153990" y="134125"/>
                  <a:pt x="1153571" y="134431"/>
                  <a:pt x="1152991" y="134689"/>
                </a:cubicBezTo>
                <a:cubicBezTo>
                  <a:pt x="1152410" y="134947"/>
                  <a:pt x="1151604" y="135141"/>
                  <a:pt x="1150572" y="135270"/>
                </a:cubicBezTo>
                <a:cubicBezTo>
                  <a:pt x="1149540" y="135399"/>
                  <a:pt x="1148249" y="135463"/>
                  <a:pt x="1146701" y="135463"/>
                </a:cubicBezTo>
                <a:cubicBezTo>
                  <a:pt x="1145089" y="135463"/>
                  <a:pt x="1143766" y="135399"/>
                  <a:pt x="1142734" y="135270"/>
                </a:cubicBezTo>
                <a:cubicBezTo>
                  <a:pt x="1141702" y="135141"/>
                  <a:pt x="1140880" y="134947"/>
                  <a:pt x="1140267" y="134689"/>
                </a:cubicBezTo>
                <a:cubicBezTo>
                  <a:pt x="1139654" y="134431"/>
                  <a:pt x="1139218" y="134125"/>
                  <a:pt x="1138960" y="133770"/>
                </a:cubicBezTo>
                <a:cubicBezTo>
                  <a:pt x="1138702" y="133415"/>
                  <a:pt x="1138573" y="132980"/>
                  <a:pt x="1138573" y="132464"/>
                </a:cubicBezTo>
                <a:lnTo>
                  <a:pt x="1138573" y="79536"/>
                </a:lnTo>
                <a:cubicBezTo>
                  <a:pt x="1138573" y="75860"/>
                  <a:pt x="1138251" y="72505"/>
                  <a:pt x="1137606" y="69473"/>
                </a:cubicBezTo>
                <a:cubicBezTo>
                  <a:pt x="1136961" y="66442"/>
                  <a:pt x="1135929" y="63829"/>
                  <a:pt x="1134510" y="61636"/>
                </a:cubicBezTo>
                <a:cubicBezTo>
                  <a:pt x="1133090" y="59443"/>
                  <a:pt x="1131284" y="57765"/>
                  <a:pt x="1129091" y="56604"/>
                </a:cubicBezTo>
                <a:cubicBezTo>
                  <a:pt x="1126898" y="55443"/>
                  <a:pt x="1124318" y="54863"/>
                  <a:pt x="1121350" y="54863"/>
                </a:cubicBezTo>
                <a:cubicBezTo>
                  <a:pt x="1117673" y="54863"/>
                  <a:pt x="1113980" y="56282"/>
                  <a:pt x="1110271" y="59120"/>
                </a:cubicBezTo>
                <a:cubicBezTo>
                  <a:pt x="1106562" y="61958"/>
                  <a:pt x="1102482" y="66119"/>
                  <a:pt x="1098031" y="71602"/>
                </a:cubicBezTo>
                <a:lnTo>
                  <a:pt x="1098031" y="132464"/>
                </a:lnTo>
                <a:cubicBezTo>
                  <a:pt x="1098031" y="132980"/>
                  <a:pt x="1097902" y="133415"/>
                  <a:pt x="1097644" y="133770"/>
                </a:cubicBezTo>
                <a:cubicBezTo>
                  <a:pt x="1097386" y="134125"/>
                  <a:pt x="1096951" y="134431"/>
                  <a:pt x="1096338" y="134689"/>
                </a:cubicBezTo>
                <a:cubicBezTo>
                  <a:pt x="1095725" y="134947"/>
                  <a:pt x="1094903" y="135141"/>
                  <a:pt x="1093871" y="135270"/>
                </a:cubicBezTo>
                <a:cubicBezTo>
                  <a:pt x="1092838" y="135399"/>
                  <a:pt x="1091548" y="135463"/>
                  <a:pt x="1090000" y="135463"/>
                </a:cubicBezTo>
                <a:cubicBezTo>
                  <a:pt x="1088516" y="135463"/>
                  <a:pt x="1087242" y="135399"/>
                  <a:pt x="1086178" y="135270"/>
                </a:cubicBezTo>
                <a:cubicBezTo>
                  <a:pt x="1085114" y="135141"/>
                  <a:pt x="1084275" y="134947"/>
                  <a:pt x="1083662" y="134689"/>
                </a:cubicBezTo>
                <a:cubicBezTo>
                  <a:pt x="1083050" y="134431"/>
                  <a:pt x="1082630" y="134125"/>
                  <a:pt x="1082404" y="133770"/>
                </a:cubicBezTo>
                <a:cubicBezTo>
                  <a:pt x="1082179" y="133415"/>
                  <a:pt x="1082066" y="132980"/>
                  <a:pt x="1082066" y="132464"/>
                </a:cubicBezTo>
                <a:lnTo>
                  <a:pt x="1082066" y="79536"/>
                </a:lnTo>
                <a:cubicBezTo>
                  <a:pt x="1082066" y="75860"/>
                  <a:pt x="1081711" y="72505"/>
                  <a:pt x="1081001" y="69473"/>
                </a:cubicBezTo>
                <a:cubicBezTo>
                  <a:pt x="1080292" y="66442"/>
                  <a:pt x="1079228" y="63829"/>
                  <a:pt x="1077808" y="61636"/>
                </a:cubicBezTo>
                <a:cubicBezTo>
                  <a:pt x="1076389" y="59443"/>
                  <a:pt x="1074599" y="57765"/>
                  <a:pt x="1072438" y="56604"/>
                </a:cubicBezTo>
                <a:cubicBezTo>
                  <a:pt x="1070277" y="55443"/>
                  <a:pt x="1067713" y="54863"/>
                  <a:pt x="1064746" y="54863"/>
                </a:cubicBezTo>
                <a:cubicBezTo>
                  <a:pt x="1061069" y="54863"/>
                  <a:pt x="1057360" y="56282"/>
                  <a:pt x="1053619" y="59120"/>
                </a:cubicBezTo>
                <a:cubicBezTo>
                  <a:pt x="1049877" y="61958"/>
                  <a:pt x="1045813" y="66119"/>
                  <a:pt x="1041427" y="71602"/>
                </a:cubicBezTo>
                <a:lnTo>
                  <a:pt x="1041427" y="132464"/>
                </a:lnTo>
                <a:cubicBezTo>
                  <a:pt x="1041427" y="132980"/>
                  <a:pt x="1041298" y="133415"/>
                  <a:pt x="1041040" y="133770"/>
                </a:cubicBezTo>
                <a:cubicBezTo>
                  <a:pt x="1040782" y="134125"/>
                  <a:pt x="1040362" y="134431"/>
                  <a:pt x="1039782" y="134689"/>
                </a:cubicBezTo>
                <a:cubicBezTo>
                  <a:pt x="1039201" y="134947"/>
                  <a:pt x="1038395" y="135141"/>
                  <a:pt x="1037363" y="135270"/>
                </a:cubicBezTo>
                <a:cubicBezTo>
                  <a:pt x="1036331" y="135399"/>
                  <a:pt x="1035008" y="135463"/>
                  <a:pt x="1033396" y="135463"/>
                </a:cubicBezTo>
                <a:cubicBezTo>
                  <a:pt x="1031848" y="135463"/>
                  <a:pt x="1030557" y="135399"/>
                  <a:pt x="1029525" y="135270"/>
                </a:cubicBezTo>
                <a:cubicBezTo>
                  <a:pt x="1028493" y="135141"/>
                  <a:pt x="1027671" y="134947"/>
                  <a:pt x="1027058" y="134689"/>
                </a:cubicBezTo>
                <a:cubicBezTo>
                  <a:pt x="1026445" y="134431"/>
                  <a:pt x="1026026" y="134125"/>
                  <a:pt x="1025800" y="133770"/>
                </a:cubicBezTo>
                <a:cubicBezTo>
                  <a:pt x="1025574" y="133415"/>
                  <a:pt x="1025461" y="132980"/>
                  <a:pt x="1025461" y="132464"/>
                </a:cubicBezTo>
                <a:lnTo>
                  <a:pt x="1025461" y="45380"/>
                </a:lnTo>
                <a:cubicBezTo>
                  <a:pt x="1025461" y="44864"/>
                  <a:pt x="1025558" y="44429"/>
                  <a:pt x="1025752" y="44074"/>
                </a:cubicBezTo>
                <a:cubicBezTo>
                  <a:pt x="1025945" y="43719"/>
                  <a:pt x="1026332" y="43397"/>
                  <a:pt x="1026913" y="43106"/>
                </a:cubicBezTo>
                <a:cubicBezTo>
                  <a:pt x="1027493" y="42816"/>
                  <a:pt x="1028235" y="42623"/>
                  <a:pt x="1029138" y="42526"/>
                </a:cubicBezTo>
                <a:cubicBezTo>
                  <a:pt x="1030041" y="42429"/>
                  <a:pt x="1031235" y="42381"/>
                  <a:pt x="1032718" y="42381"/>
                </a:cubicBezTo>
                <a:cubicBezTo>
                  <a:pt x="1034138" y="42381"/>
                  <a:pt x="1035315" y="42429"/>
                  <a:pt x="1036250" y="42526"/>
                </a:cubicBezTo>
                <a:cubicBezTo>
                  <a:pt x="1037186" y="42623"/>
                  <a:pt x="1037911" y="42816"/>
                  <a:pt x="1038427" y="43106"/>
                </a:cubicBezTo>
                <a:cubicBezTo>
                  <a:pt x="1038943" y="43397"/>
                  <a:pt x="1039314" y="43719"/>
                  <a:pt x="1039540" y="44074"/>
                </a:cubicBezTo>
                <a:cubicBezTo>
                  <a:pt x="1039766" y="44429"/>
                  <a:pt x="1039879" y="44864"/>
                  <a:pt x="1039879" y="45380"/>
                </a:cubicBezTo>
                <a:lnTo>
                  <a:pt x="1039879" y="56895"/>
                </a:lnTo>
                <a:cubicBezTo>
                  <a:pt x="1044781" y="51412"/>
                  <a:pt x="1049538" y="47396"/>
                  <a:pt x="1054151" y="44848"/>
                </a:cubicBezTo>
                <a:cubicBezTo>
                  <a:pt x="1058763" y="42300"/>
                  <a:pt x="1063423" y="41026"/>
                  <a:pt x="1068132" y="41026"/>
                </a:cubicBezTo>
                <a:cubicBezTo>
                  <a:pt x="1071745" y="41026"/>
                  <a:pt x="1074986" y="41445"/>
                  <a:pt x="1077857" y="42284"/>
                </a:cubicBezTo>
                <a:cubicBezTo>
                  <a:pt x="1080727" y="43123"/>
                  <a:pt x="1083259" y="44300"/>
                  <a:pt x="1085452" y="45816"/>
                </a:cubicBezTo>
                <a:cubicBezTo>
                  <a:pt x="1087646" y="47332"/>
                  <a:pt x="1089516" y="49138"/>
                  <a:pt x="1091064" y="51234"/>
                </a:cubicBezTo>
                <a:cubicBezTo>
                  <a:pt x="1092613" y="53331"/>
                  <a:pt x="1093903" y="55669"/>
                  <a:pt x="1094935" y="58249"/>
                </a:cubicBezTo>
                <a:cubicBezTo>
                  <a:pt x="1097838" y="55088"/>
                  <a:pt x="1100595" y="52411"/>
                  <a:pt x="1103208" y="50218"/>
                </a:cubicBezTo>
                <a:cubicBezTo>
                  <a:pt x="1105820" y="48025"/>
                  <a:pt x="1108336" y="46251"/>
                  <a:pt x="1110755" y="44896"/>
                </a:cubicBezTo>
                <a:cubicBezTo>
                  <a:pt x="1113174" y="43542"/>
                  <a:pt x="1115529" y="42558"/>
                  <a:pt x="1117819" y="41945"/>
                </a:cubicBezTo>
                <a:cubicBezTo>
                  <a:pt x="1120108" y="41332"/>
                  <a:pt x="1122415" y="41026"/>
                  <a:pt x="1124737" y="41026"/>
                </a:cubicBezTo>
                <a:cubicBezTo>
                  <a:pt x="1130349" y="41026"/>
                  <a:pt x="1135058" y="42010"/>
                  <a:pt x="1138864" y="43977"/>
                </a:cubicBezTo>
                <a:cubicBezTo>
                  <a:pt x="1142670" y="45945"/>
                  <a:pt x="1145750" y="48573"/>
                  <a:pt x="1148104" y="51863"/>
                </a:cubicBezTo>
                <a:cubicBezTo>
                  <a:pt x="1150459" y="55153"/>
                  <a:pt x="1152136" y="59007"/>
                  <a:pt x="1153136" y="63426"/>
                </a:cubicBezTo>
                <a:cubicBezTo>
                  <a:pt x="1154136" y="67845"/>
                  <a:pt x="1154636" y="72505"/>
                  <a:pt x="1154636" y="77408"/>
                </a:cubicBezTo>
                <a:lnTo>
                  <a:pt x="1154636" y="132464"/>
                </a:lnTo>
                <a:close/>
                <a:moveTo>
                  <a:pt x="1263892" y="87809"/>
                </a:moveTo>
                <a:cubicBezTo>
                  <a:pt x="1263892" y="95363"/>
                  <a:pt x="1263069" y="102158"/>
                  <a:pt x="1261424" y="108195"/>
                </a:cubicBezTo>
                <a:cubicBezTo>
                  <a:pt x="1259779" y="114233"/>
                  <a:pt x="1257360" y="119383"/>
                  <a:pt x="1254167" y="123647"/>
                </a:cubicBezTo>
                <a:cubicBezTo>
                  <a:pt x="1250974" y="127908"/>
                  <a:pt x="1247055" y="131169"/>
                  <a:pt x="1242411" y="133428"/>
                </a:cubicBezTo>
                <a:cubicBezTo>
                  <a:pt x="1237766" y="135688"/>
                  <a:pt x="1232445" y="136818"/>
                  <a:pt x="1226446" y="136818"/>
                </a:cubicBezTo>
                <a:cubicBezTo>
                  <a:pt x="1223672" y="136818"/>
                  <a:pt x="1221108" y="136543"/>
                  <a:pt x="1218753" y="135993"/>
                </a:cubicBezTo>
                <a:cubicBezTo>
                  <a:pt x="1216399" y="135444"/>
                  <a:pt x="1214093" y="134557"/>
                  <a:pt x="1211835" y="133332"/>
                </a:cubicBezTo>
                <a:cubicBezTo>
                  <a:pt x="1209577" y="132104"/>
                  <a:pt x="1207319" y="130554"/>
                  <a:pt x="1205062" y="128681"/>
                </a:cubicBezTo>
                <a:cubicBezTo>
                  <a:pt x="1202804" y="126808"/>
                  <a:pt x="1200417" y="124549"/>
                  <a:pt x="1197902" y="121902"/>
                </a:cubicBezTo>
                <a:lnTo>
                  <a:pt x="1197902" y="132482"/>
                </a:lnTo>
                <a:cubicBezTo>
                  <a:pt x="1197902" y="132994"/>
                  <a:pt x="1197773" y="133443"/>
                  <a:pt x="1197514" y="133828"/>
                </a:cubicBezTo>
                <a:cubicBezTo>
                  <a:pt x="1197256" y="134213"/>
                  <a:pt x="1196837" y="134518"/>
                  <a:pt x="1196257" y="134744"/>
                </a:cubicBezTo>
                <a:cubicBezTo>
                  <a:pt x="1195676" y="134968"/>
                  <a:pt x="1194950" y="135143"/>
                  <a:pt x="1194080" y="135270"/>
                </a:cubicBezTo>
                <a:cubicBezTo>
                  <a:pt x="1193209" y="135399"/>
                  <a:pt x="1192096" y="135463"/>
                  <a:pt x="1190741" y="135463"/>
                </a:cubicBezTo>
                <a:cubicBezTo>
                  <a:pt x="1189451" y="135463"/>
                  <a:pt x="1188355" y="135399"/>
                  <a:pt x="1187452" y="135270"/>
                </a:cubicBezTo>
                <a:cubicBezTo>
                  <a:pt x="1186548" y="135141"/>
                  <a:pt x="1185807" y="134963"/>
                  <a:pt x="1185226" y="134738"/>
                </a:cubicBezTo>
                <a:cubicBezTo>
                  <a:pt x="1184645" y="134512"/>
                  <a:pt x="1184258" y="134206"/>
                  <a:pt x="1184065" y="133819"/>
                </a:cubicBezTo>
                <a:cubicBezTo>
                  <a:pt x="1183871" y="133429"/>
                  <a:pt x="1183775" y="132977"/>
                  <a:pt x="1183775" y="132461"/>
                </a:cubicBezTo>
                <a:lnTo>
                  <a:pt x="1183775" y="3099"/>
                </a:lnTo>
                <a:cubicBezTo>
                  <a:pt x="1183775" y="2583"/>
                  <a:pt x="1183888" y="2132"/>
                  <a:pt x="1184113" y="1745"/>
                </a:cubicBezTo>
                <a:cubicBezTo>
                  <a:pt x="1184339" y="1356"/>
                  <a:pt x="1184758" y="1032"/>
                  <a:pt x="1185371" y="774"/>
                </a:cubicBezTo>
                <a:cubicBezTo>
                  <a:pt x="1185984" y="516"/>
                  <a:pt x="1186806" y="323"/>
                  <a:pt x="1187839" y="194"/>
                </a:cubicBezTo>
                <a:cubicBezTo>
                  <a:pt x="1188871" y="65"/>
                  <a:pt x="1190161" y="0"/>
                  <a:pt x="1191709" y="0"/>
                </a:cubicBezTo>
                <a:cubicBezTo>
                  <a:pt x="1193322" y="0"/>
                  <a:pt x="1194644" y="65"/>
                  <a:pt x="1195676" y="194"/>
                </a:cubicBezTo>
                <a:cubicBezTo>
                  <a:pt x="1196708" y="323"/>
                  <a:pt x="1197514" y="517"/>
                  <a:pt x="1198095" y="777"/>
                </a:cubicBezTo>
                <a:cubicBezTo>
                  <a:pt x="1198676" y="1035"/>
                  <a:pt x="1199095" y="1359"/>
                  <a:pt x="1199353" y="1748"/>
                </a:cubicBezTo>
                <a:cubicBezTo>
                  <a:pt x="1199611" y="2135"/>
                  <a:pt x="1199740" y="2586"/>
                  <a:pt x="1199740" y="3102"/>
                </a:cubicBezTo>
                <a:lnTo>
                  <a:pt x="1199740" y="55362"/>
                </a:lnTo>
                <a:cubicBezTo>
                  <a:pt x="1202320" y="52715"/>
                  <a:pt x="1204820" y="50487"/>
                  <a:pt x="1207239" y="48679"/>
                </a:cubicBezTo>
                <a:cubicBezTo>
                  <a:pt x="1209658" y="46871"/>
                  <a:pt x="1212028" y="45402"/>
                  <a:pt x="1214351" y="44274"/>
                </a:cubicBezTo>
                <a:cubicBezTo>
                  <a:pt x="1216673" y="43143"/>
                  <a:pt x="1218995" y="42319"/>
                  <a:pt x="1221317" y="41803"/>
                </a:cubicBezTo>
                <a:cubicBezTo>
                  <a:pt x="1223640" y="41285"/>
                  <a:pt x="1226091" y="41026"/>
                  <a:pt x="1228671" y="41026"/>
                </a:cubicBezTo>
                <a:cubicBezTo>
                  <a:pt x="1234993" y="41026"/>
                  <a:pt x="1240395" y="42286"/>
                  <a:pt x="1244878" y="44806"/>
                </a:cubicBezTo>
                <a:cubicBezTo>
                  <a:pt x="1249362" y="47324"/>
                  <a:pt x="1253006" y="50697"/>
                  <a:pt x="1255812" y="54926"/>
                </a:cubicBezTo>
                <a:cubicBezTo>
                  <a:pt x="1258618" y="59155"/>
                  <a:pt x="1260666" y="64111"/>
                  <a:pt x="1261956" y="69794"/>
                </a:cubicBezTo>
                <a:cubicBezTo>
                  <a:pt x="1263247" y="75474"/>
                  <a:pt x="1263892" y="81480"/>
                  <a:pt x="1263892" y="87809"/>
                </a:cubicBezTo>
                <a:moveTo>
                  <a:pt x="1247055" y="89648"/>
                </a:moveTo>
                <a:cubicBezTo>
                  <a:pt x="1247055" y="85191"/>
                  <a:pt x="1246717" y="80863"/>
                  <a:pt x="1246039" y="76664"/>
                </a:cubicBezTo>
                <a:cubicBezTo>
                  <a:pt x="1245362" y="72465"/>
                  <a:pt x="1244185" y="68751"/>
                  <a:pt x="1242508" y="65521"/>
                </a:cubicBezTo>
                <a:cubicBezTo>
                  <a:pt x="1240831" y="62292"/>
                  <a:pt x="1238605" y="59693"/>
                  <a:pt x="1235831" y="57723"/>
                </a:cubicBezTo>
                <a:cubicBezTo>
                  <a:pt x="1233058" y="55752"/>
                  <a:pt x="1229606" y="54766"/>
                  <a:pt x="1225478" y="54766"/>
                </a:cubicBezTo>
                <a:cubicBezTo>
                  <a:pt x="1223414" y="54766"/>
                  <a:pt x="1221382" y="55057"/>
                  <a:pt x="1219382" y="55640"/>
                </a:cubicBezTo>
                <a:cubicBezTo>
                  <a:pt x="1217382" y="56220"/>
                  <a:pt x="1215351" y="57189"/>
                  <a:pt x="1213286" y="58546"/>
                </a:cubicBezTo>
                <a:cubicBezTo>
                  <a:pt x="1211222" y="59902"/>
                  <a:pt x="1209077" y="61647"/>
                  <a:pt x="1206852" y="63780"/>
                </a:cubicBezTo>
                <a:cubicBezTo>
                  <a:pt x="1204626" y="65912"/>
                  <a:pt x="1202256" y="68594"/>
                  <a:pt x="1199740" y="71826"/>
                </a:cubicBezTo>
                <a:lnTo>
                  <a:pt x="1199740" y="106599"/>
                </a:lnTo>
                <a:cubicBezTo>
                  <a:pt x="1204126" y="111963"/>
                  <a:pt x="1208319" y="116051"/>
                  <a:pt x="1212319" y="118863"/>
                </a:cubicBezTo>
                <a:cubicBezTo>
                  <a:pt x="1216318" y="121673"/>
                  <a:pt x="1220479" y="123078"/>
                  <a:pt x="1224801" y="123078"/>
                </a:cubicBezTo>
                <a:cubicBezTo>
                  <a:pt x="1228800" y="123078"/>
                  <a:pt x="1232219" y="122110"/>
                  <a:pt x="1235057" y="120172"/>
                </a:cubicBezTo>
                <a:cubicBezTo>
                  <a:pt x="1237895" y="118233"/>
                  <a:pt x="1240202" y="115665"/>
                  <a:pt x="1241976" y="112468"/>
                </a:cubicBezTo>
                <a:cubicBezTo>
                  <a:pt x="1243749" y="109271"/>
                  <a:pt x="1245040" y="105686"/>
                  <a:pt x="1245846" y="101712"/>
                </a:cubicBezTo>
                <a:cubicBezTo>
                  <a:pt x="1246652" y="97739"/>
                  <a:pt x="1247055" y="93718"/>
                  <a:pt x="1247055" y="89648"/>
                </a:cubicBezTo>
                <a:close/>
                <a:moveTo>
                  <a:pt x="1362102" y="85148"/>
                </a:moveTo>
                <a:cubicBezTo>
                  <a:pt x="1362102" y="87664"/>
                  <a:pt x="1361473" y="89454"/>
                  <a:pt x="1360215" y="90519"/>
                </a:cubicBezTo>
                <a:cubicBezTo>
                  <a:pt x="1358958" y="91583"/>
                  <a:pt x="1357522" y="92115"/>
                  <a:pt x="1355910" y="92115"/>
                </a:cubicBezTo>
                <a:lnTo>
                  <a:pt x="1298821" y="92115"/>
                </a:lnTo>
                <a:cubicBezTo>
                  <a:pt x="1298821" y="96967"/>
                  <a:pt x="1299305" y="101335"/>
                  <a:pt x="1300273" y="105217"/>
                </a:cubicBezTo>
                <a:cubicBezTo>
                  <a:pt x="1301240" y="109099"/>
                  <a:pt x="1302853" y="112432"/>
                  <a:pt x="1305111" y="115213"/>
                </a:cubicBezTo>
                <a:cubicBezTo>
                  <a:pt x="1307369" y="117995"/>
                  <a:pt x="1310304" y="120131"/>
                  <a:pt x="1313916" y="121621"/>
                </a:cubicBezTo>
                <a:cubicBezTo>
                  <a:pt x="1317528" y="123108"/>
                  <a:pt x="1321947" y="123852"/>
                  <a:pt x="1327172" y="123852"/>
                </a:cubicBezTo>
                <a:cubicBezTo>
                  <a:pt x="1331300" y="123852"/>
                  <a:pt x="1334977" y="123514"/>
                  <a:pt x="1338203" y="122836"/>
                </a:cubicBezTo>
                <a:cubicBezTo>
                  <a:pt x="1341428" y="122159"/>
                  <a:pt x="1344218" y="121401"/>
                  <a:pt x="1346572" y="120562"/>
                </a:cubicBezTo>
                <a:cubicBezTo>
                  <a:pt x="1348927" y="119724"/>
                  <a:pt x="1350862" y="118966"/>
                  <a:pt x="1352378" y="118289"/>
                </a:cubicBezTo>
                <a:cubicBezTo>
                  <a:pt x="1353894" y="117611"/>
                  <a:pt x="1355039" y="117273"/>
                  <a:pt x="1355813" y="117273"/>
                </a:cubicBezTo>
                <a:cubicBezTo>
                  <a:pt x="1356264" y="117273"/>
                  <a:pt x="1356668" y="117386"/>
                  <a:pt x="1357022" y="117611"/>
                </a:cubicBezTo>
                <a:cubicBezTo>
                  <a:pt x="1357377" y="117837"/>
                  <a:pt x="1357651" y="118176"/>
                  <a:pt x="1357845" y="118627"/>
                </a:cubicBezTo>
                <a:cubicBezTo>
                  <a:pt x="1358038" y="119079"/>
                  <a:pt x="1358183" y="119708"/>
                  <a:pt x="1358280" y="120514"/>
                </a:cubicBezTo>
                <a:cubicBezTo>
                  <a:pt x="1358377" y="121320"/>
                  <a:pt x="1358425" y="122304"/>
                  <a:pt x="1358425" y="123465"/>
                </a:cubicBezTo>
                <a:cubicBezTo>
                  <a:pt x="1358425" y="124304"/>
                  <a:pt x="1358393" y="125030"/>
                  <a:pt x="1358329" y="125642"/>
                </a:cubicBezTo>
                <a:cubicBezTo>
                  <a:pt x="1358264" y="126255"/>
                  <a:pt x="1358183" y="126803"/>
                  <a:pt x="1358087" y="127287"/>
                </a:cubicBezTo>
                <a:cubicBezTo>
                  <a:pt x="1357990" y="127771"/>
                  <a:pt x="1357829" y="128206"/>
                  <a:pt x="1357603" y="128593"/>
                </a:cubicBezTo>
                <a:cubicBezTo>
                  <a:pt x="1357377" y="128981"/>
                  <a:pt x="1357087" y="129351"/>
                  <a:pt x="1356732" y="129706"/>
                </a:cubicBezTo>
                <a:cubicBezTo>
                  <a:pt x="1356377" y="130061"/>
                  <a:pt x="1355329" y="130642"/>
                  <a:pt x="1353587" y="131448"/>
                </a:cubicBezTo>
                <a:cubicBezTo>
                  <a:pt x="1351846" y="132254"/>
                  <a:pt x="1349588" y="133044"/>
                  <a:pt x="1346814" y="133819"/>
                </a:cubicBezTo>
                <a:cubicBezTo>
                  <a:pt x="1344040" y="134593"/>
                  <a:pt x="1340831" y="135286"/>
                  <a:pt x="1337187" y="135899"/>
                </a:cubicBezTo>
                <a:cubicBezTo>
                  <a:pt x="1333542" y="136512"/>
                  <a:pt x="1329655" y="136818"/>
                  <a:pt x="1325527" y="136818"/>
                </a:cubicBezTo>
                <a:cubicBezTo>
                  <a:pt x="1318367" y="136818"/>
                  <a:pt x="1312094" y="135817"/>
                  <a:pt x="1306707" y="133815"/>
                </a:cubicBezTo>
                <a:cubicBezTo>
                  <a:pt x="1301321" y="131814"/>
                  <a:pt x="1296789" y="128843"/>
                  <a:pt x="1293113" y="124905"/>
                </a:cubicBezTo>
                <a:cubicBezTo>
                  <a:pt x="1289436" y="120966"/>
                  <a:pt x="1286662" y="116026"/>
                  <a:pt x="1284791" y="110085"/>
                </a:cubicBezTo>
                <a:cubicBezTo>
                  <a:pt x="1282921" y="104145"/>
                  <a:pt x="1281985" y="97235"/>
                  <a:pt x="1281985" y="89357"/>
                </a:cubicBezTo>
                <a:cubicBezTo>
                  <a:pt x="1281985" y="81867"/>
                  <a:pt x="1282953" y="75135"/>
                  <a:pt x="1284888" y="69162"/>
                </a:cubicBezTo>
                <a:cubicBezTo>
                  <a:pt x="1286823" y="63189"/>
                  <a:pt x="1289613" y="58120"/>
                  <a:pt x="1293258" y="53956"/>
                </a:cubicBezTo>
                <a:cubicBezTo>
                  <a:pt x="1296902" y="49791"/>
                  <a:pt x="1301305" y="46595"/>
                  <a:pt x="1306465" y="44367"/>
                </a:cubicBezTo>
                <a:cubicBezTo>
                  <a:pt x="1311626" y="42140"/>
                  <a:pt x="1317399" y="41026"/>
                  <a:pt x="1323785" y="41026"/>
                </a:cubicBezTo>
                <a:cubicBezTo>
                  <a:pt x="1330623" y="41026"/>
                  <a:pt x="1336445" y="42123"/>
                  <a:pt x="1341251" y="44316"/>
                </a:cubicBezTo>
                <a:cubicBezTo>
                  <a:pt x="1346056" y="46509"/>
                  <a:pt x="1350007" y="49460"/>
                  <a:pt x="1353104" y="53169"/>
                </a:cubicBezTo>
                <a:cubicBezTo>
                  <a:pt x="1356200" y="56879"/>
                  <a:pt x="1358474" y="61233"/>
                  <a:pt x="1359925" y="66232"/>
                </a:cubicBezTo>
                <a:cubicBezTo>
                  <a:pt x="1361377" y="71231"/>
                  <a:pt x="1362102" y="76569"/>
                  <a:pt x="1362102" y="82246"/>
                </a:cubicBezTo>
                <a:lnTo>
                  <a:pt x="1362102" y="85148"/>
                </a:lnTo>
                <a:moveTo>
                  <a:pt x="1346040" y="80407"/>
                </a:moveTo>
                <a:cubicBezTo>
                  <a:pt x="1346234" y="72021"/>
                  <a:pt x="1344379" y="65442"/>
                  <a:pt x="1340476" y="60668"/>
                </a:cubicBezTo>
                <a:cubicBezTo>
                  <a:pt x="1336574" y="55895"/>
                  <a:pt x="1330784" y="53508"/>
                  <a:pt x="1323108" y="53508"/>
                </a:cubicBezTo>
                <a:cubicBezTo>
                  <a:pt x="1319173" y="53508"/>
                  <a:pt x="1315722" y="54250"/>
                  <a:pt x="1312755" y="55734"/>
                </a:cubicBezTo>
                <a:cubicBezTo>
                  <a:pt x="1309788" y="57217"/>
                  <a:pt x="1307304" y="59185"/>
                  <a:pt x="1305304" y="61636"/>
                </a:cubicBezTo>
                <a:cubicBezTo>
                  <a:pt x="1303305" y="64087"/>
                  <a:pt x="1301756" y="66942"/>
                  <a:pt x="1300660" y="70199"/>
                </a:cubicBezTo>
                <a:cubicBezTo>
                  <a:pt x="1299563" y="73457"/>
                  <a:pt x="1298950" y="76859"/>
                  <a:pt x="1298821" y="80407"/>
                </a:cubicBezTo>
                <a:lnTo>
                  <a:pt x="1346040" y="80407"/>
                </a:lnTo>
                <a:close/>
                <a:moveTo>
                  <a:pt x="1461058" y="132461"/>
                </a:moveTo>
                <a:cubicBezTo>
                  <a:pt x="1461058" y="132977"/>
                  <a:pt x="1460945" y="133429"/>
                  <a:pt x="1460719" y="133819"/>
                </a:cubicBezTo>
                <a:cubicBezTo>
                  <a:pt x="1460494" y="134206"/>
                  <a:pt x="1460107" y="134512"/>
                  <a:pt x="1459558" y="134738"/>
                </a:cubicBezTo>
                <a:cubicBezTo>
                  <a:pt x="1459010" y="134963"/>
                  <a:pt x="1458284" y="135141"/>
                  <a:pt x="1457381" y="135270"/>
                </a:cubicBezTo>
                <a:cubicBezTo>
                  <a:pt x="1456478" y="135399"/>
                  <a:pt x="1455382" y="135463"/>
                  <a:pt x="1454091" y="135463"/>
                </a:cubicBezTo>
                <a:cubicBezTo>
                  <a:pt x="1452737" y="135463"/>
                  <a:pt x="1451608" y="135399"/>
                  <a:pt x="1450705" y="135270"/>
                </a:cubicBezTo>
                <a:cubicBezTo>
                  <a:pt x="1449802" y="135143"/>
                  <a:pt x="1449060" y="134968"/>
                  <a:pt x="1448479" y="134744"/>
                </a:cubicBezTo>
                <a:cubicBezTo>
                  <a:pt x="1447899" y="134518"/>
                  <a:pt x="1447480" y="134213"/>
                  <a:pt x="1447222" y="133828"/>
                </a:cubicBezTo>
                <a:cubicBezTo>
                  <a:pt x="1446964" y="133443"/>
                  <a:pt x="1446834" y="132994"/>
                  <a:pt x="1446834" y="132482"/>
                </a:cubicBezTo>
                <a:lnTo>
                  <a:pt x="1446834" y="121031"/>
                </a:lnTo>
                <a:cubicBezTo>
                  <a:pt x="1442255" y="126002"/>
                  <a:pt x="1437497" y="129877"/>
                  <a:pt x="1432562" y="132654"/>
                </a:cubicBezTo>
                <a:cubicBezTo>
                  <a:pt x="1427628" y="135430"/>
                  <a:pt x="1422225" y="136818"/>
                  <a:pt x="1416355" y="136818"/>
                </a:cubicBezTo>
                <a:cubicBezTo>
                  <a:pt x="1409969" y="136818"/>
                  <a:pt x="1404518" y="135575"/>
                  <a:pt x="1400003" y="133090"/>
                </a:cubicBezTo>
                <a:cubicBezTo>
                  <a:pt x="1395487" y="130604"/>
                  <a:pt x="1391827" y="127247"/>
                  <a:pt x="1389021" y="123018"/>
                </a:cubicBezTo>
                <a:cubicBezTo>
                  <a:pt x="1386215" y="118787"/>
                  <a:pt x="1384167" y="113814"/>
                  <a:pt x="1382876" y="108102"/>
                </a:cubicBezTo>
                <a:cubicBezTo>
                  <a:pt x="1381586" y="102387"/>
                  <a:pt x="1380941" y="96364"/>
                  <a:pt x="1380941" y="90035"/>
                </a:cubicBezTo>
                <a:cubicBezTo>
                  <a:pt x="1380941" y="82546"/>
                  <a:pt x="1381748" y="75783"/>
                  <a:pt x="1383360" y="69746"/>
                </a:cubicBezTo>
                <a:cubicBezTo>
                  <a:pt x="1384973" y="63708"/>
                  <a:pt x="1387360" y="58559"/>
                  <a:pt x="1390520" y="54297"/>
                </a:cubicBezTo>
                <a:cubicBezTo>
                  <a:pt x="1393681" y="50034"/>
                  <a:pt x="1397600" y="46756"/>
                  <a:pt x="1402277" y="44464"/>
                </a:cubicBezTo>
                <a:cubicBezTo>
                  <a:pt x="1406953" y="42172"/>
                  <a:pt x="1412356" y="41026"/>
                  <a:pt x="1418484" y="41026"/>
                </a:cubicBezTo>
                <a:cubicBezTo>
                  <a:pt x="1423580" y="41026"/>
                  <a:pt x="1428241" y="42140"/>
                  <a:pt x="1432466" y="44367"/>
                </a:cubicBezTo>
                <a:cubicBezTo>
                  <a:pt x="1436691" y="46595"/>
                  <a:pt x="1440868" y="49872"/>
                  <a:pt x="1444996" y="54197"/>
                </a:cubicBezTo>
                <a:lnTo>
                  <a:pt x="1444996" y="3489"/>
                </a:lnTo>
                <a:cubicBezTo>
                  <a:pt x="1444996" y="3038"/>
                  <a:pt x="1445109" y="2602"/>
                  <a:pt x="1445335" y="2183"/>
                </a:cubicBezTo>
                <a:cubicBezTo>
                  <a:pt x="1445560" y="1762"/>
                  <a:pt x="1445996" y="1438"/>
                  <a:pt x="1446641" y="1213"/>
                </a:cubicBezTo>
                <a:cubicBezTo>
                  <a:pt x="1447286" y="985"/>
                  <a:pt x="1448108" y="790"/>
                  <a:pt x="1449108" y="629"/>
                </a:cubicBezTo>
                <a:cubicBezTo>
                  <a:pt x="1450108" y="468"/>
                  <a:pt x="1451382" y="387"/>
                  <a:pt x="1452930" y="387"/>
                </a:cubicBezTo>
                <a:cubicBezTo>
                  <a:pt x="1454543" y="387"/>
                  <a:pt x="1455865" y="468"/>
                  <a:pt x="1456897" y="629"/>
                </a:cubicBezTo>
                <a:cubicBezTo>
                  <a:pt x="1457930" y="790"/>
                  <a:pt x="1458736" y="984"/>
                  <a:pt x="1459316" y="1209"/>
                </a:cubicBezTo>
                <a:cubicBezTo>
                  <a:pt x="1459897" y="1435"/>
                  <a:pt x="1460332" y="1759"/>
                  <a:pt x="1460623" y="2180"/>
                </a:cubicBezTo>
                <a:cubicBezTo>
                  <a:pt x="1460913" y="2599"/>
                  <a:pt x="1461058" y="3035"/>
                  <a:pt x="1461058" y="3486"/>
                </a:cubicBezTo>
                <a:lnTo>
                  <a:pt x="1461058" y="132461"/>
                </a:lnTo>
                <a:moveTo>
                  <a:pt x="1444996" y="71245"/>
                </a:moveTo>
                <a:cubicBezTo>
                  <a:pt x="1440674" y="65881"/>
                  <a:pt x="1436497" y="61794"/>
                  <a:pt x="1432466" y="58984"/>
                </a:cubicBezTo>
                <a:cubicBezTo>
                  <a:pt x="1428434" y="56172"/>
                  <a:pt x="1424225" y="54766"/>
                  <a:pt x="1419839" y="54766"/>
                </a:cubicBezTo>
                <a:cubicBezTo>
                  <a:pt x="1415775" y="54766"/>
                  <a:pt x="1412324" y="55736"/>
                  <a:pt x="1409485" y="57675"/>
                </a:cubicBezTo>
                <a:cubicBezTo>
                  <a:pt x="1406647" y="59612"/>
                  <a:pt x="1404341" y="62163"/>
                  <a:pt x="1402567" y="65328"/>
                </a:cubicBezTo>
                <a:cubicBezTo>
                  <a:pt x="1400793" y="68493"/>
                  <a:pt x="1399503" y="72078"/>
                  <a:pt x="1398697" y="76083"/>
                </a:cubicBezTo>
                <a:cubicBezTo>
                  <a:pt x="1397890" y="80089"/>
                  <a:pt x="1397487" y="84159"/>
                  <a:pt x="1397487" y="88293"/>
                </a:cubicBezTo>
                <a:cubicBezTo>
                  <a:pt x="1397487" y="92686"/>
                  <a:pt x="1397826" y="96981"/>
                  <a:pt x="1398503" y="101180"/>
                </a:cubicBezTo>
                <a:cubicBezTo>
                  <a:pt x="1399180" y="105379"/>
                  <a:pt x="1400358" y="109110"/>
                  <a:pt x="1402035" y="112371"/>
                </a:cubicBezTo>
                <a:cubicBezTo>
                  <a:pt x="1403712" y="115633"/>
                  <a:pt x="1405937" y="118249"/>
                  <a:pt x="1408711" y="120221"/>
                </a:cubicBezTo>
                <a:cubicBezTo>
                  <a:pt x="1411485" y="122190"/>
                  <a:pt x="1414968" y="123175"/>
                  <a:pt x="1419161" y="123175"/>
                </a:cubicBezTo>
                <a:cubicBezTo>
                  <a:pt x="1421290" y="123175"/>
                  <a:pt x="1423338" y="122885"/>
                  <a:pt x="1425305" y="122304"/>
                </a:cubicBezTo>
                <a:cubicBezTo>
                  <a:pt x="1427273" y="121722"/>
                  <a:pt x="1429289" y="120752"/>
                  <a:pt x="1431353" y="119395"/>
                </a:cubicBezTo>
                <a:cubicBezTo>
                  <a:pt x="1433417" y="118039"/>
                  <a:pt x="1435578" y="116278"/>
                  <a:pt x="1437836" y="114113"/>
                </a:cubicBezTo>
                <a:cubicBezTo>
                  <a:pt x="1440094" y="111948"/>
                  <a:pt x="1442480" y="109282"/>
                  <a:pt x="1444996" y="106115"/>
                </a:cubicBezTo>
                <a:lnTo>
                  <a:pt x="1444996" y="71245"/>
                </a:lnTo>
                <a:close/>
                <a:moveTo>
                  <a:pt x="1565074" y="132461"/>
                </a:moveTo>
                <a:cubicBezTo>
                  <a:pt x="1565074" y="132977"/>
                  <a:pt x="1564961" y="133429"/>
                  <a:pt x="1564735" y="133819"/>
                </a:cubicBezTo>
                <a:cubicBezTo>
                  <a:pt x="1564510" y="134206"/>
                  <a:pt x="1564123" y="134512"/>
                  <a:pt x="1563574" y="134738"/>
                </a:cubicBezTo>
                <a:cubicBezTo>
                  <a:pt x="1563026" y="134963"/>
                  <a:pt x="1562300" y="135141"/>
                  <a:pt x="1561397" y="135270"/>
                </a:cubicBezTo>
                <a:cubicBezTo>
                  <a:pt x="1560494" y="135399"/>
                  <a:pt x="1559398" y="135463"/>
                  <a:pt x="1558107" y="135463"/>
                </a:cubicBezTo>
                <a:cubicBezTo>
                  <a:pt x="1556753" y="135463"/>
                  <a:pt x="1555624" y="135399"/>
                  <a:pt x="1554721" y="135270"/>
                </a:cubicBezTo>
                <a:cubicBezTo>
                  <a:pt x="1553818" y="135143"/>
                  <a:pt x="1553076" y="134968"/>
                  <a:pt x="1552495" y="134744"/>
                </a:cubicBezTo>
                <a:cubicBezTo>
                  <a:pt x="1551915" y="134518"/>
                  <a:pt x="1551496" y="134213"/>
                  <a:pt x="1551237" y="133828"/>
                </a:cubicBezTo>
                <a:cubicBezTo>
                  <a:pt x="1550979" y="133443"/>
                  <a:pt x="1550850" y="132994"/>
                  <a:pt x="1550850" y="132482"/>
                </a:cubicBezTo>
                <a:lnTo>
                  <a:pt x="1550850" y="121031"/>
                </a:lnTo>
                <a:cubicBezTo>
                  <a:pt x="1546270" y="126002"/>
                  <a:pt x="1541513" y="129877"/>
                  <a:pt x="1536578" y="132654"/>
                </a:cubicBezTo>
                <a:cubicBezTo>
                  <a:pt x="1531644" y="135430"/>
                  <a:pt x="1526241" y="136818"/>
                  <a:pt x="1520371" y="136818"/>
                </a:cubicBezTo>
                <a:cubicBezTo>
                  <a:pt x="1513985" y="136818"/>
                  <a:pt x="1508534" y="135575"/>
                  <a:pt x="1504019" y="133090"/>
                </a:cubicBezTo>
                <a:cubicBezTo>
                  <a:pt x="1499503" y="130604"/>
                  <a:pt x="1495843" y="127247"/>
                  <a:pt x="1493037" y="123018"/>
                </a:cubicBezTo>
                <a:cubicBezTo>
                  <a:pt x="1490231" y="118787"/>
                  <a:pt x="1488182" y="113814"/>
                  <a:pt x="1486892" y="108102"/>
                </a:cubicBezTo>
                <a:cubicBezTo>
                  <a:pt x="1485602" y="102387"/>
                  <a:pt x="1484957" y="96364"/>
                  <a:pt x="1484957" y="90035"/>
                </a:cubicBezTo>
                <a:cubicBezTo>
                  <a:pt x="1484957" y="82546"/>
                  <a:pt x="1485763" y="75783"/>
                  <a:pt x="1487376" y="69746"/>
                </a:cubicBezTo>
                <a:cubicBezTo>
                  <a:pt x="1488989" y="63708"/>
                  <a:pt x="1491376" y="58559"/>
                  <a:pt x="1494536" y="54297"/>
                </a:cubicBezTo>
                <a:cubicBezTo>
                  <a:pt x="1497697" y="50034"/>
                  <a:pt x="1501616" y="46756"/>
                  <a:pt x="1506293" y="44464"/>
                </a:cubicBezTo>
                <a:cubicBezTo>
                  <a:pt x="1510969" y="42172"/>
                  <a:pt x="1516372" y="41026"/>
                  <a:pt x="1522500" y="41026"/>
                </a:cubicBezTo>
                <a:cubicBezTo>
                  <a:pt x="1527596" y="41026"/>
                  <a:pt x="1532256" y="42140"/>
                  <a:pt x="1536482" y="44367"/>
                </a:cubicBezTo>
                <a:cubicBezTo>
                  <a:pt x="1540707" y="46595"/>
                  <a:pt x="1544884" y="49872"/>
                  <a:pt x="1549012" y="54197"/>
                </a:cubicBezTo>
                <a:lnTo>
                  <a:pt x="1549012" y="3489"/>
                </a:lnTo>
                <a:cubicBezTo>
                  <a:pt x="1549012" y="3038"/>
                  <a:pt x="1549125" y="2602"/>
                  <a:pt x="1549351" y="2183"/>
                </a:cubicBezTo>
                <a:cubicBezTo>
                  <a:pt x="1549576" y="1762"/>
                  <a:pt x="1550012" y="1438"/>
                  <a:pt x="1550657" y="1213"/>
                </a:cubicBezTo>
                <a:cubicBezTo>
                  <a:pt x="1551302" y="985"/>
                  <a:pt x="1552124" y="790"/>
                  <a:pt x="1553124" y="629"/>
                </a:cubicBezTo>
                <a:cubicBezTo>
                  <a:pt x="1554124" y="468"/>
                  <a:pt x="1555398" y="387"/>
                  <a:pt x="1556946" y="387"/>
                </a:cubicBezTo>
                <a:cubicBezTo>
                  <a:pt x="1558559" y="387"/>
                  <a:pt x="1559881" y="468"/>
                  <a:pt x="1560913" y="629"/>
                </a:cubicBezTo>
                <a:cubicBezTo>
                  <a:pt x="1561946" y="790"/>
                  <a:pt x="1562752" y="984"/>
                  <a:pt x="1563332" y="1209"/>
                </a:cubicBezTo>
                <a:cubicBezTo>
                  <a:pt x="1563913" y="1435"/>
                  <a:pt x="1564348" y="1759"/>
                  <a:pt x="1564639" y="2180"/>
                </a:cubicBezTo>
                <a:cubicBezTo>
                  <a:pt x="1564929" y="2599"/>
                  <a:pt x="1565074" y="3035"/>
                  <a:pt x="1565074" y="3486"/>
                </a:cubicBezTo>
                <a:lnTo>
                  <a:pt x="1565074" y="132461"/>
                </a:lnTo>
                <a:moveTo>
                  <a:pt x="1549012" y="71245"/>
                </a:moveTo>
                <a:cubicBezTo>
                  <a:pt x="1544690" y="65881"/>
                  <a:pt x="1540513" y="61794"/>
                  <a:pt x="1536482" y="58984"/>
                </a:cubicBezTo>
                <a:cubicBezTo>
                  <a:pt x="1532450" y="56172"/>
                  <a:pt x="1528241" y="54766"/>
                  <a:pt x="1523855" y="54766"/>
                </a:cubicBezTo>
                <a:cubicBezTo>
                  <a:pt x="1519791" y="54766"/>
                  <a:pt x="1516340" y="55736"/>
                  <a:pt x="1513501" y="57675"/>
                </a:cubicBezTo>
                <a:cubicBezTo>
                  <a:pt x="1510663" y="59612"/>
                  <a:pt x="1508357" y="62163"/>
                  <a:pt x="1506583" y="65328"/>
                </a:cubicBezTo>
                <a:cubicBezTo>
                  <a:pt x="1504809" y="68493"/>
                  <a:pt x="1503519" y="72078"/>
                  <a:pt x="1502713" y="76083"/>
                </a:cubicBezTo>
                <a:cubicBezTo>
                  <a:pt x="1501906" y="80089"/>
                  <a:pt x="1501503" y="84159"/>
                  <a:pt x="1501503" y="88293"/>
                </a:cubicBezTo>
                <a:cubicBezTo>
                  <a:pt x="1501503" y="92686"/>
                  <a:pt x="1501842" y="96981"/>
                  <a:pt x="1502519" y="101180"/>
                </a:cubicBezTo>
                <a:cubicBezTo>
                  <a:pt x="1503196" y="105379"/>
                  <a:pt x="1504374" y="109110"/>
                  <a:pt x="1506051" y="112371"/>
                </a:cubicBezTo>
                <a:cubicBezTo>
                  <a:pt x="1507728" y="115633"/>
                  <a:pt x="1509953" y="118249"/>
                  <a:pt x="1512727" y="120221"/>
                </a:cubicBezTo>
                <a:cubicBezTo>
                  <a:pt x="1515501" y="122190"/>
                  <a:pt x="1518984" y="123175"/>
                  <a:pt x="1523177" y="123175"/>
                </a:cubicBezTo>
                <a:cubicBezTo>
                  <a:pt x="1525306" y="123175"/>
                  <a:pt x="1527354" y="122885"/>
                  <a:pt x="1529321" y="122304"/>
                </a:cubicBezTo>
                <a:cubicBezTo>
                  <a:pt x="1531289" y="121722"/>
                  <a:pt x="1533305" y="120752"/>
                  <a:pt x="1535369" y="119395"/>
                </a:cubicBezTo>
                <a:cubicBezTo>
                  <a:pt x="1537433" y="118039"/>
                  <a:pt x="1539594" y="116278"/>
                  <a:pt x="1541852" y="114113"/>
                </a:cubicBezTo>
                <a:cubicBezTo>
                  <a:pt x="1544110" y="111948"/>
                  <a:pt x="1546496" y="109282"/>
                  <a:pt x="1549012" y="106115"/>
                </a:cubicBezTo>
                <a:lnTo>
                  <a:pt x="1549012" y="71245"/>
                </a:lnTo>
                <a:close/>
                <a:moveTo>
                  <a:pt x="1610454" y="132464"/>
                </a:moveTo>
                <a:cubicBezTo>
                  <a:pt x="1610454" y="132980"/>
                  <a:pt x="1610325" y="133415"/>
                  <a:pt x="1610067" y="133770"/>
                </a:cubicBezTo>
                <a:cubicBezTo>
                  <a:pt x="1609809" y="134125"/>
                  <a:pt x="1609390" y="134431"/>
                  <a:pt x="1608809" y="134689"/>
                </a:cubicBezTo>
                <a:cubicBezTo>
                  <a:pt x="1608228" y="134947"/>
                  <a:pt x="1607422" y="135141"/>
                  <a:pt x="1606390" y="135270"/>
                </a:cubicBezTo>
                <a:cubicBezTo>
                  <a:pt x="1605358" y="135399"/>
                  <a:pt x="1604036" y="135463"/>
                  <a:pt x="1602423" y="135463"/>
                </a:cubicBezTo>
                <a:cubicBezTo>
                  <a:pt x="1600875" y="135463"/>
                  <a:pt x="1599585" y="135399"/>
                  <a:pt x="1598553" y="135270"/>
                </a:cubicBezTo>
                <a:cubicBezTo>
                  <a:pt x="1597520" y="135141"/>
                  <a:pt x="1596698" y="134947"/>
                  <a:pt x="1596085" y="134689"/>
                </a:cubicBezTo>
                <a:cubicBezTo>
                  <a:pt x="1595472" y="134431"/>
                  <a:pt x="1595053" y="134125"/>
                  <a:pt x="1594827" y="133770"/>
                </a:cubicBezTo>
                <a:cubicBezTo>
                  <a:pt x="1594601" y="133415"/>
                  <a:pt x="1594489" y="132980"/>
                  <a:pt x="1594489" y="132464"/>
                </a:cubicBezTo>
                <a:lnTo>
                  <a:pt x="1594489" y="45380"/>
                </a:lnTo>
                <a:cubicBezTo>
                  <a:pt x="1594489" y="44929"/>
                  <a:pt x="1594601" y="44509"/>
                  <a:pt x="1594827" y="44122"/>
                </a:cubicBezTo>
                <a:cubicBezTo>
                  <a:pt x="1595053" y="43735"/>
                  <a:pt x="1595472" y="43413"/>
                  <a:pt x="1596085" y="43155"/>
                </a:cubicBezTo>
                <a:cubicBezTo>
                  <a:pt x="1596698" y="42897"/>
                  <a:pt x="1597520" y="42703"/>
                  <a:pt x="1598553" y="42574"/>
                </a:cubicBezTo>
                <a:cubicBezTo>
                  <a:pt x="1599585" y="42445"/>
                  <a:pt x="1600875" y="42381"/>
                  <a:pt x="1602423" y="42381"/>
                </a:cubicBezTo>
                <a:cubicBezTo>
                  <a:pt x="1604036" y="42381"/>
                  <a:pt x="1605358" y="42445"/>
                  <a:pt x="1606390" y="42574"/>
                </a:cubicBezTo>
                <a:cubicBezTo>
                  <a:pt x="1607422" y="42703"/>
                  <a:pt x="1608228" y="42897"/>
                  <a:pt x="1608809" y="43155"/>
                </a:cubicBezTo>
                <a:cubicBezTo>
                  <a:pt x="1609390" y="43413"/>
                  <a:pt x="1609809" y="43735"/>
                  <a:pt x="1610067" y="44122"/>
                </a:cubicBezTo>
                <a:cubicBezTo>
                  <a:pt x="1610325" y="44509"/>
                  <a:pt x="1610454" y="44929"/>
                  <a:pt x="1610454" y="45380"/>
                </a:cubicBezTo>
                <a:lnTo>
                  <a:pt x="1610454" y="132464"/>
                </a:lnTo>
                <a:moveTo>
                  <a:pt x="1612292" y="15869"/>
                </a:moveTo>
                <a:cubicBezTo>
                  <a:pt x="1612292" y="19610"/>
                  <a:pt x="1611583" y="22158"/>
                  <a:pt x="1610164" y="23513"/>
                </a:cubicBezTo>
                <a:cubicBezTo>
                  <a:pt x="1608745" y="24867"/>
                  <a:pt x="1606132" y="25545"/>
                  <a:pt x="1602326" y="25545"/>
                </a:cubicBezTo>
                <a:cubicBezTo>
                  <a:pt x="1598585" y="25545"/>
                  <a:pt x="1596021" y="24883"/>
                  <a:pt x="1594634" y="23561"/>
                </a:cubicBezTo>
                <a:cubicBezTo>
                  <a:pt x="1593247" y="22239"/>
                  <a:pt x="1592553" y="19739"/>
                  <a:pt x="1592553" y="16062"/>
                </a:cubicBezTo>
                <a:cubicBezTo>
                  <a:pt x="1592553" y="12321"/>
                  <a:pt x="1593263" y="9773"/>
                  <a:pt x="1594682" y="8418"/>
                </a:cubicBezTo>
                <a:cubicBezTo>
                  <a:pt x="1596101" y="7063"/>
                  <a:pt x="1598714" y="6386"/>
                  <a:pt x="1602520" y="6386"/>
                </a:cubicBezTo>
                <a:cubicBezTo>
                  <a:pt x="1606261" y="6386"/>
                  <a:pt x="1608825" y="7047"/>
                  <a:pt x="1610212" y="8370"/>
                </a:cubicBezTo>
                <a:cubicBezTo>
                  <a:pt x="1611599" y="9692"/>
                  <a:pt x="1612292" y="12192"/>
                  <a:pt x="1612292" y="15869"/>
                </a:cubicBezTo>
                <a:close/>
                <a:moveTo>
                  <a:pt x="1714837" y="132464"/>
                </a:moveTo>
                <a:cubicBezTo>
                  <a:pt x="1714837" y="132980"/>
                  <a:pt x="1714708" y="133415"/>
                  <a:pt x="1714450" y="133770"/>
                </a:cubicBezTo>
                <a:cubicBezTo>
                  <a:pt x="1714192" y="134125"/>
                  <a:pt x="1713772" y="134431"/>
                  <a:pt x="1713192" y="134689"/>
                </a:cubicBezTo>
                <a:cubicBezTo>
                  <a:pt x="1712611" y="134947"/>
                  <a:pt x="1711805" y="135141"/>
                  <a:pt x="1710773" y="135270"/>
                </a:cubicBezTo>
                <a:cubicBezTo>
                  <a:pt x="1709741" y="135399"/>
                  <a:pt x="1708451" y="135463"/>
                  <a:pt x="1706902" y="135463"/>
                </a:cubicBezTo>
                <a:cubicBezTo>
                  <a:pt x="1705290" y="135463"/>
                  <a:pt x="1703967" y="135399"/>
                  <a:pt x="1702935" y="135270"/>
                </a:cubicBezTo>
                <a:cubicBezTo>
                  <a:pt x="1701903" y="135141"/>
                  <a:pt x="1701097" y="134947"/>
                  <a:pt x="1700516" y="134689"/>
                </a:cubicBezTo>
                <a:cubicBezTo>
                  <a:pt x="1699936" y="134431"/>
                  <a:pt x="1699516" y="134125"/>
                  <a:pt x="1699258" y="133770"/>
                </a:cubicBezTo>
                <a:cubicBezTo>
                  <a:pt x="1699000" y="133415"/>
                  <a:pt x="1698871" y="132980"/>
                  <a:pt x="1698871" y="132464"/>
                </a:cubicBezTo>
                <a:lnTo>
                  <a:pt x="1698871" y="81472"/>
                </a:lnTo>
                <a:cubicBezTo>
                  <a:pt x="1698871" y="76505"/>
                  <a:pt x="1698484" y="72505"/>
                  <a:pt x="1697710" y="69473"/>
                </a:cubicBezTo>
                <a:cubicBezTo>
                  <a:pt x="1696936" y="66442"/>
                  <a:pt x="1695807" y="63829"/>
                  <a:pt x="1694324" y="61636"/>
                </a:cubicBezTo>
                <a:cubicBezTo>
                  <a:pt x="1692840" y="59443"/>
                  <a:pt x="1690921" y="57765"/>
                  <a:pt x="1688566" y="56604"/>
                </a:cubicBezTo>
                <a:cubicBezTo>
                  <a:pt x="1686212" y="55443"/>
                  <a:pt x="1683487" y="54863"/>
                  <a:pt x="1680390" y="54863"/>
                </a:cubicBezTo>
                <a:cubicBezTo>
                  <a:pt x="1676391" y="54863"/>
                  <a:pt x="1672391" y="56282"/>
                  <a:pt x="1668392" y="59120"/>
                </a:cubicBezTo>
                <a:cubicBezTo>
                  <a:pt x="1664393" y="61958"/>
                  <a:pt x="1660200" y="66119"/>
                  <a:pt x="1655813" y="71602"/>
                </a:cubicBezTo>
                <a:lnTo>
                  <a:pt x="1655813" y="132464"/>
                </a:lnTo>
                <a:cubicBezTo>
                  <a:pt x="1655813" y="132980"/>
                  <a:pt x="1655684" y="133415"/>
                  <a:pt x="1655426" y="133770"/>
                </a:cubicBezTo>
                <a:cubicBezTo>
                  <a:pt x="1655168" y="134125"/>
                  <a:pt x="1654749" y="134431"/>
                  <a:pt x="1654168" y="134689"/>
                </a:cubicBezTo>
                <a:cubicBezTo>
                  <a:pt x="1653588" y="134947"/>
                  <a:pt x="1652782" y="135141"/>
                  <a:pt x="1651749" y="135270"/>
                </a:cubicBezTo>
                <a:cubicBezTo>
                  <a:pt x="1650717" y="135399"/>
                  <a:pt x="1649395" y="135463"/>
                  <a:pt x="1647782" y="135463"/>
                </a:cubicBezTo>
                <a:cubicBezTo>
                  <a:pt x="1646234" y="135463"/>
                  <a:pt x="1644944" y="135399"/>
                  <a:pt x="1643912" y="135270"/>
                </a:cubicBezTo>
                <a:cubicBezTo>
                  <a:pt x="1642880" y="135141"/>
                  <a:pt x="1642057" y="134947"/>
                  <a:pt x="1641445" y="134689"/>
                </a:cubicBezTo>
                <a:cubicBezTo>
                  <a:pt x="1640832" y="134431"/>
                  <a:pt x="1640412" y="134125"/>
                  <a:pt x="1640187" y="133770"/>
                </a:cubicBezTo>
                <a:cubicBezTo>
                  <a:pt x="1639961" y="133415"/>
                  <a:pt x="1639848" y="132980"/>
                  <a:pt x="1639848" y="132464"/>
                </a:cubicBezTo>
                <a:lnTo>
                  <a:pt x="1639848" y="45380"/>
                </a:lnTo>
                <a:cubicBezTo>
                  <a:pt x="1639848" y="44864"/>
                  <a:pt x="1639945" y="44429"/>
                  <a:pt x="1640138" y="44074"/>
                </a:cubicBezTo>
                <a:cubicBezTo>
                  <a:pt x="1640332" y="43719"/>
                  <a:pt x="1640719" y="43397"/>
                  <a:pt x="1641299" y="43106"/>
                </a:cubicBezTo>
                <a:cubicBezTo>
                  <a:pt x="1641880" y="42816"/>
                  <a:pt x="1642622" y="42623"/>
                  <a:pt x="1643525" y="42526"/>
                </a:cubicBezTo>
                <a:cubicBezTo>
                  <a:pt x="1644428" y="42429"/>
                  <a:pt x="1645621" y="42381"/>
                  <a:pt x="1647105" y="42381"/>
                </a:cubicBezTo>
                <a:cubicBezTo>
                  <a:pt x="1648524" y="42381"/>
                  <a:pt x="1649701" y="42429"/>
                  <a:pt x="1650637" y="42526"/>
                </a:cubicBezTo>
                <a:cubicBezTo>
                  <a:pt x="1651572" y="42623"/>
                  <a:pt x="1652298" y="42816"/>
                  <a:pt x="1652814" y="43106"/>
                </a:cubicBezTo>
                <a:cubicBezTo>
                  <a:pt x="1653330" y="43397"/>
                  <a:pt x="1653701" y="43719"/>
                  <a:pt x="1653927" y="44074"/>
                </a:cubicBezTo>
                <a:cubicBezTo>
                  <a:pt x="1654152" y="44429"/>
                  <a:pt x="1654265" y="44864"/>
                  <a:pt x="1654265" y="45380"/>
                </a:cubicBezTo>
                <a:lnTo>
                  <a:pt x="1654265" y="56895"/>
                </a:lnTo>
                <a:cubicBezTo>
                  <a:pt x="1659168" y="51412"/>
                  <a:pt x="1664054" y="47396"/>
                  <a:pt x="1668924" y="44848"/>
                </a:cubicBezTo>
                <a:cubicBezTo>
                  <a:pt x="1673794" y="42300"/>
                  <a:pt x="1678713" y="41026"/>
                  <a:pt x="1683680" y="41026"/>
                </a:cubicBezTo>
                <a:cubicBezTo>
                  <a:pt x="1689486" y="41026"/>
                  <a:pt x="1694372" y="42010"/>
                  <a:pt x="1698339" y="43977"/>
                </a:cubicBezTo>
                <a:cubicBezTo>
                  <a:pt x="1702306" y="45945"/>
                  <a:pt x="1705515" y="48573"/>
                  <a:pt x="1707967" y="51863"/>
                </a:cubicBezTo>
                <a:cubicBezTo>
                  <a:pt x="1710418" y="55153"/>
                  <a:pt x="1712176" y="59007"/>
                  <a:pt x="1713240" y="63426"/>
                </a:cubicBezTo>
                <a:cubicBezTo>
                  <a:pt x="1714304" y="67845"/>
                  <a:pt x="1714837" y="73150"/>
                  <a:pt x="1714837" y="79343"/>
                </a:cubicBezTo>
                <a:lnTo>
                  <a:pt x="1714837" y="132464"/>
                </a:lnTo>
                <a:close/>
                <a:moveTo>
                  <a:pt x="1816628" y="49251"/>
                </a:moveTo>
                <a:cubicBezTo>
                  <a:pt x="1816628" y="51508"/>
                  <a:pt x="1816321" y="53137"/>
                  <a:pt x="1815708" y="54137"/>
                </a:cubicBezTo>
                <a:cubicBezTo>
                  <a:pt x="1815096" y="55137"/>
                  <a:pt x="1814305" y="55637"/>
                  <a:pt x="1813338" y="55637"/>
                </a:cubicBezTo>
                <a:lnTo>
                  <a:pt x="1800856" y="55637"/>
                </a:lnTo>
                <a:cubicBezTo>
                  <a:pt x="1803114" y="57965"/>
                  <a:pt x="1804694" y="60537"/>
                  <a:pt x="1805597" y="63353"/>
                </a:cubicBezTo>
                <a:cubicBezTo>
                  <a:pt x="1806500" y="66167"/>
                  <a:pt x="1806952" y="69094"/>
                  <a:pt x="1806952" y="72134"/>
                </a:cubicBezTo>
                <a:cubicBezTo>
                  <a:pt x="1806952" y="77158"/>
                  <a:pt x="1806145" y="81602"/>
                  <a:pt x="1804533" y="85466"/>
                </a:cubicBezTo>
                <a:cubicBezTo>
                  <a:pt x="1802920" y="89330"/>
                  <a:pt x="1800614" y="92599"/>
                  <a:pt x="1797614" y="95272"/>
                </a:cubicBezTo>
                <a:cubicBezTo>
                  <a:pt x="1794615" y="97945"/>
                  <a:pt x="1791051" y="99990"/>
                  <a:pt x="1786922" y="101407"/>
                </a:cubicBezTo>
                <a:cubicBezTo>
                  <a:pt x="1782794" y="102824"/>
                  <a:pt x="1778214" y="103533"/>
                  <a:pt x="1773183" y="103533"/>
                </a:cubicBezTo>
                <a:cubicBezTo>
                  <a:pt x="1769635" y="103533"/>
                  <a:pt x="1766264" y="103066"/>
                  <a:pt x="1763071" y="102133"/>
                </a:cubicBezTo>
                <a:cubicBezTo>
                  <a:pt x="1759878" y="101199"/>
                  <a:pt x="1757411" y="100024"/>
                  <a:pt x="1755669" y="98607"/>
                </a:cubicBezTo>
                <a:cubicBezTo>
                  <a:pt x="1754508" y="99768"/>
                  <a:pt x="1753556" y="101091"/>
                  <a:pt x="1752815" y="102574"/>
                </a:cubicBezTo>
                <a:cubicBezTo>
                  <a:pt x="1752073" y="104056"/>
                  <a:pt x="1751702" y="105763"/>
                  <a:pt x="1751702" y="107696"/>
                </a:cubicBezTo>
                <a:cubicBezTo>
                  <a:pt x="1751702" y="109954"/>
                  <a:pt x="1752750" y="111825"/>
                  <a:pt x="1754847" y="113309"/>
                </a:cubicBezTo>
                <a:cubicBezTo>
                  <a:pt x="1756943" y="114790"/>
                  <a:pt x="1759733" y="115595"/>
                  <a:pt x="1763216" y="115724"/>
                </a:cubicBezTo>
                <a:lnTo>
                  <a:pt x="1785955" y="116695"/>
                </a:lnTo>
                <a:cubicBezTo>
                  <a:pt x="1790277" y="116824"/>
                  <a:pt x="1794244" y="117423"/>
                  <a:pt x="1797856" y="118491"/>
                </a:cubicBezTo>
                <a:cubicBezTo>
                  <a:pt x="1801469" y="119560"/>
                  <a:pt x="1804597" y="121082"/>
                  <a:pt x="1807242" y="123057"/>
                </a:cubicBezTo>
                <a:cubicBezTo>
                  <a:pt x="1809887" y="125031"/>
                  <a:pt x="1811951" y="127458"/>
                  <a:pt x="1813435" y="130338"/>
                </a:cubicBezTo>
                <a:cubicBezTo>
                  <a:pt x="1814918" y="133219"/>
                  <a:pt x="1815660" y="136569"/>
                  <a:pt x="1815660" y="140389"/>
                </a:cubicBezTo>
                <a:cubicBezTo>
                  <a:pt x="1815660" y="144403"/>
                  <a:pt x="1814821" y="148222"/>
                  <a:pt x="1813144" y="151846"/>
                </a:cubicBezTo>
                <a:cubicBezTo>
                  <a:pt x="1811467" y="155472"/>
                  <a:pt x="1808903" y="158661"/>
                  <a:pt x="1805452" y="161410"/>
                </a:cubicBezTo>
                <a:cubicBezTo>
                  <a:pt x="1802001" y="164162"/>
                  <a:pt x="1797598" y="166331"/>
                  <a:pt x="1792244" y="167917"/>
                </a:cubicBezTo>
                <a:cubicBezTo>
                  <a:pt x="1786890" y="169504"/>
                  <a:pt x="1780569" y="170297"/>
                  <a:pt x="1773279" y="170297"/>
                </a:cubicBezTo>
                <a:cubicBezTo>
                  <a:pt x="1766248" y="170297"/>
                  <a:pt x="1760265" y="169699"/>
                  <a:pt x="1755330" y="168504"/>
                </a:cubicBezTo>
                <a:cubicBezTo>
                  <a:pt x="1750396" y="167310"/>
                  <a:pt x="1746348" y="165681"/>
                  <a:pt x="1743187" y="163614"/>
                </a:cubicBezTo>
                <a:cubicBezTo>
                  <a:pt x="1740026" y="161550"/>
                  <a:pt x="1737736" y="159082"/>
                  <a:pt x="1736317" y="156209"/>
                </a:cubicBezTo>
                <a:cubicBezTo>
                  <a:pt x="1734898" y="153337"/>
                  <a:pt x="1734188" y="150221"/>
                  <a:pt x="1734188" y="146863"/>
                </a:cubicBezTo>
                <a:cubicBezTo>
                  <a:pt x="1734188" y="144734"/>
                  <a:pt x="1734446" y="142669"/>
                  <a:pt x="1734963" y="140667"/>
                </a:cubicBezTo>
                <a:cubicBezTo>
                  <a:pt x="1735479" y="138666"/>
                  <a:pt x="1736269" y="136761"/>
                  <a:pt x="1737333" y="134952"/>
                </a:cubicBezTo>
                <a:cubicBezTo>
                  <a:pt x="1738397" y="133146"/>
                  <a:pt x="1739720" y="131421"/>
                  <a:pt x="1741300" y="129776"/>
                </a:cubicBezTo>
                <a:cubicBezTo>
                  <a:pt x="1742881" y="128129"/>
                  <a:pt x="1744703" y="126498"/>
                  <a:pt x="1746767" y="124883"/>
                </a:cubicBezTo>
                <a:cubicBezTo>
                  <a:pt x="1743606" y="123265"/>
                  <a:pt x="1741268" y="121225"/>
                  <a:pt x="1739752" y="118763"/>
                </a:cubicBezTo>
                <a:cubicBezTo>
                  <a:pt x="1738236" y="116300"/>
                  <a:pt x="1737478" y="113643"/>
                  <a:pt x="1737478" y="110793"/>
                </a:cubicBezTo>
                <a:cubicBezTo>
                  <a:pt x="1737478" y="106842"/>
                  <a:pt x="1738285" y="103311"/>
                  <a:pt x="1739897" y="100201"/>
                </a:cubicBezTo>
                <a:cubicBezTo>
                  <a:pt x="1741510" y="97090"/>
                  <a:pt x="1743510" y="94304"/>
                  <a:pt x="1745896" y="91843"/>
                </a:cubicBezTo>
                <a:cubicBezTo>
                  <a:pt x="1743897" y="89460"/>
                  <a:pt x="1742316" y="86771"/>
                  <a:pt x="1741155" y="83776"/>
                </a:cubicBezTo>
                <a:cubicBezTo>
                  <a:pt x="1739994" y="80780"/>
                  <a:pt x="1739413" y="77158"/>
                  <a:pt x="1739413" y="72908"/>
                </a:cubicBezTo>
                <a:cubicBezTo>
                  <a:pt x="1739413" y="67949"/>
                  <a:pt x="1740252" y="63506"/>
                  <a:pt x="1741929" y="59577"/>
                </a:cubicBezTo>
                <a:cubicBezTo>
                  <a:pt x="1743606" y="55648"/>
                  <a:pt x="1745929" y="52331"/>
                  <a:pt x="1748896" y="49626"/>
                </a:cubicBezTo>
                <a:cubicBezTo>
                  <a:pt x="1751863" y="46920"/>
                  <a:pt x="1755427" y="44843"/>
                  <a:pt x="1759588" y="43394"/>
                </a:cubicBezTo>
                <a:cubicBezTo>
                  <a:pt x="1763749" y="41944"/>
                  <a:pt x="1768280" y="41220"/>
                  <a:pt x="1773183" y="41220"/>
                </a:cubicBezTo>
                <a:cubicBezTo>
                  <a:pt x="1775827" y="41220"/>
                  <a:pt x="1778295" y="41357"/>
                  <a:pt x="1780585" y="41631"/>
                </a:cubicBezTo>
                <a:cubicBezTo>
                  <a:pt x="1782875" y="41903"/>
                  <a:pt x="1785019" y="42282"/>
                  <a:pt x="1787019" y="42768"/>
                </a:cubicBezTo>
                <a:lnTo>
                  <a:pt x="1813338" y="42768"/>
                </a:lnTo>
                <a:cubicBezTo>
                  <a:pt x="1814434" y="42768"/>
                  <a:pt x="1815257" y="43300"/>
                  <a:pt x="1815805" y="44364"/>
                </a:cubicBezTo>
                <a:cubicBezTo>
                  <a:pt x="1816353" y="45429"/>
                  <a:pt x="1816628" y="47057"/>
                  <a:pt x="1816628" y="49251"/>
                </a:cubicBezTo>
                <a:moveTo>
                  <a:pt x="1791664" y="72231"/>
                </a:moveTo>
                <a:cubicBezTo>
                  <a:pt x="1791664" y="66313"/>
                  <a:pt x="1790035" y="61696"/>
                  <a:pt x="1786777" y="58382"/>
                </a:cubicBezTo>
                <a:cubicBezTo>
                  <a:pt x="1783520" y="55068"/>
                  <a:pt x="1778891" y="53411"/>
                  <a:pt x="1772892" y="53411"/>
                </a:cubicBezTo>
                <a:cubicBezTo>
                  <a:pt x="1769796" y="53411"/>
                  <a:pt x="1767103" y="53926"/>
                  <a:pt x="1764813" y="54956"/>
                </a:cubicBezTo>
                <a:cubicBezTo>
                  <a:pt x="1762523" y="55984"/>
                  <a:pt x="1760620" y="57400"/>
                  <a:pt x="1759104" y="59202"/>
                </a:cubicBezTo>
                <a:cubicBezTo>
                  <a:pt x="1757588" y="61004"/>
                  <a:pt x="1756459" y="63079"/>
                  <a:pt x="1755717" y="65428"/>
                </a:cubicBezTo>
                <a:cubicBezTo>
                  <a:pt x="1754976" y="67776"/>
                  <a:pt x="1754605" y="70237"/>
                  <a:pt x="1754605" y="72812"/>
                </a:cubicBezTo>
                <a:cubicBezTo>
                  <a:pt x="1754605" y="78537"/>
                  <a:pt x="1756234" y="83040"/>
                  <a:pt x="1759491" y="86322"/>
                </a:cubicBezTo>
                <a:cubicBezTo>
                  <a:pt x="1762749" y="89603"/>
                  <a:pt x="1767312" y="91244"/>
                  <a:pt x="1773183" y="91244"/>
                </a:cubicBezTo>
                <a:cubicBezTo>
                  <a:pt x="1776343" y="91244"/>
                  <a:pt x="1779085" y="90746"/>
                  <a:pt x="1781407" y="89751"/>
                </a:cubicBezTo>
                <a:cubicBezTo>
                  <a:pt x="1783729" y="88753"/>
                  <a:pt x="1785648" y="87369"/>
                  <a:pt x="1787164" y="85599"/>
                </a:cubicBezTo>
                <a:cubicBezTo>
                  <a:pt x="1788680" y="83829"/>
                  <a:pt x="1789809" y="81786"/>
                  <a:pt x="1790551" y="79470"/>
                </a:cubicBezTo>
                <a:cubicBezTo>
                  <a:pt x="1791293" y="77154"/>
                  <a:pt x="1791664" y="74741"/>
                  <a:pt x="1791664" y="72231"/>
                </a:cubicBezTo>
                <a:moveTo>
                  <a:pt x="1799695" y="141257"/>
                </a:moveTo>
                <a:cubicBezTo>
                  <a:pt x="1799695" y="137489"/>
                  <a:pt x="1798163" y="134584"/>
                  <a:pt x="1795099" y="132539"/>
                </a:cubicBezTo>
                <a:cubicBezTo>
                  <a:pt x="1792035" y="130493"/>
                  <a:pt x="1787890" y="129406"/>
                  <a:pt x="1782665" y="129277"/>
                </a:cubicBezTo>
                <a:lnTo>
                  <a:pt x="1760120" y="128497"/>
                </a:lnTo>
                <a:cubicBezTo>
                  <a:pt x="1758056" y="130119"/>
                  <a:pt x="1756363" y="131662"/>
                  <a:pt x="1755040" y="133123"/>
                </a:cubicBezTo>
                <a:cubicBezTo>
                  <a:pt x="1753718" y="134585"/>
                  <a:pt x="1752670" y="135980"/>
                  <a:pt x="1751895" y="137311"/>
                </a:cubicBezTo>
                <a:cubicBezTo>
                  <a:pt x="1751121" y="138641"/>
                  <a:pt x="1750589" y="139956"/>
                  <a:pt x="1750299" y="141254"/>
                </a:cubicBezTo>
                <a:cubicBezTo>
                  <a:pt x="1750009" y="142554"/>
                  <a:pt x="1749864" y="143886"/>
                  <a:pt x="1749864" y="145248"/>
                </a:cubicBezTo>
                <a:cubicBezTo>
                  <a:pt x="1749864" y="149469"/>
                  <a:pt x="1751992" y="152667"/>
                  <a:pt x="1756250" y="154843"/>
                </a:cubicBezTo>
                <a:cubicBezTo>
                  <a:pt x="1760507" y="157018"/>
                  <a:pt x="1766442" y="158105"/>
                  <a:pt x="1774053" y="158105"/>
                </a:cubicBezTo>
                <a:cubicBezTo>
                  <a:pt x="1778891" y="158105"/>
                  <a:pt x="1782939" y="157634"/>
                  <a:pt x="1786197" y="156693"/>
                </a:cubicBezTo>
                <a:cubicBezTo>
                  <a:pt x="1789454" y="155752"/>
                  <a:pt x="1792083" y="154502"/>
                  <a:pt x="1794083" y="152944"/>
                </a:cubicBezTo>
                <a:cubicBezTo>
                  <a:pt x="1796082" y="151385"/>
                  <a:pt x="1797518" y="149599"/>
                  <a:pt x="1798388" y="147586"/>
                </a:cubicBezTo>
                <a:cubicBezTo>
                  <a:pt x="1799259" y="145574"/>
                  <a:pt x="1799695" y="143464"/>
                  <a:pt x="1799695" y="1412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(TransformerEncoder)">
            <a:extLst xmlns:a="http://schemas.openxmlformats.org/drawingml/2006/main">
              <a:ext uri="{FF2B5EF4-FFF2-40B4-BE49-F238E27FC236}">
                <a16:creationId xmlns:a16="http://schemas.microsoft.com/office/drawing/2014/main" id="{BC0260A5-75E6-42AA-AEB5-ED47D16E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05" y="2386095"/>
            <a:ext cx="1802764" cy="170877"/>
          </a:xfrm>
          <a:custGeom xmlns:a="http://schemas.openxmlformats.org/drawingml/2006/main">
            <a:pathLst>
              <a:path w="1802764" h="170877">
                <a:moveTo>
                  <a:pt x="35027" y="3970"/>
                </a:moveTo>
                <a:cubicBezTo>
                  <a:pt x="28899" y="16952"/>
                  <a:pt x="24335" y="30273"/>
                  <a:pt x="21335" y="43932"/>
                </a:cubicBezTo>
                <a:cubicBezTo>
                  <a:pt x="18336" y="57589"/>
                  <a:pt x="16836" y="71328"/>
                  <a:pt x="16836" y="85148"/>
                </a:cubicBezTo>
                <a:cubicBezTo>
                  <a:pt x="16836" y="99033"/>
                  <a:pt x="18368" y="112789"/>
                  <a:pt x="21432" y="126416"/>
                </a:cubicBezTo>
                <a:cubicBezTo>
                  <a:pt x="24496" y="140041"/>
                  <a:pt x="28963" y="153408"/>
                  <a:pt x="34833" y="166517"/>
                </a:cubicBezTo>
                <a:cubicBezTo>
                  <a:pt x="35156" y="167293"/>
                  <a:pt x="35333" y="167955"/>
                  <a:pt x="35366" y="168504"/>
                </a:cubicBezTo>
                <a:cubicBezTo>
                  <a:pt x="35398" y="169052"/>
                  <a:pt x="35188" y="169504"/>
                  <a:pt x="34737" y="169858"/>
                </a:cubicBezTo>
                <a:cubicBezTo>
                  <a:pt x="34285" y="170215"/>
                  <a:pt x="33592" y="170474"/>
                  <a:pt x="32656" y="170636"/>
                </a:cubicBezTo>
                <a:cubicBezTo>
                  <a:pt x="31721" y="170797"/>
                  <a:pt x="30447" y="170877"/>
                  <a:pt x="28834" y="170877"/>
                </a:cubicBezTo>
                <a:cubicBezTo>
                  <a:pt x="27673" y="170877"/>
                  <a:pt x="26673" y="170845"/>
                  <a:pt x="25835" y="170781"/>
                </a:cubicBezTo>
                <a:cubicBezTo>
                  <a:pt x="24996" y="170716"/>
                  <a:pt x="24271" y="170587"/>
                  <a:pt x="23658" y="170394"/>
                </a:cubicBezTo>
                <a:cubicBezTo>
                  <a:pt x="23045" y="170200"/>
                  <a:pt x="22545" y="169973"/>
                  <a:pt x="22158" y="169713"/>
                </a:cubicBezTo>
                <a:cubicBezTo>
                  <a:pt x="21771" y="169455"/>
                  <a:pt x="21481" y="169165"/>
                  <a:pt x="21287" y="168842"/>
                </a:cubicBezTo>
                <a:cubicBezTo>
                  <a:pt x="17804" y="162257"/>
                  <a:pt x="14740" y="155589"/>
                  <a:pt x="12095" y="148840"/>
                </a:cubicBezTo>
                <a:cubicBezTo>
                  <a:pt x="9450" y="142091"/>
                  <a:pt x="7225" y="135230"/>
                  <a:pt x="5419" y="128255"/>
                </a:cubicBezTo>
                <a:cubicBezTo>
                  <a:pt x="3612" y="121280"/>
                  <a:pt x="2258" y="114225"/>
                  <a:pt x="1355" y="107089"/>
                </a:cubicBezTo>
                <a:cubicBezTo>
                  <a:pt x="452" y="99953"/>
                  <a:pt x="0" y="92736"/>
                  <a:pt x="0" y="85439"/>
                </a:cubicBezTo>
                <a:cubicBezTo>
                  <a:pt x="0" y="78141"/>
                  <a:pt x="500" y="70941"/>
                  <a:pt x="1500" y="63837"/>
                </a:cubicBezTo>
                <a:cubicBezTo>
                  <a:pt x="2500" y="56733"/>
                  <a:pt x="3919" y="49678"/>
                  <a:pt x="5757" y="42671"/>
                </a:cubicBezTo>
                <a:cubicBezTo>
                  <a:pt x="7596" y="35664"/>
                  <a:pt x="9837" y="28770"/>
                  <a:pt x="12482" y="21989"/>
                </a:cubicBezTo>
                <a:cubicBezTo>
                  <a:pt x="15127" y="15207"/>
                  <a:pt x="18094" y="8492"/>
                  <a:pt x="21384" y="1841"/>
                </a:cubicBezTo>
                <a:cubicBezTo>
                  <a:pt x="21448" y="1583"/>
                  <a:pt x="21626" y="1358"/>
                  <a:pt x="21916" y="1164"/>
                </a:cubicBezTo>
                <a:cubicBezTo>
                  <a:pt x="22206" y="969"/>
                  <a:pt x="22609" y="774"/>
                  <a:pt x="23126" y="581"/>
                </a:cubicBezTo>
                <a:cubicBezTo>
                  <a:pt x="23642" y="387"/>
                  <a:pt x="24351" y="242"/>
                  <a:pt x="25254" y="145"/>
                </a:cubicBezTo>
                <a:cubicBezTo>
                  <a:pt x="26157" y="48"/>
                  <a:pt x="27318" y="0"/>
                  <a:pt x="28738" y="0"/>
                </a:cubicBezTo>
                <a:cubicBezTo>
                  <a:pt x="30221" y="0"/>
                  <a:pt x="31415" y="97"/>
                  <a:pt x="32318" y="290"/>
                </a:cubicBezTo>
                <a:cubicBezTo>
                  <a:pt x="33221" y="484"/>
                  <a:pt x="33930" y="743"/>
                  <a:pt x="34446" y="1067"/>
                </a:cubicBezTo>
                <a:cubicBezTo>
                  <a:pt x="34962" y="1390"/>
                  <a:pt x="35253" y="1809"/>
                  <a:pt x="35317" y="2325"/>
                </a:cubicBezTo>
                <a:cubicBezTo>
                  <a:pt x="35382" y="2841"/>
                  <a:pt x="35285" y="3390"/>
                  <a:pt x="35027" y="3970"/>
                </a:cubicBezTo>
                <a:close/>
                <a:moveTo>
                  <a:pt x="142309" y="19352"/>
                </a:moveTo>
                <a:cubicBezTo>
                  <a:pt x="142309" y="20578"/>
                  <a:pt x="142245" y="21642"/>
                  <a:pt x="142116" y="22545"/>
                </a:cubicBezTo>
                <a:cubicBezTo>
                  <a:pt x="141987" y="23448"/>
                  <a:pt x="141777" y="24174"/>
                  <a:pt x="141487" y="24722"/>
                </a:cubicBezTo>
                <a:cubicBezTo>
                  <a:pt x="141196" y="25270"/>
                  <a:pt x="140842" y="25674"/>
                  <a:pt x="140422" y="25932"/>
                </a:cubicBezTo>
                <a:cubicBezTo>
                  <a:pt x="140003" y="26190"/>
                  <a:pt x="139535" y="26319"/>
                  <a:pt x="139019" y="26319"/>
                </a:cubicBezTo>
                <a:lnTo>
                  <a:pt x="103799" y="26319"/>
                </a:lnTo>
                <a:lnTo>
                  <a:pt x="103799" y="134883"/>
                </a:lnTo>
                <a:cubicBezTo>
                  <a:pt x="103799" y="135399"/>
                  <a:pt x="103670" y="135850"/>
                  <a:pt x="103412" y="136237"/>
                </a:cubicBezTo>
                <a:cubicBezTo>
                  <a:pt x="103154" y="136625"/>
                  <a:pt x="102702" y="136931"/>
                  <a:pt x="102057" y="137157"/>
                </a:cubicBezTo>
                <a:cubicBezTo>
                  <a:pt x="101412" y="137382"/>
                  <a:pt x="100557" y="137576"/>
                  <a:pt x="99493" y="137737"/>
                </a:cubicBezTo>
                <a:cubicBezTo>
                  <a:pt x="98429" y="137899"/>
                  <a:pt x="97090" y="137979"/>
                  <a:pt x="95477" y="137979"/>
                </a:cubicBezTo>
                <a:cubicBezTo>
                  <a:pt x="93929" y="137979"/>
                  <a:pt x="92607" y="137899"/>
                  <a:pt x="91510" y="137737"/>
                </a:cubicBezTo>
                <a:cubicBezTo>
                  <a:pt x="90414" y="137576"/>
                  <a:pt x="89543" y="137382"/>
                  <a:pt x="88898" y="137157"/>
                </a:cubicBezTo>
                <a:cubicBezTo>
                  <a:pt x="88253" y="136931"/>
                  <a:pt x="87801" y="136625"/>
                  <a:pt x="87543" y="136237"/>
                </a:cubicBezTo>
                <a:cubicBezTo>
                  <a:pt x="87285" y="135850"/>
                  <a:pt x="87156" y="135399"/>
                  <a:pt x="87156" y="134883"/>
                </a:cubicBezTo>
                <a:lnTo>
                  <a:pt x="87156" y="26319"/>
                </a:lnTo>
                <a:lnTo>
                  <a:pt x="51936" y="26319"/>
                </a:lnTo>
                <a:cubicBezTo>
                  <a:pt x="51420" y="26319"/>
                  <a:pt x="50952" y="26190"/>
                  <a:pt x="50533" y="25932"/>
                </a:cubicBezTo>
                <a:cubicBezTo>
                  <a:pt x="50113" y="25674"/>
                  <a:pt x="49775" y="25270"/>
                  <a:pt x="49517" y="24722"/>
                </a:cubicBezTo>
                <a:cubicBezTo>
                  <a:pt x="49259" y="24174"/>
                  <a:pt x="49049" y="23448"/>
                  <a:pt x="48888" y="22545"/>
                </a:cubicBezTo>
                <a:cubicBezTo>
                  <a:pt x="48726" y="21642"/>
                  <a:pt x="48646" y="20578"/>
                  <a:pt x="48646" y="19352"/>
                </a:cubicBezTo>
                <a:cubicBezTo>
                  <a:pt x="48646" y="18126"/>
                  <a:pt x="48726" y="17046"/>
                  <a:pt x="48888" y="16110"/>
                </a:cubicBezTo>
                <a:cubicBezTo>
                  <a:pt x="49049" y="15175"/>
                  <a:pt x="49259" y="14417"/>
                  <a:pt x="49517" y="13837"/>
                </a:cubicBezTo>
                <a:cubicBezTo>
                  <a:pt x="49775" y="13256"/>
                  <a:pt x="50113" y="12837"/>
                  <a:pt x="50533" y="12579"/>
                </a:cubicBezTo>
                <a:cubicBezTo>
                  <a:pt x="50952" y="12321"/>
                  <a:pt x="51420" y="12192"/>
                  <a:pt x="51936" y="12192"/>
                </a:cubicBezTo>
                <a:lnTo>
                  <a:pt x="139019" y="12192"/>
                </a:lnTo>
                <a:cubicBezTo>
                  <a:pt x="139535" y="12192"/>
                  <a:pt x="140003" y="12321"/>
                  <a:pt x="140422" y="12579"/>
                </a:cubicBezTo>
                <a:cubicBezTo>
                  <a:pt x="140842" y="12837"/>
                  <a:pt x="141196" y="13256"/>
                  <a:pt x="141487" y="13837"/>
                </a:cubicBezTo>
                <a:cubicBezTo>
                  <a:pt x="141777" y="14417"/>
                  <a:pt x="141987" y="15175"/>
                  <a:pt x="142116" y="16110"/>
                </a:cubicBezTo>
                <a:cubicBezTo>
                  <a:pt x="142245" y="17046"/>
                  <a:pt x="142309" y="18126"/>
                  <a:pt x="142309" y="19352"/>
                </a:cubicBezTo>
                <a:close/>
                <a:moveTo>
                  <a:pt x="209420" y="53605"/>
                </a:moveTo>
                <a:cubicBezTo>
                  <a:pt x="209420" y="55024"/>
                  <a:pt x="209387" y="56217"/>
                  <a:pt x="209323" y="57185"/>
                </a:cubicBezTo>
                <a:cubicBezTo>
                  <a:pt x="209258" y="58153"/>
                  <a:pt x="209129" y="58910"/>
                  <a:pt x="208936" y="59459"/>
                </a:cubicBezTo>
                <a:cubicBezTo>
                  <a:pt x="208742" y="60007"/>
                  <a:pt x="208500" y="60426"/>
                  <a:pt x="208210" y="60717"/>
                </a:cubicBezTo>
                <a:cubicBezTo>
                  <a:pt x="207920" y="61007"/>
                  <a:pt x="207517" y="61152"/>
                  <a:pt x="207001" y="61152"/>
                </a:cubicBezTo>
                <a:cubicBezTo>
                  <a:pt x="206485" y="61152"/>
                  <a:pt x="205856" y="61007"/>
                  <a:pt x="205114" y="60717"/>
                </a:cubicBezTo>
                <a:cubicBezTo>
                  <a:pt x="204372" y="60426"/>
                  <a:pt x="203533" y="60136"/>
                  <a:pt x="202598" y="59846"/>
                </a:cubicBezTo>
                <a:cubicBezTo>
                  <a:pt x="201663" y="59556"/>
                  <a:pt x="200615" y="59281"/>
                  <a:pt x="199453" y="59023"/>
                </a:cubicBezTo>
                <a:cubicBezTo>
                  <a:pt x="198292" y="58765"/>
                  <a:pt x="197034" y="58636"/>
                  <a:pt x="195680" y="58636"/>
                </a:cubicBezTo>
                <a:cubicBezTo>
                  <a:pt x="194067" y="58636"/>
                  <a:pt x="192487" y="58959"/>
                  <a:pt x="190939" y="59604"/>
                </a:cubicBezTo>
                <a:cubicBezTo>
                  <a:pt x="189390" y="60249"/>
                  <a:pt x="187762" y="61313"/>
                  <a:pt x="186052" y="62797"/>
                </a:cubicBezTo>
                <a:cubicBezTo>
                  <a:pt x="184343" y="64281"/>
                  <a:pt x="182553" y="66248"/>
                  <a:pt x="180682" y="68699"/>
                </a:cubicBezTo>
                <a:cubicBezTo>
                  <a:pt x="178811" y="71151"/>
                  <a:pt x="176747" y="74150"/>
                  <a:pt x="174489" y="77698"/>
                </a:cubicBezTo>
                <a:lnTo>
                  <a:pt x="174489" y="134980"/>
                </a:lnTo>
                <a:cubicBezTo>
                  <a:pt x="174489" y="135496"/>
                  <a:pt x="174360" y="135931"/>
                  <a:pt x="174102" y="136286"/>
                </a:cubicBezTo>
                <a:cubicBezTo>
                  <a:pt x="173844" y="136641"/>
                  <a:pt x="173425" y="136947"/>
                  <a:pt x="172845" y="137205"/>
                </a:cubicBezTo>
                <a:cubicBezTo>
                  <a:pt x="172264" y="137463"/>
                  <a:pt x="171458" y="137657"/>
                  <a:pt x="170426" y="137786"/>
                </a:cubicBezTo>
                <a:cubicBezTo>
                  <a:pt x="169393" y="137915"/>
                  <a:pt x="168071" y="137979"/>
                  <a:pt x="166458" y="137979"/>
                </a:cubicBezTo>
                <a:cubicBezTo>
                  <a:pt x="164910" y="137979"/>
                  <a:pt x="163620" y="137915"/>
                  <a:pt x="162588" y="137786"/>
                </a:cubicBezTo>
                <a:cubicBezTo>
                  <a:pt x="161556" y="137657"/>
                  <a:pt x="160733" y="137463"/>
                  <a:pt x="160121" y="137205"/>
                </a:cubicBezTo>
                <a:cubicBezTo>
                  <a:pt x="159508" y="136947"/>
                  <a:pt x="159089" y="136641"/>
                  <a:pt x="158863" y="136286"/>
                </a:cubicBezTo>
                <a:cubicBezTo>
                  <a:pt x="158637" y="135931"/>
                  <a:pt x="158524" y="135496"/>
                  <a:pt x="158524" y="134980"/>
                </a:cubicBezTo>
                <a:lnTo>
                  <a:pt x="158524" y="47896"/>
                </a:lnTo>
                <a:cubicBezTo>
                  <a:pt x="158524" y="47380"/>
                  <a:pt x="158621" y="46945"/>
                  <a:pt x="158814" y="46590"/>
                </a:cubicBezTo>
                <a:cubicBezTo>
                  <a:pt x="159008" y="46235"/>
                  <a:pt x="159395" y="45912"/>
                  <a:pt x="159976" y="45622"/>
                </a:cubicBezTo>
                <a:cubicBezTo>
                  <a:pt x="160556" y="45332"/>
                  <a:pt x="161298" y="45138"/>
                  <a:pt x="162201" y="45042"/>
                </a:cubicBezTo>
                <a:cubicBezTo>
                  <a:pt x="163104" y="44945"/>
                  <a:pt x="164297" y="44896"/>
                  <a:pt x="165781" y="44896"/>
                </a:cubicBezTo>
                <a:cubicBezTo>
                  <a:pt x="167200" y="44896"/>
                  <a:pt x="168377" y="44945"/>
                  <a:pt x="169313" y="45042"/>
                </a:cubicBezTo>
                <a:cubicBezTo>
                  <a:pt x="170248" y="45138"/>
                  <a:pt x="170974" y="45332"/>
                  <a:pt x="171490" y="45622"/>
                </a:cubicBezTo>
                <a:cubicBezTo>
                  <a:pt x="172006" y="45912"/>
                  <a:pt x="172377" y="46235"/>
                  <a:pt x="172603" y="46590"/>
                </a:cubicBezTo>
                <a:cubicBezTo>
                  <a:pt x="172828" y="46945"/>
                  <a:pt x="172941" y="47380"/>
                  <a:pt x="172941" y="47896"/>
                </a:cubicBezTo>
                <a:lnTo>
                  <a:pt x="172941" y="60572"/>
                </a:lnTo>
                <a:cubicBezTo>
                  <a:pt x="175328" y="57088"/>
                  <a:pt x="177570" y="54250"/>
                  <a:pt x="179666" y="52057"/>
                </a:cubicBezTo>
                <a:cubicBezTo>
                  <a:pt x="181763" y="49863"/>
                  <a:pt x="183746" y="48138"/>
                  <a:pt x="185617" y="46880"/>
                </a:cubicBezTo>
                <a:cubicBezTo>
                  <a:pt x="187488" y="45622"/>
                  <a:pt x="189342" y="44751"/>
                  <a:pt x="191180" y="44268"/>
                </a:cubicBezTo>
                <a:cubicBezTo>
                  <a:pt x="193019" y="43784"/>
                  <a:pt x="194873" y="43542"/>
                  <a:pt x="196744" y="43542"/>
                </a:cubicBezTo>
                <a:cubicBezTo>
                  <a:pt x="197583" y="43542"/>
                  <a:pt x="198534" y="43590"/>
                  <a:pt x="199599" y="43687"/>
                </a:cubicBezTo>
                <a:cubicBezTo>
                  <a:pt x="200663" y="43784"/>
                  <a:pt x="201776" y="43961"/>
                  <a:pt x="202937" y="44219"/>
                </a:cubicBezTo>
                <a:cubicBezTo>
                  <a:pt x="204098" y="44477"/>
                  <a:pt x="205146" y="44767"/>
                  <a:pt x="206081" y="45090"/>
                </a:cubicBezTo>
                <a:cubicBezTo>
                  <a:pt x="207017" y="45412"/>
                  <a:pt x="207678" y="45735"/>
                  <a:pt x="208065" y="46058"/>
                </a:cubicBezTo>
                <a:cubicBezTo>
                  <a:pt x="208452" y="46380"/>
                  <a:pt x="208710" y="46687"/>
                  <a:pt x="208839" y="46977"/>
                </a:cubicBezTo>
                <a:cubicBezTo>
                  <a:pt x="208968" y="47267"/>
                  <a:pt x="209081" y="47638"/>
                  <a:pt x="209178" y="48090"/>
                </a:cubicBezTo>
                <a:cubicBezTo>
                  <a:pt x="209275" y="48541"/>
                  <a:pt x="209339" y="49202"/>
                  <a:pt x="209371" y="50073"/>
                </a:cubicBezTo>
                <a:cubicBezTo>
                  <a:pt x="209404" y="50944"/>
                  <a:pt x="209420" y="52121"/>
                  <a:pt x="209420" y="53605"/>
                </a:cubicBezTo>
                <a:close/>
                <a:moveTo>
                  <a:pt x="293306" y="135076"/>
                </a:moveTo>
                <a:cubicBezTo>
                  <a:pt x="293306" y="135850"/>
                  <a:pt x="293048" y="136431"/>
                  <a:pt x="292532" y="136818"/>
                </a:cubicBezTo>
                <a:cubicBezTo>
                  <a:pt x="292016" y="137205"/>
                  <a:pt x="291306" y="137495"/>
                  <a:pt x="290403" y="137689"/>
                </a:cubicBezTo>
                <a:cubicBezTo>
                  <a:pt x="289500" y="137882"/>
                  <a:pt x="288178" y="137979"/>
                  <a:pt x="286436" y="137979"/>
                </a:cubicBezTo>
                <a:cubicBezTo>
                  <a:pt x="284759" y="137979"/>
                  <a:pt x="283420" y="137882"/>
                  <a:pt x="282421" y="137689"/>
                </a:cubicBezTo>
                <a:cubicBezTo>
                  <a:pt x="281421" y="137495"/>
                  <a:pt x="280695" y="137205"/>
                  <a:pt x="280244" y="136818"/>
                </a:cubicBezTo>
                <a:cubicBezTo>
                  <a:pt x="279792" y="136431"/>
                  <a:pt x="279566" y="135850"/>
                  <a:pt x="279566" y="135076"/>
                </a:cubicBezTo>
                <a:lnTo>
                  <a:pt x="279566" y="126368"/>
                </a:lnTo>
                <a:cubicBezTo>
                  <a:pt x="275760" y="130432"/>
                  <a:pt x="271519" y="133609"/>
                  <a:pt x="266842" y="135899"/>
                </a:cubicBezTo>
                <a:cubicBezTo>
                  <a:pt x="262166" y="138189"/>
                  <a:pt x="257215" y="139334"/>
                  <a:pt x="251990" y="139334"/>
                </a:cubicBezTo>
                <a:cubicBezTo>
                  <a:pt x="247410" y="139334"/>
                  <a:pt x="243265" y="138735"/>
                  <a:pt x="239556" y="137538"/>
                </a:cubicBezTo>
                <a:cubicBezTo>
                  <a:pt x="235847" y="136340"/>
                  <a:pt x="232686" y="134609"/>
                  <a:pt x="230074" y="132343"/>
                </a:cubicBezTo>
                <a:cubicBezTo>
                  <a:pt x="227461" y="130077"/>
                  <a:pt x="225429" y="127294"/>
                  <a:pt x="223978" y="123994"/>
                </a:cubicBezTo>
                <a:cubicBezTo>
                  <a:pt x="222526" y="120692"/>
                  <a:pt x="221801" y="116937"/>
                  <a:pt x="221801" y="112728"/>
                </a:cubicBezTo>
                <a:cubicBezTo>
                  <a:pt x="221801" y="107809"/>
                  <a:pt x="222801" y="103538"/>
                  <a:pt x="224800" y="99913"/>
                </a:cubicBezTo>
                <a:cubicBezTo>
                  <a:pt x="226800" y="96287"/>
                  <a:pt x="229671" y="93276"/>
                  <a:pt x="233412" y="90881"/>
                </a:cubicBezTo>
                <a:cubicBezTo>
                  <a:pt x="237153" y="88487"/>
                  <a:pt x="241733" y="86691"/>
                  <a:pt x="247152" y="85493"/>
                </a:cubicBezTo>
                <a:cubicBezTo>
                  <a:pt x="252570" y="84296"/>
                  <a:pt x="258666" y="83697"/>
                  <a:pt x="265439" y="83697"/>
                </a:cubicBezTo>
                <a:lnTo>
                  <a:pt x="277437" y="83697"/>
                </a:lnTo>
                <a:lnTo>
                  <a:pt x="277437" y="76948"/>
                </a:lnTo>
                <a:cubicBezTo>
                  <a:pt x="277437" y="73606"/>
                  <a:pt x="277083" y="70650"/>
                  <a:pt x="276373" y="68079"/>
                </a:cubicBezTo>
                <a:cubicBezTo>
                  <a:pt x="275664" y="65507"/>
                  <a:pt x="274519" y="63369"/>
                  <a:pt x="272938" y="61666"/>
                </a:cubicBezTo>
                <a:cubicBezTo>
                  <a:pt x="271358" y="59963"/>
                  <a:pt x="269310" y="58678"/>
                  <a:pt x="266794" y="57811"/>
                </a:cubicBezTo>
                <a:cubicBezTo>
                  <a:pt x="264278" y="56942"/>
                  <a:pt x="261182" y="56508"/>
                  <a:pt x="257505" y="56508"/>
                </a:cubicBezTo>
                <a:cubicBezTo>
                  <a:pt x="253570" y="56508"/>
                  <a:pt x="250038" y="56970"/>
                  <a:pt x="246910" y="57895"/>
                </a:cubicBezTo>
                <a:cubicBezTo>
                  <a:pt x="243781" y="58821"/>
                  <a:pt x="241040" y="59842"/>
                  <a:pt x="238685" y="60959"/>
                </a:cubicBezTo>
                <a:cubicBezTo>
                  <a:pt x="236331" y="62075"/>
                  <a:pt x="234363" y="63096"/>
                  <a:pt x="232783" y="64022"/>
                </a:cubicBezTo>
                <a:cubicBezTo>
                  <a:pt x="231203" y="64947"/>
                  <a:pt x="230025" y="65409"/>
                  <a:pt x="229251" y="65409"/>
                </a:cubicBezTo>
                <a:cubicBezTo>
                  <a:pt x="228735" y="65409"/>
                  <a:pt x="228284" y="65280"/>
                  <a:pt x="227897" y="65022"/>
                </a:cubicBezTo>
                <a:cubicBezTo>
                  <a:pt x="227510" y="64764"/>
                  <a:pt x="227171" y="64377"/>
                  <a:pt x="226881" y="63861"/>
                </a:cubicBezTo>
                <a:cubicBezTo>
                  <a:pt x="226590" y="63345"/>
                  <a:pt x="226381" y="62684"/>
                  <a:pt x="226252" y="61878"/>
                </a:cubicBezTo>
                <a:cubicBezTo>
                  <a:pt x="226123" y="61071"/>
                  <a:pt x="226058" y="60184"/>
                  <a:pt x="226058" y="59217"/>
                </a:cubicBezTo>
                <a:cubicBezTo>
                  <a:pt x="226058" y="57604"/>
                  <a:pt x="226171" y="56330"/>
                  <a:pt x="226397" y="55395"/>
                </a:cubicBezTo>
                <a:cubicBezTo>
                  <a:pt x="226623" y="54460"/>
                  <a:pt x="227171" y="53573"/>
                  <a:pt x="228042" y="52734"/>
                </a:cubicBezTo>
                <a:cubicBezTo>
                  <a:pt x="228913" y="51895"/>
                  <a:pt x="230412" y="50919"/>
                  <a:pt x="232541" y="49804"/>
                </a:cubicBezTo>
                <a:cubicBezTo>
                  <a:pt x="234670" y="48687"/>
                  <a:pt x="237121" y="47667"/>
                  <a:pt x="239895" y="46744"/>
                </a:cubicBezTo>
                <a:cubicBezTo>
                  <a:pt x="242669" y="45821"/>
                  <a:pt x="245700" y="45057"/>
                  <a:pt x="248990" y="44452"/>
                </a:cubicBezTo>
                <a:cubicBezTo>
                  <a:pt x="252280" y="43845"/>
                  <a:pt x="255602" y="43542"/>
                  <a:pt x="258956" y="43542"/>
                </a:cubicBezTo>
                <a:cubicBezTo>
                  <a:pt x="265214" y="43542"/>
                  <a:pt x="270535" y="44251"/>
                  <a:pt x="274922" y="45671"/>
                </a:cubicBezTo>
                <a:cubicBezTo>
                  <a:pt x="279308" y="47090"/>
                  <a:pt x="282856" y="49170"/>
                  <a:pt x="285565" y="51912"/>
                </a:cubicBezTo>
                <a:cubicBezTo>
                  <a:pt x="288275" y="54653"/>
                  <a:pt x="290242" y="58056"/>
                  <a:pt x="291468" y="62120"/>
                </a:cubicBezTo>
                <a:cubicBezTo>
                  <a:pt x="292693" y="66184"/>
                  <a:pt x="293306" y="70925"/>
                  <a:pt x="293306" y="76343"/>
                </a:cubicBezTo>
                <a:lnTo>
                  <a:pt x="293306" y="135076"/>
                </a:lnTo>
                <a:moveTo>
                  <a:pt x="277437" y="95211"/>
                </a:moveTo>
                <a:lnTo>
                  <a:pt x="263794" y="95211"/>
                </a:lnTo>
                <a:cubicBezTo>
                  <a:pt x="259408" y="95211"/>
                  <a:pt x="255602" y="95585"/>
                  <a:pt x="252377" y="96333"/>
                </a:cubicBezTo>
                <a:cubicBezTo>
                  <a:pt x="249151" y="97079"/>
                  <a:pt x="246474" y="98182"/>
                  <a:pt x="244346" y="99641"/>
                </a:cubicBezTo>
                <a:cubicBezTo>
                  <a:pt x="242217" y="101101"/>
                  <a:pt x="240653" y="102853"/>
                  <a:pt x="239653" y="104899"/>
                </a:cubicBezTo>
                <a:cubicBezTo>
                  <a:pt x="238653" y="106944"/>
                  <a:pt x="238153" y="109296"/>
                  <a:pt x="238153" y="111957"/>
                </a:cubicBezTo>
                <a:cubicBezTo>
                  <a:pt x="238153" y="116501"/>
                  <a:pt x="239588" y="120119"/>
                  <a:pt x="242459" y="122812"/>
                </a:cubicBezTo>
                <a:cubicBezTo>
                  <a:pt x="245329" y="125505"/>
                  <a:pt x="249345" y="126852"/>
                  <a:pt x="254505" y="126852"/>
                </a:cubicBezTo>
                <a:cubicBezTo>
                  <a:pt x="258698" y="126852"/>
                  <a:pt x="262585" y="125781"/>
                  <a:pt x="266165" y="123641"/>
                </a:cubicBezTo>
                <a:cubicBezTo>
                  <a:pt x="269745" y="121498"/>
                  <a:pt x="273503" y="118220"/>
                  <a:pt x="277437" y="113807"/>
                </a:cubicBezTo>
                <a:lnTo>
                  <a:pt x="277437" y="95211"/>
                </a:lnTo>
                <a:close/>
                <a:moveTo>
                  <a:pt x="397632" y="134980"/>
                </a:moveTo>
                <a:cubicBezTo>
                  <a:pt x="397632" y="135496"/>
                  <a:pt x="397503" y="135931"/>
                  <a:pt x="397245" y="136286"/>
                </a:cubicBezTo>
                <a:cubicBezTo>
                  <a:pt x="396987" y="136641"/>
                  <a:pt x="396568" y="136947"/>
                  <a:pt x="395987" y="137205"/>
                </a:cubicBezTo>
                <a:cubicBezTo>
                  <a:pt x="395406" y="137463"/>
                  <a:pt x="394600" y="137657"/>
                  <a:pt x="393568" y="137786"/>
                </a:cubicBezTo>
                <a:cubicBezTo>
                  <a:pt x="392536" y="137915"/>
                  <a:pt x="391246" y="137979"/>
                  <a:pt x="389698" y="137979"/>
                </a:cubicBezTo>
                <a:cubicBezTo>
                  <a:pt x="388085" y="137979"/>
                  <a:pt x="386763" y="137915"/>
                  <a:pt x="385730" y="137786"/>
                </a:cubicBezTo>
                <a:cubicBezTo>
                  <a:pt x="384698" y="137657"/>
                  <a:pt x="383892" y="137463"/>
                  <a:pt x="383312" y="137205"/>
                </a:cubicBezTo>
                <a:cubicBezTo>
                  <a:pt x="382731" y="136947"/>
                  <a:pt x="382312" y="136641"/>
                  <a:pt x="382054" y="136286"/>
                </a:cubicBezTo>
                <a:cubicBezTo>
                  <a:pt x="381796" y="135931"/>
                  <a:pt x="381667" y="135496"/>
                  <a:pt x="381667" y="134980"/>
                </a:cubicBezTo>
                <a:lnTo>
                  <a:pt x="381667" y="83987"/>
                </a:lnTo>
                <a:cubicBezTo>
                  <a:pt x="381667" y="79020"/>
                  <a:pt x="381280" y="75021"/>
                  <a:pt x="380505" y="71989"/>
                </a:cubicBezTo>
                <a:cubicBezTo>
                  <a:pt x="379731" y="68957"/>
                  <a:pt x="378603" y="66345"/>
                  <a:pt x="377119" y="64152"/>
                </a:cubicBezTo>
                <a:cubicBezTo>
                  <a:pt x="375635" y="61958"/>
                  <a:pt x="373716" y="60281"/>
                  <a:pt x="371362" y="59120"/>
                </a:cubicBezTo>
                <a:cubicBezTo>
                  <a:pt x="369007" y="57959"/>
                  <a:pt x="366282" y="57378"/>
                  <a:pt x="363186" y="57378"/>
                </a:cubicBezTo>
                <a:cubicBezTo>
                  <a:pt x="359186" y="57378"/>
                  <a:pt x="355187" y="58798"/>
                  <a:pt x="351187" y="61636"/>
                </a:cubicBezTo>
                <a:cubicBezTo>
                  <a:pt x="347188" y="64474"/>
                  <a:pt x="342995" y="68635"/>
                  <a:pt x="338609" y="74118"/>
                </a:cubicBezTo>
                <a:lnTo>
                  <a:pt x="338609" y="134980"/>
                </a:lnTo>
                <a:cubicBezTo>
                  <a:pt x="338609" y="135496"/>
                  <a:pt x="338480" y="135931"/>
                  <a:pt x="338222" y="136286"/>
                </a:cubicBezTo>
                <a:cubicBezTo>
                  <a:pt x="337964" y="136641"/>
                  <a:pt x="337544" y="136947"/>
                  <a:pt x="336964" y="137205"/>
                </a:cubicBezTo>
                <a:cubicBezTo>
                  <a:pt x="336383" y="137463"/>
                  <a:pt x="335577" y="137657"/>
                  <a:pt x="334545" y="137786"/>
                </a:cubicBezTo>
                <a:cubicBezTo>
                  <a:pt x="333513" y="137915"/>
                  <a:pt x="332190" y="137979"/>
                  <a:pt x="330578" y="137979"/>
                </a:cubicBezTo>
                <a:cubicBezTo>
                  <a:pt x="329029" y="137979"/>
                  <a:pt x="327739" y="137915"/>
                  <a:pt x="326707" y="137786"/>
                </a:cubicBezTo>
                <a:cubicBezTo>
                  <a:pt x="325675" y="137657"/>
                  <a:pt x="324853" y="137463"/>
                  <a:pt x="324240" y="137205"/>
                </a:cubicBezTo>
                <a:cubicBezTo>
                  <a:pt x="323627" y="136947"/>
                  <a:pt x="323208" y="136641"/>
                  <a:pt x="322982" y="136286"/>
                </a:cubicBezTo>
                <a:cubicBezTo>
                  <a:pt x="322756" y="135931"/>
                  <a:pt x="322643" y="135496"/>
                  <a:pt x="322643" y="134980"/>
                </a:cubicBezTo>
                <a:lnTo>
                  <a:pt x="322643" y="47896"/>
                </a:lnTo>
                <a:cubicBezTo>
                  <a:pt x="322643" y="47380"/>
                  <a:pt x="322740" y="46945"/>
                  <a:pt x="322934" y="46590"/>
                </a:cubicBezTo>
                <a:cubicBezTo>
                  <a:pt x="323127" y="46235"/>
                  <a:pt x="323514" y="45912"/>
                  <a:pt x="324095" y="45622"/>
                </a:cubicBezTo>
                <a:cubicBezTo>
                  <a:pt x="324675" y="45332"/>
                  <a:pt x="325417" y="45138"/>
                  <a:pt x="326320" y="45042"/>
                </a:cubicBezTo>
                <a:cubicBezTo>
                  <a:pt x="327223" y="44945"/>
                  <a:pt x="328417" y="44896"/>
                  <a:pt x="329900" y="44896"/>
                </a:cubicBezTo>
                <a:cubicBezTo>
                  <a:pt x="331319" y="44896"/>
                  <a:pt x="332497" y="44945"/>
                  <a:pt x="333432" y="45042"/>
                </a:cubicBezTo>
                <a:cubicBezTo>
                  <a:pt x="334367" y="45138"/>
                  <a:pt x="335093" y="45332"/>
                  <a:pt x="335609" y="45622"/>
                </a:cubicBezTo>
                <a:cubicBezTo>
                  <a:pt x="336125" y="45912"/>
                  <a:pt x="336496" y="46235"/>
                  <a:pt x="336722" y="46590"/>
                </a:cubicBezTo>
                <a:cubicBezTo>
                  <a:pt x="336948" y="46945"/>
                  <a:pt x="337060" y="47380"/>
                  <a:pt x="337060" y="47896"/>
                </a:cubicBezTo>
                <a:lnTo>
                  <a:pt x="337060" y="59410"/>
                </a:lnTo>
                <a:cubicBezTo>
                  <a:pt x="341963" y="53927"/>
                  <a:pt x="346849" y="49912"/>
                  <a:pt x="351720" y="47364"/>
                </a:cubicBezTo>
                <a:cubicBezTo>
                  <a:pt x="356590" y="44816"/>
                  <a:pt x="361508" y="43542"/>
                  <a:pt x="366475" y="43542"/>
                </a:cubicBezTo>
                <a:cubicBezTo>
                  <a:pt x="372281" y="43542"/>
                  <a:pt x="377167" y="44526"/>
                  <a:pt x="381134" y="46493"/>
                </a:cubicBezTo>
                <a:cubicBezTo>
                  <a:pt x="385102" y="48460"/>
                  <a:pt x="388311" y="51089"/>
                  <a:pt x="390762" y="54379"/>
                </a:cubicBezTo>
                <a:cubicBezTo>
                  <a:pt x="393213" y="57669"/>
                  <a:pt x="394971" y="61523"/>
                  <a:pt x="396035" y="65942"/>
                </a:cubicBezTo>
                <a:cubicBezTo>
                  <a:pt x="397100" y="70360"/>
                  <a:pt x="397632" y="75666"/>
                  <a:pt x="397632" y="81859"/>
                </a:cubicBezTo>
                <a:lnTo>
                  <a:pt x="397632" y="134980"/>
                </a:lnTo>
                <a:close/>
                <a:moveTo>
                  <a:pt x="481368" y="111343"/>
                </a:moveTo>
                <a:cubicBezTo>
                  <a:pt x="481368" y="115798"/>
                  <a:pt x="480546" y="119769"/>
                  <a:pt x="478901" y="123257"/>
                </a:cubicBezTo>
                <a:cubicBezTo>
                  <a:pt x="477256" y="126742"/>
                  <a:pt x="474917" y="129680"/>
                  <a:pt x="471886" y="132071"/>
                </a:cubicBezTo>
                <a:cubicBezTo>
                  <a:pt x="468854" y="134460"/>
                  <a:pt x="465241" y="136267"/>
                  <a:pt x="461049" y="137492"/>
                </a:cubicBezTo>
                <a:cubicBezTo>
                  <a:pt x="456856" y="138720"/>
                  <a:pt x="452243" y="139334"/>
                  <a:pt x="447212" y="139334"/>
                </a:cubicBezTo>
                <a:cubicBezTo>
                  <a:pt x="444116" y="139334"/>
                  <a:pt x="441164" y="139092"/>
                  <a:pt x="438358" y="138608"/>
                </a:cubicBezTo>
                <a:cubicBezTo>
                  <a:pt x="435552" y="138124"/>
                  <a:pt x="433037" y="137511"/>
                  <a:pt x="430811" y="136770"/>
                </a:cubicBezTo>
                <a:cubicBezTo>
                  <a:pt x="428586" y="136028"/>
                  <a:pt x="426699" y="135254"/>
                  <a:pt x="425151" y="134447"/>
                </a:cubicBezTo>
                <a:cubicBezTo>
                  <a:pt x="423603" y="133641"/>
                  <a:pt x="422474" y="132915"/>
                  <a:pt x="421764" y="132270"/>
                </a:cubicBezTo>
                <a:cubicBezTo>
                  <a:pt x="421055" y="131625"/>
                  <a:pt x="420539" y="130722"/>
                  <a:pt x="420216" y="129561"/>
                </a:cubicBezTo>
                <a:cubicBezTo>
                  <a:pt x="419893" y="128400"/>
                  <a:pt x="419732" y="126820"/>
                  <a:pt x="419732" y="124820"/>
                </a:cubicBezTo>
                <a:cubicBezTo>
                  <a:pt x="419732" y="123594"/>
                  <a:pt x="419797" y="122562"/>
                  <a:pt x="419926" y="121724"/>
                </a:cubicBezTo>
                <a:cubicBezTo>
                  <a:pt x="420055" y="120885"/>
                  <a:pt x="420216" y="120208"/>
                  <a:pt x="420410" y="119692"/>
                </a:cubicBezTo>
                <a:cubicBezTo>
                  <a:pt x="420603" y="119176"/>
                  <a:pt x="420877" y="118805"/>
                  <a:pt x="421232" y="118579"/>
                </a:cubicBezTo>
                <a:cubicBezTo>
                  <a:pt x="421587" y="118353"/>
                  <a:pt x="421990" y="118240"/>
                  <a:pt x="422441" y="118240"/>
                </a:cubicBezTo>
                <a:cubicBezTo>
                  <a:pt x="423151" y="118240"/>
                  <a:pt x="424199" y="118676"/>
                  <a:pt x="425586" y="119546"/>
                </a:cubicBezTo>
                <a:cubicBezTo>
                  <a:pt x="426973" y="120417"/>
                  <a:pt x="428682" y="121369"/>
                  <a:pt x="430714" y="122401"/>
                </a:cubicBezTo>
                <a:cubicBezTo>
                  <a:pt x="432746" y="123433"/>
                  <a:pt x="435149" y="124384"/>
                  <a:pt x="437923" y="125255"/>
                </a:cubicBezTo>
                <a:cubicBezTo>
                  <a:pt x="440697" y="126126"/>
                  <a:pt x="443890" y="126562"/>
                  <a:pt x="447502" y="126562"/>
                </a:cubicBezTo>
                <a:cubicBezTo>
                  <a:pt x="450211" y="126562"/>
                  <a:pt x="452663" y="126271"/>
                  <a:pt x="454856" y="125691"/>
                </a:cubicBezTo>
                <a:cubicBezTo>
                  <a:pt x="457049" y="125108"/>
                  <a:pt x="458952" y="124251"/>
                  <a:pt x="460565" y="123121"/>
                </a:cubicBezTo>
                <a:cubicBezTo>
                  <a:pt x="462177" y="121990"/>
                  <a:pt x="463419" y="120551"/>
                  <a:pt x="464290" y="118806"/>
                </a:cubicBezTo>
                <a:cubicBezTo>
                  <a:pt x="465161" y="117060"/>
                  <a:pt x="465596" y="114992"/>
                  <a:pt x="465596" y="112601"/>
                </a:cubicBezTo>
                <a:cubicBezTo>
                  <a:pt x="465596" y="110148"/>
                  <a:pt x="464967" y="108081"/>
                  <a:pt x="463709" y="106402"/>
                </a:cubicBezTo>
                <a:cubicBezTo>
                  <a:pt x="462452" y="104723"/>
                  <a:pt x="460791" y="103238"/>
                  <a:pt x="458726" y="101948"/>
                </a:cubicBezTo>
                <a:cubicBezTo>
                  <a:pt x="456662" y="100656"/>
                  <a:pt x="454340" y="99510"/>
                  <a:pt x="451760" y="98510"/>
                </a:cubicBezTo>
                <a:cubicBezTo>
                  <a:pt x="449179" y="97508"/>
                  <a:pt x="446518" y="96459"/>
                  <a:pt x="443777" y="95363"/>
                </a:cubicBezTo>
                <a:cubicBezTo>
                  <a:pt x="441035" y="94264"/>
                  <a:pt x="438358" y="93020"/>
                  <a:pt x="435746" y="91631"/>
                </a:cubicBezTo>
                <a:cubicBezTo>
                  <a:pt x="433133" y="90242"/>
                  <a:pt x="430795" y="88547"/>
                  <a:pt x="428731" y="86545"/>
                </a:cubicBezTo>
                <a:cubicBezTo>
                  <a:pt x="426667" y="84544"/>
                  <a:pt x="425006" y="82155"/>
                  <a:pt x="423748" y="79379"/>
                </a:cubicBezTo>
                <a:cubicBezTo>
                  <a:pt x="422490" y="76603"/>
                  <a:pt x="421861" y="73278"/>
                  <a:pt x="421861" y="69404"/>
                </a:cubicBezTo>
                <a:cubicBezTo>
                  <a:pt x="421861" y="65981"/>
                  <a:pt x="422522" y="62704"/>
                  <a:pt x="423845" y="59574"/>
                </a:cubicBezTo>
                <a:cubicBezTo>
                  <a:pt x="425167" y="56441"/>
                  <a:pt x="427150" y="53697"/>
                  <a:pt x="429795" y="51340"/>
                </a:cubicBezTo>
                <a:cubicBezTo>
                  <a:pt x="432440" y="48982"/>
                  <a:pt x="435746" y="47093"/>
                  <a:pt x="439713" y="45674"/>
                </a:cubicBezTo>
                <a:cubicBezTo>
                  <a:pt x="443680" y="44252"/>
                  <a:pt x="448309" y="43542"/>
                  <a:pt x="453598" y="43542"/>
                </a:cubicBezTo>
                <a:cubicBezTo>
                  <a:pt x="455920" y="43542"/>
                  <a:pt x="458243" y="43738"/>
                  <a:pt x="460565" y="44131"/>
                </a:cubicBezTo>
                <a:cubicBezTo>
                  <a:pt x="462887" y="44525"/>
                  <a:pt x="464983" y="45015"/>
                  <a:pt x="466854" y="45604"/>
                </a:cubicBezTo>
                <a:cubicBezTo>
                  <a:pt x="468725" y="46193"/>
                  <a:pt x="470321" y="46831"/>
                  <a:pt x="471644" y="47518"/>
                </a:cubicBezTo>
                <a:cubicBezTo>
                  <a:pt x="472966" y="48205"/>
                  <a:pt x="473966" y="48811"/>
                  <a:pt x="474643" y="49335"/>
                </a:cubicBezTo>
                <a:cubicBezTo>
                  <a:pt x="475321" y="49859"/>
                  <a:pt x="475772" y="50315"/>
                  <a:pt x="475998" y="50702"/>
                </a:cubicBezTo>
                <a:cubicBezTo>
                  <a:pt x="476224" y="51089"/>
                  <a:pt x="476385" y="51524"/>
                  <a:pt x="476482" y="52008"/>
                </a:cubicBezTo>
                <a:cubicBezTo>
                  <a:pt x="476578" y="52492"/>
                  <a:pt x="476675" y="53089"/>
                  <a:pt x="476772" y="53798"/>
                </a:cubicBezTo>
                <a:cubicBezTo>
                  <a:pt x="476869" y="54508"/>
                  <a:pt x="476917" y="55379"/>
                  <a:pt x="476917" y="56411"/>
                </a:cubicBezTo>
                <a:cubicBezTo>
                  <a:pt x="476917" y="57507"/>
                  <a:pt x="476869" y="58459"/>
                  <a:pt x="476772" y="59265"/>
                </a:cubicBezTo>
                <a:cubicBezTo>
                  <a:pt x="476675" y="60072"/>
                  <a:pt x="476514" y="60733"/>
                  <a:pt x="476288" y="61249"/>
                </a:cubicBezTo>
                <a:cubicBezTo>
                  <a:pt x="476062" y="61765"/>
                  <a:pt x="475788" y="62136"/>
                  <a:pt x="475466" y="62362"/>
                </a:cubicBezTo>
                <a:cubicBezTo>
                  <a:pt x="475143" y="62587"/>
                  <a:pt x="474788" y="62700"/>
                  <a:pt x="474401" y="62700"/>
                </a:cubicBezTo>
                <a:cubicBezTo>
                  <a:pt x="473821" y="62700"/>
                  <a:pt x="472982" y="62340"/>
                  <a:pt x="471886" y="61621"/>
                </a:cubicBezTo>
                <a:cubicBezTo>
                  <a:pt x="470789" y="60901"/>
                  <a:pt x="469370" y="60132"/>
                  <a:pt x="467628" y="59314"/>
                </a:cubicBezTo>
                <a:cubicBezTo>
                  <a:pt x="465887" y="58495"/>
                  <a:pt x="463838" y="57726"/>
                  <a:pt x="461484" y="57007"/>
                </a:cubicBezTo>
                <a:cubicBezTo>
                  <a:pt x="459129" y="56287"/>
                  <a:pt x="456436" y="55927"/>
                  <a:pt x="453405" y="55927"/>
                </a:cubicBezTo>
                <a:cubicBezTo>
                  <a:pt x="450695" y="55927"/>
                  <a:pt x="448309" y="56234"/>
                  <a:pt x="446244" y="56849"/>
                </a:cubicBezTo>
                <a:cubicBezTo>
                  <a:pt x="444180" y="57462"/>
                  <a:pt x="442487" y="58334"/>
                  <a:pt x="441164" y="59465"/>
                </a:cubicBezTo>
                <a:cubicBezTo>
                  <a:pt x="439842" y="60596"/>
                  <a:pt x="438842" y="61937"/>
                  <a:pt x="438165" y="63489"/>
                </a:cubicBezTo>
                <a:cubicBezTo>
                  <a:pt x="437488" y="65040"/>
                  <a:pt x="437149" y="66720"/>
                  <a:pt x="437149" y="68530"/>
                </a:cubicBezTo>
                <a:cubicBezTo>
                  <a:pt x="437149" y="71048"/>
                  <a:pt x="437794" y="73162"/>
                  <a:pt x="439084" y="74874"/>
                </a:cubicBezTo>
                <a:cubicBezTo>
                  <a:pt x="440374" y="76585"/>
                  <a:pt x="442051" y="78087"/>
                  <a:pt x="444116" y="79379"/>
                </a:cubicBezTo>
                <a:cubicBezTo>
                  <a:pt x="446180" y="80669"/>
                  <a:pt x="448534" y="81831"/>
                  <a:pt x="451179" y="82866"/>
                </a:cubicBezTo>
                <a:cubicBezTo>
                  <a:pt x="453824" y="83898"/>
                  <a:pt x="456517" y="84963"/>
                  <a:pt x="459259" y="86062"/>
                </a:cubicBezTo>
                <a:cubicBezTo>
                  <a:pt x="462000" y="87158"/>
                  <a:pt x="464709" y="88385"/>
                  <a:pt x="467386" y="89741"/>
                </a:cubicBezTo>
                <a:cubicBezTo>
                  <a:pt x="470063" y="91098"/>
                  <a:pt x="472434" y="92745"/>
                  <a:pt x="474498" y="94682"/>
                </a:cubicBezTo>
                <a:cubicBezTo>
                  <a:pt x="476562" y="96619"/>
                  <a:pt x="478223" y="98945"/>
                  <a:pt x="479481" y="101658"/>
                </a:cubicBezTo>
                <a:cubicBezTo>
                  <a:pt x="480739" y="104369"/>
                  <a:pt x="481368" y="107598"/>
                  <a:pt x="481368" y="111343"/>
                </a:cubicBezTo>
                <a:close/>
                <a:moveTo>
                  <a:pt x="551903" y="12095"/>
                </a:moveTo>
                <a:cubicBezTo>
                  <a:pt x="551903" y="13321"/>
                  <a:pt x="551839" y="14304"/>
                  <a:pt x="551710" y="15046"/>
                </a:cubicBezTo>
                <a:cubicBezTo>
                  <a:pt x="551581" y="15788"/>
                  <a:pt x="551436" y="16385"/>
                  <a:pt x="551274" y="16836"/>
                </a:cubicBezTo>
                <a:cubicBezTo>
                  <a:pt x="551113" y="17288"/>
                  <a:pt x="550903" y="17594"/>
                  <a:pt x="550645" y="17755"/>
                </a:cubicBezTo>
                <a:cubicBezTo>
                  <a:pt x="550387" y="17917"/>
                  <a:pt x="550065" y="17997"/>
                  <a:pt x="549678" y="17997"/>
                </a:cubicBezTo>
                <a:cubicBezTo>
                  <a:pt x="549226" y="17997"/>
                  <a:pt x="548662" y="17852"/>
                  <a:pt x="547984" y="17562"/>
                </a:cubicBezTo>
                <a:cubicBezTo>
                  <a:pt x="547307" y="17272"/>
                  <a:pt x="546485" y="16949"/>
                  <a:pt x="545517" y="16594"/>
                </a:cubicBezTo>
                <a:cubicBezTo>
                  <a:pt x="544549" y="16239"/>
                  <a:pt x="543404" y="15917"/>
                  <a:pt x="542082" y="15627"/>
                </a:cubicBezTo>
                <a:cubicBezTo>
                  <a:pt x="540760" y="15336"/>
                  <a:pt x="539228" y="15191"/>
                  <a:pt x="537486" y="15191"/>
                </a:cubicBezTo>
                <a:cubicBezTo>
                  <a:pt x="535099" y="15191"/>
                  <a:pt x="533067" y="15577"/>
                  <a:pt x="531390" y="16349"/>
                </a:cubicBezTo>
                <a:cubicBezTo>
                  <a:pt x="529713" y="17121"/>
                  <a:pt x="528358" y="18327"/>
                  <a:pt x="527326" y="19966"/>
                </a:cubicBezTo>
                <a:cubicBezTo>
                  <a:pt x="526294" y="21605"/>
                  <a:pt x="525552" y="23726"/>
                  <a:pt x="525101" y="26331"/>
                </a:cubicBezTo>
                <a:cubicBezTo>
                  <a:pt x="524649" y="28935"/>
                  <a:pt x="524423" y="32102"/>
                  <a:pt x="524423" y="35831"/>
                </a:cubicBezTo>
                <a:lnTo>
                  <a:pt x="524423" y="45283"/>
                </a:lnTo>
                <a:lnTo>
                  <a:pt x="543872" y="45283"/>
                </a:lnTo>
                <a:cubicBezTo>
                  <a:pt x="544388" y="45283"/>
                  <a:pt x="544824" y="45396"/>
                  <a:pt x="545178" y="45622"/>
                </a:cubicBezTo>
                <a:cubicBezTo>
                  <a:pt x="545533" y="45848"/>
                  <a:pt x="545856" y="46235"/>
                  <a:pt x="546146" y="46783"/>
                </a:cubicBezTo>
                <a:cubicBezTo>
                  <a:pt x="546436" y="47332"/>
                  <a:pt x="546662" y="48025"/>
                  <a:pt x="546823" y="48864"/>
                </a:cubicBezTo>
                <a:cubicBezTo>
                  <a:pt x="546985" y="49702"/>
                  <a:pt x="547065" y="50734"/>
                  <a:pt x="547065" y="51960"/>
                </a:cubicBezTo>
                <a:cubicBezTo>
                  <a:pt x="547065" y="54282"/>
                  <a:pt x="546775" y="55959"/>
                  <a:pt x="546194" y="56991"/>
                </a:cubicBezTo>
                <a:cubicBezTo>
                  <a:pt x="545614" y="58024"/>
                  <a:pt x="544840" y="58540"/>
                  <a:pt x="543872" y="58540"/>
                </a:cubicBezTo>
                <a:lnTo>
                  <a:pt x="524423" y="58540"/>
                </a:lnTo>
                <a:lnTo>
                  <a:pt x="524423" y="134977"/>
                </a:lnTo>
                <a:cubicBezTo>
                  <a:pt x="524423" y="135493"/>
                  <a:pt x="524294" y="135929"/>
                  <a:pt x="524036" y="136286"/>
                </a:cubicBezTo>
                <a:cubicBezTo>
                  <a:pt x="523778" y="136641"/>
                  <a:pt x="523343" y="136947"/>
                  <a:pt x="522730" y="137205"/>
                </a:cubicBezTo>
                <a:cubicBezTo>
                  <a:pt x="522117" y="137463"/>
                  <a:pt x="521295" y="137657"/>
                  <a:pt x="520263" y="137786"/>
                </a:cubicBezTo>
                <a:cubicBezTo>
                  <a:pt x="519231" y="137915"/>
                  <a:pt x="517941" y="137979"/>
                  <a:pt x="516392" y="137979"/>
                </a:cubicBezTo>
                <a:cubicBezTo>
                  <a:pt x="514844" y="137979"/>
                  <a:pt x="513554" y="137915"/>
                  <a:pt x="512522" y="137786"/>
                </a:cubicBezTo>
                <a:cubicBezTo>
                  <a:pt x="511490" y="137657"/>
                  <a:pt x="510667" y="137463"/>
                  <a:pt x="510055" y="137205"/>
                </a:cubicBezTo>
                <a:cubicBezTo>
                  <a:pt x="509442" y="136947"/>
                  <a:pt x="509006" y="136641"/>
                  <a:pt x="508748" y="136286"/>
                </a:cubicBezTo>
                <a:cubicBezTo>
                  <a:pt x="508490" y="135929"/>
                  <a:pt x="508361" y="135493"/>
                  <a:pt x="508361" y="134977"/>
                </a:cubicBezTo>
                <a:lnTo>
                  <a:pt x="508361" y="58540"/>
                </a:lnTo>
                <a:lnTo>
                  <a:pt x="496073" y="58540"/>
                </a:lnTo>
                <a:cubicBezTo>
                  <a:pt x="495041" y="58540"/>
                  <a:pt x="494267" y="58024"/>
                  <a:pt x="493751" y="56991"/>
                </a:cubicBezTo>
                <a:cubicBezTo>
                  <a:pt x="493235" y="55959"/>
                  <a:pt x="492977" y="54282"/>
                  <a:pt x="492977" y="51960"/>
                </a:cubicBezTo>
                <a:cubicBezTo>
                  <a:pt x="492977" y="50734"/>
                  <a:pt x="493041" y="49702"/>
                  <a:pt x="493170" y="48864"/>
                </a:cubicBezTo>
                <a:cubicBezTo>
                  <a:pt x="493299" y="48025"/>
                  <a:pt x="493493" y="47332"/>
                  <a:pt x="493751" y="46783"/>
                </a:cubicBezTo>
                <a:cubicBezTo>
                  <a:pt x="494009" y="46235"/>
                  <a:pt x="494331" y="45848"/>
                  <a:pt x="494718" y="45622"/>
                </a:cubicBezTo>
                <a:cubicBezTo>
                  <a:pt x="495105" y="45396"/>
                  <a:pt x="495557" y="45283"/>
                  <a:pt x="496073" y="45283"/>
                </a:cubicBezTo>
                <a:lnTo>
                  <a:pt x="508361" y="45283"/>
                </a:lnTo>
                <a:lnTo>
                  <a:pt x="508361" y="36306"/>
                </a:lnTo>
                <a:cubicBezTo>
                  <a:pt x="508361" y="30255"/>
                  <a:pt x="508926" y="25057"/>
                  <a:pt x="510055" y="20713"/>
                </a:cubicBezTo>
                <a:cubicBezTo>
                  <a:pt x="511184" y="16368"/>
                  <a:pt x="512909" y="12813"/>
                  <a:pt x="515231" y="10045"/>
                </a:cubicBezTo>
                <a:cubicBezTo>
                  <a:pt x="517554" y="7277"/>
                  <a:pt x="520472" y="5234"/>
                  <a:pt x="523988" y="3916"/>
                </a:cubicBezTo>
                <a:cubicBezTo>
                  <a:pt x="527504" y="2595"/>
                  <a:pt x="531648" y="1935"/>
                  <a:pt x="536422" y="1935"/>
                </a:cubicBezTo>
                <a:cubicBezTo>
                  <a:pt x="538679" y="1935"/>
                  <a:pt x="540873" y="2145"/>
                  <a:pt x="543001" y="2564"/>
                </a:cubicBezTo>
                <a:cubicBezTo>
                  <a:pt x="545130" y="2983"/>
                  <a:pt x="546775" y="3435"/>
                  <a:pt x="547936" y="3919"/>
                </a:cubicBezTo>
                <a:cubicBezTo>
                  <a:pt x="549097" y="4403"/>
                  <a:pt x="549871" y="4838"/>
                  <a:pt x="550258" y="5225"/>
                </a:cubicBezTo>
                <a:cubicBezTo>
                  <a:pt x="550645" y="5612"/>
                  <a:pt x="550968" y="6112"/>
                  <a:pt x="551226" y="6725"/>
                </a:cubicBezTo>
                <a:cubicBezTo>
                  <a:pt x="551484" y="7338"/>
                  <a:pt x="551661" y="8079"/>
                  <a:pt x="551758" y="8950"/>
                </a:cubicBezTo>
                <a:cubicBezTo>
                  <a:pt x="551855" y="9821"/>
                  <a:pt x="551903" y="10869"/>
                  <a:pt x="551903" y="12095"/>
                </a:cubicBezTo>
                <a:close/>
                <a:moveTo>
                  <a:pt x="645648" y="90519"/>
                </a:moveTo>
                <a:cubicBezTo>
                  <a:pt x="645648" y="97620"/>
                  <a:pt x="644713" y="104158"/>
                  <a:pt x="642842" y="110131"/>
                </a:cubicBezTo>
                <a:cubicBezTo>
                  <a:pt x="640971" y="116103"/>
                  <a:pt x="638182" y="121254"/>
                  <a:pt x="634472" y="125582"/>
                </a:cubicBezTo>
                <a:cubicBezTo>
                  <a:pt x="630763" y="129908"/>
                  <a:pt x="626119" y="133281"/>
                  <a:pt x="620539" y="135702"/>
                </a:cubicBezTo>
                <a:cubicBezTo>
                  <a:pt x="614959" y="138123"/>
                  <a:pt x="608493" y="139334"/>
                  <a:pt x="601139" y="139334"/>
                </a:cubicBezTo>
                <a:cubicBezTo>
                  <a:pt x="593979" y="139334"/>
                  <a:pt x="587738" y="138268"/>
                  <a:pt x="582416" y="136138"/>
                </a:cubicBezTo>
                <a:cubicBezTo>
                  <a:pt x="577094" y="134007"/>
                  <a:pt x="572659" y="130908"/>
                  <a:pt x="569111" y="126840"/>
                </a:cubicBezTo>
                <a:cubicBezTo>
                  <a:pt x="565564" y="122772"/>
                  <a:pt x="562919" y="117832"/>
                  <a:pt x="561177" y="112020"/>
                </a:cubicBezTo>
                <a:cubicBezTo>
                  <a:pt x="559435" y="106209"/>
                  <a:pt x="558565" y="99622"/>
                  <a:pt x="558565" y="92260"/>
                </a:cubicBezTo>
                <a:cubicBezTo>
                  <a:pt x="558565" y="85159"/>
                  <a:pt x="559484" y="78621"/>
                  <a:pt x="561322" y="72648"/>
                </a:cubicBezTo>
                <a:cubicBezTo>
                  <a:pt x="563161" y="66675"/>
                  <a:pt x="565934" y="61526"/>
                  <a:pt x="569644" y="57200"/>
                </a:cubicBezTo>
                <a:cubicBezTo>
                  <a:pt x="573353" y="52872"/>
                  <a:pt x="577981" y="49514"/>
                  <a:pt x="583529" y="47125"/>
                </a:cubicBezTo>
                <a:cubicBezTo>
                  <a:pt x="589076" y="44736"/>
                  <a:pt x="595559" y="43542"/>
                  <a:pt x="602977" y="43542"/>
                </a:cubicBezTo>
                <a:cubicBezTo>
                  <a:pt x="610137" y="43542"/>
                  <a:pt x="616378" y="44607"/>
                  <a:pt x="621700" y="46738"/>
                </a:cubicBezTo>
                <a:cubicBezTo>
                  <a:pt x="627022" y="48869"/>
                  <a:pt x="631457" y="51968"/>
                  <a:pt x="635005" y="56036"/>
                </a:cubicBezTo>
                <a:cubicBezTo>
                  <a:pt x="638553" y="60104"/>
                  <a:pt x="641213" y="65044"/>
                  <a:pt x="642987" y="70855"/>
                </a:cubicBezTo>
                <a:cubicBezTo>
                  <a:pt x="644761" y="76667"/>
                  <a:pt x="645648" y="83221"/>
                  <a:pt x="645648" y="90519"/>
                </a:cubicBezTo>
                <a:moveTo>
                  <a:pt x="628812" y="91583"/>
                </a:moveTo>
                <a:cubicBezTo>
                  <a:pt x="628812" y="86868"/>
                  <a:pt x="628377" y="82411"/>
                  <a:pt x="627506" y="78212"/>
                </a:cubicBezTo>
                <a:cubicBezTo>
                  <a:pt x="626635" y="74013"/>
                  <a:pt x="625200" y="70331"/>
                  <a:pt x="623200" y="67166"/>
                </a:cubicBezTo>
                <a:cubicBezTo>
                  <a:pt x="621200" y="64001"/>
                  <a:pt x="618491" y="61499"/>
                  <a:pt x="615072" y="59658"/>
                </a:cubicBezTo>
                <a:cubicBezTo>
                  <a:pt x="611653" y="57816"/>
                  <a:pt x="607396" y="56895"/>
                  <a:pt x="602300" y="56895"/>
                </a:cubicBezTo>
                <a:cubicBezTo>
                  <a:pt x="597591" y="56895"/>
                  <a:pt x="593543" y="57734"/>
                  <a:pt x="590157" y="59413"/>
                </a:cubicBezTo>
                <a:cubicBezTo>
                  <a:pt x="586770" y="61093"/>
                  <a:pt x="583980" y="63467"/>
                  <a:pt x="581787" y="66537"/>
                </a:cubicBezTo>
                <a:cubicBezTo>
                  <a:pt x="579594" y="69605"/>
                  <a:pt x="577965" y="73239"/>
                  <a:pt x="576901" y="77438"/>
                </a:cubicBezTo>
                <a:cubicBezTo>
                  <a:pt x="575836" y="81635"/>
                  <a:pt x="575304" y="86221"/>
                  <a:pt x="575304" y="91196"/>
                </a:cubicBezTo>
                <a:cubicBezTo>
                  <a:pt x="575304" y="95975"/>
                  <a:pt x="575739" y="100465"/>
                  <a:pt x="576610" y="104664"/>
                </a:cubicBezTo>
                <a:cubicBezTo>
                  <a:pt x="577481" y="108863"/>
                  <a:pt x="578932" y="112528"/>
                  <a:pt x="580964" y="115661"/>
                </a:cubicBezTo>
                <a:cubicBezTo>
                  <a:pt x="582996" y="118794"/>
                  <a:pt x="585722" y="121281"/>
                  <a:pt x="589141" y="123124"/>
                </a:cubicBezTo>
                <a:cubicBezTo>
                  <a:pt x="592559" y="124964"/>
                  <a:pt x="596817" y="125884"/>
                  <a:pt x="601913" y="125884"/>
                </a:cubicBezTo>
                <a:cubicBezTo>
                  <a:pt x="606557" y="125884"/>
                  <a:pt x="610589" y="125045"/>
                  <a:pt x="614008" y="123365"/>
                </a:cubicBezTo>
                <a:cubicBezTo>
                  <a:pt x="617427" y="121686"/>
                  <a:pt x="620233" y="119329"/>
                  <a:pt x="622426" y="116293"/>
                </a:cubicBezTo>
                <a:cubicBezTo>
                  <a:pt x="624619" y="113255"/>
                  <a:pt x="626232" y="109638"/>
                  <a:pt x="627264" y="105441"/>
                </a:cubicBezTo>
                <a:cubicBezTo>
                  <a:pt x="628296" y="101242"/>
                  <a:pt x="628812" y="96623"/>
                  <a:pt x="628812" y="91583"/>
                </a:cubicBezTo>
                <a:close/>
                <a:moveTo>
                  <a:pt x="720008" y="53605"/>
                </a:moveTo>
                <a:cubicBezTo>
                  <a:pt x="720008" y="55024"/>
                  <a:pt x="719976" y="56217"/>
                  <a:pt x="719911" y="57185"/>
                </a:cubicBezTo>
                <a:cubicBezTo>
                  <a:pt x="719847" y="58153"/>
                  <a:pt x="719718" y="58910"/>
                  <a:pt x="719524" y="59459"/>
                </a:cubicBezTo>
                <a:cubicBezTo>
                  <a:pt x="719331" y="60007"/>
                  <a:pt x="719089" y="60426"/>
                  <a:pt x="718799" y="60717"/>
                </a:cubicBezTo>
                <a:cubicBezTo>
                  <a:pt x="718508" y="61007"/>
                  <a:pt x="718105" y="61152"/>
                  <a:pt x="717589" y="61152"/>
                </a:cubicBezTo>
                <a:cubicBezTo>
                  <a:pt x="717073" y="61152"/>
                  <a:pt x="716444" y="61007"/>
                  <a:pt x="715702" y="60717"/>
                </a:cubicBezTo>
                <a:cubicBezTo>
                  <a:pt x="714960" y="60426"/>
                  <a:pt x="714122" y="60136"/>
                  <a:pt x="713186" y="59846"/>
                </a:cubicBezTo>
                <a:cubicBezTo>
                  <a:pt x="712251" y="59556"/>
                  <a:pt x="711203" y="59281"/>
                  <a:pt x="710042" y="59023"/>
                </a:cubicBezTo>
                <a:cubicBezTo>
                  <a:pt x="708881" y="58765"/>
                  <a:pt x="707623" y="58636"/>
                  <a:pt x="706268" y="58636"/>
                </a:cubicBezTo>
                <a:cubicBezTo>
                  <a:pt x="704656" y="58636"/>
                  <a:pt x="703075" y="58959"/>
                  <a:pt x="701527" y="59604"/>
                </a:cubicBezTo>
                <a:cubicBezTo>
                  <a:pt x="699979" y="60249"/>
                  <a:pt x="698350" y="61313"/>
                  <a:pt x="696641" y="62797"/>
                </a:cubicBezTo>
                <a:cubicBezTo>
                  <a:pt x="694931" y="64281"/>
                  <a:pt x="693141" y="66248"/>
                  <a:pt x="691270" y="68699"/>
                </a:cubicBezTo>
                <a:cubicBezTo>
                  <a:pt x="689400" y="71151"/>
                  <a:pt x="687336" y="74150"/>
                  <a:pt x="685078" y="77698"/>
                </a:cubicBezTo>
                <a:lnTo>
                  <a:pt x="685078" y="134980"/>
                </a:lnTo>
                <a:cubicBezTo>
                  <a:pt x="685078" y="135496"/>
                  <a:pt x="684949" y="135931"/>
                  <a:pt x="684691" y="136286"/>
                </a:cubicBezTo>
                <a:cubicBezTo>
                  <a:pt x="684433" y="136641"/>
                  <a:pt x="684013" y="136947"/>
                  <a:pt x="683433" y="137205"/>
                </a:cubicBezTo>
                <a:cubicBezTo>
                  <a:pt x="682852" y="137463"/>
                  <a:pt x="682046" y="137657"/>
                  <a:pt x="681014" y="137786"/>
                </a:cubicBezTo>
                <a:cubicBezTo>
                  <a:pt x="679982" y="137915"/>
                  <a:pt x="678659" y="137979"/>
                  <a:pt x="677047" y="137979"/>
                </a:cubicBezTo>
                <a:cubicBezTo>
                  <a:pt x="675499" y="137979"/>
                  <a:pt x="674208" y="137915"/>
                  <a:pt x="673176" y="137786"/>
                </a:cubicBezTo>
                <a:cubicBezTo>
                  <a:pt x="672144" y="137657"/>
                  <a:pt x="671322" y="137463"/>
                  <a:pt x="670709" y="137205"/>
                </a:cubicBezTo>
                <a:cubicBezTo>
                  <a:pt x="670096" y="136947"/>
                  <a:pt x="669677" y="136641"/>
                  <a:pt x="669451" y="136286"/>
                </a:cubicBezTo>
                <a:cubicBezTo>
                  <a:pt x="669225" y="135931"/>
                  <a:pt x="669112" y="135496"/>
                  <a:pt x="669112" y="134980"/>
                </a:cubicBezTo>
                <a:lnTo>
                  <a:pt x="669112" y="47896"/>
                </a:lnTo>
                <a:cubicBezTo>
                  <a:pt x="669112" y="47380"/>
                  <a:pt x="669209" y="46945"/>
                  <a:pt x="669403" y="46590"/>
                </a:cubicBezTo>
                <a:cubicBezTo>
                  <a:pt x="669596" y="46235"/>
                  <a:pt x="669983" y="45912"/>
                  <a:pt x="670564" y="45622"/>
                </a:cubicBezTo>
                <a:cubicBezTo>
                  <a:pt x="671144" y="45332"/>
                  <a:pt x="671886" y="45138"/>
                  <a:pt x="672789" y="45042"/>
                </a:cubicBezTo>
                <a:cubicBezTo>
                  <a:pt x="673692" y="44945"/>
                  <a:pt x="674886" y="44896"/>
                  <a:pt x="676369" y="44896"/>
                </a:cubicBezTo>
                <a:cubicBezTo>
                  <a:pt x="677789" y="44896"/>
                  <a:pt x="678966" y="44945"/>
                  <a:pt x="679901" y="45042"/>
                </a:cubicBezTo>
                <a:cubicBezTo>
                  <a:pt x="680837" y="45138"/>
                  <a:pt x="681562" y="45332"/>
                  <a:pt x="682078" y="45622"/>
                </a:cubicBezTo>
                <a:cubicBezTo>
                  <a:pt x="682594" y="45912"/>
                  <a:pt x="682965" y="46235"/>
                  <a:pt x="683191" y="46590"/>
                </a:cubicBezTo>
                <a:cubicBezTo>
                  <a:pt x="683417" y="46945"/>
                  <a:pt x="683530" y="47380"/>
                  <a:pt x="683530" y="47896"/>
                </a:cubicBezTo>
                <a:lnTo>
                  <a:pt x="683530" y="60572"/>
                </a:lnTo>
                <a:cubicBezTo>
                  <a:pt x="685916" y="57088"/>
                  <a:pt x="688158" y="54250"/>
                  <a:pt x="690254" y="52057"/>
                </a:cubicBezTo>
                <a:cubicBezTo>
                  <a:pt x="692351" y="49863"/>
                  <a:pt x="694334" y="48138"/>
                  <a:pt x="696205" y="46880"/>
                </a:cubicBezTo>
                <a:cubicBezTo>
                  <a:pt x="698076" y="45622"/>
                  <a:pt x="699930" y="44751"/>
                  <a:pt x="701769" y="44268"/>
                </a:cubicBezTo>
                <a:cubicBezTo>
                  <a:pt x="703607" y="43784"/>
                  <a:pt x="705462" y="43542"/>
                  <a:pt x="707333" y="43542"/>
                </a:cubicBezTo>
                <a:cubicBezTo>
                  <a:pt x="708171" y="43542"/>
                  <a:pt x="709123" y="43590"/>
                  <a:pt x="710187" y="43687"/>
                </a:cubicBezTo>
                <a:cubicBezTo>
                  <a:pt x="711251" y="43784"/>
                  <a:pt x="712364" y="43961"/>
                  <a:pt x="713525" y="44219"/>
                </a:cubicBezTo>
                <a:cubicBezTo>
                  <a:pt x="714686" y="44477"/>
                  <a:pt x="715734" y="44767"/>
                  <a:pt x="716670" y="45090"/>
                </a:cubicBezTo>
                <a:cubicBezTo>
                  <a:pt x="717605" y="45412"/>
                  <a:pt x="718266" y="45735"/>
                  <a:pt x="718653" y="46058"/>
                </a:cubicBezTo>
                <a:cubicBezTo>
                  <a:pt x="719040" y="46380"/>
                  <a:pt x="719298" y="46687"/>
                  <a:pt x="719427" y="46977"/>
                </a:cubicBezTo>
                <a:cubicBezTo>
                  <a:pt x="719556" y="47267"/>
                  <a:pt x="719669" y="47638"/>
                  <a:pt x="719766" y="48090"/>
                </a:cubicBezTo>
                <a:cubicBezTo>
                  <a:pt x="719863" y="48541"/>
                  <a:pt x="719927" y="49202"/>
                  <a:pt x="719960" y="50073"/>
                </a:cubicBezTo>
                <a:cubicBezTo>
                  <a:pt x="719992" y="50944"/>
                  <a:pt x="720008" y="52121"/>
                  <a:pt x="720008" y="53605"/>
                </a:cubicBezTo>
                <a:close/>
                <a:moveTo>
                  <a:pt x="867465" y="134980"/>
                </a:moveTo>
                <a:cubicBezTo>
                  <a:pt x="867465" y="135496"/>
                  <a:pt x="867336" y="135931"/>
                  <a:pt x="867078" y="136286"/>
                </a:cubicBezTo>
                <a:cubicBezTo>
                  <a:pt x="866820" y="136641"/>
                  <a:pt x="866401" y="136947"/>
                  <a:pt x="865821" y="137205"/>
                </a:cubicBezTo>
                <a:cubicBezTo>
                  <a:pt x="865240" y="137463"/>
                  <a:pt x="864434" y="137657"/>
                  <a:pt x="863402" y="137786"/>
                </a:cubicBezTo>
                <a:cubicBezTo>
                  <a:pt x="862369" y="137915"/>
                  <a:pt x="861079" y="137979"/>
                  <a:pt x="859531" y="137979"/>
                </a:cubicBezTo>
                <a:cubicBezTo>
                  <a:pt x="857919" y="137979"/>
                  <a:pt x="856596" y="137915"/>
                  <a:pt x="855564" y="137786"/>
                </a:cubicBezTo>
                <a:cubicBezTo>
                  <a:pt x="854532" y="137657"/>
                  <a:pt x="853709" y="137463"/>
                  <a:pt x="853097" y="137205"/>
                </a:cubicBezTo>
                <a:cubicBezTo>
                  <a:pt x="852484" y="136947"/>
                  <a:pt x="852048" y="136641"/>
                  <a:pt x="851790" y="136286"/>
                </a:cubicBezTo>
                <a:cubicBezTo>
                  <a:pt x="851532" y="135931"/>
                  <a:pt x="851403" y="135496"/>
                  <a:pt x="851403" y="134980"/>
                </a:cubicBezTo>
                <a:lnTo>
                  <a:pt x="851403" y="82052"/>
                </a:lnTo>
                <a:cubicBezTo>
                  <a:pt x="851403" y="78375"/>
                  <a:pt x="851081" y="75021"/>
                  <a:pt x="850436" y="71989"/>
                </a:cubicBezTo>
                <a:cubicBezTo>
                  <a:pt x="849791" y="68957"/>
                  <a:pt x="848759" y="66345"/>
                  <a:pt x="847339" y="64152"/>
                </a:cubicBezTo>
                <a:cubicBezTo>
                  <a:pt x="845920" y="61958"/>
                  <a:pt x="844114" y="60281"/>
                  <a:pt x="841921" y="59120"/>
                </a:cubicBezTo>
                <a:cubicBezTo>
                  <a:pt x="839728" y="57959"/>
                  <a:pt x="837147" y="57378"/>
                  <a:pt x="834180" y="57378"/>
                </a:cubicBezTo>
                <a:cubicBezTo>
                  <a:pt x="830503" y="57378"/>
                  <a:pt x="826810" y="58798"/>
                  <a:pt x="823101" y="61636"/>
                </a:cubicBezTo>
                <a:cubicBezTo>
                  <a:pt x="819392" y="64474"/>
                  <a:pt x="815312" y="68635"/>
                  <a:pt x="810861" y="74118"/>
                </a:cubicBezTo>
                <a:lnTo>
                  <a:pt x="810861" y="134980"/>
                </a:lnTo>
                <a:cubicBezTo>
                  <a:pt x="810861" y="135496"/>
                  <a:pt x="810732" y="135931"/>
                  <a:pt x="810474" y="136286"/>
                </a:cubicBezTo>
                <a:cubicBezTo>
                  <a:pt x="810216" y="136641"/>
                  <a:pt x="809781" y="136947"/>
                  <a:pt x="809168" y="137205"/>
                </a:cubicBezTo>
                <a:cubicBezTo>
                  <a:pt x="808555" y="137463"/>
                  <a:pt x="807733" y="137657"/>
                  <a:pt x="806700" y="137786"/>
                </a:cubicBezTo>
                <a:cubicBezTo>
                  <a:pt x="805668" y="137915"/>
                  <a:pt x="804378" y="137979"/>
                  <a:pt x="802830" y="137979"/>
                </a:cubicBezTo>
                <a:cubicBezTo>
                  <a:pt x="801346" y="137979"/>
                  <a:pt x="800072" y="137915"/>
                  <a:pt x="799008" y="137786"/>
                </a:cubicBezTo>
                <a:cubicBezTo>
                  <a:pt x="797944" y="137657"/>
                  <a:pt x="797105" y="137463"/>
                  <a:pt x="796492" y="137205"/>
                </a:cubicBezTo>
                <a:cubicBezTo>
                  <a:pt x="795879" y="136947"/>
                  <a:pt x="795460" y="136641"/>
                  <a:pt x="795234" y="136286"/>
                </a:cubicBezTo>
                <a:cubicBezTo>
                  <a:pt x="795009" y="135931"/>
                  <a:pt x="794896" y="135496"/>
                  <a:pt x="794896" y="134980"/>
                </a:cubicBezTo>
                <a:lnTo>
                  <a:pt x="794896" y="82052"/>
                </a:lnTo>
                <a:cubicBezTo>
                  <a:pt x="794896" y="78375"/>
                  <a:pt x="794541" y="75021"/>
                  <a:pt x="793831" y="71989"/>
                </a:cubicBezTo>
                <a:cubicBezTo>
                  <a:pt x="793122" y="68957"/>
                  <a:pt x="792057" y="66345"/>
                  <a:pt x="790638" y="64152"/>
                </a:cubicBezTo>
                <a:cubicBezTo>
                  <a:pt x="789219" y="61958"/>
                  <a:pt x="787429" y="60281"/>
                  <a:pt x="785268" y="59120"/>
                </a:cubicBezTo>
                <a:cubicBezTo>
                  <a:pt x="783107" y="57959"/>
                  <a:pt x="780543" y="57378"/>
                  <a:pt x="777576" y="57378"/>
                </a:cubicBezTo>
                <a:cubicBezTo>
                  <a:pt x="773899" y="57378"/>
                  <a:pt x="770190" y="58798"/>
                  <a:pt x="766448" y="61636"/>
                </a:cubicBezTo>
                <a:cubicBezTo>
                  <a:pt x="762707" y="64474"/>
                  <a:pt x="758643" y="68635"/>
                  <a:pt x="754257" y="74118"/>
                </a:cubicBezTo>
                <a:lnTo>
                  <a:pt x="754257" y="134980"/>
                </a:lnTo>
                <a:cubicBezTo>
                  <a:pt x="754257" y="135496"/>
                  <a:pt x="754128" y="135931"/>
                  <a:pt x="753870" y="136286"/>
                </a:cubicBezTo>
                <a:cubicBezTo>
                  <a:pt x="753612" y="136641"/>
                  <a:pt x="753192" y="136947"/>
                  <a:pt x="752612" y="137205"/>
                </a:cubicBezTo>
                <a:cubicBezTo>
                  <a:pt x="752031" y="137463"/>
                  <a:pt x="751225" y="137657"/>
                  <a:pt x="750193" y="137786"/>
                </a:cubicBezTo>
                <a:cubicBezTo>
                  <a:pt x="749161" y="137915"/>
                  <a:pt x="747838" y="137979"/>
                  <a:pt x="746226" y="137979"/>
                </a:cubicBezTo>
                <a:cubicBezTo>
                  <a:pt x="744678" y="137979"/>
                  <a:pt x="743387" y="137915"/>
                  <a:pt x="742355" y="137786"/>
                </a:cubicBezTo>
                <a:cubicBezTo>
                  <a:pt x="741323" y="137657"/>
                  <a:pt x="740501" y="137463"/>
                  <a:pt x="739888" y="137205"/>
                </a:cubicBezTo>
                <a:cubicBezTo>
                  <a:pt x="739275" y="136947"/>
                  <a:pt x="738856" y="136641"/>
                  <a:pt x="738630" y="136286"/>
                </a:cubicBezTo>
                <a:cubicBezTo>
                  <a:pt x="738404" y="135931"/>
                  <a:pt x="738291" y="135496"/>
                  <a:pt x="738291" y="134980"/>
                </a:cubicBezTo>
                <a:lnTo>
                  <a:pt x="738291" y="47896"/>
                </a:lnTo>
                <a:cubicBezTo>
                  <a:pt x="738291" y="47380"/>
                  <a:pt x="738388" y="46945"/>
                  <a:pt x="738582" y="46590"/>
                </a:cubicBezTo>
                <a:cubicBezTo>
                  <a:pt x="738775" y="46235"/>
                  <a:pt x="739162" y="45912"/>
                  <a:pt x="739743" y="45622"/>
                </a:cubicBezTo>
                <a:cubicBezTo>
                  <a:pt x="740323" y="45332"/>
                  <a:pt x="741065" y="45138"/>
                  <a:pt x="741968" y="45042"/>
                </a:cubicBezTo>
                <a:cubicBezTo>
                  <a:pt x="742871" y="44945"/>
                  <a:pt x="744065" y="44896"/>
                  <a:pt x="745548" y="44896"/>
                </a:cubicBezTo>
                <a:cubicBezTo>
                  <a:pt x="746968" y="44896"/>
                  <a:pt x="748145" y="44945"/>
                  <a:pt x="749080" y="45042"/>
                </a:cubicBezTo>
                <a:cubicBezTo>
                  <a:pt x="750015" y="45138"/>
                  <a:pt x="750741" y="45332"/>
                  <a:pt x="751257" y="45622"/>
                </a:cubicBezTo>
                <a:cubicBezTo>
                  <a:pt x="751773" y="45912"/>
                  <a:pt x="752144" y="46235"/>
                  <a:pt x="752370" y="46590"/>
                </a:cubicBezTo>
                <a:cubicBezTo>
                  <a:pt x="752596" y="46945"/>
                  <a:pt x="752709" y="47380"/>
                  <a:pt x="752709" y="47896"/>
                </a:cubicBezTo>
                <a:lnTo>
                  <a:pt x="752709" y="59410"/>
                </a:lnTo>
                <a:cubicBezTo>
                  <a:pt x="757611" y="53927"/>
                  <a:pt x="762368" y="49912"/>
                  <a:pt x="766981" y="47364"/>
                </a:cubicBezTo>
                <a:cubicBezTo>
                  <a:pt x="771593" y="44816"/>
                  <a:pt x="776253" y="43542"/>
                  <a:pt x="780962" y="43542"/>
                </a:cubicBezTo>
                <a:cubicBezTo>
                  <a:pt x="784575" y="43542"/>
                  <a:pt x="787816" y="43961"/>
                  <a:pt x="790687" y="44800"/>
                </a:cubicBezTo>
                <a:cubicBezTo>
                  <a:pt x="793557" y="45638"/>
                  <a:pt x="796089" y="46816"/>
                  <a:pt x="798282" y="48331"/>
                </a:cubicBezTo>
                <a:cubicBezTo>
                  <a:pt x="800476" y="49847"/>
                  <a:pt x="802346" y="51653"/>
                  <a:pt x="803894" y="53750"/>
                </a:cubicBezTo>
                <a:cubicBezTo>
                  <a:pt x="805443" y="55846"/>
                  <a:pt x="806733" y="58185"/>
                  <a:pt x="807765" y="60765"/>
                </a:cubicBezTo>
                <a:cubicBezTo>
                  <a:pt x="810668" y="57604"/>
                  <a:pt x="813425" y="54927"/>
                  <a:pt x="816038" y="52734"/>
                </a:cubicBezTo>
                <a:cubicBezTo>
                  <a:pt x="818650" y="50541"/>
                  <a:pt x="821166" y="48767"/>
                  <a:pt x="823585" y="47412"/>
                </a:cubicBezTo>
                <a:cubicBezTo>
                  <a:pt x="826004" y="46058"/>
                  <a:pt x="828358" y="45074"/>
                  <a:pt x="830648" y="44461"/>
                </a:cubicBezTo>
                <a:cubicBezTo>
                  <a:pt x="832938" y="43848"/>
                  <a:pt x="835245" y="43542"/>
                  <a:pt x="837567" y="43542"/>
                </a:cubicBezTo>
                <a:cubicBezTo>
                  <a:pt x="843179" y="43542"/>
                  <a:pt x="847888" y="44526"/>
                  <a:pt x="851694" y="46493"/>
                </a:cubicBezTo>
                <a:cubicBezTo>
                  <a:pt x="855500" y="48460"/>
                  <a:pt x="858580" y="51089"/>
                  <a:pt x="860934" y="54379"/>
                </a:cubicBezTo>
                <a:cubicBezTo>
                  <a:pt x="863289" y="57669"/>
                  <a:pt x="864966" y="61523"/>
                  <a:pt x="865966" y="65942"/>
                </a:cubicBezTo>
                <a:cubicBezTo>
                  <a:pt x="866966" y="70360"/>
                  <a:pt x="867465" y="75021"/>
                  <a:pt x="867465" y="79923"/>
                </a:cubicBezTo>
                <a:lnTo>
                  <a:pt x="867465" y="134980"/>
                </a:lnTo>
                <a:close/>
                <a:moveTo>
                  <a:pt x="970955" y="87664"/>
                </a:moveTo>
                <a:cubicBezTo>
                  <a:pt x="970955" y="90180"/>
                  <a:pt x="970326" y="91970"/>
                  <a:pt x="969069" y="93034"/>
                </a:cubicBezTo>
                <a:cubicBezTo>
                  <a:pt x="967811" y="94099"/>
                  <a:pt x="966375" y="94631"/>
                  <a:pt x="964763" y="94631"/>
                </a:cubicBezTo>
                <a:lnTo>
                  <a:pt x="907675" y="94631"/>
                </a:lnTo>
                <a:cubicBezTo>
                  <a:pt x="907675" y="99483"/>
                  <a:pt x="908158" y="103850"/>
                  <a:pt x="909126" y="107733"/>
                </a:cubicBezTo>
                <a:cubicBezTo>
                  <a:pt x="910094" y="111615"/>
                  <a:pt x="911706" y="114947"/>
                  <a:pt x="913964" y="117729"/>
                </a:cubicBezTo>
                <a:cubicBezTo>
                  <a:pt x="916222" y="120511"/>
                  <a:pt x="919157" y="122647"/>
                  <a:pt x="922769" y="124137"/>
                </a:cubicBezTo>
                <a:cubicBezTo>
                  <a:pt x="926381" y="125624"/>
                  <a:pt x="930800" y="126368"/>
                  <a:pt x="936025" y="126368"/>
                </a:cubicBezTo>
                <a:cubicBezTo>
                  <a:pt x="940154" y="126368"/>
                  <a:pt x="943830" y="126029"/>
                  <a:pt x="947056" y="125352"/>
                </a:cubicBezTo>
                <a:cubicBezTo>
                  <a:pt x="950281" y="124675"/>
                  <a:pt x="953071" y="123917"/>
                  <a:pt x="955425" y="123078"/>
                </a:cubicBezTo>
                <a:cubicBezTo>
                  <a:pt x="957780" y="122240"/>
                  <a:pt x="959715" y="121482"/>
                  <a:pt x="961231" y="120804"/>
                </a:cubicBezTo>
                <a:cubicBezTo>
                  <a:pt x="962747" y="120127"/>
                  <a:pt x="963892" y="119788"/>
                  <a:pt x="964666" y="119788"/>
                </a:cubicBezTo>
                <a:cubicBezTo>
                  <a:pt x="965118" y="119788"/>
                  <a:pt x="965521" y="119901"/>
                  <a:pt x="965875" y="120127"/>
                </a:cubicBezTo>
                <a:cubicBezTo>
                  <a:pt x="966230" y="120353"/>
                  <a:pt x="966504" y="120691"/>
                  <a:pt x="966698" y="121143"/>
                </a:cubicBezTo>
                <a:cubicBezTo>
                  <a:pt x="966891" y="121595"/>
                  <a:pt x="967037" y="122223"/>
                  <a:pt x="967133" y="123030"/>
                </a:cubicBezTo>
                <a:cubicBezTo>
                  <a:pt x="967230" y="123836"/>
                  <a:pt x="967279" y="124820"/>
                  <a:pt x="967279" y="125981"/>
                </a:cubicBezTo>
                <a:cubicBezTo>
                  <a:pt x="967279" y="126820"/>
                  <a:pt x="967246" y="127545"/>
                  <a:pt x="967182" y="128158"/>
                </a:cubicBezTo>
                <a:cubicBezTo>
                  <a:pt x="967117" y="128771"/>
                  <a:pt x="967037" y="129319"/>
                  <a:pt x="966940" y="129803"/>
                </a:cubicBezTo>
                <a:cubicBezTo>
                  <a:pt x="966843" y="130287"/>
                  <a:pt x="966682" y="130722"/>
                  <a:pt x="966456" y="131109"/>
                </a:cubicBezTo>
                <a:cubicBezTo>
                  <a:pt x="966230" y="131496"/>
                  <a:pt x="965940" y="131867"/>
                  <a:pt x="965585" y="132222"/>
                </a:cubicBezTo>
                <a:cubicBezTo>
                  <a:pt x="965230" y="132577"/>
                  <a:pt x="964182" y="133157"/>
                  <a:pt x="962441" y="133964"/>
                </a:cubicBezTo>
                <a:cubicBezTo>
                  <a:pt x="960699" y="134770"/>
                  <a:pt x="958441" y="135560"/>
                  <a:pt x="955667" y="136334"/>
                </a:cubicBezTo>
                <a:cubicBezTo>
                  <a:pt x="952894" y="137108"/>
                  <a:pt x="949684" y="137802"/>
                  <a:pt x="946040" y="138415"/>
                </a:cubicBezTo>
                <a:cubicBezTo>
                  <a:pt x="942395" y="139027"/>
                  <a:pt x="938509" y="139334"/>
                  <a:pt x="934380" y="139334"/>
                </a:cubicBezTo>
                <a:cubicBezTo>
                  <a:pt x="927220" y="139334"/>
                  <a:pt x="920947" y="138333"/>
                  <a:pt x="915561" y="136331"/>
                </a:cubicBezTo>
                <a:cubicBezTo>
                  <a:pt x="910174" y="134330"/>
                  <a:pt x="905643" y="131359"/>
                  <a:pt x="901966" y="127420"/>
                </a:cubicBezTo>
                <a:cubicBezTo>
                  <a:pt x="898289" y="123481"/>
                  <a:pt x="895515" y="118542"/>
                  <a:pt x="893644" y="112601"/>
                </a:cubicBezTo>
                <a:cubicBezTo>
                  <a:pt x="891774" y="106660"/>
                  <a:pt x="890838" y="99751"/>
                  <a:pt x="890838" y="91873"/>
                </a:cubicBezTo>
                <a:cubicBezTo>
                  <a:pt x="890838" y="84382"/>
                  <a:pt x="891806" y="77651"/>
                  <a:pt x="893741" y="71678"/>
                </a:cubicBezTo>
                <a:cubicBezTo>
                  <a:pt x="895676" y="65705"/>
                  <a:pt x="898466" y="60636"/>
                  <a:pt x="902111" y="56471"/>
                </a:cubicBezTo>
                <a:cubicBezTo>
                  <a:pt x="905756" y="52307"/>
                  <a:pt x="910158" y="49111"/>
                  <a:pt x="915319" y="46883"/>
                </a:cubicBezTo>
                <a:cubicBezTo>
                  <a:pt x="920479" y="44656"/>
                  <a:pt x="926252" y="43542"/>
                  <a:pt x="932639" y="43542"/>
                </a:cubicBezTo>
                <a:cubicBezTo>
                  <a:pt x="939476" y="43542"/>
                  <a:pt x="945298" y="44638"/>
                  <a:pt x="950104" y="46832"/>
                </a:cubicBezTo>
                <a:cubicBezTo>
                  <a:pt x="954909" y="49025"/>
                  <a:pt x="958860" y="51976"/>
                  <a:pt x="961957" y="55685"/>
                </a:cubicBezTo>
                <a:cubicBezTo>
                  <a:pt x="965053" y="59394"/>
                  <a:pt x="967327" y="63748"/>
                  <a:pt x="968778" y="68748"/>
                </a:cubicBezTo>
                <a:cubicBezTo>
                  <a:pt x="970230" y="73747"/>
                  <a:pt x="970955" y="79085"/>
                  <a:pt x="970955" y="84761"/>
                </a:cubicBezTo>
                <a:lnTo>
                  <a:pt x="970955" y="87664"/>
                </a:lnTo>
                <a:moveTo>
                  <a:pt x="954893" y="82923"/>
                </a:moveTo>
                <a:cubicBezTo>
                  <a:pt x="955087" y="74537"/>
                  <a:pt x="953232" y="67957"/>
                  <a:pt x="949330" y="63184"/>
                </a:cubicBezTo>
                <a:cubicBezTo>
                  <a:pt x="945427" y="58411"/>
                  <a:pt x="939638" y="56024"/>
                  <a:pt x="931961" y="56024"/>
                </a:cubicBezTo>
                <a:cubicBezTo>
                  <a:pt x="928026" y="56024"/>
                  <a:pt x="924575" y="56766"/>
                  <a:pt x="921608" y="58249"/>
                </a:cubicBezTo>
                <a:cubicBezTo>
                  <a:pt x="918641" y="59733"/>
                  <a:pt x="916157" y="61700"/>
                  <a:pt x="914158" y="64152"/>
                </a:cubicBezTo>
                <a:cubicBezTo>
                  <a:pt x="912158" y="66603"/>
                  <a:pt x="910610" y="69457"/>
                  <a:pt x="909513" y="72715"/>
                </a:cubicBezTo>
                <a:cubicBezTo>
                  <a:pt x="908416" y="75972"/>
                  <a:pt x="907804" y="79375"/>
                  <a:pt x="907675" y="82923"/>
                </a:cubicBezTo>
                <a:lnTo>
                  <a:pt x="954893" y="82923"/>
                </a:lnTo>
                <a:close/>
                <a:moveTo>
                  <a:pt x="1046245" y="53605"/>
                </a:moveTo>
                <a:cubicBezTo>
                  <a:pt x="1046245" y="55024"/>
                  <a:pt x="1046213" y="56217"/>
                  <a:pt x="1046148" y="57185"/>
                </a:cubicBezTo>
                <a:cubicBezTo>
                  <a:pt x="1046084" y="58153"/>
                  <a:pt x="1045955" y="58910"/>
                  <a:pt x="1045761" y="59459"/>
                </a:cubicBezTo>
                <a:cubicBezTo>
                  <a:pt x="1045568" y="60007"/>
                  <a:pt x="1045326" y="60426"/>
                  <a:pt x="1045035" y="60717"/>
                </a:cubicBezTo>
                <a:cubicBezTo>
                  <a:pt x="1044745" y="61007"/>
                  <a:pt x="1044342" y="61152"/>
                  <a:pt x="1043826" y="61152"/>
                </a:cubicBezTo>
                <a:cubicBezTo>
                  <a:pt x="1043310" y="61152"/>
                  <a:pt x="1042681" y="61007"/>
                  <a:pt x="1041939" y="60717"/>
                </a:cubicBezTo>
                <a:cubicBezTo>
                  <a:pt x="1041197" y="60426"/>
                  <a:pt x="1040359" y="60136"/>
                  <a:pt x="1039423" y="59846"/>
                </a:cubicBezTo>
                <a:cubicBezTo>
                  <a:pt x="1038488" y="59556"/>
                  <a:pt x="1037440" y="59281"/>
                  <a:pt x="1036279" y="59023"/>
                </a:cubicBezTo>
                <a:cubicBezTo>
                  <a:pt x="1035118" y="58765"/>
                  <a:pt x="1033860" y="58636"/>
                  <a:pt x="1032505" y="58636"/>
                </a:cubicBezTo>
                <a:cubicBezTo>
                  <a:pt x="1030892" y="58636"/>
                  <a:pt x="1029312" y="58959"/>
                  <a:pt x="1027764" y="59604"/>
                </a:cubicBezTo>
                <a:cubicBezTo>
                  <a:pt x="1026216" y="60249"/>
                  <a:pt x="1024587" y="61313"/>
                  <a:pt x="1022877" y="62797"/>
                </a:cubicBezTo>
                <a:cubicBezTo>
                  <a:pt x="1021168" y="64281"/>
                  <a:pt x="1019378" y="66248"/>
                  <a:pt x="1017507" y="68699"/>
                </a:cubicBezTo>
                <a:cubicBezTo>
                  <a:pt x="1015637" y="71151"/>
                  <a:pt x="1013572" y="74150"/>
                  <a:pt x="1011315" y="77698"/>
                </a:cubicBezTo>
                <a:lnTo>
                  <a:pt x="1011315" y="134980"/>
                </a:lnTo>
                <a:cubicBezTo>
                  <a:pt x="1011315" y="135496"/>
                  <a:pt x="1011186" y="135931"/>
                  <a:pt x="1010928" y="136286"/>
                </a:cubicBezTo>
                <a:cubicBezTo>
                  <a:pt x="1010670" y="136641"/>
                  <a:pt x="1010250" y="136947"/>
                  <a:pt x="1009670" y="137205"/>
                </a:cubicBezTo>
                <a:cubicBezTo>
                  <a:pt x="1009089" y="137463"/>
                  <a:pt x="1008283" y="137657"/>
                  <a:pt x="1007251" y="137786"/>
                </a:cubicBezTo>
                <a:cubicBezTo>
                  <a:pt x="1006219" y="137915"/>
                  <a:pt x="1004896" y="137979"/>
                  <a:pt x="1003284" y="137979"/>
                </a:cubicBezTo>
                <a:cubicBezTo>
                  <a:pt x="1001735" y="137979"/>
                  <a:pt x="1000445" y="137915"/>
                  <a:pt x="999413" y="137786"/>
                </a:cubicBezTo>
                <a:cubicBezTo>
                  <a:pt x="998381" y="137657"/>
                  <a:pt x="997559" y="137463"/>
                  <a:pt x="996946" y="137205"/>
                </a:cubicBezTo>
                <a:cubicBezTo>
                  <a:pt x="996333" y="136947"/>
                  <a:pt x="995914" y="136641"/>
                  <a:pt x="995688" y="136286"/>
                </a:cubicBezTo>
                <a:cubicBezTo>
                  <a:pt x="995462" y="135931"/>
                  <a:pt x="995349" y="135496"/>
                  <a:pt x="995349" y="134980"/>
                </a:cubicBezTo>
                <a:lnTo>
                  <a:pt x="995349" y="47896"/>
                </a:lnTo>
                <a:cubicBezTo>
                  <a:pt x="995349" y="47380"/>
                  <a:pt x="995446" y="46945"/>
                  <a:pt x="995640" y="46590"/>
                </a:cubicBezTo>
                <a:cubicBezTo>
                  <a:pt x="995833" y="46235"/>
                  <a:pt x="996220" y="45912"/>
                  <a:pt x="996801" y="45622"/>
                </a:cubicBezTo>
                <a:cubicBezTo>
                  <a:pt x="997381" y="45332"/>
                  <a:pt x="998123" y="45138"/>
                  <a:pt x="999026" y="45042"/>
                </a:cubicBezTo>
                <a:cubicBezTo>
                  <a:pt x="999929" y="44945"/>
                  <a:pt x="1001123" y="44896"/>
                  <a:pt x="1002606" y="44896"/>
                </a:cubicBezTo>
                <a:cubicBezTo>
                  <a:pt x="1004025" y="44896"/>
                  <a:pt x="1005203" y="44945"/>
                  <a:pt x="1006138" y="45042"/>
                </a:cubicBezTo>
                <a:cubicBezTo>
                  <a:pt x="1007073" y="45138"/>
                  <a:pt x="1007799" y="45332"/>
                  <a:pt x="1008315" y="45622"/>
                </a:cubicBezTo>
                <a:cubicBezTo>
                  <a:pt x="1008831" y="45912"/>
                  <a:pt x="1009202" y="46235"/>
                  <a:pt x="1009428" y="46590"/>
                </a:cubicBezTo>
                <a:cubicBezTo>
                  <a:pt x="1009654" y="46945"/>
                  <a:pt x="1009767" y="47380"/>
                  <a:pt x="1009767" y="47896"/>
                </a:cubicBezTo>
                <a:lnTo>
                  <a:pt x="1009767" y="60572"/>
                </a:lnTo>
                <a:cubicBezTo>
                  <a:pt x="1012153" y="57088"/>
                  <a:pt x="1014395" y="54250"/>
                  <a:pt x="1016491" y="52057"/>
                </a:cubicBezTo>
                <a:cubicBezTo>
                  <a:pt x="1018588" y="49863"/>
                  <a:pt x="1020571" y="48138"/>
                  <a:pt x="1022442" y="46880"/>
                </a:cubicBezTo>
                <a:cubicBezTo>
                  <a:pt x="1024313" y="45622"/>
                  <a:pt x="1026167" y="44751"/>
                  <a:pt x="1028006" y="44268"/>
                </a:cubicBezTo>
                <a:cubicBezTo>
                  <a:pt x="1029844" y="43784"/>
                  <a:pt x="1031699" y="43542"/>
                  <a:pt x="1033569" y="43542"/>
                </a:cubicBezTo>
                <a:cubicBezTo>
                  <a:pt x="1034408" y="43542"/>
                  <a:pt x="1035359" y="43590"/>
                  <a:pt x="1036424" y="43687"/>
                </a:cubicBezTo>
                <a:cubicBezTo>
                  <a:pt x="1037488" y="43784"/>
                  <a:pt x="1038601" y="43961"/>
                  <a:pt x="1039762" y="44219"/>
                </a:cubicBezTo>
                <a:cubicBezTo>
                  <a:pt x="1040923" y="44477"/>
                  <a:pt x="1041971" y="44767"/>
                  <a:pt x="1042907" y="45090"/>
                </a:cubicBezTo>
                <a:cubicBezTo>
                  <a:pt x="1043842" y="45412"/>
                  <a:pt x="1044503" y="45735"/>
                  <a:pt x="1044890" y="46058"/>
                </a:cubicBezTo>
                <a:cubicBezTo>
                  <a:pt x="1045277" y="46380"/>
                  <a:pt x="1045535" y="46687"/>
                  <a:pt x="1045664" y="46977"/>
                </a:cubicBezTo>
                <a:cubicBezTo>
                  <a:pt x="1045793" y="47267"/>
                  <a:pt x="1045906" y="47638"/>
                  <a:pt x="1046003" y="48090"/>
                </a:cubicBezTo>
                <a:cubicBezTo>
                  <a:pt x="1046100" y="48541"/>
                  <a:pt x="1046164" y="49202"/>
                  <a:pt x="1046196" y="50073"/>
                </a:cubicBezTo>
                <a:cubicBezTo>
                  <a:pt x="1046229" y="50944"/>
                  <a:pt x="1046245" y="52121"/>
                  <a:pt x="1046245" y="53605"/>
                </a:cubicBezTo>
                <a:close/>
                <a:moveTo>
                  <a:pt x="1180937" y="130529"/>
                </a:moveTo>
                <a:cubicBezTo>
                  <a:pt x="1180937" y="131690"/>
                  <a:pt x="1180873" y="132706"/>
                  <a:pt x="1180744" y="133577"/>
                </a:cubicBezTo>
                <a:cubicBezTo>
                  <a:pt x="1180615" y="134447"/>
                  <a:pt x="1180389" y="135173"/>
                  <a:pt x="1180066" y="135754"/>
                </a:cubicBezTo>
                <a:cubicBezTo>
                  <a:pt x="1179744" y="136334"/>
                  <a:pt x="1179373" y="136754"/>
                  <a:pt x="1178954" y="137012"/>
                </a:cubicBezTo>
                <a:cubicBezTo>
                  <a:pt x="1178534" y="137270"/>
                  <a:pt x="1178067" y="137399"/>
                  <a:pt x="1177551" y="137399"/>
                </a:cubicBezTo>
                <a:lnTo>
                  <a:pt x="1117463" y="137399"/>
                </a:lnTo>
                <a:cubicBezTo>
                  <a:pt x="1115979" y="137399"/>
                  <a:pt x="1114576" y="136899"/>
                  <a:pt x="1113254" y="135899"/>
                </a:cubicBezTo>
                <a:cubicBezTo>
                  <a:pt x="1111932" y="134899"/>
                  <a:pt x="1111270" y="133141"/>
                  <a:pt x="1111270" y="130625"/>
                </a:cubicBezTo>
                <a:lnTo>
                  <a:pt x="1111270" y="18965"/>
                </a:lnTo>
                <a:cubicBezTo>
                  <a:pt x="1111270" y="16449"/>
                  <a:pt x="1111932" y="14691"/>
                  <a:pt x="1113254" y="13691"/>
                </a:cubicBezTo>
                <a:cubicBezTo>
                  <a:pt x="1114576" y="12692"/>
                  <a:pt x="1115979" y="12192"/>
                  <a:pt x="1117463" y="12192"/>
                </a:cubicBezTo>
                <a:lnTo>
                  <a:pt x="1176873" y="12192"/>
                </a:lnTo>
                <a:cubicBezTo>
                  <a:pt x="1177389" y="12192"/>
                  <a:pt x="1177857" y="12321"/>
                  <a:pt x="1178276" y="12579"/>
                </a:cubicBezTo>
                <a:cubicBezTo>
                  <a:pt x="1178696" y="12837"/>
                  <a:pt x="1179034" y="13256"/>
                  <a:pt x="1179292" y="13837"/>
                </a:cubicBezTo>
                <a:cubicBezTo>
                  <a:pt x="1179550" y="14417"/>
                  <a:pt x="1179760" y="15143"/>
                  <a:pt x="1179921" y="16014"/>
                </a:cubicBezTo>
                <a:cubicBezTo>
                  <a:pt x="1180083" y="16885"/>
                  <a:pt x="1180163" y="17965"/>
                  <a:pt x="1180163" y="19255"/>
                </a:cubicBezTo>
                <a:cubicBezTo>
                  <a:pt x="1180163" y="20416"/>
                  <a:pt x="1180083" y="21432"/>
                  <a:pt x="1179921" y="22303"/>
                </a:cubicBezTo>
                <a:cubicBezTo>
                  <a:pt x="1179760" y="23174"/>
                  <a:pt x="1179550" y="23883"/>
                  <a:pt x="1179292" y="24432"/>
                </a:cubicBezTo>
                <a:cubicBezTo>
                  <a:pt x="1179034" y="24980"/>
                  <a:pt x="1178696" y="25383"/>
                  <a:pt x="1178276" y="25641"/>
                </a:cubicBezTo>
                <a:cubicBezTo>
                  <a:pt x="1177857" y="25899"/>
                  <a:pt x="1177389" y="26028"/>
                  <a:pt x="1176873" y="26028"/>
                </a:cubicBezTo>
                <a:lnTo>
                  <a:pt x="1127913" y="26028"/>
                </a:lnTo>
                <a:lnTo>
                  <a:pt x="1127913" y="65313"/>
                </a:lnTo>
                <a:lnTo>
                  <a:pt x="1169907" y="65313"/>
                </a:lnTo>
                <a:cubicBezTo>
                  <a:pt x="1170423" y="65313"/>
                  <a:pt x="1170890" y="65458"/>
                  <a:pt x="1171310" y="65748"/>
                </a:cubicBezTo>
                <a:cubicBezTo>
                  <a:pt x="1171729" y="66038"/>
                  <a:pt x="1172084" y="66442"/>
                  <a:pt x="1172374" y="66958"/>
                </a:cubicBezTo>
                <a:cubicBezTo>
                  <a:pt x="1172664" y="67474"/>
                  <a:pt x="1172874" y="68183"/>
                  <a:pt x="1173003" y="69086"/>
                </a:cubicBezTo>
                <a:cubicBezTo>
                  <a:pt x="1173132" y="69989"/>
                  <a:pt x="1173197" y="71054"/>
                  <a:pt x="1173197" y="72279"/>
                </a:cubicBezTo>
                <a:cubicBezTo>
                  <a:pt x="1173197" y="73441"/>
                  <a:pt x="1173132" y="74440"/>
                  <a:pt x="1173003" y="75279"/>
                </a:cubicBezTo>
                <a:cubicBezTo>
                  <a:pt x="1172874" y="76118"/>
                  <a:pt x="1172664" y="76795"/>
                  <a:pt x="1172374" y="77311"/>
                </a:cubicBezTo>
                <a:cubicBezTo>
                  <a:pt x="1172084" y="77827"/>
                  <a:pt x="1171729" y="78198"/>
                  <a:pt x="1171310" y="78424"/>
                </a:cubicBezTo>
                <a:cubicBezTo>
                  <a:pt x="1170890" y="78649"/>
                  <a:pt x="1170423" y="78762"/>
                  <a:pt x="1169907" y="78762"/>
                </a:cubicBezTo>
                <a:lnTo>
                  <a:pt x="1127913" y="78762"/>
                </a:lnTo>
                <a:lnTo>
                  <a:pt x="1127913" y="123562"/>
                </a:lnTo>
                <a:lnTo>
                  <a:pt x="1177551" y="123562"/>
                </a:lnTo>
                <a:cubicBezTo>
                  <a:pt x="1178067" y="123562"/>
                  <a:pt x="1178534" y="123691"/>
                  <a:pt x="1178954" y="123949"/>
                </a:cubicBezTo>
                <a:cubicBezTo>
                  <a:pt x="1179373" y="124207"/>
                  <a:pt x="1179744" y="124610"/>
                  <a:pt x="1180066" y="125159"/>
                </a:cubicBezTo>
                <a:cubicBezTo>
                  <a:pt x="1180389" y="125707"/>
                  <a:pt x="1180615" y="126416"/>
                  <a:pt x="1180744" y="127287"/>
                </a:cubicBezTo>
                <a:cubicBezTo>
                  <a:pt x="1180873" y="128158"/>
                  <a:pt x="1180937" y="129239"/>
                  <a:pt x="1180937" y="130529"/>
                </a:cubicBezTo>
                <a:close/>
                <a:moveTo>
                  <a:pt x="1281144" y="134980"/>
                </a:moveTo>
                <a:cubicBezTo>
                  <a:pt x="1281144" y="135496"/>
                  <a:pt x="1281015" y="135931"/>
                  <a:pt x="1280757" y="136286"/>
                </a:cubicBezTo>
                <a:cubicBezTo>
                  <a:pt x="1280499" y="136641"/>
                  <a:pt x="1280080" y="136947"/>
                  <a:pt x="1279500" y="137205"/>
                </a:cubicBezTo>
                <a:cubicBezTo>
                  <a:pt x="1278919" y="137463"/>
                  <a:pt x="1278113" y="137657"/>
                  <a:pt x="1277081" y="137786"/>
                </a:cubicBezTo>
                <a:cubicBezTo>
                  <a:pt x="1276048" y="137915"/>
                  <a:pt x="1274758" y="137979"/>
                  <a:pt x="1273210" y="137979"/>
                </a:cubicBezTo>
                <a:cubicBezTo>
                  <a:pt x="1271597" y="137979"/>
                  <a:pt x="1270275" y="137915"/>
                  <a:pt x="1269243" y="137786"/>
                </a:cubicBezTo>
                <a:cubicBezTo>
                  <a:pt x="1268211" y="137657"/>
                  <a:pt x="1267405" y="137463"/>
                  <a:pt x="1266824" y="137205"/>
                </a:cubicBezTo>
                <a:cubicBezTo>
                  <a:pt x="1266243" y="136947"/>
                  <a:pt x="1265824" y="136641"/>
                  <a:pt x="1265566" y="136286"/>
                </a:cubicBezTo>
                <a:cubicBezTo>
                  <a:pt x="1265308" y="135931"/>
                  <a:pt x="1265179" y="135496"/>
                  <a:pt x="1265179" y="134980"/>
                </a:cubicBezTo>
                <a:lnTo>
                  <a:pt x="1265179" y="83987"/>
                </a:lnTo>
                <a:cubicBezTo>
                  <a:pt x="1265179" y="79020"/>
                  <a:pt x="1264792" y="75021"/>
                  <a:pt x="1264018" y="71989"/>
                </a:cubicBezTo>
                <a:cubicBezTo>
                  <a:pt x="1263244" y="68957"/>
                  <a:pt x="1262115" y="66345"/>
                  <a:pt x="1260631" y="64152"/>
                </a:cubicBezTo>
                <a:cubicBezTo>
                  <a:pt x="1259148" y="61958"/>
                  <a:pt x="1257229" y="60281"/>
                  <a:pt x="1254874" y="59120"/>
                </a:cubicBezTo>
                <a:cubicBezTo>
                  <a:pt x="1252520" y="57959"/>
                  <a:pt x="1249794" y="57378"/>
                  <a:pt x="1246698" y="57378"/>
                </a:cubicBezTo>
                <a:cubicBezTo>
                  <a:pt x="1242699" y="57378"/>
                  <a:pt x="1238699" y="58798"/>
                  <a:pt x="1234700" y="61636"/>
                </a:cubicBezTo>
                <a:cubicBezTo>
                  <a:pt x="1230700" y="64474"/>
                  <a:pt x="1226508" y="68635"/>
                  <a:pt x="1222121" y="74118"/>
                </a:cubicBezTo>
                <a:lnTo>
                  <a:pt x="1222121" y="134980"/>
                </a:lnTo>
                <a:cubicBezTo>
                  <a:pt x="1222121" y="135496"/>
                  <a:pt x="1221992" y="135931"/>
                  <a:pt x="1221734" y="136286"/>
                </a:cubicBezTo>
                <a:cubicBezTo>
                  <a:pt x="1221476" y="136641"/>
                  <a:pt x="1221057" y="136947"/>
                  <a:pt x="1220476" y="137205"/>
                </a:cubicBezTo>
                <a:cubicBezTo>
                  <a:pt x="1219896" y="137463"/>
                  <a:pt x="1219089" y="137657"/>
                  <a:pt x="1218057" y="137786"/>
                </a:cubicBezTo>
                <a:cubicBezTo>
                  <a:pt x="1217025" y="137915"/>
                  <a:pt x="1215703" y="137979"/>
                  <a:pt x="1214090" y="137979"/>
                </a:cubicBezTo>
                <a:cubicBezTo>
                  <a:pt x="1212542" y="137979"/>
                  <a:pt x="1211252" y="137915"/>
                  <a:pt x="1210220" y="137786"/>
                </a:cubicBezTo>
                <a:cubicBezTo>
                  <a:pt x="1209188" y="137657"/>
                  <a:pt x="1208365" y="137463"/>
                  <a:pt x="1207752" y="137205"/>
                </a:cubicBezTo>
                <a:cubicBezTo>
                  <a:pt x="1207139" y="136947"/>
                  <a:pt x="1206720" y="136641"/>
                  <a:pt x="1206494" y="136286"/>
                </a:cubicBezTo>
                <a:cubicBezTo>
                  <a:pt x="1206269" y="135931"/>
                  <a:pt x="1206156" y="135496"/>
                  <a:pt x="1206156" y="134980"/>
                </a:cubicBezTo>
                <a:lnTo>
                  <a:pt x="1206156" y="47896"/>
                </a:lnTo>
                <a:cubicBezTo>
                  <a:pt x="1206156" y="47380"/>
                  <a:pt x="1206253" y="46945"/>
                  <a:pt x="1206446" y="46590"/>
                </a:cubicBezTo>
                <a:cubicBezTo>
                  <a:pt x="1206640" y="46235"/>
                  <a:pt x="1207027" y="45912"/>
                  <a:pt x="1207607" y="45622"/>
                </a:cubicBezTo>
                <a:cubicBezTo>
                  <a:pt x="1208188" y="45332"/>
                  <a:pt x="1208930" y="45138"/>
                  <a:pt x="1209833" y="45042"/>
                </a:cubicBezTo>
                <a:cubicBezTo>
                  <a:pt x="1210736" y="44945"/>
                  <a:pt x="1211929" y="44896"/>
                  <a:pt x="1213413" y="44896"/>
                </a:cubicBezTo>
                <a:cubicBezTo>
                  <a:pt x="1214832" y="44896"/>
                  <a:pt x="1216009" y="44945"/>
                  <a:pt x="1216944" y="45042"/>
                </a:cubicBezTo>
                <a:cubicBezTo>
                  <a:pt x="1217880" y="45138"/>
                  <a:pt x="1218605" y="45332"/>
                  <a:pt x="1219122" y="45622"/>
                </a:cubicBezTo>
                <a:cubicBezTo>
                  <a:pt x="1219638" y="45912"/>
                  <a:pt x="1220009" y="46235"/>
                  <a:pt x="1220234" y="46590"/>
                </a:cubicBezTo>
                <a:cubicBezTo>
                  <a:pt x="1220460" y="46945"/>
                  <a:pt x="1220573" y="47380"/>
                  <a:pt x="1220573" y="47896"/>
                </a:cubicBezTo>
                <a:lnTo>
                  <a:pt x="1220573" y="59410"/>
                </a:lnTo>
                <a:cubicBezTo>
                  <a:pt x="1225475" y="53927"/>
                  <a:pt x="1230362" y="49912"/>
                  <a:pt x="1235232" y="47364"/>
                </a:cubicBezTo>
                <a:cubicBezTo>
                  <a:pt x="1240102" y="44816"/>
                  <a:pt x="1245021" y="43542"/>
                  <a:pt x="1249988" y="43542"/>
                </a:cubicBezTo>
                <a:cubicBezTo>
                  <a:pt x="1255793" y="43542"/>
                  <a:pt x="1260680" y="44526"/>
                  <a:pt x="1264647" y="46493"/>
                </a:cubicBezTo>
                <a:cubicBezTo>
                  <a:pt x="1268614" y="48460"/>
                  <a:pt x="1271823" y="51089"/>
                  <a:pt x="1274275" y="54379"/>
                </a:cubicBezTo>
                <a:cubicBezTo>
                  <a:pt x="1276726" y="57669"/>
                  <a:pt x="1278484" y="61523"/>
                  <a:pt x="1279548" y="65942"/>
                </a:cubicBezTo>
                <a:cubicBezTo>
                  <a:pt x="1280612" y="70360"/>
                  <a:pt x="1281144" y="75666"/>
                  <a:pt x="1281144" y="81859"/>
                </a:cubicBezTo>
                <a:lnTo>
                  <a:pt x="1281144" y="134980"/>
                </a:lnTo>
                <a:close/>
                <a:moveTo>
                  <a:pt x="1372815" y="121820"/>
                </a:moveTo>
                <a:cubicBezTo>
                  <a:pt x="1372815" y="122917"/>
                  <a:pt x="1372783" y="123868"/>
                  <a:pt x="1372718" y="124675"/>
                </a:cubicBezTo>
                <a:cubicBezTo>
                  <a:pt x="1372654" y="125481"/>
                  <a:pt x="1372541" y="126158"/>
                  <a:pt x="1372379" y="126707"/>
                </a:cubicBezTo>
                <a:cubicBezTo>
                  <a:pt x="1372218" y="127255"/>
                  <a:pt x="1372025" y="127739"/>
                  <a:pt x="1371799" y="128158"/>
                </a:cubicBezTo>
                <a:cubicBezTo>
                  <a:pt x="1371573" y="128577"/>
                  <a:pt x="1371057" y="129190"/>
                  <a:pt x="1370251" y="129997"/>
                </a:cubicBezTo>
                <a:cubicBezTo>
                  <a:pt x="1369444" y="130803"/>
                  <a:pt x="1368074" y="131803"/>
                  <a:pt x="1366138" y="132996"/>
                </a:cubicBezTo>
                <a:cubicBezTo>
                  <a:pt x="1364203" y="134189"/>
                  <a:pt x="1362026" y="135254"/>
                  <a:pt x="1359607" y="136189"/>
                </a:cubicBezTo>
                <a:cubicBezTo>
                  <a:pt x="1357188" y="137124"/>
                  <a:pt x="1354559" y="137882"/>
                  <a:pt x="1351721" y="138463"/>
                </a:cubicBezTo>
                <a:cubicBezTo>
                  <a:pt x="1348883" y="139044"/>
                  <a:pt x="1345948" y="139334"/>
                  <a:pt x="1342916" y="139334"/>
                </a:cubicBezTo>
                <a:cubicBezTo>
                  <a:pt x="1336659" y="139334"/>
                  <a:pt x="1331111" y="138300"/>
                  <a:pt x="1326273" y="136231"/>
                </a:cubicBezTo>
                <a:cubicBezTo>
                  <a:pt x="1321435" y="134163"/>
                  <a:pt x="1317388" y="131141"/>
                  <a:pt x="1314130" y="127166"/>
                </a:cubicBezTo>
                <a:cubicBezTo>
                  <a:pt x="1310873" y="123191"/>
                  <a:pt x="1308389" y="118311"/>
                  <a:pt x="1306680" y="112525"/>
                </a:cubicBezTo>
                <a:cubicBezTo>
                  <a:pt x="1304970" y="106740"/>
                  <a:pt x="1304115" y="100067"/>
                  <a:pt x="1304115" y="92505"/>
                </a:cubicBezTo>
                <a:cubicBezTo>
                  <a:pt x="1304115" y="83908"/>
                  <a:pt x="1305164" y="76523"/>
                  <a:pt x="1307260" y="70350"/>
                </a:cubicBezTo>
                <a:cubicBezTo>
                  <a:pt x="1309357" y="64178"/>
                  <a:pt x="1312227" y="59120"/>
                  <a:pt x="1315872" y="55177"/>
                </a:cubicBezTo>
                <a:cubicBezTo>
                  <a:pt x="1319516" y="51234"/>
                  <a:pt x="1323806" y="48309"/>
                  <a:pt x="1328741" y="46402"/>
                </a:cubicBezTo>
                <a:cubicBezTo>
                  <a:pt x="1333676" y="44495"/>
                  <a:pt x="1339013" y="43542"/>
                  <a:pt x="1344755" y="43542"/>
                </a:cubicBezTo>
                <a:cubicBezTo>
                  <a:pt x="1347528" y="43542"/>
                  <a:pt x="1350221" y="43800"/>
                  <a:pt x="1352834" y="44316"/>
                </a:cubicBezTo>
                <a:cubicBezTo>
                  <a:pt x="1355446" y="44832"/>
                  <a:pt x="1357849" y="45509"/>
                  <a:pt x="1360043" y="46348"/>
                </a:cubicBezTo>
                <a:cubicBezTo>
                  <a:pt x="1362236" y="47186"/>
                  <a:pt x="1364187" y="48154"/>
                  <a:pt x="1365896" y="49251"/>
                </a:cubicBezTo>
                <a:cubicBezTo>
                  <a:pt x="1367606" y="50347"/>
                  <a:pt x="1368848" y="51283"/>
                  <a:pt x="1369622" y="52057"/>
                </a:cubicBezTo>
                <a:cubicBezTo>
                  <a:pt x="1370396" y="52831"/>
                  <a:pt x="1370928" y="53444"/>
                  <a:pt x="1371218" y="53895"/>
                </a:cubicBezTo>
                <a:cubicBezTo>
                  <a:pt x="1371509" y="54347"/>
                  <a:pt x="1371750" y="54879"/>
                  <a:pt x="1371944" y="55492"/>
                </a:cubicBezTo>
                <a:cubicBezTo>
                  <a:pt x="1372137" y="56104"/>
                  <a:pt x="1372266" y="56798"/>
                  <a:pt x="1372331" y="57572"/>
                </a:cubicBezTo>
                <a:cubicBezTo>
                  <a:pt x="1372395" y="58346"/>
                  <a:pt x="1372428" y="59314"/>
                  <a:pt x="1372428" y="60475"/>
                </a:cubicBezTo>
                <a:cubicBezTo>
                  <a:pt x="1372428" y="62990"/>
                  <a:pt x="1372137" y="64748"/>
                  <a:pt x="1371557" y="65748"/>
                </a:cubicBezTo>
                <a:cubicBezTo>
                  <a:pt x="1370976" y="66748"/>
                  <a:pt x="1370267" y="67248"/>
                  <a:pt x="1369428" y="67248"/>
                </a:cubicBezTo>
                <a:cubicBezTo>
                  <a:pt x="1368461" y="67248"/>
                  <a:pt x="1367348" y="66716"/>
                  <a:pt x="1366090" y="65651"/>
                </a:cubicBezTo>
                <a:cubicBezTo>
                  <a:pt x="1364832" y="64587"/>
                  <a:pt x="1363236" y="63410"/>
                  <a:pt x="1361300" y="62120"/>
                </a:cubicBezTo>
                <a:cubicBezTo>
                  <a:pt x="1359365" y="60830"/>
                  <a:pt x="1357027" y="59652"/>
                  <a:pt x="1354285" y="58588"/>
                </a:cubicBezTo>
                <a:cubicBezTo>
                  <a:pt x="1351544" y="57524"/>
                  <a:pt x="1348302" y="56991"/>
                  <a:pt x="1344561" y="56991"/>
                </a:cubicBezTo>
                <a:cubicBezTo>
                  <a:pt x="1336885" y="56991"/>
                  <a:pt x="1330999" y="59952"/>
                  <a:pt x="1326902" y="65872"/>
                </a:cubicBezTo>
                <a:cubicBezTo>
                  <a:pt x="1322806" y="71791"/>
                  <a:pt x="1320758" y="80377"/>
                  <a:pt x="1320758" y="91631"/>
                </a:cubicBezTo>
                <a:cubicBezTo>
                  <a:pt x="1320758" y="97260"/>
                  <a:pt x="1321290" y="102192"/>
                  <a:pt x="1322355" y="106429"/>
                </a:cubicBezTo>
                <a:cubicBezTo>
                  <a:pt x="1323419" y="110667"/>
                  <a:pt x="1324983" y="114209"/>
                  <a:pt x="1327048" y="117055"/>
                </a:cubicBezTo>
                <a:cubicBezTo>
                  <a:pt x="1329112" y="119901"/>
                  <a:pt x="1331644" y="122020"/>
                  <a:pt x="1334643" y="123411"/>
                </a:cubicBezTo>
                <a:cubicBezTo>
                  <a:pt x="1337643" y="124802"/>
                  <a:pt x="1341078" y="125497"/>
                  <a:pt x="1344948" y="125497"/>
                </a:cubicBezTo>
                <a:cubicBezTo>
                  <a:pt x="1348625" y="125497"/>
                  <a:pt x="1351850" y="124917"/>
                  <a:pt x="1354624" y="123756"/>
                </a:cubicBezTo>
                <a:cubicBezTo>
                  <a:pt x="1357398" y="122594"/>
                  <a:pt x="1359801" y="121320"/>
                  <a:pt x="1361833" y="119934"/>
                </a:cubicBezTo>
                <a:cubicBezTo>
                  <a:pt x="1363865" y="118547"/>
                  <a:pt x="1365574" y="117289"/>
                  <a:pt x="1366961" y="116160"/>
                </a:cubicBezTo>
                <a:cubicBezTo>
                  <a:pt x="1368348" y="115031"/>
                  <a:pt x="1369428" y="114467"/>
                  <a:pt x="1370202" y="114467"/>
                </a:cubicBezTo>
                <a:cubicBezTo>
                  <a:pt x="1370654" y="114467"/>
                  <a:pt x="1371041" y="114596"/>
                  <a:pt x="1371363" y="114854"/>
                </a:cubicBezTo>
                <a:cubicBezTo>
                  <a:pt x="1371686" y="115112"/>
                  <a:pt x="1371960" y="115547"/>
                  <a:pt x="1372186" y="116160"/>
                </a:cubicBezTo>
                <a:cubicBezTo>
                  <a:pt x="1372412" y="116773"/>
                  <a:pt x="1372573" y="117547"/>
                  <a:pt x="1372670" y="118482"/>
                </a:cubicBezTo>
                <a:cubicBezTo>
                  <a:pt x="1372766" y="119417"/>
                  <a:pt x="1372815" y="120530"/>
                  <a:pt x="1372815" y="121820"/>
                </a:cubicBezTo>
                <a:close/>
                <a:moveTo>
                  <a:pt x="1475042" y="90519"/>
                </a:moveTo>
                <a:cubicBezTo>
                  <a:pt x="1475042" y="97620"/>
                  <a:pt x="1474107" y="104158"/>
                  <a:pt x="1472236" y="110131"/>
                </a:cubicBezTo>
                <a:cubicBezTo>
                  <a:pt x="1470366" y="116103"/>
                  <a:pt x="1467576" y="121254"/>
                  <a:pt x="1463867" y="125582"/>
                </a:cubicBezTo>
                <a:cubicBezTo>
                  <a:pt x="1460158" y="129908"/>
                  <a:pt x="1455513" y="133281"/>
                  <a:pt x="1449933" y="135702"/>
                </a:cubicBezTo>
                <a:cubicBezTo>
                  <a:pt x="1444353" y="138123"/>
                  <a:pt x="1437887" y="139334"/>
                  <a:pt x="1430533" y="139334"/>
                </a:cubicBezTo>
                <a:cubicBezTo>
                  <a:pt x="1423373" y="139334"/>
                  <a:pt x="1417132" y="138268"/>
                  <a:pt x="1411810" y="136138"/>
                </a:cubicBezTo>
                <a:cubicBezTo>
                  <a:pt x="1406488" y="134007"/>
                  <a:pt x="1402053" y="130908"/>
                  <a:pt x="1398506" y="126840"/>
                </a:cubicBezTo>
                <a:cubicBezTo>
                  <a:pt x="1394958" y="122772"/>
                  <a:pt x="1392313" y="117832"/>
                  <a:pt x="1390571" y="112020"/>
                </a:cubicBezTo>
                <a:cubicBezTo>
                  <a:pt x="1388830" y="106209"/>
                  <a:pt x="1387959" y="99622"/>
                  <a:pt x="1387959" y="92260"/>
                </a:cubicBezTo>
                <a:cubicBezTo>
                  <a:pt x="1387959" y="85159"/>
                  <a:pt x="1388878" y="78621"/>
                  <a:pt x="1390716" y="72648"/>
                </a:cubicBezTo>
                <a:cubicBezTo>
                  <a:pt x="1392555" y="66675"/>
                  <a:pt x="1395329" y="61526"/>
                  <a:pt x="1399038" y="57200"/>
                </a:cubicBezTo>
                <a:cubicBezTo>
                  <a:pt x="1402747" y="52872"/>
                  <a:pt x="1407375" y="49514"/>
                  <a:pt x="1412923" y="47125"/>
                </a:cubicBezTo>
                <a:cubicBezTo>
                  <a:pt x="1418470" y="44736"/>
                  <a:pt x="1424953" y="43542"/>
                  <a:pt x="1432371" y="43542"/>
                </a:cubicBezTo>
                <a:cubicBezTo>
                  <a:pt x="1439532" y="43542"/>
                  <a:pt x="1445773" y="44607"/>
                  <a:pt x="1451094" y="46738"/>
                </a:cubicBezTo>
                <a:cubicBezTo>
                  <a:pt x="1456416" y="48869"/>
                  <a:pt x="1460851" y="51968"/>
                  <a:pt x="1464399" y="56036"/>
                </a:cubicBezTo>
                <a:cubicBezTo>
                  <a:pt x="1467947" y="60104"/>
                  <a:pt x="1470608" y="65044"/>
                  <a:pt x="1472381" y="70855"/>
                </a:cubicBezTo>
                <a:cubicBezTo>
                  <a:pt x="1474155" y="76667"/>
                  <a:pt x="1475042" y="83221"/>
                  <a:pt x="1475042" y="90519"/>
                </a:cubicBezTo>
                <a:moveTo>
                  <a:pt x="1458206" y="91583"/>
                </a:moveTo>
                <a:cubicBezTo>
                  <a:pt x="1458206" y="86868"/>
                  <a:pt x="1457771" y="82411"/>
                  <a:pt x="1456900" y="78212"/>
                </a:cubicBezTo>
                <a:cubicBezTo>
                  <a:pt x="1456029" y="74013"/>
                  <a:pt x="1454594" y="70331"/>
                  <a:pt x="1452594" y="67166"/>
                </a:cubicBezTo>
                <a:cubicBezTo>
                  <a:pt x="1450594" y="64001"/>
                  <a:pt x="1447885" y="61499"/>
                  <a:pt x="1444466" y="59658"/>
                </a:cubicBezTo>
                <a:cubicBezTo>
                  <a:pt x="1441047" y="57816"/>
                  <a:pt x="1436790" y="56895"/>
                  <a:pt x="1431694" y="56895"/>
                </a:cubicBezTo>
                <a:cubicBezTo>
                  <a:pt x="1426985" y="56895"/>
                  <a:pt x="1422937" y="57734"/>
                  <a:pt x="1419551" y="59413"/>
                </a:cubicBezTo>
                <a:cubicBezTo>
                  <a:pt x="1416164" y="61093"/>
                  <a:pt x="1413374" y="63467"/>
                  <a:pt x="1411181" y="66537"/>
                </a:cubicBezTo>
                <a:cubicBezTo>
                  <a:pt x="1408988" y="69605"/>
                  <a:pt x="1407359" y="73239"/>
                  <a:pt x="1406295" y="77438"/>
                </a:cubicBezTo>
                <a:cubicBezTo>
                  <a:pt x="1405230" y="81635"/>
                  <a:pt x="1404698" y="86221"/>
                  <a:pt x="1404698" y="91196"/>
                </a:cubicBezTo>
                <a:cubicBezTo>
                  <a:pt x="1404698" y="95975"/>
                  <a:pt x="1405134" y="100465"/>
                  <a:pt x="1406004" y="104664"/>
                </a:cubicBezTo>
                <a:cubicBezTo>
                  <a:pt x="1406875" y="108863"/>
                  <a:pt x="1408327" y="112528"/>
                  <a:pt x="1410359" y="115661"/>
                </a:cubicBezTo>
                <a:cubicBezTo>
                  <a:pt x="1412391" y="118794"/>
                  <a:pt x="1415116" y="121281"/>
                  <a:pt x="1418535" y="123124"/>
                </a:cubicBezTo>
                <a:cubicBezTo>
                  <a:pt x="1421954" y="124964"/>
                  <a:pt x="1426211" y="125884"/>
                  <a:pt x="1431307" y="125884"/>
                </a:cubicBezTo>
                <a:cubicBezTo>
                  <a:pt x="1435951" y="125884"/>
                  <a:pt x="1439983" y="125045"/>
                  <a:pt x="1443402" y="123365"/>
                </a:cubicBezTo>
                <a:cubicBezTo>
                  <a:pt x="1446821" y="121686"/>
                  <a:pt x="1449627" y="119329"/>
                  <a:pt x="1451820" y="116293"/>
                </a:cubicBezTo>
                <a:cubicBezTo>
                  <a:pt x="1454013" y="113255"/>
                  <a:pt x="1455626" y="109638"/>
                  <a:pt x="1456658" y="105441"/>
                </a:cubicBezTo>
                <a:cubicBezTo>
                  <a:pt x="1457690" y="101242"/>
                  <a:pt x="1458206" y="96623"/>
                  <a:pt x="1458206" y="91583"/>
                </a:cubicBezTo>
                <a:close/>
                <a:moveTo>
                  <a:pt x="1573108" y="134977"/>
                </a:moveTo>
                <a:cubicBezTo>
                  <a:pt x="1573108" y="135493"/>
                  <a:pt x="1572995" y="135945"/>
                  <a:pt x="1572769" y="136334"/>
                </a:cubicBezTo>
                <a:cubicBezTo>
                  <a:pt x="1572544" y="136721"/>
                  <a:pt x="1572156" y="137028"/>
                  <a:pt x="1571608" y="137253"/>
                </a:cubicBezTo>
                <a:cubicBezTo>
                  <a:pt x="1571060" y="137479"/>
                  <a:pt x="1570334" y="137657"/>
                  <a:pt x="1569431" y="137786"/>
                </a:cubicBezTo>
                <a:cubicBezTo>
                  <a:pt x="1568528" y="137915"/>
                  <a:pt x="1567431" y="137979"/>
                  <a:pt x="1566141" y="137979"/>
                </a:cubicBezTo>
                <a:cubicBezTo>
                  <a:pt x="1564787" y="137979"/>
                  <a:pt x="1563658" y="137915"/>
                  <a:pt x="1562755" y="137786"/>
                </a:cubicBezTo>
                <a:cubicBezTo>
                  <a:pt x="1561852" y="137659"/>
                  <a:pt x="1561110" y="137483"/>
                  <a:pt x="1560529" y="137260"/>
                </a:cubicBezTo>
                <a:cubicBezTo>
                  <a:pt x="1559949" y="137034"/>
                  <a:pt x="1559529" y="136728"/>
                  <a:pt x="1559271" y="136343"/>
                </a:cubicBezTo>
                <a:cubicBezTo>
                  <a:pt x="1559013" y="135958"/>
                  <a:pt x="1558884" y="135510"/>
                  <a:pt x="1558884" y="134998"/>
                </a:cubicBezTo>
                <a:lnTo>
                  <a:pt x="1558884" y="123547"/>
                </a:lnTo>
                <a:cubicBezTo>
                  <a:pt x="1554304" y="128518"/>
                  <a:pt x="1549547" y="132392"/>
                  <a:pt x="1544612" y="135170"/>
                </a:cubicBezTo>
                <a:cubicBezTo>
                  <a:pt x="1539677" y="137946"/>
                  <a:pt x="1534275" y="139334"/>
                  <a:pt x="1528405" y="139334"/>
                </a:cubicBezTo>
                <a:cubicBezTo>
                  <a:pt x="1522019" y="139334"/>
                  <a:pt x="1516568" y="138091"/>
                  <a:pt x="1512053" y="135606"/>
                </a:cubicBezTo>
                <a:cubicBezTo>
                  <a:pt x="1507537" y="133120"/>
                  <a:pt x="1503876" y="129763"/>
                  <a:pt x="1501070" y="125533"/>
                </a:cubicBezTo>
                <a:cubicBezTo>
                  <a:pt x="1498264" y="121302"/>
                  <a:pt x="1496216" y="116330"/>
                  <a:pt x="1494926" y="110617"/>
                </a:cubicBezTo>
                <a:cubicBezTo>
                  <a:pt x="1493636" y="104903"/>
                  <a:pt x="1492991" y="98880"/>
                  <a:pt x="1492991" y="92551"/>
                </a:cubicBezTo>
                <a:cubicBezTo>
                  <a:pt x="1492991" y="85062"/>
                  <a:pt x="1493797" y="78299"/>
                  <a:pt x="1495410" y="72261"/>
                </a:cubicBezTo>
                <a:cubicBezTo>
                  <a:pt x="1497023" y="66224"/>
                  <a:pt x="1499409" y="61074"/>
                  <a:pt x="1502570" y="56813"/>
                </a:cubicBezTo>
                <a:cubicBezTo>
                  <a:pt x="1505731" y="52550"/>
                  <a:pt x="1509650" y="49272"/>
                  <a:pt x="1514326" y="46980"/>
                </a:cubicBezTo>
                <a:cubicBezTo>
                  <a:pt x="1519003" y="44688"/>
                  <a:pt x="1524406" y="43542"/>
                  <a:pt x="1530534" y="43542"/>
                </a:cubicBezTo>
                <a:cubicBezTo>
                  <a:pt x="1535630" y="43542"/>
                  <a:pt x="1540290" y="44656"/>
                  <a:pt x="1544515" y="46883"/>
                </a:cubicBezTo>
                <a:cubicBezTo>
                  <a:pt x="1548741" y="49111"/>
                  <a:pt x="1552917" y="52387"/>
                  <a:pt x="1557046" y="56713"/>
                </a:cubicBezTo>
                <a:lnTo>
                  <a:pt x="1557046" y="6005"/>
                </a:lnTo>
                <a:cubicBezTo>
                  <a:pt x="1557046" y="5554"/>
                  <a:pt x="1557159" y="5118"/>
                  <a:pt x="1557385" y="4699"/>
                </a:cubicBezTo>
                <a:cubicBezTo>
                  <a:pt x="1557610" y="4278"/>
                  <a:pt x="1558046" y="3954"/>
                  <a:pt x="1558691" y="3728"/>
                </a:cubicBezTo>
                <a:cubicBezTo>
                  <a:pt x="1559336" y="3500"/>
                  <a:pt x="1560158" y="3306"/>
                  <a:pt x="1561158" y="3145"/>
                </a:cubicBezTo>
                <a:cubicBezTo>
                  <a:pt x="1562158" y="2983"/>
                  <a:pt x="1563432" y="2903"/>
                  <a:pt x="1564980" y="2903"/>
                </a:cubicBezTo>
                <a:cubicBezTo>
                  <a:pt x="1566593" y="2903"/>
                  <a:pt x="1567915" y="2983"/>
                  <a:pt x="1568947" y="3145"/>
                </a:cubicBezTo>
                <a:cubicBezTo>
                  <a:pt x="1569979" y="3306"/>
                  <a:pt x="1570786" y="3499"/>
                  <a:pt x="1571366" y="3725"/>
                </a:cubicBezTo>
                <a:cubicBezTo>
                  <a:pt x="1571947" y="3951"/>
                  <a:pt x="1572382" y="4275"/>
                  <a:pt x="1572673" y="4696"/>
                </a:cubicBezTo>
                <a:cubicBezTo>
                  <a:pt x="1572963" y="5115"/>
                  <a:pt x="1573108" y="5551"/>
                  <a:pt x="1573108" y="6002"/>
                </a:cubicBezTo>
                <a:lnTo>
                  <a:pt x="1573108" y="134977"/>
                </a:lnTo>
                <a:moveTo>
                  <a:pt x="1557046" y="73761"/>
                </a:moveTo>
                <a:cubicBezTo>
                  <a:pt x="1552724" y="68397"/>
                  <a:pt x="1548547" y="64310"/>
                  <a:pt x="1544515" y="61500"/>
                </a:cubicBezTo>
                <a:cubicBezTo>
                  <a:pt x="1540484" y="58688"/>
                  <a:pt x="1536275" y="57282"/>
                  <a:pt x="1531888" y="57282"/>
                </a:cubicBezTo>
                <a:cubicBezTo>
                  <a:pt x="1527824" y="57282"/>
                  <a:pt x="1524373" y="58251"/>
                  <a:pt x="1521535" y="60191"/>
                </a:cubicBezTo>
                <a:cubicBezTo>
                  <a:pt x="1518697" y="62128"/>
                  <a:pt x="1516391" y="64679"/>
                  <a:pt x="1514617" y="67844"/>
                </a:cubicBezTo>
                <a:cubicBezTo>
                  <a:pt x="1512843" y="71008"/>
                  <a:pt x="1511553" y="74594"/>
                  <a:pt x="1510746" y="78599"/>
                </a:cubicBezTo>
                <a:cubicBezTo>
                  <a:pt x="1509940" y="82604"/>
                  <a:pt x="1509537" y="86674"/>
                  <a:pt x="1509537" y="90809"/>
                </a:cubicBezTo>
                <a:cubicBezTo>
                  <a:pt x="1509537" y="95201"/>
                  <a:pt x="1509876" y="99497"/>
                  <a:pt x="1510553" y="103696"/>
                </a:cubicBezTo>
                <a:cubicBezTo>
                  <a:pt x="1511230" y="107895"/>
                  <a:pt x="1512407" y="111625"/>
                  <a:pt x="1514085" y="114887"/>
                </a:cubicBezTo>
                <a:cubicBezTo>
                  <a:pt x="1515762" y="118148"/>
                  <a:pt x="1517987" y="120765"/>
                  <a:pt x="1520761" y="122737"/>
                </a:cubicBezTo>
                <a:cubicBezTo>
                  <a:pt x="1523535" y="124706"/>
                  <a:pt x="1527018" y="125691"/>
                  <a:pt x="1531211" y="125691"/>
                </a:cubicBezTo>
                <a:cubicBezTo>
                  <a:pt x="1533340" y="125691"/>
                  <a:pt x="1535388" y="125400"/>
                  <a:pt x="1537355" y="124820"/>
                </a:cubicBezTo>
                <a:cubicBezTo>
                  <a:pt x="1539323" y="124237"/>
                  <a:pt x="1541339" y="123268"/>
                  <a:pt x="1543403" y="121911"/>
                </a:cubicBezTo>
                <a:cubicBezTo>
                  <a:pt x="1545467" y="120554"/>
                  <a:pt x="1547628" y="118794"/>
                  <a:pt x="1549886" y="116629"/>
                </a:cubicBezTo>
                <a:cubicBezTo>
                  <a:pt x="1552143" y="114464"/>
                  <a:pt x="1554530" y="111798"/>
                  <a:pt x="1557046" y="108631"/>
                </a:cubicBezTo>
                <a:lnTo>
                  <a:pt x="1557046" y="73761"/>
                </a:lnTo>
                <a:close/>
                <a:moveTo>
                  <a:pt x="1676874" y="87664"/>
                </a:moveTo>
                <a:cubicBezTo>
                  <a:pt x="1676874" y="90180"/>
                  <a:pt x="1676245" y="91970"/>
                  <a:pt x="1674987" y="93034"/>
                </a:cubicBezTo>
                <a:cubicBezTo>
                  <a:pt x="1673729" y="94099"/>
                  <a:pt x="1672294" y="94631"/>
                  <a:pt x="1670681" y="94631"/>
                </a:cubicBezTo>
                <a:lnTo>
                  <a:pt x="1613593" y="94631"/>
                </a:lnTo>
                <a:cubicBezTo>
                  <a:pt x="1613593" y="99483"/>
                  <a:pt x="1614077" y="103850"/>
                  <a:pt x="1615044" y="107733"/>
                </a:cubicBezTo>
                <a:cubicBezTo>
                  <a:pt x="1616012" y="111615"/>
                  <a:pt x="1617624" y="114947"/>
                  <a:pt x="1619882" y="117729"/>
                </a:cubicBezTo>
                <a:cubicBezTo>
                  <a:pt x="1622140" y="120511"/>
                  <a:pt x="1625075" y="122647"/>
                  <a:pt x="1628687" y="124137"/>
                </a:cubicBezTo>
                <a:cubicBezTo>
                  <a:pt x="1632300" y="125624"/>
                  <a:pt x="1636718" y="126368"/>
                  <a:pt x="1641943" y="126368"/>
                </a:cubicBezTo>
                <a:cubicBezTo>
                  <a:pt x="1646072" y="126368"/>
                  <a:pt x="1649749" y="126029"/>
                  <a:pt x="1652974" y="125352"/>
                </a:cubicBezTo>
                <a:cubicBezTo>
                  <a:pt x="1656199" y="124675"/>
                  <a:pt x="1658989" y="123917"/>
                  <a:pt x="1661344" y="123078"/>
                </a:cubicBezTo>
                <a:cubicBezTo>
                  <a:pt x="1663698" y="122240"/>
                  <a:pt x="1665633" y="121482"/>
                  <a:pt x="1667149" y="120804"/>
                </a:cubicBezTo>
                <a:cubicBezTo>
                  <a:pt x="1668665" y="120127"/>
                  <a:pt x="1669810" y="119788"/>
                  <a:pt x="1670584" y="119788"/>
                </a:cubicBezTo>
                <a:cubicBezTo>
                  <a:pt x="1671036" y="119788"/>
                  <a:pt x="1671439" y="119901"/>
                  <a:pt x="1671794" y="120127"/>
                </a:cubicBezTo>
                <a:cubicBezTo>
                  <a:pt x="1672148" y="120353"/>
                  <a:pt x="1672423" y="120691"/>
                  <a:pt x="1672616" y="121143"/>
                </a:cubicBezTo>
                <a:cubicBezTo>
                  <a:pt x="1672810" y="121595"/>
                  <a:pt x="1672955" y="122223"/>
                  <a:pt x="1673052" y="123030"/>
                </a:cubicBezTo>
                <a:cubicBezTo>
                  <a:pt x="1673148" y="123836"/>
                  <a:pt x="1673197" y="124820"/>
                  <a:pt x="1673197" y="125981"/>
                </a:cubicBezTo>
                <a:cubicBezTo>
                  <a:pt x="1673197" y="126820"/>
                  <a:pt x="1673164" y="127545"/>
                  <a:pt x="1673100" y="128158"/>
                </a:cubicBezTo>
                <a:cubicBezTo>
                  <a:pt x="1673035" y="128771"/>
                  <a:pt x="1672955" y="129319"/>
                  <a:pt x="1672858" y="129803"/>
                </a:cubicBezTo>
                <a:cubicBezTo>
                  <a:pt x="1672761" y="130287"/>
                  <a:pt x="1672600" y="130722"/>
                  <a:pt x="1672374" y="131109"/>
                </a:cubicBezTo>
                <a:cubicBezTo>
                  <a:pt x="1672148" y="131496"/>
                  <a:pt x="1671858" y="131867"/>
                  <a:pt x="1671503" y="132222"/>
                </a:cubicBezTo>
                <a:cubicBezTo>
                  <a:pt x="1671149" y="132577"/>
                  <a:pt x="1670100" y="133157"/>
                  <a:pt x="1668359" y="133964"/>
                </a:cubicBezTo>
                <a:cubicBezTo>
                  <a:pt x="1666617" y="134770"/>
                  <a:pt x="1664359" y="135560"/>
                  <a:pt x="1661586" y="136334"/>
                </a:cubicBezTo>
                <a:cubicBezTo>
                  <a:pt x="1658812" y="137108"/>
                  <a:pt x="1655603" y="137802"/>
                  <a:pt x="1651958" y="138415"/>
                </a:cubicBezTo>
                <a:cubicBezTo>
                  <a:pt x="1648313" y="139027"/>
                  <a:pt x="1644427" y="139334"/>
                  <a:pt x="1640298" y="139334"/>
                </a:cubicBezTo>
                <a:cubicBezTo>
                  <a:pt x="1633138" y="139334"/>
                  <a:pt x="1626865" y="138333"/>
                  <a:pt x="1621479" y="136331"/>
                </a:cubicBezTo>
                <a:cubicBezTo>
                  <a:pt x="1616092" y="134330"/>
                  <a:pt x="1611561" y="131359"/>
                  <a:pt x="1607884" y="127420"/>
                </a:cubicBezTo>
                <a:cubicBezTo>
                  <a:pt x="1604207" y="123481"/>
                  <a:pt x="1601433" y="118542"/>
                  <a:pt x="1599563" y="112601"/>
                </a:cubicBezTo>
                <a:cubicBezTo>
                  <a:pt x="1597692" y="106660"/>
                  <a:pt x="1596757" y="99751"/>
                  <a:pt x="1596757" y="91873"/>
                </a:cubicBezTo>
                <a:cubicBezTo>
                  <a:pt x="1596757" y="84382"/>
                  <a:pt x="1597724" y="77651"/>
                  <a:pt x="1599659" y="71678"/>
                </a:cubicBezTo>
                <a:cubicBezTo>
                  <a:pt x="1601595" y="65705"/>
                  <a:pt x="1604384" y="60636"/>
                  <a:pt x="1608029" y="56471"/>
                </a:cubicBezTo>
                <a:cubicBezTo>
                  <a:pt x="1611674" y="52307"/>
                  <a:pt x="1616076" y="49111"/>
                  <a:pt x="1621237" y="46883"/>
                </a:cubicBezTo>
                <a:cubicBezTo>
                  <a:pt x="1626397" y="44656"/>
                  <a:pt x="1632171" y="43542"/>
                  <a:pt x="1638557" y="43542"/>
                </a:cubicBezTo>
                <a:cubicBezTo>
                  <a:pt x="1645394" y="43542"/>
                  <a:pt x="1651216" y="44638"/>
                  <a:pt x="1656022" y="46832"/>
                </a:cubicBezTo>
                <a:cubicBezTo>
                  <a:pt x="1660828" y="49025"/>
                  <a:pt x="1664779" y="51976"/>
                  <a:pt x="1667875" y="55685"/>
                </a:cubicBezTo>
                <a:cubicBezTo>
                  <a:pt x="1670971" y="59394"/>
                  <a:pt x="1673245" y="63748"/>
                  <a:pt x="1674696" y="68748"/>
                </a:cubicBezTo>
                <a:cubicBezTo>
                  <a:pt x="1676148" y="73747"/>
                  <a:pt x="1676874" y="79085"/>
                  <a:pt x="1676874" y="84761"/>
                </a:cubicBezTo>
                <a:lnTo>
                  <a:pt x="1676874" y="87664"/>
                </a:lnTo>
                <a:moveTo>
                  <a:pt x="1660811" y="82923"/>
                </a:moveTo>
                <a:cubicBezTo>
                  <a:pt x="1661005" y="74537"/>
                  <a:pt x="1659150" y="67957"/>
                  <a:pt x="1655248" y="63184"/>
                </a:cubicBezTo>
                <a:cubicBezTo>
                  <a:pt x="1651345" y="58411"/>
                  <a:pt x="1645556" y="56024"/>
                  <a:pt x="1637879" y="56024"/>
                </a:cubicBezTo>
                <a:cubicBezTo>
                  <a:pt x="1633945" y="56024"/>
                  <a:pt x="1630493" y="56766"/>
                  <a:pt x="1627526" y="58249"/>
                </a:cubicBezTo>
                <a:cubicBezTo>
                  <a:pt x="1624559" y="59733"/>
                  <a:pt x="1622075" y="61700"/>
                  <a:pt x="1620076" y="64152"/>
                </a:cubicBezTo>
                <a:cubicBezTo>
                  <a:pt x="1618076" y="66603"/>
                  <a:pt x="1616528" y="69457"/>
                  <a:pt x="1615431" y="72715"/>
                </a:cubicBezTo>
                <a:cubicBezTo>
                  <a:pt x="1614335" y="75972"/>
                  <a:pt x="1613722" y="79375"/>
                  <a:pt x="1613593" y="82923"/>
                </a:cubicBezTo>
                <a:lnTo>
                  <a:pt x="1660811" y="82923"/>
                </a:lnTo>
                <a:close/>
                <a:moveTo>
                  <a:pt x="1752163" y="53605"/>
                </a:moveTo>
                <a:cubicBezTo>
                  <a:pt x="1752163" y="55024"/>
                  <a:pt x="1752131" y="56217"/>
                  <a:pt x="1752066" y="57185"/>
                </a:cubicBezTo>
                <a:cubicBezTo>
                  <a:pt x="1752002" y="58153"/>
                  <a:pt x="1751873" y="58910"/>
                  <a:pt x="1751679" y="59459"/>
                </a:cubicBezTo>
                <a:cubicBezTo>
                  <a:pt x="1751486" y="60007"/>
                  <a:pt x="1751244" y="60426"/>
                  <a:pt x="1750953" y="60717"/>
                </a:cubicBezTo>
                <a:cubicBezTo>
                  <a:pt x="1750663" y="61007"/>
                  <a:pt x="1750260" y="61152"/>
                  <a:pt x="1749744" y="61152"/>
                </a:cubicBezTo>
                <a:cubicBezTo>
                  <a:pt x="1749228" y="61152"/>
                  <a:pt x="1748599" y="61007"/>
                  <a:pt x="1747857" y="60717"/>
                </a:cubicBezTo>
                <a:cubicBezTo>
                  <a:pt x="1747115" y="60426"/>
                  <a:pt x="1746277" y="60136"/>
                  <a:pt x="1745341" y="59846"/>
                </a:cubicBezTo>
                <a:cubicBezTo>
                  <a:pt x="1744406" y="59556"/>
                  <a:pt x="1743358" y="59281"/>
                  <a:pt x="1742197" y="59023"/>
                </a:cubicBezTo>
                <a:cubicBezTo>
                  <a:pt x="1741036" y="58765"/>
                  <a:pt x="1739778" y="58636"/>
                  <a:pt x="1738423" y="58636"/>
                </a:cubicBezTo>
                <a:cubicBezTo>
                  <a:pt x="1736810" y="58636"/>
                  <a:pt x="1735230" y="58959"/>
                  <a:pt x="1733682" y="59604"/>
                </a:cubicBezTo>
                <a:cubicBezTo>
                  <a:pt x="1732134" y="60249"/>
                  <a:pt x="1730505" y="61313"/>
                  <a:pt x="1728795" y="62797"/>
                </a:cubicBezTo>
                <a:cubicBezTo>
                  <a:pt x="1727086" y="64281"/>
                  <a:pt x="1725296" y="66248"/>
                  <a:pt x="1723425" y="68699"/>
                </a:cubicBezTo>
                <a:cubicBezTo>
                  <a:pt x="1721555" y="71151"/>
                  <a:pt x="1719490" y="74150"/>
                  <a:pt x="1717233" y="77698"/>
                </a:cubicBezTo>
                <a:lnTo>
                  <a:pt x="1717233" y="134980"/>
                </a:lnTo>
                <a:cubicBezTo>
                  <a:pt x="1717233" y="135496"/>
                  <a:pt x="1717104" y="135931"/>
                  <a:pt x="1716846" y="136286"/>
                </a:cubicBezTo>
                <a:cubicBezTo>
                  <a:pt x="1716588" y="136641"/>
                  <a:pt x="1716168" y="136947"/>
                  <a:pt x="1715588" y="137205"/>
                </a:cubicBezTo>
                <a:cubicBezTo>
                  <a:pt x="1715007" y="137463"/>
                  <a:pt x="1714201" y="137657"/>
                  <a:pt x="1713169" y="137786"/>
                </a:cubicBezTo>
                <a:cubicBezTo>
                  <a:pt x="1712137" y="137915"/>
                  <a:pt x="1710814" y="137979"/>
                  <a:pt x="1709202" y="137979"/>
                </a:cubicBezTo>
                <a:cubicBezTo>
                  <a:pt x="1707653" y="137979"/>
                  <a:pt x="1706363" y="137915"/>
                  <a:pt x="1705331" y="137786"/>
                </a:cubicBezTo>
                <a:cubicBezTo>
                  <a:pt x="1704299" y="137657"/>
                  <a:pt x="1703477" y="137463"/>
                  <a:pt x="1702864" y="137205"/>
                </a:cubicBezTo>
                <a:cubicBezTo>
                  <a:pt x="1702251" y="136947"/>
                  <a:pt x="1701832" y="136641"/>
                  <a:pt x="1701606" y="136286"/>
                </a:cubicBezTo>
                <a:cubicBezTo>
                  <a:pt x="1701380" y="135931"/>
                  <a:pt x="1701267" y="135496"/>
                  <a:pt x="1701267" y="134980"/>
                </a:cubicBezTo>
                <a:lnTo>
                  <a:pt x="1701267" y="47896"/>
                </a:lnTo>
                <a:cubicBezTo>
                  <a:pt x="1701267" y="47380"/>
                  <a:pt x="1701364" y="46945"/>
                  <a:pt x="1701558" y="46590"/>
                </a:cubicBezTo>
                <a:cubicBezTo>
                  <a:pt x="1701751" y="46235"/>
                  <a:pt x="1702138" y="45912"/>
                  <a:pt x="1702719" y="45622"/>
                </a:cubicBezTo>
                <a:cubicBezTo>
                  <a:pt x="1703299" y="45332"/>
                  <a:pt x="1704041" y="45138"/>
                  <a:pt x="1704944" y="45042"/>
                </a:cubicBezTo>
                <a:cubicBezTo>
                  <a:pt x="1705847" y="44945"/>
                  <a:pt x="1707041" y="44896"/>
                  <a:pt x="1708524" y="44896"/>
                </a:cubicBezTo>
                <a:cubicBezTo>
                  <a:pt x="1709943" y="44896"/>
                  <a:pt x="1711121" y="44945"/>
                  <a:pt x="1712056" y="45042"/>
                </a:cubicBezTo>
                <a:cubicBezTo>
                  <a:pt x="1712991" y="45138"/>
                  <a:pt x="1713717" y="45332"/>
                  <a:pt x="1714233" y="45622"/>
                </a:cubicBezTo>
                <a:cubicBezTo>
                  <a:pt x="1714749" y="45912"/>
                  <a:pt x="1715120" y="46235"/>
                  <a:pt x="1715346" y="46590"/>
                </a:cubicBezTo>
                <a:cubicBezTo>
                  <a:pt x="1715572" y="46945"/>
                  <a:pt x="1715685" y="47380"/>
                  <a:pt x="1715685" y="47896"/>
                </a:cubicBezTo>
                <a:lnTo>
                  <a:pt x="1715685" y="60572"/>
                </a:lnTo>
                <a:cubicBezTo>
                  <a:pt x="1718071" y="57088"/>
                  <a:pt x="1720313" y="54250"/>
                  <a:pt x="1722409" y="52057"/>
                </a:cubicBezTo>
                <a:cubicBezTo>
                  <a:pt x="1724506" y="49863"/>
                  <a:pt x="1726489" y="48138"/>
                  <a:pt x="1728360" y="46880"/>
                </a:cubicBezTo>
                <a:cubicBezTo>
                  <a:pt x="1730231" y="45622"/>
                  <a:pt x="1732085" y="44751"/>
                  <a:pt x="1733924" y="44268"/>
                </a:cubicBezTo>
                <a:cubicBezTo>
                  <a:pt x="1735762" y="43784"/>
                  <a:pt x="1737617" y="43542"/>
                  <a:pt x="1739487" y="43542"/>
                </a:cubicBezTo>
                <a:cubicBezTo>
                  <a:pt x="1740326" y="43542"/>
                  <a:pt x="1741277" y="43590"/>
                  <a:pt x="1742342" y="43687"/>
                </a:cubicBezTo>
                <a:cubicBezTo>
                  <a:pt x="1743406" y="43784"/>
                  <a:pt x="1744519" y="43961"/>
                  <a:pt x="1745680" y="44219"/>
                </a:cubicBezTo>
                <a:cubicBezTo>
                  <a:pt x="1746841" y="44477"/>
                  <a:pt x="1747889" y="44767"/>
                  <a:pt x="1748825" y="45090"/>
                </a:cubicBezTo>
                <a:cubicBezTo>
                  <a:pt x="1749760" y="45412"/>
                  <a:pt x="1750421" y="45735"/>
                  <a:pt x="1750808" y="46058"/>
                </a:cubicBezTo>
                <a:cubicBezTo>
                  <a:pt x="1751195" y="46380"/>
                  <a:pt x="1751453" y="46687"/>
                  <a:pt x="1751582" y="46977"/>
                </a:cubicBezTo>
                <a:cubicBezTo>
                  <a:pt x="1751711" y="47267"/>
                  <a:pt x="1751824" y="47638"/>
                  <a:pt x="1751921" y="48090"/>
                </a:cubicBezTo>
                <a:cubicBezTo>
                  <a:pt x="1752018" y="48541"/>
                  <a:pt x="1752082" y="49202"/>
                  <a:pt x="1752115" y="50073"/>
                </a:cubicBezTo>
                <a:cubicBezTo>
                  <a:pt x="1752147" y="50944"/>
                  <a:pt x="1752163" y="52121"/>
                  <a:pt x="1752163" y="53605"/>
                </a:cubicBezTo>
                <a:close/>
                <a:moveTo>
                  <a:pt x="1802764" y="85439"/>
                </a:moveTo>
                <a:cubicBezTo>
                  <a:pt x="1802764" y="92736"/>
                  <a:pt x="1802313" y="99953"/>
                  <a:pt x="1801410" y="107089"/>
                </a:cubicBezTo>
                <a:cubicBezTo>
                  <a:pt x="1800507" y="114225"/>
                  <a:pt x="1799152" y="121280"/>
                  <a:pt x="1797346" y="128255"/>
                </a:cubicBezTo>
                <a:cubicBezTo>
                  <a:pt x="1795540" y="135230"/>
                  <a:pt x="1793330" y="142091"/>
                  <a:pt x="1790718" y="148840"/>
                </a:cubicBezTo>
                <a:cubicBezTo>
                  <a:pt x="1788105" y="155589"/>
                  <a:pt x="1785057" y="162257"/>
                  <a:pt x="1781574" y="168842"/>
                </a:cubicBezTo>
                <a:cubicBezTo>
                  <a:pt x="1781380" y="169165"/>
                  <a:pt x="1781090" y="169455"/>
                  <a:pt x="1780703" y="169713"/>
                </a:cubicBezTo>
                <a:cubicBezTo>
                  <a:pt x="1780316" y="169973"/>
                  <a:pt x="1779816" y="170200"/>
                  <a:pt x="1779203" y="170394"/>
                </a:cubicBezTo>
                <a:cubicBezTo>
                  <a:pt x="1778591" y="170587"/>
                  <a:pt x="1777865" y="170716"/>
                  <a:pt x="1777026" y="170781"/>
                </a:cubicBezTo>
                <a:cubicBezTo>
                  <a:pt x="1776188" y="170845"/>
                  <a:pt x="1775188" y="170877"/>
                  <a:pt x="1774027" y="170877"/>
                </a:cubicBezTo>
                <a:cubicBezTo>
                  <a:pt x="1772350" y="170877"/>
                  <a:pt x="1771043" y="170797"/>
                  <a:pt x="1770108" y="170636"/>
                </a:cubicBezTo>
                <a:cubicBezTo>
                  <a:pt x="1769173" y="170474"/>
                  <a:pt x="1768495" y="170215"/>
                  <a:pt x="1768076" y="169858"/>
                </a:cubicBezTo>
                <a:cubicBezTo>
                  <a:pt x="1767657" y="169504"/>
                  <a:pt x="1767463" y="169052"/>
                  <a:pt x="1767495" y="168504"/>
                </a:cubicBezTo>
                <a:cubicBezTo>
                  <a:pt x="1767528" y="167955"/>
                  <a:pt x="1767705" y="167293"/>
                  <a:pt x="1768028" y="166517"/>
                </a:cubicBezTo>
                <a:cubicBezTo>
                  <a:pt x="1773962" y="153473"/>
                  <a:pt x="1778445" y="140122"/>
                  <a:pt x="1781477" y="126465"/>
                </a:cubicBezTo>
                <a:cubicBezTo>
                  <a:pt x="1784509" y="112806"/>
                  <a:pt x="1786025" y="99033"/>
                  <a:pt x="1786025" y="85148"/>
                </a:cubicBezTo>
                <a:cubicBezTo>
                  <a:pt x="1786025" y="71328"/>
                  <a:pt x="1784509" y="57589"/>
                  <a:pt x="1781477" y="43932"/>
                </a:cubicBezTo>
                <a:cubicBezTo>
                  <a:pt x="1778445" y="30273"/>
                  <a:pt x="1773898" y="16952"/>
                  <a:pt x="1767834" y="3970"/>
                </a:cubicBezTo>
                <a:cubicBezTo>
                  <a:pt x="1767576" y="3390"/>
                  <a:pt x="1767479" y="2841"/>
                  <a:pt x="1767544" y="2325"/>
                </a:cubicBezTo>
                <a:cubicBezTo>
                  <a:pt x="1767608" y="1809"/>
                  <a:pt x="1767899" y="1390"/>
                  <a:pt x="1768415" y="1067"/>
                </a:cubicBezTo>
                <a:cubicBezTo>
                  <a:pt x="1768931" y="743"/>
                  <a:pt x="1769640" y="484"/>
                  <a:pt x="1770543" y="290"/>
                </a:cubicBezTo>
                <a:cubicBezTo>
                  <a:pt x="1771446" y="97"/>
                  <a:pt x="1772640" y="0"/>
                  <a:pt x="1774123" y="0"/>
                </a:cubicBezTo>
                <a:cubicBezTo>
                  <a:pt x="1775478" y="0"/>
                  <a:pt x="1776607" y="48"/>
                  <a:pt x="1777510" y="145"/>
                </a:cubicBezTo>
                <a:cubicBezTo>
                  <a:pt x="1778413" y="242"/>
                  <a:pt x="1779139" y="387"/>
                  <a:pt x="1779687" y="581"/>
                </a:cubicBezTo>
                <a:cubicBezTo>
                  <a:pt x="1780235" y="774"/>
                  <a:pt x="1780639" y="969"/>
                  <a:pt x="1780897" y="1164"/>
                </a:cubicBezTo>
                <a:cubicBezTo>
                  <a:pt x="1781155" y="1358"/>
                  <a:pt x="1781348" y="1583"/>
                  <a:pt x="1781477" y="1841"/>
                </a:cubicBezTo>
                <a:cubicBezTo>
                  <a:pt x="1788121" y="15079"/>
                  <a:pt x="1793330" y="28689"/>
                  <a:pt x="1797104" y="42671"/>
                </a:cubicBezTo>
                <a:cubicBezTo>
                  <a:pt x="1800877" y="56653"/>
                  <a:pt x="1802764" y="70909"/>
                  <a:pt x="1802764" y="854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1A3D4A-1B39-4735-8A1E-F86ECD71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59" y="1544565"/>
            <a:ext cx="307154" cy="295924"/>
          </a:xfrm>
          <a:custGeom xmlns:a="http://schemas.openxmlformats.org/drawingml/2006/main">
            <a:pathLst>
              <a:path w="307154" h="295924">
                <a:moveTo>
                  <a:pt x="28403" y="295924"/>
                </a:moveTo>
                <a:cubicBezTo>
                  <a:pt x="12550" y="295924"/>
                  <a:pt x="0" y="283374"/>
                  <a:pt x="0" y="267521"/>
                </a:cubicBezTo>
                <a:lnTo>
                  <a:pt x="0" y="28403"/>
                </a:lnTo>
                <a:cubicBezTo>
                  <a:pt x="0" y="13211"/>
                  <a:pt x="12550" y="0"/>
                  <a:pt x="28403" y="0"/>
                </a:cubicBezTo>
                <a:lnTo>
                  <a:pt x="278750" y="0"/>
                </a:lnTo>
                <a:cubicBezTo>
                  <a:pt x="294603" y="0"/>
                  <a:pt x="307154" y="13211"/>
                  <a:pt x="307154" y="28403"/>
                </a:cubicBezTo>
                <a:lnTo>
                  <a:pt x="307154" y="267521"/>
                </a:lnTo>
                <a:cubicBezTo>
                  <a:pt x="307154" y="283374"/>
                  <a:pt x="294603" y="295924"/>
                  <a:pt x="278750" y="295924"/>
                </a:cubicBezTo>
                <a:lnTo>
                  <a:pt x="28403" y="295924"/>
                </a:lnTo>
                <a:close/>
              </a:path>
            </a:pathLst>
          </a:custGeom>
          <a:solidFill xmlns:a="http://schemas.openxmlformats.org/drawingml/2006/main">
            <a:srgbClr val="FEE5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2AFE2A-3DBE-430C-8AC7-E1D149CA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59" y="1544565"/>
            <a:ext cx="307154" cy="295924"/>
          </a:xfrm>
          <a:custGeom xmlns:a="http://schemas.openxmlformats.org/drawingml/2006/main">
            <a:pathLst>
              <a:path w="307154" h="295924" fill="none">
                <a:moveTo>
                  <a:pt x="28403" y="295924"/>
                </a:moveTo>
                <a:lnTo>
                  <a:pt x="278750" y="295924"/>
                </a:lnTo>
                <a:cubicBezTo>
                  <a:pt x="294603" y="295924"/>
                  <a:pt x="307154" y="283374"/>
                  <a:pt x="307154" y="267521"/>
                </a:cubicBezTo>
                <a:lnTo>
                  <a:pt x="307154" y="28403"/>
                </a:lnTo>
                <a:cubicBezTo>
                  <a:pt x="307154" y="13211"/>
                  <a:pt x="294603" y="0"/>
                  <a:pt x="278750" y="0"/>
                </a:cubicBezTo>
                <a:lnTo>
                  <a:pt x="28403" y="0"/>
                </a:lnTo>
                <a:cubicBezTo>
                  <a:pt x="12550" y="0"/>
                  <a:pt x="0" y="13211"/>
                  <a:pt x="0" y="28403"/>
                </a:cubicBezTo>
                <a:lnTo>
                  <a:pt x="0" y="267521"/>
                </a:lnTo>
                <a:cubicBezTo>
                  <a:pt x="0" y="283374"/>
                  <a:pt x="12550" y="295924"/>
                  <a:pt x="28403" y="29592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BF9000"/>
            </a:solidFill>
            <a:miter/>
          </a:ln>
        </p:spPr>
      </p:sp>
      <p:sp>
        <p:nvSpPr>
          <p:cNvPr id="8" name="Text E">
            <a:extLst xmlns:a="http://schemas.openxmlformats.org/drawingml/2006/main">
              <a:ext uri="{FF2B5EF4-FFF2-40B4-BE49-F238E27FC236}">
                <a16:creationId xmlns:a16="http://schemas.microsoft.com/office/drawing/2014/main" id="{88C17D47-EF0F-4FFC-8AC3-A069CF48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35" y="1627430"/>
            <a:ext cx="69667" cy="125207"/>
          </a:xfrm>
          <a:custGeom xmlns:a="http://schemas.openxmlformats.org/drawingml/2006/main">
            <a:pathLst>
              <a:path w="69667" h="125207">
                <a:moveTo>
                  <a:pt x="69667" y="118337"/>
                </a:moveTo>
                <a:cubicBezTo>
                  <a:pt x="69667" y="119498"/>
                  <a:pt x="69602" y="120514"/>
                  <a:pt x="69473" y="121385"/>
                </a:cubicBezTo>
                <a:cubicBezTo>
                  <a:pt x="69344" y="122256"/>
                  <a:pt x="69119" y="122981"/>
                  <a:pt x="68796" y="123562"/>
                </a:cubicBezTo>
                <a:cubicBezTo>
                  <a:pt x="68474" y="124143"/>
                  <a:pt x="68103" y="124562"/>
                  <a:pt x="67683" y="124820"/>
                </a:cubicBezTo>
                <a:cubicBezTo>
                  <a:pt x="67264" y="125078"/>
                  <a:pt x="66796" y="125207"/>
                  <a:pt x="66280" y="125207"/>
                </a:cubicBezTo>
                <a:lnTo>
                  <a:pt x="6193" y="125207"/>
                </a:lnTo>
                <a:cubicBezTo>
                  <a:pt x="4709" y="125207"/>
                  <a:pt x="3306" y="124707"/>
                  <a:pt x="1984" y="123707"/>
                </a:cubicBezTo>
                <a:cubicBezTo>
                  <a:pt x="661" y="122707"/>
                  <a:pt x="0" y="120949"/>
                  <a:pt x="0" y="118434"/>
                </a:cubicBezTo>
                <a:lnTo>
                  <a:pt x="0" y="6773"/>
                </a:lnTo>
                <a:cubicBezTo>
                  <a:pt x="0" y="4257"/>
                  <a:pt x="661" y="2500"/>
                  <a:pt x="1984" y="1500"/>
                </a:cubicBezTo>
                <a:cubicBezTo>
                  <a:pt x="3306" y="500"/>
                  <a:pt x="4709" y="0"/>
                  <a:pt x="6193" y="0"/>
                </a:cubicBezTo>
                <a:lnTo>
                  <a:pt x="65603" y="0"/>
                </a:lnTo>
                <a:cubicBezTo>
                  <a:pt x="66119" y="0"/>
                  <a:pt x="66587" y="129"/>
                  <a:pt x="67006" y="387"/>
                </a:cubicBezTo>
                <a:cubicBezTo>
                  <a:pt x="67425" y="645"/>
                  <a:pt x="67764" y="1064"/>
                  <a:pt x="68022" y="1645"/>
                </a:cubicBezTo>
                <a:cubicBezTo>
                  <a:pt x="68280" y="2225"/>
                  <a:pt x="68490" y="2951"/>
                  <a:pt x="68651" y="3822"/>
                </a:cubicBezTo>
                <a:cubicBezTo>
                  <a:pt x="68812" y="4693"/>
                  <a:pt x="68893" y="5773"/>
                  <a:pt x="68893" y="7063"/>
                </a:cubicBezTo>
                <a:cubicBezTo>
                  <a:pt x="68893" y="8225"/>
                  <a:pt x="68812" y="9241"/>
                  <a:pt x="68651" y="10111"/>
                </a:cubicBezTo>
                <a:cubicBezTo>
                  <a:pt x="68490" y="10982"/>
                  <a:pt x="68280" y="11692"/>
                  <a:pt x="68022" y="12240"/>
                </a:cubicBezTo>
                <a:cubicBezTo>
                  <a:pt x="67764" y="12788"/>
                  <a:pt x="67425" y="13192"/>
                  <a:pt x="67006" y="13450"/>
                </a:cubicBezTo>
                <a:cubicBezTo>
                  <a:pt x="66587" y="13708"/>
                  <a:pt x="66119" y="13837"/>
                  <a:pt x="65603" y="13837"/>
                </a:cubicBezTo>
                <a:lnTo>
                  <a:pt x="16643" y="13837"/>
                </a:lnTo>
                <a:lnTo>
                  <a:pt x="16643" y="53121"/>
                </a:lnTo>
                <a:lnTo>
                  <a:pt x="58636" y="53121"/>
                </a:lnTo>
                <a:cubicBezTo>
                  <a:pt x="59152" y="53121"/>
                  <a:pt x="59620" y="53266"/>
                  <a:pt x="60039" y="53556"/>
                </a:cubicBezTo>
                <a:cubicBezTo>
                  <a:pt x="60459" y="53847"/>
                  <a:pt x="60813" y="54250"/>
                  <a:pt x="61104" y="54766"/>
                </a:cubicBezTo>
                <a:cubicBezTo>
                  <a:pt x="61394" y="55282"/>
                  <a:pt x="61604" y="55992"/>
                  <a:pt x="61733" y="56895"/>
                </a:cubicBezTo>
                <a:cubicBezTo>
                  <a:pt x="61862" y="57798"/>
                  <a:pt x="61926" y="58862"/>
                  <a:pt x="61926" y="60088"/>
                </a:cubicBezTo>
                <a:cubicBezTo>
                  <a:pt x="61926" y="61249"/>
                  <a:pt x="61862" y="62249"/>
                  <a:pt x="61733" y="63087"/>
                </a:cubicBezTo>
                <a:cubicBezTo>
                  <a:pt x="61604" y="63926"/>
                  <a:pt x="61394" y="64603"/>
                  <a:pt x="61104" y="65119"/>
                </a:cubicBezTo>
                <a:cubicBezTo>
                  <a:pt x="60813" y="65635"/>
                  <a:pt x="60459" y="66006"/>
                  <a:pt x="60039" y="66232"/>
                </a:cubicBezTo>
                <a:cubicBezTo>
                  <a:pt x="59620" y="66458"/>
                  <a:pt x="59152" y="66571"/>
                  <a:pt x="58636" y="66571"/>
                </a:cubicBezTo>
                <a:lnTo>
                  <a:pt x="16643" y="66571"/>
                </a:lnTo>
                <a:lnTo>
                  <a:pt x="16643" y="111370"/>
                </a:lnTo>
                <a:lnTo>
                  <a:pt x="66280" y="111370"/>
                </a:lnTo>
                <a:cubicBezTo>
                  <a:pt x="66796" y="111370"/>
                  <a:pt x="67264" y="111499"/>
                  <a:pt x="67683" y="111757"/>
                </a:cubicBezTo>
                <a:cubicBezTo>
                  <a:pt x="68103" y="112015"/>
                  <a:pt x="68474" y="112419"/>
                  <a:pt x="68796" y="112967"/>
                </a:cubicBezTo>
                <a:cubicBezTo>
                  <a:pt x="69119" y="113515"/>
                  <a:pt x="69344" y="114225"/>
                  <a:pt x="69473" y="115096"/>
                </a:cubicBezTo>
                <a:cubicBezTo>
                  <a:pt x="69602" y="115966"/>
                  <a:pt x="69667" y="117047"/>
                  <a:pt x="69667" y="1183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1">
            <a:extLst xmlns:a="http://schemas.openxmlformats.org/drawingml/2006/main">
              <a:ext uri="{FF2B5EF4-FFF2-40B4-BE49-F238E27FC236}">
                <a16:creationId xmlns:a16="http://schemas.microsoft.com/office/drawing/2014/main" id="{4F8EA64E-3176-4DB3-8B5E-68CA489B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17" y="1696263"/>
            <a:ext cx="48573" cy="84116"/>
          </a:xfrm>
          <a:custGeom xmlns:a="http://schemas.openxmlformats.org/drawingml/2006/main">
            <a:pathLst>
              <a:path w="48573" h="84116">
                <a:moveTo>
                  <a:pt x="48573" y="79730"/>
                </a:moveTo>
                <a:cubicBezTo>
                  <a:pt x="48573" y="80547"/>
                  <a:pt x="48509" y="81235"/>
                  <a:pt x="48380" y="81794"/>
                </a:cubicBezTo>
                <a:cubicBezTo>
                  <a:pt x="48251" y="82353"/>
                  <a:pt x="48079" y="82805"/>
                  <a:pt x="47864" y="83149"/>
                </a:cubicBezTo>
                <a:cubicBezTo>
                  <a:pt x="47649" y="83493"/>
                  <a:pt x="47401" y="83740"/>
                  <a:pt x="47122" y="83891"/>
                </a:cubicBezTo>
                <a:cubicBezTo>
                  <a:pt x="46842" y="84041"/>
                  <a:pt x="46552" y="84116"/>
                  <a:pt x="46251" y="84116"/>
                </a:cubicBezTo>
                <a:lnTo>
                  <a:pt x="2645" y="84116"/>
                </a:lnTo>
                <a:cubicBezTo>
                  <a:pt x="2344" y="84116"/>
                  <a:pt x="2064" y="84041"/>
                  <a:pt x="1806" y="83891"/>
                </a:cubicBezTo>
                <a:cubicBezTo>
                  <a:pt x="1548" y="83740"/>
                  <a:pt x="1301" y="83493"/>
                  <a:pt x="1064" y="83149"/>
                </a:cubicBezTo>
                <a:cubicBezTo>
                  <a:pt x="828" y="82805"/>
                  <a:pt x="645" y="82353"/>
                  <a:pt x="516" y="81794"/>
                </a:cubicBezTo>
                <a:cubicBezTo>
                  <a:pt x="387" y="81235"/>
                  <a:pt x="323" y="80547"/>
                  <a:pt x="323" y="79730"/>
                </a:cubicBezTo>
                <a:cubicBezTo>
                  <a:pt x="323" y="78956"/>
                  <a:pt x="387" y="78289"/>
                  <a:pt x="516" y="77730"/>
                </a:cubicBezTo>
                <a:cubicBezTo>
                  <a:pt x="645" y="77171"/>
                  <a:pt x="806" y="76709"/>
                  <a:pt x="1000" y="76343"/>
                </a:cubicBezTo>
                <a:cubicBezTo>
                  <a:pt x="1193" y="75978"/>
                  <a:pt x="1430" y="75698"/>
                  <a:pt x="1709" y="75505"/>
                </a:cubicBezTo>
                <a:cubicBezTo>
                  <a:pt x="1989" y="75311"/>
                  <a:pt x="2301" y="75214"/>
                  <a:pt x="2645" y="75214"/>
                </a:cubicBezTo>
                <a:lnTo>
                  <a:pt x="20061" y="75214"/>
                </a:lnTo>
                <a:lnTo>
                  <a:pt x="20061" y="11676"/>
                </a:lnTo>
                <a:lnTo>
                  <a:pt x="3935" y="21352"/>
                </a:lnTo>
                <a:cubicBezTo>
                  <a:pt x="3118" y="21782"/>
                  <a:pt x="2462" y="22040"/>
                  <a:pt x="1967" y="22126"/>
                </a:cubicBezTo>
                <a:cubicBezTo>
                  <a:pt x="1473" y="22212"/>
                  <a:pt x="1075" y="22115"/>
                  <a:pt x="774" y="21835"/>
                </a:cubicBezTo>
                <a:cubicBezTo>
                  <a:pt x="473" y="21556"/>
                  <a:pt x="269" y="21093"/>
                  <a:pt x="161" y="20447"/>
                </a:cubicBezTo>
                <a:cubicBezTo>
                  <a:pt x="54" y="19799"/>
                  <a:pt x="0" y="18979"/>
                  <a:pt x="0" y="17987"/>
                </a:cubicBezTo>
                <a:cubicBezTo>
                  <a:pt x="0" y="17253"/>
                  <a:pt x="32" y="16628"/>
                  <a:pt x="97" y="16110"/>
                </a:cubicBezTo>
                <a:cubicBezTo>
                  <a:pt x="161" y="15593"/>
                  <a:pt x="258" y="15162"/>
                  <a:pt x="387" y="14816"/>
                </a:cubicBezTo>
                <a:cubicBezTo>
                  <a:pt x="516" y="14471"/>
                  <a:pt x="699" y="14169"/>
                  <a:pt x="935" y="13911"/>
                </a:cubicBezTo>
                <a:cubicBezTo>
                  <a:pt x="1172" y="13652"/>
                  <a:pt x="1484" y="13393"/>
                  <a:pt x="1871" y="13135"/>
                </a:cubicBezTo>
                <a:lnTo>
                  <a:pt x="21094" y="776"/>
                </a:lnTo>
                <a:cubicBezTo>
                  <a:pt x="21266" y="647"/>
                  <a:pt x="21481" y="540"/>
                  <a:pt x="21739" y="454"/>
                </a:cubicBezTo>
                <a:cubicBezTo>
                  <a:pt x="21997" y="366"/>
                  <a:pt x="22319" y="280"/>
                  <a:pt x="22706" y="194"/>
                </a:cubicBezTo>
                <a:cubicBezTo>
                  <a:pt x="23093" y="108"/>
                  <a:pt x="23545" y="54"/>
                  <a:pt x="24061" y="32"/>
                </a:cubicBezTo>
                <a:cubicBezTo>
                  <a:pt x="24577" y="11"/>
                  <a:pt x="25222" y="0"/>
                  <a:pt x="25996" y="0"/>
                </a:cubicBezTo>
                <a:cubicBezTo>
                  <a:pt x="27028" y="0"/>
                  <a:pt x="27888" y="43"/>
                  <a:pt x="28576" y="129"/>
                </a:cubicBezTo>
                <a:cubicBezTo>
                  <a:pt x="29264" y="215"/>
                  <a:pt x="29802" y="333"/>
                  <a:pt x="30189" y="484"/>
                </a:cubicBezTo>
                <a:cubicBezTo>
                  <a:pt x="30576" y="634"/>
                  <a:pt x="30834" y="829"/>
                  <a:pt x="30963" y="1066"/>
                </a:cubicBezTo>
                <a:cubicBezTo>
                  <a:pt x="31092" y="1303"/>
                  <a:pt x="31157" y="1550"/>
                  <a:pt x="31157" y="1808"/>
                </a:cubicBezTo>
                <a:lnTo>
                  <a:pt x="31157" y="75214"/>
                </a:lnTo>
                <a:lnTo>
                  <a:pt x="46251" y="75214"/>
                </a:lnTo>
                <a:cubicBezTo>
                  <a:pt x="46595" y="75214"/>
                  <a:pt x="46918" y="75311"/>
                  <a:pt x="47219" y="75505"/>
                </a:cubicBezTo>
                <a:cubicBezTo>
                  <a:pt x="47520" y="75698"/>
                  <a:pt x="47767" y="75978"/>
                  <a:pt x="47961" y="76343"/>
                </a:cubicBezTo>
                <a:cubicBezTo>
                  <a:pt x="48154" y="76709"/>
                  <a:pt x="48305" y="77171"/>
                  <a:pt x="48412" y="77730"/>
                </a:cubicBezTo>
                <a:cubicBezTo>
                  <a:pt x="48520" y="78289"/>
                  <a:pt x="48573" y="78956"/>
                  <a:pt x="48573" y="797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D7A0E-FDCA-4D23-AC4B-C2195275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5" y="2787051"/>
            <a:ext cx="2210185" cy="295924"/>
          </a:xfrm>
          <a:custGeom xmlns:a="http://schemas.openxmlformats.org/drawingml/2006/main">
            <a:pathLst>
              <a:path w="2210185" h="295924">
                <a:moveTo>
                  <a:pt x="33688" y="295924"/>
                </a:moveTo>
                <a:cubicBezTo>
                  <a:pt x="15193" y="295924"/>
                  <a:pt x="0" y="281392"/>
                  <a:pt x="0" y="262897"/>
                </a:cubicBezTo>
                <a:lnTo>
                  <a:pt x="0" y="33688"/>
                </a:lnTo>
                <a:cubicBezTo>
                  <a:pt x="0" y="15193"/>
                  <a:pt x="15193" y="0"/>
                  <a:pt x="33688" y="0"/>
                </a:cubicBezTo>
                <a:lnTo>
                  <a:pt x="2176497" y="0"/>
                </a:lnTo>
                <a:cubicBezTo>
                  <a:pt x="2194992" y="0"/>
                  <a:pt x="2210185" y="15193"/>
                  <a:pt x="2210185" y="33688"/>
                </a:cubicBezTo>
                <a:lnTo>
                  <a:pt x="2210185" y="262897"/>
                </a:lnTo>
                <a:cubicBezTo>
                  <a:pt x="2210185" y="281392"/>
                  <a:pt x="2194992" y="295924"/>
                  <a:pt x="2176497" y="295924"/>
                </a:cubicBezTo>
                <a:lnTo>
                  <a:pt x="33688" y="2959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56183-BB3B-4D94-B9D8-E311E539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5" y="2787051"/>
            <a:ext cx="2210185" cy="295924"/>
          </a:xfrm>
          <a:custGeom xmlns:a="http://schemas.openxmlformats.org/drawingml/2006/main">
            <a:pathLst>
              <a:path w="2210185" h="295924" fill="none">
                <a:moveTo>
                  <a:pt x="33688" y="295924"/>
                </a:moveTo>
                <a:lnTo>
                  <a:pt x="2176497" y="295924"/>
                </a:lnTo>
                <a:cubicBezTo>
                  <a:pt x="2194992" y="295924"/>
                  <a:pt x="2210185" y="281392"/>
                  <a:pt x="2210185" y="262897"/>
                </a:cubicBezTo>
                <a:lnTo>
                  <a:pt x="2210185" y="33688"/>
                </a:lnTo>
                <a:cubicBezTo>
                  <a:pt x="2210185" y="15193"/>
                  <a:pt x="2194992" y="0"/>
                  <a:pt x="2176497" y="0"/>
                </a:cubicBezTo>
                <a:lnTo>
                  <a:pt x="33688" y="0"/>
                </a:lnTo>
                <a:cubicBezTo>
                  <a:pt x="15193" y="0"/>
                  <a:pt x="0" y="15193"/>
                  <a:pt x="0" y="33688"/>
                </a:cubicBezTo>
                <a:lnTo>
                  <a:pt x="0" y="262897"/>
                </a:lnTo>
                <a:cubicBezTo>
                  <a:pt x="0" y="281392"/>
                  <a:pt x="15193" y="295924"/>
                  <a:pt x="33688" y="29592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305497"/>
            </a:solidFill>
            <a:miter/>
          </a:ln>
        </p:spPr>
      </p:sp>
      <p:sp>
        <p:nvSpPr>
          <p:cNvPr id="12" name="Text BB">
            <a:extLst xmlns:a="http://schemas.openxmlformats.org/drawingml/2006/main">
              <a:ext uri="{FF2B5EF4-FFF2-40B4-BE49-F238E27FC236}">
                <a16:creationId xmlns:a16="http://schemas.microsoft.com/office/drawing/2014/main" id="{DF0E5379-CAB9-48BA-A8F1-42B7A5F2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067" y="2869916"/>
            <a:ext cx="190218" cy="125207"/>
          </a:xfrm>
          <a:custGeom xmlns:a="http://schemas.openxmlformats.org/drawingml/2006/main">
            <a:pathLst>
              <a:path w="190218" h="125207">
                <a:moveTo>
                  <a:pt x="82536" y="89309"/>
                </a:moveTo>
                <a:cubicBezTo>
                  <a:pt x="82536" y="93244"/>
                  <a:pt x="82036" y="96872"/>
                  <a:pt x="81036" y="100195"/>
                </a:cubicBezTo>
                <a:cubicBezTo>
                  <a:pt x="80036" y="103517"/>
                  <a:pt x="78633" y="106500"/>
                  <a:pt x="76827" y="109145"/>
                </a:cubicBezTo>
                <a:cubicBezTo>
                  <a:pt x="75021" y="111790"/>
                  <a:pt x="72844" y="114112"/>
                  <a:pt x="70296" y="116112"/>
                </a:cubicBezTo>
                <a:cubicBezTo>
                  <a:pt x="67748" y="118111"/>
                  <a:pt x="64877" y="119788"/>
                  <a:pt x="61684" y="121143"/>
                </a:cubicBezTo>
                <a:cubicBezTo>
                  <a:pt x="58491" y="122498"/>
                  <a:pt x="55072" y="123514"/>
                  <a:pt x="51428" y="124191"/>
                </a:cubicBezTo>
                <a:cubicBezTo>
                  <a:pt x="47783" y="124868"/>
                  <a:pt x="43606" y="125207"/>
                  <a:pt x="38897" y="125207"/>
                </a:cubicBezTo>
                <a:lnTo>
                  <a:pt x="6193" y="125207"/>
                </a:lnTo>
                <a:cubicBezTo>
                  <a:pt x="4709" y="125207"/>
                  <a:pt x="3306" y="124707"/>
                  <a:pt x="1984" y="123707"/>
                </a:cubicBezTo>
                <a:cubicBezTo>
                  <a:pt x="661" y="122707"/>
                  <a:pt x="0" y="120949"/>
                  <a:pt x="0" y="118434"/>
                </a:cubicBezTo>
                <a:lnTo>
                  <a:pt x="0" y="6773"/>
                </a:lnTo>
                <a:cubicBezTo>
                  <a:pt x="0" y="4257"/>
                  <a:pt x="661" y="2500"/>
                  <a:pt x="1984" y="1500"/>
                </a:cubicBezTo>
                <a:cubicBezTo>
                  <a:pt x="3306" y="500"/>
                  <a:pt x="4709" y="0"/>
                  <a:pt x="6193" y="0"/>
                </a:cubicBezTo>
                <a:lnTo>
                  <a:pt x="34640" y="0"/>
                </a:lnTo>
                <a:cubicBezTo>
                  <a:pt x="42123" y="0"/>
                  <a:pt x="48251" y="710"/>
                  <a:pt x="53024" y="2129"/>
                </a:cubicBezTo>
                <a:cubicBezTo>
                  <a:pt x="57798" y="3548"/>
                  <a:pt x="61781" y="5612"/>
                  <a:pt x="64974" y="8321"/>
                </a:cubicBezTo>
                <a:cubicBezTo>
                  <a:pt x="68167" y="11031"/>
                  <a:pt x="70570" y="14353"/>
                  <a:pt x="72183" y="18288"/>
                </a:cubicBezTo>
                <a:cubicBezTo>
                  <a:pt x="73795" y="22222"/>
                  <a:pt x="74602" y="26673"/>
                  <a:pt x="74602" y="31640"/>
                </a:cubicBezTo>
                <a:cubicBezTo>
                  <a:pt x="74602" y="34608"/>
                  <a:pt x="74247" y="37446"/>
                  <a:pt x="73537" y="40155"/>
                </a:cubicBezTo>
                <a:cubicBezTo>
                  <a:pt x="72828" y="42864"/>
                  <a:pt x="71779" y="45364"/>
                  <a:pt x="70393" y="47654"/>
                </a:cubicBezTo>
                <a:cubicBezTo>
                  <a:pt x="69006" y="49944"/>
                  <a:pt x="67264" y="51992"/>
                  <a:pt x="65168" y="53798"/>
                </a:cubicBezTo>
                <a:cubicBezTo>
                  <a:pt x="63071" y="55605"/>
                  <a:pt x="60668" y="57088"/>
                  <a:pt x="57959" y="58249"/>
                </a:cubicBezTo>
                <a:cubicBezTo>
                  <a:pt x="61378" y="58894"/>
                  <a:pt x="64571" y="60072"/>
                  <a:pt x="67538" y="61781"/>
                </a:cubicBezTo>
                <a:cubicBezTo>
                  <a:pt x="70505" y="63490"/>
                  <a:pt x="73102" y="65668"/>
                  <a:pt x="75327" y="68312"/>
                </a:cubicBezTo>
                <a:cubicBezTo>
                  <a:pt x="77553" y="70957"/>
                  <a:pt x="79311" y="74053"/>
                  <a:pt x="80601" y="77601"/>
                </a:cubicBezTo>
                <a:cubicBezTo>
                  <a:pt x="81891" y="81149"/>
                  <a:pt x="82536" y="85052"/>
                  <a:pt x="82536" y="89309"/>
                </a:cubicBezTo>
                <a:moveTo>
                  <a:pt x="57475" y="33285"/>
                </a:moveTo>
                <a:cubicBezTo>
                  <a:pt x="57475" y="30253"/>
                  <a:pt x="57056" y="27512"/>
                  <a:pt x="56217" y="25061"/>
                </a:cubicBezTo>
                <a:cubicBezTo>
                  <a:pt x="55379" y="22609"/>
                  <a:pt x="54056" y="20529"/>
                  <a:pt x="52250" y="18820"/>
                </a:cubicBezTo>
                <a:cubicBezTo>
                  <a:pt x="50444" y="17110"/>
                  <a:pt x="48090" y="15804"/>
                  <a:pt x="45187" y="14901"/>
                </a:cubicBezTo>
                <a:cubicBezTo>
                  <a:pt x="42284" y="13998"/>
                  <a:pt x="38446" y="13546"/>
                  <a:pt x="33672" y="13546"/>
                </a:cubicBezTo>
                <a:lnTo>
                  <a:pt x="16449" y="13546"/>
                </a:lnTo>
                <a:lnTo>
                  <a:pt x="16449" y="54089"/>
                </a:lnTo>
                <a:lnTo>
                  <a:pt x="35414" y="54089"/>
                </a:lnTo>
                <a:cubicBezTo>
                  <a:pt x="39736" y="54089"/>
                  <a:pt x="43219" y="53524"/>
                  <a:pt x="45864" y="52395"/>
                </a:cubicBezTo>
                <a:cubicBezTo>
                  <a:pt x="48509" y="51266"/>
                  <a:pt x="50702" y="49751"/>
                  <a:pt x="52444" y="47848"/>
                </a:cubicBezTo>
                <a:cubicBezTo>
                  <a:pt x="54185" y="45945"/>
                  <a:pt x="55459" y="43719"/>
                  <a:pt x="56266" y="41171"/>
                </a:cubicBezTo>
                <a:cubicBezTo>
                  <a:pt x="57072" y="38623"/>
                  <a:pt x="57475" y="35995"/>
                  <a:pt x="57475" y="33285"/>
                </a:cubicBezTo>
                <a:moveTo>
                  <a:pt x="65022" y="90277"/>
                </a:moveTo>
                <a:cubicBezTo>
                  <a:pt x="65022" y="86535"/>
                  <a:pt x="64426" y="83245"/>
                  <a:pt x="63232" y="80407"/>
                </a:cubicBezTo>
                <a:cubicBezTo>
                  <a:pt x="62039" y="77569"/>
                  <a:pt x="60297" y="75182"/>
                  <a:pt x="58007" y="73247"/>
                </a:cubicBezTo>
                <a:cubicBezTo>
                  <a:pt x="55717" y="71312"/>
                  <a:pt x="52847" y="69844"/>
                  <a:pt x="49396" y="68844"/>
                </a:cubicBezTo>
                <a:cubicBezTo>
                  <a:pt x="45945" y="67845"/>
                  <a:pt x="41607" y="67345"/>
                  <a:pt x="36382" y="67345"/>
                </a:cubicBezTo>
                <a:lnTo>
                  <a:pt x="16449" y="67345"/>
                </a:lnTo>
                <a:lnTo>
                  <a:pt x="16449" y="111467"/>
                </a:lnTo>
                <a:lnTo>
                  <a:pt x="40639" y="111467"/>
                </a:lnTo>
                <a:cubicBezTo>
                  <a:pt x="44445" y="111467"/>
                  <a:pt x="47767" y="111015"/>
                  <a:pt x="50605" y="110112"/>
                </a:cubicBezTo>
                <a:cubicBezTo>
                  <a:pt x="53444" y="109209"/>
                  <a:pt x="55943" y="107871"/>
                  <a:pt x="58104" y="106097"/>
                </a:cubicBezTo>
                <a:cubicBezTo>
                  <a:pt x="60265" y="104323"/>
                  <a:pt x="61958" y="102114"/>
                  <a:pt x="63184" y="99469"/>
                </a:cubicBezTo>
                <a:cubicBezTo>
                  <a:pt x="64410" y="96824"/>
                  <a:pt x="65022" y="93760"/>
                  <a:pt x="65022" y="90277"/>
                </a:cubicBezTo>
                <a:close/>
                <a:moveTo>
                  <a:pt x="190218" y="89309"/>
                </a:moveTo>
                <a:cubicBezTo>
                  <a:pt x="190218" y="93244"/>
                  <a:pt x="189718" y="96872"/>
                  <a:pt x="188718" y="100195"/>
                </a:cubicBezTo>
                <a:cubicBezTo>
                  <a:pt x="187719" y="103517"/>
                  <a:pt x="186316" y="106500"/>
                  <a:pt x="184509" y="109145"/>
                </a:cubicBezTo>
                <a:cubicBezTo>
                  <a:pt x="182703" y="111790"/>
                  <a:pt x="180526" y="114112"/>
                  <a:pt x="177978" y="116112"/>
                </a:cubicBezTo>
                <a:cubicBezTo>
                  <a:pt x="175430" y="118111"/>
                  <a:pt x="172560" y="119788"/>
                  <a:pt x="169366" y="121143"/>
                </a:cubicBezTo>
                <a:cubicBezTo>
                  <a:pt x="166173" y="122498"/>
                  <a:pt x="162755" y="123514"/>
                  <a:pt x="159110" y="124191"/>
                </a:cubicBezTo>
                <a:cubicBezTo>
                  <a:pt x="155465" y="124868"/>
                  <a:pt x="151289" y="125207"/>
                  <a:pt x="146580" y="125207"/>
                </a:cubicBezTo>
                <a:lnTo>
                  <a:pt x="113875" y="125207"/>
                </a:lnTo>
                <a:cubicBezTo>
                  <a:pt x="112391" y="125207"/>
                  <a:pt x="110988" y="124707"/>
                  <a:pt x="109666" y="123707"/>
                </a:cubicBezTo>
                <a:cubicBezTo>
                  <a:pt x="108343" y="122707"/>
                  <a:pt x="107682" y="120949"/>
                  <a:pt x="107682" y="118434"/>
                </a:cubicBezTo>
                <a:lnTo>
                  <a:pt x="107682" y="6773"/>
                </a:lnTo>
                <a:cubicBezTo>
                  <a:pt x="107682" y="4257"/>
                  <a:pt x="108343" y="2500"/>
                  <a:pt x="109666" y="1500"/>
                </a:cubicBezTo>
                <a:cubicBezTo>
                  <a:pt x="110988" y="500"/>
                  <a:pt x="112391" y="0"/>
                  <a:pt x="113875" y="0"/>
                </a:cubicBezTo>
                <a:lnTo>
                  <a:pt x="142322" y="0"/>
                </a:lnTo>
                <a:cubicBezTo>
                  <a:pt x="149805" y="0"/>
                  <a:pt x="155933" y="710"/>
                  <a:pt x="160707" y="2129"/>
                </a:cubicBezTo>
                <a:cubicBezTo>
                  <a:pt x="165480" y="3548"/>
                  <a:pt x="169463" y="5612"/>
                  <a:pt x="172656" y="8321"/>
                </a:cubicBezTo>
                <a:cubicBezTo>
                  <a:pt x="175849" y="11031"/>
                  <a:pt x="178252" y="14353"/>
                  <a:pt x="179865" y="18288"/>
                </a:cubicBezTo>
                <a:cubicBezTo>
                  <a:pt x="181478" y="22222"/>
                  <a:pt x="182284" y="26673"/>
                  <a:pt x="182284" y="31640"/>
                </a:cubicBezTo>
                <a:cubicBezTo>
                  <a:pt x="182284" y="34608"/>
                  <a:pt x="181929" y="37446"/>
                  <a:pt x="181220" y="40155"/>
                </a:cubicBezTo>
                <a:cubicBezTo>
                  <a:pt x="180510" y="42864"/>
                  <a:pt x="179462" y="45364"/>
                  <a:pt x="178075" y="47654"/>
                </a:cubicBezTo>
                <a:cubicBezTo>
                  <a:pt x="176688" y="49944"/>
                  <a:pt x="174946" y="51992"/>
                  <a:pt x="172850" y="53798"/>
                </a:cubicBezTo>
                <a:cubicBezTo>
                  <a:pt x="170753" y="55605"/>
                  <a:pt x="168351" y="57088"/>
                  <a:pt x="165641" y="58249"/>
                </a:cubicBezTo>
                <a:cubicBezTo>
                  <a:pt x="169060" y="58894"/>
                  <a:pt x="172253" y="60072"/>
                  <a:pt x="175220" y="61781"/>
                </a:cubicBezTo>
                <a:cubicBezTo>
                  <a:pt x="178188" y="63490"/>
                  <a:pt x="180784" y="65668"/>
                  <a:pt x="183010" y="68312"/>
                </a:cubicBezTo>
                <a:cubicBezTo>
                  <a:pt x="185235" y="70957"/>
                  <a:pt x="186993" y="74053"/>
                  <a:pt x="188283" y="77601"/>
                </a:cubicBezTo>
                <a:cubicBezTo>
                  <a:pt x="189573" y="81149"/>
                  <a:pt x="190218" y="85052"/>
                  <a:pt x="190218" y="89309"/>
                </a:cubicBezTo>
                <a:moveTo>
                  <a:pt x="165157" y="33285"/>
                </a:moveTo>
                <a:cubicBezTo>
                  <a:pt x="165157" y="30253"/>
                  <a:pt x="164738" y="27512"/>
                  <a:pt x="163900" y="25061"/>
                </a:cubicBezTo>
                <a:cubicBezTo>
                  <a:pt x="163061" y="22609"/>
                  <a:pt x="161739" y="20529"/>
                  <a:pt x="159932" y="18820"/>
                </a:cubicBezTo>
                <a:cubicBezTo>
                  <a:pt x="158126" y="17110"/>
                  <a:pt x="155772" y="15804"/>
                  <a:pt x="152869" y="14901"/>
                </a:cubicBezTo>
                <a:cubicBezTo>
                  <a:pt x="149966" y="13998"/>
                  <a:pt x="146128" y="13546"/>
                  <a:pt x="141355" y="13546"/>
                </a:cubicBezTo>
                <a:lnTo>
                  <a:pt x="124131" y="13546"/>
                </a:lnTo>
                <a:lnTo>
                  <a:pt x="124131" y="54089"/>
                </a:lnTo>
                <a:lnTo>
                  <a:pt x="143096" y="54089"/>
                </a:lnTo>
                <a:cubicBezTo>
                  <a:pt x="147418" y="54089"/>
                  <a:pt x="150902" y="53524"/>
                  <a:pt x="153546" y="52395"/>
                </a:cubicBezTo>
                <a:cubicBezTo>
                  <a:pt x="156191" y="51266"/>
                  <a:pt x="158384" y="49751"/>
                  <a:pt x="160126" y="47848"/>
                </a:cubicBezTo>
                <a:cubicBezTo>
                  <a:pt x="161868" y="45945"/>
                  <a:pt x="163142" y="43719"/>
                  <a:pt x="163948" y="41171"/>
                </a:cubicBezTo>
                <a:cubicBezTo>
                  <a:pt x="164754" y="38623"/>
                  <a:pt x="165157" y="35995"/>
                  <a:pt x="165157" y="33285"/>
                </a:cubicBezTo>
                <a:moveTo>
                  <a:pt x="172705" y="90277"/>
                </a:moveTo>
                <a:cubicBezTo>
                  <a:pt x="172705" y="86535"/>
                  <a:pt x="172108" y="83245"/>
                  <a:pt x="170915" y="80407"/>
                </a:cubicBezTo>
                <a:cubicBezTo>
                  <a:pt x="169721" y="77569"/>
                  <a:pt x="167980" y="75182"/>
                  <a:pt x="165690" y="73247"/>
                </a:cubicBezTo>
                <a:cubicBezTo>
                  <a:pt x="163400" y="71312"/>
                  <a:pt x="160529" y="69844"/>
                  <a:pt x="157078" y="68844"/>
                </a:cubicBezTo>
                <a:cubicBezTo>
                  <a:pt x="153627" y="67845"/>
                  <a:pt x="149289" y="67345"/>
                  <a:pt x="144064" y="67345"/>
                </a:cubicBezTo>
                <a:lnTo>
                  <a:pt x="124131" y="67345"/>
                </a:lnTo>
                <a:lnTo>
                  <a:pt x="124131" y="111467"/>
                </a:lnTo>
                <a:lnTo>
                  <a:pt x="148321" y="111467"/>
                </a:lnTo>
                <a:cubicBezTo>
                  <a:pt x="152127" y="111467"/>
                  <a:pt x="155449" y="111015"/>
                  <a:pt x="158288" y="110112"/>
                </a:cubicBezTo>
                <a:cubicBezTo>
                  <a:pt x="161126" y="109209"/>
                  <a:pt x="163625" y="107871"/>
                  <a:pt x="165786" y="106097"/>
                </a:cubicBezTo>
                <a:cubicBezTo>
                  <a:pt x="167947" y="104323"/>
                  <a:pt x="169641" y="102114"/>
                  <a:pt x="170866" y="99469"/>
                </a:cubicBezTo>
                <a:cubicBezTo>
                  <a:pt x="172092" y="96824"/>
                  <a:pt x="172705" y="93760"/>
                  <a:pt x="172705" y="902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1">
            <a:extLst xmlns:a="http://schemas.openxmlformats.org/drawingml/2006/main">
              <a:ext uri="{FF2B5EF4-FFF2-40B4-BE49-F238E27FC236}">
                <a16:creationId xmlns:a16="http://schemas.microsoft.com/office/drawing/2014/main" id="{FD0D9B81-9776-49A3-B8CF-1E29A33A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986" y="2938749"/>
            <a:ext cx="48573" cy="84116"/>
          </a:xfrm>
          <a:custGeom xmlns:a="http://schemas.openxmlformats.org/drawingml/2006/main">
            <a:pathLst>
              <a:path w="48573" h="84116">
                <a:moveTo>
                  <a:pt x="48573" y="79730"/>
                </a:moveTo>
                <a:cubicBezTo>
                  <a:pt x="48573" y="80547"/>
                  <a:pt x="48509" y="81235"/>
                  <a:pt x="48380" y="81794"/>
                </a:cubicBezTo>
                <a:cubicBezTo>
                  <a:pt x="48251" y="82353"/>
                  <a:pt x="48079" y="82805"/>
                  <a:pt x="47864" y="83149"/>
                </a:cubicBezTo>
                <a:cubicBezTo>
                  <a:pt x="47649" y="83493"/>
                  <a:pt x="47401" y="83740"/>
                  <a:pt x="47122" y="83891"/>
                </a:cubicBezTo>
                <a:cubicBezTo>
                  <a:pt x="46842" y="84041"/>
                  <a:pt x="46552" y="84116"/>
                  <a:pt x="46251" y="84116"/>
                </a:cubicBezTo>
                <a:lnTo>
                  <a:pt x="2645" y="84116"/>
                </a:lnTo>
                <a:cubicBezTo>
                  <a:pt x="2344" y="84116"/>
                  <a:pt x="2064" y="84041"/>
                  <a:pt x="1806" y="83891"/>
                </a:cubicBezTo>
                <a:cubicBezTo>
                  <a:pt x="1548" y="83740"/>
                  <a:pt x="1301" y="83493"/>
                  <a:pt x="1064" y="83149"/>
                </a:cubicBezTo>
                <a:cubicBezTo>
                  <a:pt x="828" y="82805"/>
                  <a:pt x="645" y="82353"/>
                  <a:pt x="516" y="81794"/>
                </a:cubicBezTo>
                <a:cubicBezTo>
                  <a:pt x="387" y="81235"/>
                  <a:pt x="323" y="80547"/>
                  <a:pt x="323" y="79730"/>
                </a:cubicBezTo>
                <a:cubicBezTo>
                  <a:pt x="323" y="78956"/>
                  <a:pt x="387" y="78289"/>
                  <a:pt x="516" y="77730"/>
                </a:cubicBezTo>
                <a:cubicBezTo>
                  <a:pt x="645" y="77171"/>
                  <a:pt x="806" y="76709"/>
                  <a:pt x="1000" y="76343"/>
                </a:cubicBezTo>
                <a:cubicBezTo>
                  <a:pt x="1193" y="75978"/>
                  <a:pt x="1430" y="75698"/>
                  <a:pt x="1709" y="75505"/>
                </a:cubicBezTo>
                <a:cubicBezTo>
                  <a:pt x="1989" y="75311"/>
                  <a:pt x="2301" y="75214"/>
                  <a:pt x="2645" y="75214"/>
                </a:cubicBezTo>
                <a:lnTo>
                  <a:pt x="20061" y="75214"/>
                </a:lnTo>
                <a:lnTo>
                  <a:pt x="20061" y="11676"/>
                </a:lnTo>
                <a:lnTo>
                  <a:pt x="3935" y="21352"/>
                </a:lnTo>
                <a:cubicBezTo>
                  <a:pt x="3118" y="21782"/>
                  <a:pt x="2462" y="22040"/>
                  <a:pt x="1967" y="22126"/>
                </a:cubicBezTo>
                <a:cubicBezTo>
                  <a:pt x="1473" y="22212"/>
                  <a:pt x="1075" y="22115"/>
                  <a:pt x="774" y="21835"/>
                </a:cubicBezTo>
                <a:cubicBezTo>
                  <a:pt x="473" y="21556"/>
                  <a:pt x="269" y="21093"/>
                  <a:pt x="161" y="20447"/>
                </a:cubicBezTo>
                <a:cubicBezTo>
                  <a:pt x="54" y="19799"/>
                  <a:pt x="0" y="18979"/>
                  <a:pt x="0" y="17987"/>
                </a:cubicBezTo>
                <a:cubicBezTo>
                  <a:pt x="0" y="17253"/>
                  <a:pt x="32" y="16628"/>
                  <a:pt x="97" y="16110"/>
                </a:cubicBezTo>
                <a:cubicBezTo>
                  <a:pt x="161" y="15593"/>
                  <a:pt x="258" y="15162"/>
                  <a:pt x="387" y="14816"/>
                </a:cubicBezTo>
                <a:cubicBezTo>
                  <a:pt x="516" y="14471"/>
                  <a:pt x="699" y="14169"/>
                  <a:pt x="935" y="13911"/>
                </a:cubicBezTo>
                <a:cubicBezTo>
                  <a:pt x="1172" y="13652"/>
                  <a:pt x="1484" y="13393"/>
                  <a:pt x="1871" y="13135"/>
                </a:cubicBezTo>
                <a:lnTo>
                  <a:pt x="21094" y="776"/>
                </a:lnTo>
                <a:cubicBezTo>
                  <a:pt x="21266" y="647"/>
                  <a:pt x="21481" y="540"/>
                  <a:pt x="21739" y="454"/>
                </a:cubicBezTo>
                <a:cubicBezTo>
                  <a:pt x="21997" y="366"/>
                  <a:pt x="22319" y="280"/>
                  <a:pt x="22706" y="194"/>
                </a:cubicBezTo>
                <a:cubicBezTo>
                  <a:pt x="23093" y="108"/>
                  <a:pt x="23545" y="54"/>
                  <a:pt x="24061" y="32"/>
                </a:cubicBezTo>
                <a:cubicBezTo>
                  <a:pt x="24577" y="11"/>
                  <a:pt x="25222" y="0"/>
                  <a:pt x="25996" y="0"/>
                </a:cubicBezTo>
                <a:cubicBezTo>
                  <a:pt x="27028" y="0"/>
                  <a:pt x="27888" y="43"/>
                  <a:pt x="28576" y="129"/>
                </a:cubicBezTo>
                <a:cubicBezTo>
                  <a:pt x="29264" y="215"/>
                  <a:pt x="29802" y="333"/>
                  <a:pt x="30189" y="484"/>
                </a:cubicBezTo>
                <a:cubicBezTo>
                  <a:pt x="30576" y="634"/>
                  <a:pt x="30834" y="829"/>
                  <a:pt x="30963" y="1066"/>
                </a:cubicBezTo>
                <a:cubicBezTo>
                  <a:pt x="31092" y="1303"/>
                  <a:pt x="31157" y="1550"/>
                  <a:pt x="31157" y="1808"/>
                </a:cubicBezTo>
                <a:lnTo>
                  <a:pt x="31157" y="75214"/>
                </a:lnTo>
                <a:lnTo>
                  <a:pt x="46251" y="75214"/>
                </a:lnTo>
                <a:cubicBezTo>
                  <a:pt x="46595" y="75214"/>
                  <a:pt x="46918" y="75311"/>
                  <a:pt x="47219" y="75505"/>
                </a:cubicBezTo>
                <a:cubicBezTo>
                  <a:pt x="47520" y="75698"/>
                  <a:pt x="47767" y="75978"/>
                  <a:pt x="47961" y="76343"/>
                </a:cubicBezTo>
                <a:cubicBezTo>
                  <a:pt x="48154" y="76709"/>
                  <a:pt x="48305" y="77171"/>
                  <a:pt x="48412" y="77730"/>
                </a:cubicBezTo>
                <a:cubicBezTo>
                  <a:pt x="48520" y="78289"/>
                  <a:pt x="48573" y="78956"/>
                  <a:pt x="48573" y="797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73455-9C47-48BB-8D39-5092ABAD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049" y="2794977"/>
            <a:ext cx="503996" cy="295924"/>
          </a:xfrm>
          <a:custGeom xmlns:a="http://schemas.openxmlformats.org/drawingml/2006/main">
            <a:pathLst>
              <a:path w="503996" h="295924">
                <a:moveTo>
                  <a:pt x="37651" y="295924"/>
                </a:moveTo>
                <a:cubicBezTo>
                  <a:pt x="17174" y="295924"/>
                  <a:pt x="0" y="278750"/>
                  <a:pt x="0" y="258273"/>
                </a:cubicBezTo>
                <a:lnTo>
                  <a:pt x="0" y="36991"/>
                </a:lnTo>
                <a:cubicBezTo>
                  <a:pt x="0" y="16514"/>
                  <a:pt x="17174" y="0"/>
                  <a:pt x="37651" y="0"/>
                </a:cubicBezTo>
                <a:lnTo>
                  <a:pt x="467006" y="0"/>
                </a:lnTo>
                <a:cubicBezTo>
                  <a:pt x="487483" y="0"/>
                  <a:pt x="503996" y="16514"/>
                  <a:pt x="503996" y="36991"/>
                </a:cubicBezTo>
                <a:lnTo>
                  <a:pt x="503996" y="258273"/>
                </a:lnTo>
                <a:cubicBezTo>
                  <a:pt x="503996" y="278750"/>
                  <a:pt x="487483" y="295924"/>
                  <a:pt x="467006" y="295924"/>
                </a:cubicBezTo>
                <a:lnTo>
                  <a:pt x="37651" y="2959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93702-756E-4240-94D9-88D0B20C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049" y="2794977"/>
            <a:ext cx="503996" cy="295924"/>
          </a:xfrm>
          <a:custGeom xmlns:a="http://schemas.openxmlformats.org/drawingml/2006/main">
            <a:pathLst>
              <a:path w="503996" h="295924" fill="none">
                <a:moveTo>
                  <a:pt x="37651" y="295924"/>
                </a:moveTo>
                <a:lnTo>
                  <a:pt x="467006" y="295924"/>
                </a:lnTo>
                <a:cubicBezTo>
                  <a:pt x="487483" y="295924"/>
                  <a:pt x="503996" y="278750"/>
                  <a:pt x="503996" y="258273"/>
                </a:cubicBezTo>
                <a:lnTo>
                  <a:pt x="503996" y="36991"/>
                </a:lnTo>
                <a:cubicBezTo>
                  <a:pt x="503996" y="16514"/>
                  <a:pt x="487483" y="0"/>
                  <a:pt x="467006" y="0"/>
                </a:cubicBezTo>
                <a:lnTo>
                  <a:pt x="37651" y="0"/>
                </a:lnTo>
                <a:cubicBezTo>
                  <a:pt x="17174" y="0"/>
                  <a:pt x="0" y="16514"/>
                  <a:pt x="0" y="36991"/>
                </a:cubicBezTo>
                <a:lnTo>
                  <a:pt x="0" y="258273"/>
                </a:lnTo>
                <a:cubicBezTo>
                  <a:pt x="0" y="278750"/>
                  <a:pt x="17174" y="295924"/>
                  <a:pt x="37651" y="29592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305497"/>
            </a:solidFill>
            <a:miter/>
          </a:ln>
        </p:spPr>
      </p:sp>
      <p:sp>
        <p:nvSpPr>
          <p:cNvPr id="16" name="Text BB">
            <a:extLst xmlns:a="http://schemas.openxmlformats.org/drawingml/2006/main">
              <a:ext uri="{FF2B5EF4-FFF2-40B4-BE49-F238E27FC236}">
                <a16:creationId xmlns:a16="http://schemas.microsoft.com/office/drawing/2014/main" id="{8437F816-7DB3-43E9-8036-66459C4F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336" y="2877182"/>
            <a:ext cx="190218" cy="125207"/>
          </a:xfrm>
          <a:custGeom xmlns:a="http://schemas.openxmlformats.org/drawingml/2006/main">
            <a:pathLst>
              <a:path w="190218" h="125207">
                <a:moveTo>
                  <a:pt x="82536" y="89309"/>
                </a:moveTo>
                <a:cubicBezTo>
                  <a:pt x="82536" y="93244"/>
                  <a:pt x="82036" y="96872"/>
                  <a:pt x="81036" y="100195"/>
                </a:cubicBezTo>
                <a:cubicBezTo>
                  <a:pt x="80036" y="103517"/>
                  <a:pt x="78633" y="106500"/>
                  <a:pt x="76827" y="109145"/>
                </a:cubicBezTo>
                <a:cubicBezTo>
                  <a:pt x="75021" y="111790"/>
                  <a:pt x="72844" y="114112"/>
                  <a:pt x="70296" y="116112"/>
                </a:cubicBezTo>
                <a:cubicBezTo>
                  <a:pt x="67748" y="118111"/>
                  <a:pt x="64877" y="119788"/>
                  <a:pt x="61684" y="121143"/>
                </a:cubicBezTo>
                <a:cubicBezTo>
                  <a:pt x="58491" y="122498"/>
                  <a:pt x="55072" y="123514"/>
                  <a:pt x="51428" y="124191"/>
                </a:cubicBezTo>
                <a:cubicBezTo>
                  <a:pt x="47783" y="124868"/>
                  <a:pt x="43606" y="125207"/>
                  <a:pt x="38897" y="125207"/>
                </a:cubicBezTo>
                <a:lnTo>
                  <a:pt x="6193" y="125207"/>
                </a:lnTo>
                <a:cubicBezTo>
                  <a:pt x="4709" y="125207"/>
                  <a:pt x="3306" y="124707"/>
                  <a:pt x="1984" y="123707"/>
                </a:cubicBezTo>
                <a:cubicBezTo>
                  <a:pt x="661" y="122707"/>
                  <a:pt x="0" y="120949"/>
                  <a:pt x="0" y="118434"/>
                </a:cubicBezTo>
                <a:lnTo>
                  <a:pt x="0" y="6773"/>
                </a:lnTo>
                <a:cubicBezTo>
                  <a:pt x="0" y="4257"/>
                  <a:pt x="661" y="2500"/>
                  <a:pt x="1984" y="1500"/>
                </a:cubicBezTo>
                <a:cubicBezTo>
                  <a:pt x="3306" y="500"/>
                  <a:pt x="4709" y="0"/>
                  <a:pt x="6193" y="0"/>
                </a:cubicBezTo>
                <a:lnTo>
                  <a:pt x="34640" y="0"/>
                </a:lnTo>
                <a:cubicBezTo>
                  <a:pt x="42123" y="0"/>
                  <a:pt x="48251" y="710"/>
                  <a:pt x="53024" y="2129"/>
                </a:cubicBezTo>
                <a:cubicBezTo>
                  <a:pt x="57798" y="3548"/>
                  <a:pt x="61781" y="5612"/>
                  <a:pt x="64974" y="8321"/>
                </a:cubicBezTo>
                <a:cubicBezTo>
                  <a:pt x="68167" y="11031"/>
                  <a:pt x="70570" y="14353"/>
                  <a:pt x="72183" y="18288"/>
                </a:cubicBezTo>
                <a:cubicBezTo>
                  <a:pt x="73795" y="22222"/>
                  <a:pt x="74602" y="26673"/>
                  <a:pt x="74602" y="31640"/>
                </a:cubicBezTo>
                <a:cubicBezTo>
                  <a:pt x="74602" y="34608"/>
                  <a:pt x="74247" y="37446"/>
                  <a:pt x="73537" y="40155"/>
                </a:cubicBezTo>
                <a:cubicBezTo>
                  <a:pt x="72828" y="42864"/>
                  <a:pt x="71779" y="45364"/>
                  <a:pt x="70393" y="47654"/>
                </a:cubicBezTo>
                <a:cubicBezTo>
                  <a:pt x="69006" y="49944"/>
                  <a:pt x="67264" y="51992"/>
                  <a:pt x="65168" y="53798"/>
                </a:cubicBezTo>
                <a:cubicBezTo>
                  <a:pt x="63071" y="55605"/>
                  <a:pt x="60668" y="57088"/>
                  <a:pt x="57959" y="58249"/>
                </a:cubicBezTo>
                <a:cubicBezTo>
                  <a:pt x="61378" y="58894"/>
                  <a:pt x="64571" y="60072"/>
                  <a:pt x="67538" y="61781"/>
                </a:cubicBezTo>
                <a:cubicBezTo>
                  <a:pt x="70505" y="63490"/>
                  <a:pt x="73102" y="65668"/>
                  <a:pt x="75327" y="68312"/>
                </a:cubicBezTo>
                <a:cubicBezTo>
                  <a:pt x="77553" y="70957"/>
                  <a:pt x="79311" y="74053"/>
                  <a:pt x="80601" y="77601"/>
                </a:cubicBezTo>
                <a:cubicBezTo>
                  <a:pt x="81891" y="81149"/>
                  <a:pt x="82536" y="85052"/>
                  <a:pt x="82536" y="89309"/>
                </a:cubicBezTo>
                <a:moveTo>
                  <a:pt x="57475" y="33285"/>
                </a:moveTo>
                <a:cubicBezTo>
                  <a:pt x="57475" y="30253"/>
                  <a:pt x="57056" y="27512"/>
                  <a:pt x="56217" y="25061"/>
                </a:cubicBezTo>
                <a:cubicBezTo>
                  <a:pt x="55379" y="22609"/>
                  <a:pt x="54056" y="20529"/>
                  <a:pt x="52250" y="18820"/>
                </a:cubicBezTo>
                <a:cubicBezTo>
                  <a:pt x="50444" y="17110"/>
                  <a:pt x="48090" y="15804"/>
                  <a:pt x="45187" y="14901"/>
                </a:cubicBezTo>
                <a:cubicBezTo>
                  <a:pt x="42284" y="13998"/>
                  <a:pt x="38446" y="13546"/>
                  <a:pt x="33672" y="13546"/>
                </a:cubicBezTo>
                <a:lnTo>
                  <a:pt x="16449" y="13546"/>
                </a:lnTo>
                <a:lnTo>
                  <a:pt x="16449" y="54089"/>
                </a:lnTo>
                <a:lnTo>
                  <a:pt x="35414" y="54089"/>
                </a:lnTo>
                <a:cubicBezTo>
                  <a:pt x="39736" y="54089"/>
                  <a:pt x="43219" y="53524"/>
                  <a:pt x="45864" y="52395"/>
                </a:cubicBezTo>
                <a:cubicBezTo>
                  <a:pt x="48509" y="51266"/>
                  <a:pt x="50702" y="49751"/>
                  <a:pt x="52444" y="47848"/>
                </a:cubicBezTo>
                <a:cubicBezTo>
                  <a:pt x="54185" y="45945"/>
                  <a:pt x="55459" y="43719"/>
                  <a:pt x="56266" y="41171"/>
                </a:cubicBezTo>
                <a:cubicBezTo>
                  <a:pt x="57072" y="38623"/>
                  <a:pt x="57475" y="35995"/>
                  <a:pt x="57475" y="33285"/>
                </a:cubicBezTo>
                <a:moveTo>
                  <a:pt x="65022" y="90277"/>
                </a:moveTo>
                <a:cubicBezTo>
                  <a:pt x="65022" y="86535"/>
                  <a:pt x="64426" y="83245"/>
                  <a:pt x="63232" y="80407"/>
                </a:cubicBezTo>
                <a:cubicBezTo>
                  <a:pt x="62039" y="77569"/>
                  <a:pt x="60297" y="75182"/>
                  <a:pt x="58007" y="73247"/>
                </a:cubicBezTo>
                <a:cubicBezTo>
                  <a:pt x="55717" y="71312"/>
                  <a:pt x="52847" y="69844"/>
                  <a:pt x="49396" y="68844"/>
                </a:cubicBezTo>
                <a:cubicBezTo>
                  <a:pt x="45945" y="67845"/>
                  <a:pt x="41607" y="67345"/>
                  <a:pt x="36382" y="67345"/>
                </a:cubicBezTo>
                <a:lnTo>
                  <a:pt x="16449" y="67345"/>
                </a:lnTo>
                <a:lnTo>
                  <a:pt x="16449" y="111467"/>
                </a:lnTo>
                <a:lnTo>
                  <a:pt x="40639" y="111467"/>
                </a:lnTo>
                <a:cubicBezTo>
                  <a:pt x="44445" y="111467"/>
                  <a:pt x="47767" y="111015"/>
                  <a:pt x="50605" y="110112"/>
                </a:cubicBezTo>
                <a:cubicBezTo>
                  <a:pt x="53444" y="109209"/>
                  <a:pt x="55943" y="107871"/>
                  <a:pt x="58104" y="106097"/>
                </a:cubicBezTo>
                <a:cubicBezTo>
                  <a:pt x="60265" y="104323"/>
                  <a:pt x="61958" y="102114"/>
                  <a:pt x="63184" y="99469"/>
                </a:cubicBezTo>
                <a:cubicBezTo>
                  <a:pt x="64410" y="96824"/>
                  <a:pt x="65022" y="93760"/>
                  <a:pt x="65022" y="90277"/>
                </a:cubicBezTo>
                <a:close/>
                <a:moveTo>
                  <a:pt x="190218" y="89309"/>
                </a:moveTo>
                <a:cubicBezTo>
                  <a:pt x="190218" y="93244"/>
                  <a:pt x="189718" y="96872"/>
                  <a:pt x="188718" y="100195"/>
                </a:cubicBezTo>
                <a:cubicBezTo>
                  <a:pt x="187718" y="103517"/>
                  <a:pt x="186315" y="106500"/>
                  <a:pt x="184509" y="109145"/>
                </a:cubicBezTo>
                <a:cubicBezTo>
                  <a:pt x="182703" y="111790"/>
                  <a:pt x="180526" y="114112"/>
                  <a:pt x="177978" y="116112"/>
                </a:cubicBezTo>
                <a:cubicBezTo>
                  <a:pt x="175430" y="118111"/>
                  <a:pt x="172559" y="119788"/>
                  <a:pt x="169366" y="121143"/>
                </a:cubicBezTo>
                <a:cubicBezTo>
                  <a:pt x="166173" y="122498"/>
                  <a:pt x="162754" y="123514"/>
                  <a:pt x="159109" y="124191"/>
                </a:cubicBezTo>
                <a:cubicBezTo>
                  <a:pt x="155465" y="124868"/>
                  <a:pt x="151288" y="125207"/>
                  <a:pt x="146579" y="125207"/>
                </a:cubicBezTo>
                <a:lnTo>
                  <a:pt x="113874" y="125207"/>
                </a:lnTo>
                <a:cubicBezTo>
                  <a:pt x="112391" y="125207"/>
                  <a:pt x="110988" y="124707"/>
                  <a:pt x="109665" y="123707"/>
                </a:cubicBezTo>
                <a:cubicBezTo>
                  <a:pt x="108343" y="122707"/>
                  <a:pt x="107682" y="120949"/>
                  <a:pt x="107682" y="118434"/>
                </a:cubicBezTo>
                <a:lnTo>
                  <a:pt x="107682" y="6773"/>
                </a:lnTo>
                <a:cubicBezTo>
                  <a:pt x="107682" y="4257"/>
                  <a:pt x="108343" y="2500"/>
                  <a:pt x="109665" y="1500"/>
                </a:cubicBezTo>
                <a:cubicBezTo>
                  <a:pt x="110988" y="500"/>
                  <a:pt x="112391" y="0"/>
                  <a:pt x="113874" y="0"/>
                </a:cubicBezTo>
                <a:lnTo>
                  <a:pt x="142322" y="0"/>
                </a:lnTo>
                <a:cubicBezTo>
                  <a:pt x="149804" y="0"/>
                  <a:pt x="155933" y="710"/>
                  <a:pt x="160706" y="2129"/>
                </a:cubicBezTo>
                <a:cubicBezTo>
                  <a:pt x="165479" y="3548"/>
                  <a:pt x="169463" y="5612"/>
                  <a:pt x="172656" y="8321"/>
                </a:cubicBezTo>
                <a:cubicBezTo>
                  <a:pt x="175849" y="11031"/>
                  <a:pt x="178252" y="14353"/>
                  <a:pt x="179864" y="18288"/>
                </a:cubicBezTo>
                <a:cubicBezTo>
                  <a:pt x="181477" y="22222"/>
                  <a:pt x="182283" y="26673"/>
                  <a:pt x="182283" y="31640"/>
                </a:cubicBezTo>
                <a:cubicBezTo>
                  <a:pt x="182283" y="34608"/>
                  <a:pt x="181929" y="37446"/>
                  <a:pt x="181219" y="40155"/>
                </a:cubicBezTo>
                <a:cubicBezTo>
                  <a:pt x="180509" y="42864"/>
                  <a:pt x="179461" y="45364"/>
                  <a:pt x="178074" y="47654"/>
                </a:cubicBezTo>
                <a:cubicBezTo>
                  <a:pt x="176687" y="49944"/>
                  <a:pt x="174946" y="51992"/>
                  <a:pt x="172849" y="53798"/>
                </a:cubicBezTo>
                <a:cubicBezTo>
                  <a:pt x="170753" y="55605"/>
                  <a:pt x="168350" y="57088"/>
                  <a:pt x="165641" y="58249"/>
                </a:cubicBezTo>
                <a:cubicBezTo>
                  <a:pt x="169060" y="58894"/>
                  <a:pt x="172253" y="60072"/>
                  <a:pt x="175220" y="61781"/>
                </a:cubicBezTo>
                <a:cubicBezTo>
                  <a:pt x="178187" y="63490"/>
                  <a:pt x="180784" y="65668"/>
                  <a:pt x="183009" y="68312"/>
                </a:cubicBezTo>
                <a:cubicBezTo>
                  <a:pt x="185235" y="70957"/>
                  <a:pt x="186992" y="74053"/>
                  <a:pt x="188282" y="77601"/>
                </a:cubicBezTo>
                <a:cubicBezTo>
                  <a:pt x="189573" y="81149"/>
                  <a:pt x="190218" y="85052"/>
                  <a:pt x="190218" y="89309"/>
                </a:cubicBezTo>
                <a:moveTo>
                  <a:pt x="165157" y="33285"/>
                </a:moveTo>
                <a:cubicBezTo>
                  <a:pt x="165157" y="30253"/>
                  <a:pt x="164738" y="27512"/>
                  <a:pt x="163899" y="25061"/>
                </a:cubicBezTo>
                <a:cubicBezTo>
                  <a:pt x="163060" y="22609"/>
                  <a:pt x="161738" y="20529"/>
                  <a:pt x="159932" y="18820"/>
                </a:cubicBezTo>
                <a:cubicBezTo>
                  <a:pt x="158126" y="17110"/>
                  <a:pt x="155771" y="15804"/>
                  <a:pt x="152868" y="14901"/>
                </a:cubicBezTo>
                <a:cubicBezTo>
                  <a:pt x="149966" y="13998"/>
                  <a:pt x="146128" y="13546"/>
                  <a:pt x="141354" y="13546"/>
                </a:cubicBezTo>
                <a:lnTo>
                  <a:pt x="124131" y="13546"/>
                </a:lnTo>
                <a:lnTo>
                  <a:pt x="124131" y="54089"/>
                </a:lnTo>
                <a:lnTo>
                  <a:pt x="143096" y="54089"/>
                </a:lnTo>
                <a:cubicBezTo>
                  <a:pt x="147418" y="54089"/>
                  <a:pt x="150901" y="53524"/>
                  <a:pt x="153546" y="52395"/>
                </a:cubicBezTo>
                <a:cubicBezTo>
                  <a:pt x="156191" y="51266"/>
                  <a:pt x="158384" y="49751"/>
                  <a:pt x="160125" y="47848"/>
                </a:cubicBezTo>
                <a:cubicBezTo>
                  <a:pt x="161867" y="45945"/>
                  <a:pt x="163141" y="43719"/>
                  <a:pt x="163947" y="41171"/>
                </a:cubicBezTo>
                <a:cubicBezTo>
                  <a:pt x="164754" y="38623"/>
                  <a:pt x="165157" y="35995"/>
                  <a:pt x="165157" y="33285"/>
                </a:cubicBezTo>
                <a:moveTo>
                  <a:pt x="172704" y="90277"/>
                </a:moveTo>
                <a:cubicBezTo>
                  <a:pt x="172704" y="86535"/>
                  <a:pt x="172107" y="83245"/>
                  <a:pt x="170914" y="80407"/>
                </a:cubicBezTo>
                <a:cubicBezTo>
                  <a:pt x="169721" y="77569"/>
                  <a:pt x="167979" y="75182"/>
                  <a:pt x="165689" y="73247"/>
                </a:cubicBezTo>
                <a:cubicBezTo>
                  <a:pt x="163399" y="71312"/>
                  <a:pt x="160529" y="69844"/>
                  <a:pt x="157078" y="68844"/>
                </a:cubicBezTo>
                <a:cubicBezTo>
                  <a:pt x="153626" y="67845"/>
                  <a:pt x="149288" y="67345"/>
                  <a:pt x="144063" y="67345"/>
                </a:cubicBezTo>
                <a:lnTo>
                  <a:pt x="124131" y="67345"/>
                </a:lnTo>
                <a:lnTo>
                  <a:pt x="124131" y="111467"/>
                </a:lnTo>
                <a:lnTo>
                  <a:pt x="148321" y="111467"/>
                </a:lnTo>
                <a:cubicBezTo>
                  <a:pt x="152127" y="111467"/>
                  <a:pt x="155449" y="111015"/>
                  <a:pt x="158287" y="110112"/>
                </a:cubicBezTo>
                <a:cubicBezTo>
                  <a:pt x="161125" y="109209"/>
                  <a:pt x="163625" y="107871"/>
                  <a:pt x="165786" y="106097"/>
                </a:cubicBezTo>
                <a:cubicBezTo>
                  <a:pt x="167947" y="104323"/>
                  <a:pt x="169640" y="102114"/>
                  <a:pt x="170866" y="99469"/>
                </a:cubicBezTo>
                <a:cubicBezTo>
                  <a:pt x="172091" y="96824"/>
                  <a:pt x="172704" y="93760"/>
                  <a:pt x="172704" y="902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n">
            <a:extLst xmlns:a="http://schemas.openxmlformats.org/drawingml/2006/main">
              <a:ext uri="{FF2B5EF4-FFF2-40B4-BE49-F238E27FC236}">
                <a16:creationId xmlns:a16="http://schemas.microsoft.com/office/drawing/2014/main" id="{0CA86E2C-BDCF-457E-B6F2-C600D1B0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901" y="2967560"/>
            <a:ext cx="49992" cy="62958"/>
          </a:xfrm>
          <a:custGeom xmlns:a="http://schemas.openxmlformats.org/drawingml/2006/main">
            <a:pathLst>
              <a:path w="49992" h="62958">
                <a:moveTo>
                  <a:pt x="49992" y="60959"/>
                </a:moveTo>
                <a:cubicBezTo>
                  <a:pt x="49992" y="61303"/>
                  <a:pt x="49906" y="61593"/>
                  <a:pt x="49734" y="61829"/>
                </a:cubicBezTo>
                <a:cubicBezTo>
                  <a:pt x="49562" y="62066"/>
                  <a:pt x="49283" y="62270"/>
                  <a:pt x="48896" y="62442"/>
                </a:cubicBezTo>
                <a:cubicBezTo>
                  <a:pt x="48509" y="62614"/>
                  <a:pt x="47971" y="62743"/>
                  <a:pt x="47283" y="62829"/>
                </a:cubicBezTo>
                <a:cubicBezTo>
                  <a:pt x="46595" y="62915"/>
                  <a:pt x="45735" y="62958"/>
                  <a:pt x="44703" y="62958"/>
                </a:cubicBezTo>
                <a:cubicBezTo>
                  <a:pt x="43628" y="62958"/>
                  <a:pt x="42746" y="62915"/>
                  <a:pt x="42058" y="62829"/>
                </a:cubicBezTo>
                <a:cubicBezTo>
                  <a:pt x="41370" y="62743"/>
                  <a:pt x="40833" y="62614"/>
                  <a:pt x="40446" y="62442"/>
                </a:cubicBezTo>
                <a:cubicBezTo>
                  <a:pt x="40058" y="62270"/>
                  <a:pt x="39779" y="62066"/>
                  <a:pt x="39607" y="61829"/>
                </a:cubicBezTo>
                <a:cubicBezTo>
                  <a:pt x="39435" y="61593"/>
                  <a:pt x="39349" y="61303"/>
                  <a:pt x="39349" y="60959"/>
                </a:cubicBezTo>
                <a:lnTo>
                  <a:pt x="39349" y="26964"/>
                </a:lnTo>
                <a:cubicBezTo>
                  <a:pt x="39349" y="23652"/>
                  <a:pt x="39091" y="20986"/>
                  <a:pt x="38575" y="18965"/>
                </a:cubicBezTo>
                <a:cubicBezTo>
                  <a:pt x="38059" y="16944"/>
                  <a:pt x="37306" y="15202"/>
                  <a:pt x="36317" y="13740"/>
                </a:cubicBezTo>
                <a:cubicBezTo>
                  <a:pt x="35328" y="12278"/>
                  <a:pt x="34049" y="11160"/>
                  <a:pt x="32479" y="10386"/>
                </a:cubicBezTo>
                <a:cubicBezTo>
                  <a:pt x="30909" y="9611"/>
                  <a:pt x="29092" y="9224"/>
                  <a:pt x="27028" y="9224"/>
                </a:cubicBezTo>
                <a:cubicBezTo>
                  <a:pt x="24362" y="9224"/>
                  <a:pt x="21696" y="10171"/>
                  <a:pt x="19029" y="12063"/>
                </a:cubicBezTo>
                <a:cubicBezTo>
                  <a:pt x="16363" y="13955"/>
                  <a:pt x="13568" y="16729"/>
                  <a:pt x="10644" y="20384"/>
                </a:cubicBezTo>
                <a:lnTo>
                  <a:pt x="10644" y="60959"/>
                </a:lnTo>
                <a:cubicBezTo>
                  <a:pt x="10644" y="61303"/>
                  <a:pt x="10558" y="61593"/>
                  <a:pt x="10386" y="61829"/>
                </a:cubicBezTo>
                <a:cubicBezTo>
                  <a:pt x="10214" y="62066"/>
                  <a:pt x="9934" y="62270"/>
                  <a:pt x="9547" y="62442"/>
                </a:cubicBezTo>
                <a:cubicBezTo>
                  <a:pt x="9160" y="62614"/>
                  <a:pt x="8622" y="62743"/>
                  <a:pt x="7934" y="62829"/>
                </a:cubicBezTo>
                <a:cubicBezTo>
                  <a:pt x="7246" y="62915"/>
                  <a:pt x="6365" y="62958"/>
                  <a:pt x="5290" y="62958"/>
                </a:cubicBezTo>
                <a:cubicBezTo>
                  <a:pt x="4257" y="62958"/>
                  <a:pt x="3397" y="62915"/>
                  <a:pt x="2709" y="62829"/>
                </a:cubicBezTo>
                <a:cubicBezTo>
                  <a:pt x="2021" y="62743"/>
                  <a:pt x="1473" y="62614"/>
                  <a:pt x="1064" y="62442"/>
                </a:cubicBezTo>
                <a:cubicBezTo>
                  <a:pt x="656" y="62270"/>
                  <a:pt x="376" y="62066"/>
                  <a:pt x="226" y="61829"/>
                </a:cubicBezTo>
                <a:cubicBezTo>
                  <a:pt x="75" y="61593"/>
                  <a:pt x="0" y="61303"/>
                  <a:pt x="0" y="60959"/>
                </a:cubicBezTo>
                <a:lnTo>
                  <a:pt x="0" y="2903"/>
                </a:lnTo>
                <a:cubicBezTo>
                  <a:pt x="0" y="2559"/>
                  <a:pt x="65" y="2268"/>
                  <a:pt x="194" y="2032"/>
                </a:cubicBezTo>
                <a:cubicBezTo>
                  <a:pt x="323" y="1795"/>
                  <a:pt x="581" y="1580"/>
                  <a:pt x="968" y="1387"/>
                </a:cubicBezTo>
                <a:cubicBezTo>
                  <a:pt x="1355" y="1193"/>
                  <a:pt x="1849" y="1064"/>
                  <a:pt x="2451" y="1000"/>
                </a:cubicBezTo>
                <a:cubicBezTo>
                  <a:pt x="3053" y="935"/>
                  <a:pt x="3849" y="903"/>
                  <a:pt x="4838" y="903"/>
                </a:cubicBezTo>
                <a:cubicBezTo>
                  <a:pt x="5784" y="903"/>
                  <a:pt x="6569" y="935"/>
                  <a:pt x="7192" y="1000"/>
                </a:cubicBezTo>
                <a:cubicBezTo>
                  <a:pt x="7816" y="1064"/>
                  <a:pt x="8300" y="1193"/>
                  <a:pt x="8644" y="1387"/>
                </a:cubicBezTo>
                <a:cubicBezTo>
                  <a:pt x="8988" y="1580"/>
                  <a:pt x="9235" y="1795"/>
                  <a:pt x="9386" y="2032"/>
                </a:cubicBezTo>
                <a:cubicBezTo>
                  <a:pt x="9536" y="2268"/>
                  <a:pt x="9611" y="2559"/>
                  <a:pt x="9611" y="2903"/>
                </a:cubicBezTo>
                <a:lnTo>
                  <a:pt x="9611" y="10579"/>
                </a:lnTo>
                <a:cubicBezTo>
                  <a:pt x="12880" y="6924"/>
                  <a:pt x="16137" y="4247"/>
                  <a:pt x="19384" y="2548"/>
                </a:cubicBezTo>
                <a:cubicBezTo>
                  <a:pt x="22631" y="849"/>
                  <a:pt x="25910" y="0"/>
                  <a:pt x="29221" y="0"/>
                </a:cubicBezTo>
                <a:cubicBezTo>
                  <a:pt x="33092" y="0"/>
                  <a:pt x="36349" y="656"/>
                  <a:pt x="38994" y="1967"/>
                </a:cubicBezTo>
                <a:cubicBezTo>
                  <a:pt x="41639" y="3279"/>
                  <a:pt x="43778" y="5031"/>
                  <a:pt x="45412" y="7225"/>
                </a:cubicBezTo>
                <a:cubicBezTo>
                  <a:pt x="47047" y="9418"/>
                  <a:pt x="48219" y="11987"/>
                  <a:pt x="48928" y="14933"/>
                </a:cubicBezTo>
                <a:cubicBezTo>
                  <a:pt x="49638" y="17879"/>
                  <a:pt x="49992" y="21416"/>
                  <a:pt x="49992" y="25545"/>
                </a:cubicBezTo>
                <a:lnTo>
                  <a:pt x="49992" y="60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...">
            <a:extLst xmlns:a="http://schemas.openxmlformats.org/drawingml/2006/main">
              <a:ext uri="{FF2B5EF4-FFF2-40B4-BE49-F238E27FC236}">
                <a16:creationId xmlns:a16="http://schemas.microsoft.com/office/drawing/2014/main" id="{AE328809-50A2-4BB8-A644-927FC322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307" y="2973448"/>
            <a:ext cx="120361" cy="22642"/>
          </a:xfrm>
          <a:custGeom xmlns:a="http://schemas.openxmlformats.org/drawingml/2006/main">
            <a:pathLst>
              <a:path w="120361" h="22642">
                <a:moveTo>
                  <a:pt x="20803" y="11176"/>
                </a:moveTo>
                <a:cubicBezTo>
                  <a:pt x="20803" y="15776"/>
                  <a:pt x="20045" y="18837"/>
                  <a:pt x="18529" y="20359"/>
                </a:cubicBezTo>
                <a:cubicBezTo>
                  <a:pt x="17014" y="21881"/>
                  <a:pt x="14256" y="22642"/>
                  <a:pt x="10257" y="22642"/>
                </a:cubicBezTo>
                <a:cubicBezTo>
                  <a:pt x="6386" y="22642"/>
                  <a:pt x="3709" y="21897"/>
                  <a:pt x="2225" y="20407"/>
                </a:cubicBezTo>
                <a:cubicBezTo>
                  <a:pt x="742" y="18918"/>
                  <a:pt x="0" y="15937"/>
                  <a:pt x="0" y="11466"/>
                </a:cubicBezTo>
                <a:cubicBezTo>
                  <a:pt x="0" y="6866"/>
                  <a:pt x="758" y="3805"/>
                  <a:pt x="2274" y="2283"/>
                </a:cubicBezTo>
                <a:cubicBezTo>
                  <a:pt x="3790" y="761"/>
                  <a:pt x="6547" y="0"/>
                  <a:pt x="10547" y="0"/>
                </a:cubicBezTo>
                <a:cubicBezTo>
                  <a:pt x="14417" y="0"/>
                  <a:pt x="17094" y="745"/>
                  <a:pt x="18578" y="2235"/>
                </a:cubicBezTo>
                <a:cubicBezTo>
                  <a:pt x="20061" y="3724"/>
                  <a:pt x="20803" y="6705"/>
                  <a:pt x="20803" y="11176"/>
                </a:cubicBezTo>
                <a:close/>
                <a:moveTo>
                  <a:pt x="70582" y="11176"/>
                </a:moveTo>
                <a:cubicBezTo>
                  <a:pt x="70582" y="15776"/>
                  <a:pt x="69824" y="18837"/>
                  <a:pt x="68308" y="20359"/>
                </a:cubicBezTo>
                <a:cubicBezTo>
                  <a:pt x="66792" y="21881"/>
                  <a:pt x="64035" y="22642"/>
                  <a:pt x="60035" y="22642"/>
                </a:cubicBezTo>
                <a:cubicBezTo>
                  <a:pt x="56165" y="22642"/>
                  <a:pt x="53488" y="21897"/>
                  <a:pt x="52004" y="20407"/>
                </a:cubicBezTo>
                <a:cubicBezTo>
                  <a:pt x="50521" y="18918"/>
                  <a:pt x="49779" y="15937"/>
                  <a:pt x="49779" y="11466"/>
                </a:cubicBezTo>
                <a:cubicBezTo>
                  <a:pt x="49779" y="6866"/>
                  <a:pt x="50537" y="3805"/>
                  <a:pt x="52053" y="2283"/>
                </a:cubicBezTo>
                <a:cubicBezTo>
                  <a:pt x="53569" y="761"/>
                  <a:pt x="56326" y="0"/>
                  <a:pt x="60326" y="0"/>
                </a:cubicBezTo>
                <a:cubicBezTo>
                  <a:pt x="64196" y="0"/>
                  <a:pt x="66873" y="745"/>
                  <a:pt x="68357" y="2235"/>
                </a:cubicBezTo>
                <a:cubicBezTo>
                  <a:pt x="69840" y="3724"/>
                  <a:pt x="70582" y="6705"/>
                  <a:pt x="70582" y="11176"/>
                </a:cubicBezTo>
                <a:close/>
                <a:moveTo>
                  <a:pt x="120361" y="11176"/>
                </a:moveTo>
                <a:cubicBezTo>
                  <a:pt x="120361" y="15776"/>
                  <a:pt x="119603" y="18837"/>
                  <a:pt x="118087" y="20359"/>
                </a:cubicBezTo>
                <a:cubicBezTo>
                  <a:pt x="116571" y="21881"/>
                  <a:pt x="113813" y="22642"/>
                  <a:pt x="109814" y="22642"/>
                </a:cubicBezTo>
                <a:cubicBezTo>
                  <a:pt x="105944" y="22642"/>
                  <a:pt x="103267" y="21897"/>
                  <a:pt x="101783" y="20407"/>
                </a:cubicBezTo>
                <a:cubicBezTo>
                  <a:pt x="100299" y="18918"/>
                  <a:pt x="99558" y="15937"/>
                  <a:pt x="99558" y="11466"/>
                </a:cubicBezTo>
                <a:cubicBezTo>
                  <a:pt x="99558" y="6866"/>
                  <a:pt x="100316" y="3805"/>
                  <a:pt x="101831" y="2283"/>
                </a:cubicBezTo>
                <a:cubicBezTo>
                  <a:pt x="103347" y="761"/>
                  <a:pt x="106105" y="0"/>
                  <a:pt x="110104" y="0"/>
                </a:cubicBezTo>
                <a:cubicBezTo>
                  <a:pt x="113975" y="0"/>
                  <a:pt x="116652" y="745"/>
                  <a:pt x="118135" y="2235"/>
                </a:cubicBezTo>
                <a:cubicBezTo>
                  <a:pt x="119619" y="3724"/>
                  <a:pt x="120361" y="6705"/>
                  <a:pt x="120361" y="111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6E0C3-E962-444B-8D0A-03BE5756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273" y="2076304"/>
            <a:ext cx="3039830" cy="536363"/>
          </a:xfrm>
          <a:custGeom xmlns:a="http://schemas.openxmlformats.org/drawingml/2006/main">
            <a:pathLst>
              <a:path w="3039830" h="536363">
                <a:moveTo>
                  <a:pt x="44917" y="536363"/>
                </a:moveTo>
                <a:cubicBezTo>
                  <a:pt x="19816" y="536363"/>
                  <a:pt x="0" y="516547"/>
                  <a:pt x="0" y="492106"/>
                </a:cubicBezTo>
                <a:lnTo>
                  <a:pt x="0" y="44917"/>
                </a:lnTo>
                <a:cubicBezTo>
                  <a:pt x="0" y="19816"/>
                  <a:pt x="19816" y="0"/>
                  <a:pt x="44917" y="0"/>
                </a:cubicBezTo>
                <a:lnTo>
                  <a:pt x="2994913" y="0"/>
                </a:lnTo>
                <a:cubicBezTo>
                  <a:pt x="3020014" y="0"/>
                  <a:pt x="3039830" y="19816"/>
                  <a:pt x="3039830" y="44917"/>
                </a:cubicBezTo>
                <a:lnTo>
                  <a:pt x="3039830" y="492106"/>
                </a:lnTo>
                <a:cubicBezTo>
                  <a:pt x="3039830" y="516547"/>
                  <a:pt x="3020014" y="536363"/>
                  <a:pt x="2994913" y="536363"/>
                </a:cubicBezTo>
                <a:lnTo>
                  <a:pt x="44917" y="536363"/>
                </a:lnTo>
                <a:close/>
              </a:path>
            </a:pathLst>
          </a:custGeom>
          <a:solidFill xmlns:a="http://schemas.openxmlformats.org/drawingml/2006/main">
            <a:srgbClr val="C5E0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A4FD2-6DBA-4400-AD26-A92A8600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273" y="2076304"/>
            <a:ext cx="3039830" cy="536363"/>
          </a:xfrm>
          <a:custGeom xmlns:a="http://schemas.openxmlformats.org/drawingml/2006/main">
            <a:pathLst>
              <a:path w="3039830" h="536363" fill="none">
                <a:moveTo>
                  <a:pt x="44917" y="536363"/>
                </a:moveTo>
                <a:lnTo>
                  <a:pt x="2994913" y="536363"/>
                </a:lnTo>
                <a:cubicBezTo>
                  <a:pt x="3020014" y="536363"/>
                  <a:pt x="3039830" y="516547"/>
                  <a:pt x="3039830" y="492106"/>
                </a:cubicBezTo>
                <a:lnTo>
                  <a:pt x="3039830" y="44917"/>
                </a:lnTo>
                <a:cubicBezTo>
                  <a:pt x="3039830" y="19816"/>
                  <a:pt x="3020014" y="0"/>
                  <a:pt x="2994913" y="0"/>
                </a:cubicBezTo>
                <a:lnTo>
                  <a:pt x="44917" y="0"/>
                </a:lnTo>
                <a:cubicBezTo>
                  <a:pt x="19816" y="0"/>
                  <a:pt x="0" y="19816"/>
                  <a:pt x="0" y="44917"/>
                </a:cubicBezTo>
                <a:lnTo>
                  <a:pt x="0" y="492106"/>
                </a:lnTo>
                <a:cubicBezTo>
                  <a:pt x="0" y="516547"/>
                  <a:pt x="19816" y="536363"/>
                  <a:pt x="44917" y="5363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538135"/>
            </a:solidFill>
            <a:miter/>
          </a:ln>
        </p:spPr>
      </p:sp>
      <p:sp>
        <p:nvSpPr>
          <p:cNvPr id="21" name="Text VariableEmbedding">
            <a:extLst xmlns:a="http://schemas.openxmlformats.org/drawingml/2006/main">
              <a:ext uri="{FF2B5EF4-FFF2-40B4-BE49-F238E27FC236}">
                <a16:creationId xmlns:a16="http://schemas.microsoft.com/office/drawing/2014/main" id="{B3ABCF92-FED6-4096-983A-E63289EE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320" y="2150814"/>
            <a:ext cx="1608932" cy="170297"/>
          </a:xfrm>
          <a:custGeom xmlns:a="http://schemas.openxmlformats.org/drawingml/2006/main">
            <a:pathLst>
              <a:path w="1608932" h="170297">
                <a:moveTo>
                  <a:pt x="63942" y="131980"/>
                </a:moveTo>
                <a:cubicBezTo>
                  <a:pt x="63684" y="132690"/>
                  <a:pt x="63329" y="133270"/>
                  <a:pt x="62878" y="133722"/>
                </a:cubicBezTo>
                <a:cubicBezTo>
                  <a:pt x="62426" y="134173"/>
                  <a:pt x="61797" y="134528"/>
                  <a:pt x="60991" y="134786"/>
                </a:cubicBezTo>
                <a:cubicBezTo>
                  <a:pt x="60184" y="135044"/>
                  <a:pt x="59152" y="135222"/>
                  <a:pt x="57894" y="135318"/>
                </a:cubicBezTo>
                <a:cubicBezTo>
                  <a:pt x="56637" y="135415"/>
                  <a:pt x="55072" y="135463"/>
                  <a:pt x="53202" y="135463"/>
                </a:cubicBezTo>
                <a:cubicBezTo>
                  <a:pt x="51783" y="135463"/>
                  <a:pt x="50541" y="135447"/>
                  <a:pt x="49476" y="135415"/>
                </a:cubicBezTo>
                <a:cubicBezTo>
                  <a:pt x="48412" y="135383"/>
                  <a:pt x="47493" y="135302"/>
                  <a:pt x="46719" y="135173"/>
                </a:cubicBezTo>
                <a:cubicBezTo>
                  <a:pt x="45945" y="135044"/>
                  <a:pt x="45283" y="134899"/>
                  <a:pt x="44735" y="134738"/>
                </a:cubicBezTo>
                <a:cubicBezTo>
                  <a:pt x="44187" y="134576"/>
                  <a:pt x="43719" y="134367"/>
                  <a:pt x="43332" y="134109"/>
                </a:cubicBezTo>
                <a:cubicBezTo>
                  <a:pt x="42945" y="133851"/>
                  <a:pt x="42639" y="133544"/>
                  <a:pt x="42413" y="133190"/>
                </a:cubicBezTo>
                <a:cubicBezTo>
                  <a:pt x="42187" y="132835"/>
                  <a:pt x="41978" y="132399"/>
                  <a:pt x="41784" y="131883"/>
                </a:cubicBezTo>
                <a:lnTo>
                  <a:pt x="855" y="15578"/>
                </a:lnTo>
                <a:cubicBezTo>
                  <a:pt x="339" y="14159"/>
                  <a:pt x="65" y="13014"/>
                  <a:pt x="32" y="12143"/>
                </a:cubicBezTo>
                <a:cubicBezTo>
                  <a:pt x="0" y="11272"/>
                  <a:pt x="274" y="10611"/>
                  <a:pt x="855" y="10160"/>
                </a:cubicBezTo>
                <a:cubicBezTo>
                  <a:pt x="1435" y="9708"/>
                  <a:pt x="2371" y="9418"/>
                  <a:pt x="3661" y="9289"/>
                </a:cubicBezTo>
                <a:cubicBezTo>
                  <a:pt x="4951" y="9160"/>
                  <a:pt x="6693" y="9095"/>
                  <a:pt x="8886" y="9095"/>
                </a:cubicBezTo>
                <a:cubicBezTo>
                  <a:pt x="10692" y="9095"/>
                  <a:pt x="12127" y="9144"/>
                  <a:pt x="13192" y="9241"/>
                </a:cubicBezTo>
                <a:cubicBezTo>
                  <a:pt x="14256" y="9337"/>
                  <a:pt x="15078" y="9515"/>
                  <a:pt x="15659" y="9773"/>
                </a:cubicBezTo>
                <a:cubicBezTo>
                  <a:pt x="16239" y="10031"/>
                  <a:pt x="16675" y="10369"/>
                  <a:pt x="16965" y="10789"/>
                </a:cubicBezTo>
                <a:cubicBezTo>
                  <a:pt x="17255" y="11208"/>
                  <a:pt x="17530" y="11740"/>
                  <a:pt x="17788" y="12385"/>
                </a:cubicBezTo>
                <a:lnTo>
                  <a:pt x="53685" y="117756"/>
                </a:lnTo>
                <a:lnTo>
                  <a:pt x="53782" y="117756"/>
                </a:lnTo>
                <a:lnTo>
                  <a:pt x="88712" y="12579"/>
                </a:lnTo>
                <a:cubicBezTo>
                  <a:pt x="88906" y="11869"/>
                  <a:pt x="89132" y="11289"/>
                  <a:pt x="89390" y="10837"/>
                </a:cubicBezTo>
                <a:cubicBezTo>
                  <a:pt x="89648" y="10386"/>
                  <a:pt x="90099" y="10031"/>
                  <a:pt x="90744" y="9773"/>
                </a:cubicBezTo>
                <a:cubicBezTo>
                  <a:pt x="91389" y="9515"/>
                  <a:pt x="92293" y="9337"/>
                  <a:pt x="93454" y="9241"/>
                </a:cubicBezTo>
                <a:cubicBezTo>
                  <a:pt x="94615" y="9144"/>
                  <a:pt x="96163" y="9095"/>
                  <a:pt x="98098" y="9095"/>
                </a:cubicBezTo>
                <a:cubicBezTo>
                  <a:pt x="100098" y="9095"/>
                  <a:pt x="101678" y="9176"/>
                  <a:pt x="102839" y="9337"/>
                </a:cubicBezTo>
                <a:cubicBezTo>
                  <a:pt x="104000" y="9499"/>
                  <a:pt x="104791" y="9805"/>
                  <a:pt x="105210" y="10257"/>
                </a:cubicBezTo>
                <a:cubicBezTo>
                  <a:pt x="105629" y="10708"/>
                  <a:pt x="105790" y="11369"/>
                  <a:pt x="105694" y="12240"/>
                </a:cubicBezTo>
                <a:cubicBezTo>
                  <a:pt x="105597" y="13111"/>
                  <a:pt x="105291" y="14256"/>
                  <a:pt x="104775" y="15675"/>
                </a:cubicBezTo>
                <a:lnTo>
                  <a:pt x="63942" y="131980"/>
                </a:lnTo>
                <a:close/>
                <a:moveTo>
                  <a:pt x="189440" y="132561"/>
                </a:moveTo>
                <a:cubicBezTo>
                  <a:pt x="189440" y="133335"/>
                  <a:pt x="189182" y="133915"/>
                  <a:pt x="188666" y="134302"/>
                </a:cubicBezTo>
                <a:cubicBezTo>
                  <a:pt x="188150" y="134689"/>
                  <a:pt x="187440" y="134980"/>
                  <a:pt x="186537" y="135173"/>
                </a:cubicBezTo>
                <a:cubicBezTo>
                  <a:pt x="185634" y="135367"/>
                  <a:pt x="184312" y="135463"/>
                  <a:pt x="182570" y="135463"/>
                </a:cubicBezTo>
                <a:cubicBezTo>
                  <a:pt x="180893" y="135463"/>
                  <a:pt x="179555" y="135367"/>
                  <a:pt x="178555" y="135173"/>
                </a:cubicBezTo>
                <a:cubicBezTo>
                  <a:pt x="177555" y="134980"/>
                  <a:pt x="176829" y="134689"/>
                  <a:pt x="176378" y="134302"/>
                </a:cubicBezTo>
                <a:cubicBezTo>
                  <a:pt x="175926" y="133915"/>
                  <a:pt x="175700" y="133335"/>
                  <a:pt x="175700" y="132561"/>
                </a:cubicBezTo>
                <a:lnTo>
                  <a:pt x="175700" y="123852"/>
                </a:lnTo>
                <a:cubicBezTo>
                  <a:pt x="171894" y="127916"/>
                  <a:pt x="167653" y="131093"/>
                  <a:pt x="162976" y="133383"/>
                </a:cubicBezTo>
                <a:cubicBezTo>
                  <a:pt x="158300" y="135673"/>
                  <a:pt x="153349" y="136818"/>
                  <a:pt x="148124" y="136818"/>
                </a:cubicBezTo>
                <a:cubicBezTo>
                  <a:pt x="143544" y="136818"/>
                  <a:pt x="139399" y="136219"/>
                  <a:pt x="135690" y="135022"/>
                </a:cubicBezTo>
                <a:cubicBezTo>
                  <a:pt x="131981" y="133825"/>
                  <a:pt x="128820" y="132093"/>
                  <a:pt x="126208" y="129827"/>
                </a:cubicBezTo>
                <a:cubicBezTo>
                  <a:pt x="123595" y="127561"/>
                  <a:pt x="121563" y="124779"/>
                  <a:pt x="120112" y="121479"/>
                </a:cubicBezTo>
                <a:cubicBezTo>
                  <a:pt x="118661" y="118177"/>
                  <a:pt x="117935" y="114421"/>
                  <a:pt x="117935" y="110212"/>
                </a:cubicBezTo>
                <a:cubicBezTo>
                  <a:pt x="117935" y="105294"/>
                  <a:pt x="118935" y="101022"/>
                  <a:pt x="120934" y="97398"/>
                </a:cubicBezTo>
                <a:cubicBezTo>
                  <a:pt x="122934" y="93771"/>
                  <a:pt x="125805" y="90760"/>
                  <a:pt x="129546" y="88366"/>
                </a:cubicBezTo>
                <a:cubicBezTo>
                  <a:pt x="133287" y="85971"/>
                  <a:pt x="137867" y="84175"/>
                  <a:pt x="143286" y="82977"/>
                </a:cubicBezTo>
                <a:cubicBezTo>
                  <a:pt x="148704" y="81780"/>
                  <a:pt x="154800" y="81181"/>
                  <a:pt x="161573" y="81181"/>
                </a:cubicBezTo>
                <a:lnTo>
                  <a:pt x="173572" y="81181"/>
                </a:lnTo>
                <a:lnTo>
                  <a:pt x="173572" y="74432"/>
                </a:lnTo>
                <a:cubicBezTo>
                  <a:pt x="173572" y="71090"/>
                  <a:pt x="173217" y="68134"/>
                  <a:pt x="172507" y="65564"/>
                </a:cubicBezTo>
                <a:cubicBezTo>
                  <a:pt x="171798" y="62992"/>
                  <a:pt x="170653" y="60854"/>
                  <a:pt x="169072" y="59150"/>
                </a:cubicBezTo>
                <a:cubicBezTo>
                  <a:pt x="167492" y="57447"/>
                  <a:pt x="165444" y="56162"/>
                  <a:pt x="162928" y="55295"/>
                </a:cubicBezTo>
                <a:cubicBezTo>
                  <a:pt x="160412" y="54426"/>
                  <a:pt x="157316" y="53992"/>
                  <a:pt x="153639" y="53992"/>
                </a:cubicBezTo>
                <a:cubicBezTo>
                  <a:pt x="149704" y="53992"/>
                  <a:pt x="146173" y="54454"/>
                  <a:pt x="143044" y="55380"/>
                </a:cubicBezTo>
                <a:cubicBezTo>
                  <a:pt x="139915" y="56305"/>
                  <a:pt x="137174" y="57326"/>
                  <a:pt x="134819" y="58443"/>
                </a:cubicBezTo>
                <a:cubicBezTo>
                  <a:pt x="132465" y="59560"/>
                  <a:pt x="130497" y="60581"/>
                  <a:pt x="128917" y="61506"/>
                </a:cubicBezTo>
                <a:cubicBezTo>
                  <a:pt x="127337" y="62431"/>
                  <a:pt x="126159" y="62894"/>
                  <a:pt x="125385" y="62894"/>
                </a:cubicBezTo>
                <a:cubicBezTo>
                  <a:pt x="124869" y="62894"/>
                  <a:pt x="124418" y="62765"/>
                  <a:pt x="124031" y="62507"/>
                </a:cubicBezTo>
                <a:cubicBezTo>
                  <a:pt x="123644" y="62249"/>
                  <a:pt x="123305" y="61862"/>
                  <a:pt x="123015" y="61346"/>
                </a:cubicBezTo>
                <a:cubicBezTo>
                  <a:pt x="122724" y="60830"/>
                  <a:pt x="122515" y="60168"/>
                  <a:pt x="122386" y="59362"/>
                </a:cubicBezTo>
                <a:cubicBezTo>
                  <a:pt x="122257" y="58556"/>
                  <a:pt x="122192" y="57669"/>
                  <a:pt x="122192" y="56701"/>
                </a:cubicBezTo>
                <a:cubicBezTo>
                  <a:pt x="122192" y="55088"/>
                  <a:pt x="122305" y="53814"/>
                  <a:pt x="122531" y="52879"/>
                </a:cubicBezTo>
                <a:cubicBezTo>
                  <a:pt x="122757" y="51944"/>
                  <a:pt x="123305" y="51057"/>
                  <a:pt x="124176" y="50218"/>
                </a:cubicBezTo>
                <a:cubicBezTo>
                  <a:pt x="125047" y="49380"/>
                  <a:pt x="126546" y="48403"/>
                  <a:pt x="128675" y="47288"/>
                </a:cubicBezTo>
                <a:cubicBezTo>
                  <a:pt x="130804" y="46171"/>
                  <a:pt x="133255" y="45151"/>
                  <a:pt x="136029" y="44228"/>
                </a:cubicBezTo>
                <a:cubicBezTo>
                  <a:pt x="138803" y="43305"/>
                  <a:pt x="141834" y="42541"/>
                  <a:pt x="145124" y="41936"/>
                </a:cubicBezTo>
                <a:cubicBezTo>
                  <a:pt x="148414" y="41329"/>
                  <a:pt x="151736" y="41026"/>
                  <a:pt x="155091" y="41026"/>
                </a:cubicBezTo>
                <a:cubicBezTo>
                  <a:pt x="161348" y="41026"/>
                  <a:pt x="166669" y="41736"/>
                  <a:pt x="171056" y="43155"/>
                </a:cubicBezTo>
                <a:cubicBezTo>
                  <a:pt x="175442" y="44574"/>
                  <a:pt x="178990" y="46654"/>
                  <a:pt x="181699" y="49396"/>
                </a:cubicBezTo>
                <a:cubicBezTo>
                  <a:pt x="184409" y="52137"/>
                  <a:pt x="186376" y="55540"/>
                  <a:pt x="187602" y="59604"/>
                </a:cubicBezTo>
                <a:cubicBezTo>
                  <a:pt x="188827" y="63668"/>
                  <a:pt x="189440" y="68409"/>
                  <a:pt x="189440" y="73828"/>
                </a:cubicBezTo>
                <a:lnTo>
                  <a:pt x="189440" y="132561"/>
                </a:lnTo>
                <a:moveTo>
                  <a:pt x="173572" y="92696"/>
                </a:moveTo>
                <a:lnTo>
                  <a:pt x="159928" y="92696"/>
                </a:lnTo>
                <a:cubicBezTo>
                  <a:pt x="155542" y="92696"/>
                  <a:pt x="151736" y="93070"/>
                  <a:pt x="148511" y="93817"/>
                </a:cubicBezTo>
                <a:cubicBezTo>
                  <a:pt x="145286" y="94563"/>
                  <a:pt x="142609" y="95666"/>
                  <a:pt x="140480" y="97125"/>
                </a:cubicBezTo>
                <a:cubicBezTo>
                  <a:pt x="138351" y="98585"/>
                  <a:pt x="136787" y="100338"/>
                  <a:pt x="135787" y="102384"/>
                </a:cubicBezTo>
                <a:cubicBezTo>
                  <a:pt x="134787" y="104428"/>
                  <a:pt x="134287" y="106780"/>
                  <a:pt x="134287" y="109441"/>
                </a:cubicBezTo>
                <a:cubicBezTo>
                  <a:pt x="134287" y="113985"/>
                  <a:pt x="135722" y="117603"/>
                  <a:pt x="138593" y="120296"/>
                </a:cubicBezTo>
                <a:cubicBezTo>
                  <a:pt x="141464" y="122989"/>
                  <a:pt x="145479" y="124336"/>
                  <a:pt x="150640" y="124336"/>
                </a:cubicBezTo>
                <a:cubicBezTo>
                  <a:pt x="154832" y="124336"/>
                  <a:pt x="158719" y="123266"/>
                  <a:pt x="162299" y="121125"/>
                </a:cubicBezTo>
                <a:cubicBezTo>
                  <a:pt x="165879" y="118982"/>
                  <a:pt x="169637" y="115704"/>
                  <a:pt x="173572" y="111292"/>
                </a:cubicBezTo>
                <a:lnTo>
                  <a:pt x="173572" y="92696"/>
                </a:lnTo>
                <a:close/>
                <a:moveTo>
                  <a:pt x="269633" y="51089"/>
                </a:moveTo>
                <a:cubicBezTo>
                  <a:pt x="269633" y="52508"/>
                  <a:pt x="269601" y="53702"/>
                  <a:pt x="269536" y="54669"/>
                </a:cubicBezTo>
                <a:cubicBezTo>
                  <a:pt x="269472" y="55637"/>
                  <a:pt x="269343" y="56395"/>
                  <a:pt x="269149" y="56943"/>
                </a:cubicBezTo>
                <a:cubicBezTo>
                  <a:pt x="268956" y="57491"/>
                  <a:pt x="268714" y="57911"/>
                  <a:pt x="268424" y="58201"/>
                </a:cubicBezTo>
                <a:cubicBezTo>
                  <a:pt x="268133" y="58491"/>
                  <a:pt x="267730" y="58636"/>
                  <a:pt x="267214" y="58636"/>
                </a:cubicBezTo>
                <a:cubicBezTo>
                  <a:pt x="266698" y="58636"/>
                  <a:pt x="266069" y="58491"/>
                  <a:pt x="265327" y="58201"/>
                </a:cubicBezTo>
                <a:cubicBezTo>
                  <a:pt x="264586" y="57911"/>
                  <a:pt x="263747" y="57620"/>
                  <a:pt x="262812" y="57330"/>
                </a:cubicBezTo>
                <a:cubicBezTo>
                  <a:pt x="261876" y="57040"/>
                  <a:pt x="260828" y="56766"/>
                  <a:pt x="259667" y="56508"/>
                </a:cubicBezTo>
                <a:cubicBezTo>
                  <a:pt x="258506" y="56250"/>
                  <a:pt x="257248" y="56121"/>
                  <a:pt x="255893" y="56121"/>
                </a:cubicBezTo>
                <a:cubicBezTo>
                  <a:pt x="254281" y="56121"/>
                  <a:pt x="252700" y="56443"/>
                  <a:pt x="251152" y="57088"/>
                </a:cubicBezTo>
                <a:cubicBezTo>
                  <a:pt x="249604" y="57733"/>
                  <a:pt x="247975" y="58798"/>
                  <a:pt x="246266" y="60281"/>
                </a:cubicBezTo>
                <a:cubicBezTo>
                  <a:pt x="244556" y="61765"/>
                  <a:pt x="242766" y="63732"/>
                  <a:pt x="240896" y="66184"/>
                </a:cubicBezTo>
                <a:cubicBezTo>
                  <a:pt x="239025" y="68635"/>
                  <a:pt x="236961" y="71634"/>
                  <a:pt x="234703" y="75182"/>
                </a:cubicBezTo>
                <a:lnTo>
                  <a:pt x="234703" y="132464"/>
                </a:lnTo>
                <a:cubicBezTo>
                  <a:pt x="234703" y="132980"/>
                  <a:pt x="234574" y="133415"/>
                  <a:pt x="234316" y="133770"/>
                </a:cubicBezTo>
                <a:cubicBezTo>
                  <a:pt x="234058" y="134125"/>
                  <a:pt x="233639" y="134431"/>
                  <a:pt x="233058" y="134689"/>
                </a:cubicBezTo>
                <a:cubicBezTo>
                  <a:pt x="232477" y="134947"/>
                  <a:pt x="231671" y="135141"/>
                  <a:pt x="230639" y="135270"/>
                </a:cubicBezTo>
                <a:cubicBezTo>
                  <a:pt x="229607" y="135399"/>
                  <a:pt x="228285" y="135463"/>
                  <a:pt x="226672" y="135463"/>
                </a:cubicBezTo>
                <a:cubicBezTo>
                  <a:pt x="225124" y="135463"/>
                  <a:pt x="223834" y="135399"/>
                  <a:pt x="222801" y="135270"/>
                </a:cubicBezTo>
                <a:cubicBezTo>
                  <a:pt x="221769" y="135141"/>
                  <a:pt x="220947" y="134947"/>
                  <a:pt x="220334" y="134689"/>
                </a:cubicBezTo>
                <a:cubicBezTo>
                  <a:pt x="219721" y="134431"/>
                  <a:pt x="219302" y="134125"/>
                  <a:pt x="219076" y="133770"/>
                </a:cubicBezTo>
                <a:cubicBezTo>
                  <a:pt x="218850" y="133415"/>
                  <a:pt x="218738" y="132980"/>
                  <a:pt x="218738" y="132464"/>
                </a:cubicBezTo>
                <a:lnTo>
                  <a:pt x="218738" y="45380"/>
                </a:lnTo>
                <a:cubicBezTo>
                  <a:pt x="218738" y="44864"/>
                  <a:pt x="218834" y="44429"/>
                  <a:pt x="219028" y="44074"/>
                </a:cubicBezTo>
                <a:cubicBezTo>
                  <a:pt x="219221" y="43719"/>
                  <a:pt x="219608" y="43397"/>
                  <a:pt x="220189" y="43106"/>
                </a:cubicBezTo>
                <a:cubicBezTo>
                  <a:pt x="220770" y="42816"/>
                  <a:pt x="221511" y="42623"/>
                  <a:pt x="222414" y="42526"/>
                </a:cubicBezTo>
                <a:cubicBezTo>
                  <a:pt x="223318" y="42429"/>
                  <a:pt x="224511" y="42381"/>
                  <a:pt x="225995" y="42381"/>
                </a:cubicBezTo>
                <a:cubicBezTo>
                  <a:pt x="227414" y="42381"/>
                  <a:pt x="228591" y="42429"/>
                  <a:pt x="229526" y="42526"/>
                </a:cubicBezTo>
                <a:cubicBezTo>
                  <a:pt x="230462" y="42623"/>
                  <a:pt x="231187" y="42816"/>
                  <a:pt x="231703" y="43106"/>
                </a:cubicBezTo>
                <a:cubicBezTo>
                  <a:pt x="232219" y="43397"/>
                  <a:pt x="232590" y="43719"/>
                  <a:pt x="232816" y="44074"/>
                </a:cubicBezTo>
                <a:cubicBezTo>
                  <a:pt x="233042" y="44429"/>
                  <a:pt x="233155" y="44864"/>
                  <a:pt x="233155" y="45380"/>
                </a:cubicBezTo>
                <a:lnTo>
                  <a:pt x="233155" y="58056"/>
                </a:lnTo>
                <a:cubicBezTo>
                  <a:pt x="235542" y="54572"/>
                  <a:pt x="237783" y="51734"/>
                  <a:pt x="239880" y="49541"/>
                </a:cubicBezTo>
                <a:cubicBezTo>
                  <a:pt x="241976" y="47348"/>
                  <a:pt x="243960" y="45622"/>
                  <a:pt x="245830" y="44364"/>
                </a:cubicBezTo>
                <a:cubicBezTo>
                  <a:pt x="247701" y="43106"/>
                  <a:pt x="249556" y="42236"/>
                  <a:pt x="251394" y="41752"/>
                </a:cubicBezTo>
                <a:cubicBezTo>
                  <a:pt x="253232" y="41268"/>
                  <a:pt x="255087" y="41026"/>
                  <a:pt x="256958" y="41026"/>
                </a:cubicBezTo>
                <a:cubicBezTo>
                  <a:pt x="257796" y="41026"/>
                  <a:pt x="258748" y="41074"/>
                  <a:pt x="259812" y="41171"/>
                </a:cubicBezTo>
                <a:cubicBezTo>
                  <a:pt x="260876" y="41268"/>
                  <a:pt x="261989" y="41445"/>
                  <a:pt x="263150" y="41703"/>
                </a:cubicBezTo>
                <a:cubicBezTo>
                  <a:pt x="264311" y="41961"/>
                  <a:pt x="265360" y="42252"/>
                  <a:pt x="266295" y="42574"/>
                </a:cubicBezTo>
                <a:cubicBezTo>
                  <a:pt x="267230" y="42897"/>
                  <a:pt x="267891" y="43219"/>
                  <a:pt x="268279" y="43542"/>
                </a:cubicBezTo>
                <a:cubicBezTo>
                  <a:pt x="268666" y="43864"/>
                  <a:pt x="268924" y="44171"/>
                  <a:pt x="269053" y="44461"/>
                </a:cubicBezTo>
                <a:cubicBezTo>
                  <a:pt x="269182" y="44751"/>
                  <a:pt x="269294" y="45122"/>
                  <a:pt x="269391" y="45574"/>
                </a:cubicBezTo>
                <a:cubicBezTo>
                  <a:pt x="269488" y="46025"/>
                  <a:pt x="269553" y="46687"/>
                  <a:pt x="269585" y="47557"/>
                </a:cubicBezTo>
                <a:cubicBezTo>
                  <a:pt x="269617" y="48428"/>
                  <a:pt x="269633" y="49605"/>
                  <a:pt x="269633" y="51089"/>
                </a:cubicBezTo>
                <a:close/>
                <a:moveTo>
                  <a:pt x="303843" y="132464"/>
                </a:moveTo>
                <a:cubicBezTo>
                  <a:pt x="303843" y="132980"/>
                  <a:pt x="303714" y="133415"/>
                  <a:pt x="303456" y="133770"/>
                </a:cubicBezTo>
                <a:cubicBezTo>
                  <a:pt x="303198" y="134125"/>
                  <a:pt x="302778" y="134431"/>
                  <a:pt x="302198" y="134689"/>
                </a:cubicBezTo>
                <a:cubicBezTo>
                  <a:pt x="301617" y="134947"/>
                  <a:pt x="300811" y="135141"/>
                  <a:pt x="299779" y="135270"/>
                </a:cubicBezTo>
                <a:cubicBezTo>
                  <a:pt x="298747" y="135399"/>
                  <a:pt x="297424" y="135463"/>
                  <a:pt x="295812" y="135463"/>
                </a:cubicBezTo>
                <a:cubicBezTo>
                  <a:pt x="294264" y="135463"/>
                  <a:pt x="292973" y="135399"/>
                  <a:pt x="291941" y="135270"/>
                </a:cubicBezTo>
                <a:cubicBezTo>
                  <a:pt x="290909" y="135141"/>
                  <a:pt x="290087" y="134947"/>
                  <a:pt x="289474" y="134689"/>
                </a:cubicBezTo>
                <a:cubicBezTo>
                  <a:pt x="288861" y="134431"/>
                  <a:pt x="288442" y="134125"/>
                  <a:pt x="288216" y="133770"/>
                </a:cubicBezTo>
                <a:cubicBezTo>
                  <a:pt x="287990" y="133415"/>
                  <a:pt x="287877" y="132980"/>
                  <a:pt x="287877" y="132464"/>
                </a:cubicBezTo>
                <a:lnTo>
                  <a:pt x="287877" y="45380"/>
                </a:lnTo>
                <a:cubicBezTo>
                  <a:pt x="287877" y="44929"/>
                  <a:pt x="287990" y="44509"/>
                  <a:pt x="288216" y="44122"/>
                </a:cubicBezTo>
                <a:cubicBezTo>
                  <a:pt x="288442" y="43735"/>
                  <a:pt x="288861" y="43413"/>
                  <a:pt x="289474" y="43155"/>
                </a:cubicBezTo>
                <a:cubicBezTo>
                  <a:pt x="290087" y="42897"/>
                  <a:pt x="290909" y="42703"/>
                  <a:pt x="291941" y="42574"/>
                </a:cubicBezTo>
                <a:cubicBezTo>
                  <a:pt x="292973" y="42445"/>
                  <a:pt x="294264" y="42381"/>
                  <a:pt x="295812" y="42381"/>
                </a:cubicBezTo>
                <a:cubicBezTo>
                  <a:pt x="297424" y="42381"/>
                  <a:pt x="298747" y="42445"/>
                  <a:pt x="299779" y="42574"/>
                </a:cubicBezTo>
                <a:cubicBezTo>
                  <a:pt x="300811" y="42703"/>
                  <a:pt x="301617" y="42897"/>
                  <a:pt x="302198" y="43155"/>
                </a:cubicBezTo>
                <a:cubicBezTo>
                  <a:pt x="302778" y="43413"/>
                  <a:pt x="303198" y="43735"/>
                  <a:pt x="303456" y="44122"/>
                </a:cubicBezTo>
                <a:cubicBezTo>
                  <a:pt x="303714" y="44509"/>
                  <a:pt x="303843" y="44929"/>
                  <a:pt x="303843" y="45380"/>
                </a:cubicBezTo>
                <a:lnTo>
                  <a:pt x="303843" y="132464"/>
                </a:lnTo>
                <a:moveTo>
                  <a:pt x="305681" y="15869"/>
                </a:moveTo>
                <a:cubicBezTo>
                  <a:pt x="305681" y="19610"/>
                  <a:pt x="304972" y="22158"/>
                  <a:pt x="303552" y="23513"/>
                </a:cubicBezTo>
                <a:cubicBezTo>
                  <a:pt x="302133" y="24867"/>
                  <a:pt x="299521" y="25545"/>
                  <a:pt x="295715" y="25545"/>
                </a:cubicBezTo>
                <a:cubicBezTo>
                  <a:pt x="291974" y="25545"/>
                  <a:pt x="289409" y="24883"/>
                  <a:pt x="288023" y="23561"/>
                </a:cubicBezTo>
                <a:cubicBezTo>
                  <a:pt x="286636" y="22239"/>
                  <a:pt x="285942" y="19739"/>
                  <a:pt x="285942" y="16062"/>
                </a:cubicBezTo>
                <a:cubicBezTo>
                  <a:pt x="285942" y="12321"/>
                  <a:pt x="286652" y="9773"/>
                  <a:pt x="288071" y="8418"/>
                </a:cubicBezTo>
                <a:cubicBezTo>
                  <a:pt x="289490" y="7063"/>
                  <a:pt x="292103" y="6386"/>
                  <a:pt x="295908" y="6386"/>
                </a:cubicBezTo>
                <a:cubicBezTo>
                  <a:pt x="299650" y="6386"/>
                  <a:pt x="302214" y="7047"/>
                  <a:pt x="303601" y="8370"/>
                </a:cubicBezTo>
                <a:cubicBezTo>
                  <a:pt x="304988" y="9692"/>
                  <a:pt x="305681" y="12192"/>
                  <a:pt x="305681" y="15869"/>
                </a:cubicBezTo>
                <a:close/>
                <a:moveTo>
                  <a:pt x="398840" y="132561"/>
                </a:moveTo>
                <a:cubicBezTo>
                  <a:pt x="398840" y="133335"/>
                  <a:pt x="398582" y="133915"/>
                  <a:pt x="398066" y="134302"/>
                </a:cubicBezTo>
                <a:cubicBezTo>
                  <a:pt x="397550" y="134689"/>
                  <a:pt x="396840" y="134980"/>
                  <a:pt x="395937" y="135173"/>
                </a:cubicBezTo>
                <a:cubicBezTo>
                  <a:pt x="395034" y="135367"/>
                  <a:pt x="393712" y="135463"/>
                  <a:pt x="391970" y="135463"/>
                </a:cubicBezTo>
                <a:cubicBezTo>
                  <a:pt x="390293" y="135463"/>
                  <a:pt x="388954" y="135367"/>
                  <a:pt x="387955" y="135173"/>
                </a:cubicBezTo>
                <a:cubicBezTo>
                  <a:pt x="386955" y="134980"/>
                  <a:pt x="386229" y="134689"/>
                  <a:pt x="385778" y="134302"/>
                </a:cubicBezTo>
                <a:cubicBezTo>
                  <a:pt x="385326" y="133915"/>
                  <a:pt x="385100" y="133335"/>
                  <a:pt x="385100" y="132561"/>
                </a:cubicBezTo>
                <a:lnTo>
                  <a:pt x="385100" y="123852"/>
                </a:lnTo>
                <a:cubicBezTo>
                  <a:pt x="381294" y="127916"/>
                  <a:pt x="377053" y="131093"/>
                  <a:pt x="372376" y="133383"/>
                </a:cubicBezTo>
                <a:cubicBezTo>
                  <a:pt x="367700" y="135673"/>
                  <a:pt x="362749" y="136818"/>
                  <a:pt x="357524" y="136818"/>
                </a:cubicBezTo>
                <a:cubicBezTo>
                  <a:pt x="352944" y="136818"/>
                  <a:pt x="348799" y="136219"/>
                  <a:pt x="345090" y="135022"/>
                </a:cubicBezTo>
                <a:cubicBezTo>
                  <a:pt x="341381" y="133825"/>
                  <a:pt x="338220" y="132093"/>
                  <a:pt x="335608" y="129827"/>
                </a:cubicBezTo>
                <a:cubicBezTo>
                  <a:pt x="332995" y="127561"/>
                  <a:pt x="330963" y="124779"/>
                  <a:pt x="329512" y="121479"/>
                </a:cubicBezTo>
                <a:cubicBezTo>
                  <a:pt x="328060" y="118177"/>
                  <a:pt x="327335" y="114421"/>
                  <a:pt x="327335" y="110212"/>
                </a:cubicBezTo>
                <a:cubicBezTo>
                  <a:pt x="327335" y="105294"/>
                  <a:pt x="328335" y="101022"/>
                  <a:pt x="330334" y="97398"/>
                </a:cubicBezTo>
                <a:cubicBezTo>
                  <a:pt x="332334" y="93771"/>
                  <a:pt x="335204" y="90760"/>
                  <a:pt x="338946" y="88366"/>
                </a:cubicBezTo>
                <a:cubicBezTo>
                  <a:pt x="342687" y="85971"/>
                  <a:pt x="347267" y="84175"/>
                  <a:pt x="352686" y="82977"/>
                </a:cubicBezTo>
                <a:cubicBezTo>
                  <a:pt x="358104" y="81780"/>
                  <a:pt x="364200" y="81181"/>
                  <a:pt x="370973" y="81181"/>
                </a:cubicBezTo>
                <a:lnTo>
                  <a:pt x="382971" y="81181"/>
                </a:lnTo>
                <a:lnTo>
                  <a:pt x="382971" y="74432"/>
                </a:lnTo>
                <a:cubicBezTo>
                  <a:pt x="382971" y="71090"/>
                  <a:pt x="382617" y="68134"/>
                  <a:pt x="381907" y="65564"/>
                </a:cubicBezTo>
                <a:cubicBezTo>
                  <a:pt x="381198" y="62992"/>
                  <a:pt x="380053" y="60854"/>
                  <a:pt x="378472" y="59150"/>
                </a:cubicBezTo>
                <a:cubicBezTo>
                  <a:pt x="376892" y="57447"/>
                  <a:pt x="374844" y="56162"/>
                  <a:pt x="372328" y="55295"/>
                </a:cubicBezTo>
                <a:cubicBezTo>
                  <a:pt x="369812" y="54426"/>
                  <a:pt x="366716" y="53992"/>
                  <a:pt x="363039" y="53992"/>
                </a:cubicBezTo>
                <a:cubicBezTo>
                  <a:pt x="359104" y="53992"/>
                  <a:pt x="355572" y="54454"/>
                  <a:pt x="352444" y="55380"/>
                </a:cubicBezTo>
                <a:cubicBezTo>
                  <a:pt x="349315" y="56305"/>
                  <a:pt x="346574" y="57326"/>
                  <a:pt x="344219" y="58443"/>
                </a:cubicBezTo>
                <a:cubicBezTo>
                  <a:pt x="341865" y="59560"/>
                  <a:pt x="339897" y="60581"/>
                  <a:pt x="338317" y="61506"/>
                </a:cubicBezTo>
                <a:cubicBezTo>
                  <a:pt x="336737" y="62431"/>
                  <a:pt x="335559" y="62894"/>
                  <a:pt x="334785" y="62894"/>
                </a:cubicBezTo>
                <a:cubicBezTo>
                  <a:pt x="334269" y="62894"/>
                  <a:pt x="333818" y="62765"/>
                  <a:pt x="333431" y="62507"/>
                </a:cubicBezTo>
                <a:cubicBezTo>
                  <a:pt x="333044" y="62249"/>
                  <a:pt x="332705" y="61862"/>
                  <a:pt x="332415" y="61346"/>
                </a:cubicBezTo>
                <a:cubicBezTo>
                  <a:pt x="332124" y="60830"/>
                  <a:pt x="331915" y="60168"/>
                  <a:pt x="331786" y="59362"/>
                </a:cubicBezTo>
                <a:cubicBezTo>
                  <a:pt x="331657" y="58556"/>
                  <a:pt x="331592" y="57669"/>
                  <a:pt x="331592" y="56701"/>
                </a:cubicBezTo>
                <a:cubicBezTo>
                  <a:pt x="331592" y="55088"/>
                  <a:pt x="331705" y="53814"/>
                  <a:pt x="331931" y="52879"/>
                </a:cubicBezTo>
                <a:cubicBezTo>
                  <a:pt x="332157" y="51944"/>
                  <a:pt x="332705" y="51057"/>
                  <a:pt x="333576" y="50218"/>
                </a:cubicBezTo>
                <a:cubicBezTo>
                  <a:pt x="334447" y="49380"/>
                  <a:pt x="335946" y="48403"/>
                  <a:pt x="338075" y="47288"/>
                </a:cubicBezTo>
                <a:cubicBezTo>
                  <a:pt x="340204" y="46171"/>
                  <a:pt x="342655" y="45151"/>
                  <a:pt x="345429" y="44228"/>
                </a:cubicBezTo>
                <a:cubicBezTo>
                  <a:pt x="348203" y="43305"/>
                  <a:pt x="351234" y="42541"/>
                  <a:pt x="354524" y="41936"/>
                </a:cubicBezTo>
                <a:cubicBezTo>
                  <a:pt x="357814" y="41329"/>
                  <a:pt x="361136" y="41026"/>
                  <a:pt x="364490" y="41026"/>
                </a:cubicBezTo>
                <a:cubicBezTo>
                  <a:pt x="370748" y="41026"/>
                  <a:pt x="376069" y="41736"/>
                  <a:pt x="380456" y="43155"/>
                </a:cubicBezTo>
                <a:cubicBezTo>
                  <a:pt x="384842" y="44574"/>
                  <a:pt x="388390" y="46654"/>
                  <a:pt x="391099" y="49396"/>
                </a:cubicBezTo>
                <a:cubicBezTo>
                  <a:pt x="393809" y="52137"/>
                  <a:pt x="395776" y="55540"/>
                  <a:pt x="397002" y="59604"/>
                </a:cubicBezTo>
                <a:cubicBezTo>
                  <a:pt x="398227" y="63668"/>
                  <a:pt x="398840" y="68409"/>
                  <a:pt x="398840" y="73828"/>
                </a:cubicBezTo>
                <a:lnTo>
                  <a:pt x="398840" y="132561"/>
                </a:lnTo>
                <a:moveTo>
                  <a:pt x="382971" y="92696"/>
                </a:moveTo>
                <a:lnTo>
                  <a:pt x="369328" y="92696"/>
                </a:lnTo>
                <a:cubicBezTo>
                  <a:pt x="364942" y="92696"/>
                  <a:pt x="361136" y="93070"/>
                  <a:pt x="357911" y="93817"/>
                </a:cubicBezTo>
                <a:cubicBezTo>
                  <a:pt x="354685" y="94563"/>
                  <a:pt x="352008" y="95666"/>
                  <a:pt x="349880" y="97125"/>
                </a:cubicBezTo>
                <a:cubicBezTo>
                  <a:pt x="347751" y="98585"/>
                  <a:pt x="346187" y="100338"/>
                  <a:pt x="345187" y="102384"/>
                </a:cubicBezTo>
                <a:cubicBezTo>
                  <a:pt x="344187" y="104428"/>
                  <a:pt x="343687" y="106780"/>
                  <a:pt x="343687" y="109441"/>
                </a:cubicBezTo>
                <a:cubicBezTo>
                  <a:pt x="343687" y="113985"/>
                  <a:pt x="345122" y="117603"/>
                  <a:pt x="347993" y="120296"/>
                </a:cubicBezTo>
                <a:cubicBezTo>
                  <a:pt x="350863" y="122989"/>
                  <a:pt x="354879" y="124336"/>
                  <a:pt x="360039" y="124336"/>
                </a:cubicBezTo>
                <a:cubicBezTo>
                  <a:pt x="364232" y="124336"/>
                  <a:pt x="368119" y="123266"/>
                  <a:pt x="371699" y="121125"/>
                </a:cubicBezTo>
                <a:cubicBezTo>
                  <a:pt x="375279" y="118982"/>
                  <a:pt x="379037" y="115704"/>
                  <a:pt x="382971" y="111292"/>
                </a:cubicBezTo>
                <a:lnTo>
                  <a:pt x="382971" y="92696"/>
                </a:lnTo>
                <a:close/>
                <a:moveTo>
                  <a:pt x="508254" y="87809"/>
                </a:moveTo>
                <a:cubicBezTo>
                  <a:pt x="508254" y="95363"/>
                  <a:pt x="507432" y="102158"/>
                  <a:pt x="505787" y="108195"/>
                </a:cubicBezTo>
                <a:cubicBezTo>
                  <a:pt x="504142" y="114233"/>
                  <a:pt x="501723" y="119383"/>
                  <a:pt x="498530" y="123647"/>
                </a:cubicBezTo>
                <a:cubicBezTo>
                  <a:pt x="495337" y="127908"/>
                  <a:pt x="491418" y="131169"/>
                  <a:pt x="486774" y="133428"/>
                </a:cubicBezTo>
                <a:cubicBezTo>
                  <a:pt x="482129" y="135688"/>
                  <a:pt x="476808" y="136818"/>
                  <a:pt x="470808" y="136818"/>
                </a:cubicBezTo>
                <a:cubicBezTo>
                  <a:pt x="468035" y="136818"/>
                  <a:pt x="465471" y="136543"/>
                  <a:pt x="463116" y="135993"/>
                </a:cubicBezTo>
                <a:cubicBezTo>
                  <a:pt x="460762" y="135444"/>
                  <a:pt x="458455" y="134557"/>
                  <a:pt x="456198" y="133332"/>
                </a:cubicBezTo>
                <a:cubicBezTo>
                  <a:pt x="453940" y="132104"/>
                  <a:pt x="451682" y="130554"/>
                  <a:pt x="449425" y="128681"/>
                </a:cubicBezTo>
                <a:cubicBezTo>
                  <a:pt x="447167" y="126808"/>
                  <a:pt x="444780" y="124549"/>
                  <a:pt x="442264" y="121902"/>
                </a:cubicBezTo>
                <a:lnTo>
                  <a:pt x="442264" y="132482"/>
                </a:lnTo>
                <a:cubicBezTo>
                  <a:pt x="442264" y="132994"/>
                  <a:pt x="442135" y="133443"/>
                  <a:pt x="441877" y="133828"/>
                </a:cubicBezTo>
                <a:cubicBezTo>
                  <a:pt x="441619" y="134213"/>
                  <a:pt x="441200" y="134518"/>
                  <a:pt x="440619" y="134744"/>
                </a:cubicBezTo>
                <a:cubicBezTo>
                  <a:pt x="440039" y="134968"/>
                  <a:pt x="439313" y="135143"/>
                  <a:pt x="438442" y="135270"/>
                </a:cubicBezTo>
                <a:cubicBezTo>
                  <a:pt x="437572" y="135399"/>
                  <a:pt x="436459" y="135463"/>
                  <a:pt x="435104" y="135463"/>
                </a:cubicBezTo>
                <a:cubicBezTo>
                  <a:pt x="433814" y="135463"/>
                  <a:pt x="432717" y="135399"/>
                  <a:pt x="431814" y="135270"/>
                </a:cubicBezTo>
                <a:cubicBezTo>
                  <a:pt x="430911" y="135141"/>
                  <a:pt x="430169" y="134963"/>
                  <a:pt x="429589" y="134738"/>
                </a:cubicBezTo>
                <a:cubicBezTo>
                  <a:pt x="429008" y="134512"/>
                  <a:pt x="428621" y="134206"/>
                  <a:pt x="428428" y="133819"/>
                </a:cubicBezTo>
                <a:cubicBezTo>
                  <a:pt x="428234" y="133429"/>
                  <a:pt x="428137" y="132977"/>
                  <a:pt x="428137" y="132461"/>
                </a:cubicBezTo>
                <a:lnTo>
                  <a:pt x="428137" y="3099"/>
                </a:lnTo>
                <a:cubicBezTo>
                  <a:pt x="428137" y="2583"/>
                  <a:pt x="428250" y="2132"/>
                  <a:pt x="428476" y="1745"/>
                </a:cubicBezTo>
                <a:cubicBezTo>
                  <a:pt x="428702" y="1356"/>
                  <a:pt x="429121" y="1032"/>
                  <a:pt x="429734" y="774"/>
                </a:cubicBezTo>
                <a:cubicBezTo>
                  <a:pt x="430347" y="516"/>
                  <a:pt x="431169" y="323"/>
                  <a:pt x="432201" y="194"/>
                </a:cubicBezTo>
                <a:cubicBezTo>
                  <a:pt x="433233" y="65"/>
                  <a:pt x="434524" y="0"/>
                  <a:pt x="436072" y="0"/>
                </a:cubicBezTo>
                <a:cubicBezTo>
                  <a:pt x="437684" y="0"/>
                  <a:pt x="439007" y="65"/>
                  <a:pt x="440039" y="194"/>
                </a:cubicBezTo>
                <a:cubicBezTo>
                  <a:pt x="441071" y="323"/>
                  <a:pt x="441877" y="517"/>
                  <a:pt x="442458" y="777"/>
                </a:cubicBezTo>
                <a:cubicBezTo>
                  <a:pt x="443038" y="1035"/>
                  <a:pt x="443458" y="1359"/>
                  <a:pt x="443716" y="1748"/>
                </a:cubicBezTo>
                <a:cubicBezTo>
                  <a:pt x="443974" y="2135"/>
                  <a:pt x="444103" y="2586"/>
                  <a:pt x="444103" y="3102"/>
                </a:cubicBezTo>
                <a:lnTo>
                  <a:pt x="444103" y="55362"/>
                </a:lnTo>
                <a:cubicBezTo>
                  <a:pt x="446683" y="52715"/>
                  <a:pt x="449183" y="50487"/>
                  <a:pt x="451602" y="48679"/>
                </a:cubicBezTo>
                <a:cubicBezTo>
                  <a:pt x="454021" y="46871"/>
                  <a:pt x="456391" y="45402"/>
                  <a:pt x="458714" y="44274"/>
                </a:cubicBezTo>
                <a:cubicBezTo>
                  <a:pt x="461036" y="43143"/>
                  <a:pt x="463358" y="42319"/>
                  <a:pt x="465680" y="41803"/>
                </a:cubicBezTo>
                <a:cubicBezTo>
                  <a:pt x="468002" y="41285"/>
                  <a:pt x="470454" y="41026"/>
                  <a:pt x="473034" y="41026"/>
                </a:cubicBezTo>
                <a:cubicBezTo>
                  <a:pt x="479356" y="41026"/>
                  <a:pt x="484758" y="42286"/>
                  <a:pt x="489241" y="44806"/>
                </a:cubicBezTo>
                <a:cubicBezTo>
                  <a:pt x="493724" y="47324"/>
                  <a:pt x="497369" y="50697"/>
                  <a:pt x="500175" y="54926"/>
                </a:cubicBezTo>
                <a:cubicBezTo>
                  <a:pt x="502981" y="59155"/>
                  <a:pt x="505029" y="64111"/>
                  <a:pt x="506319" y="69794"/>
                </a:cubicBezTo>
                <a:cubicBezTo>
                  <a:pt x="507609" y="75474"/>
                  <a:pt x="508254" y="81480"/>
                  <a:pt x="508254" y="87809"/>
                </a:cubicBezTo>
                <a:moveTo>
                  <a:pt x="491418" y="89648"/>
                </a:moveTo>
                <a:cubicBezTo>
                  <a:pt x="491418" y="85191"/>
                  <a:pt x="491080" y="80863"/>
                  <a:pt x="490402" y="76664"/>
                </a:cubicBezTo>
                <a:cubicBezTo>
                  <a:pt x="489725" y="72465"/>
                  <a:pt x="488548" y="68751"/>
                  <a:pt x="486871" y="65521"/>
                </a:cubicBezTo>
                <a:cubicBezTo>
                  <a:pt x="485193" y="62292"/>
                  <a:pt x="482968" y="59693"/>
                  <a:pt x="480194" y="57723"/>
                </a:cubicBezTo>
                <a:cubicBezTo>
                  <a:pt x="477420" y="55752"/>
                  <a:pt x="473969" y="54766"/>
                  <a:pt x="469841" y="54766"/>
                </a:cubicBezTo>
                <a:cubicBezTo>
                  <a:pt x="467777" y="54766"/>
                  <a:pt x="465745" y="55057"/>
                  <a:pt x="463745" y="55640"/>
                </a:cubicBezTo>
                <a:cubicBezTo>
                  <a:pt x="461745" y="56220"/>
                  <a:pt x="459713" y="57189"/>
                  <a:pt x="457649" y="58546"/>
                </a:cubicBezTo>
                <a:cubicBezTo>
                  <a:pt x="455585" y="59902"/>
                  <a:pt x="453440" y="61647"/>
                  <a:pt x="451215" y="63780"/>
                </a:cubicBezTo>
                <a:cubicBezTo>
                  <a:pt x="448989" y="65912"/>
                  <a:pt x="446619" y="68594"/>
                  <a:pt x="444103" y="71826"/>
                </a:cubicBezTo>
                <a:lnTo>
                  <a:pt x="444103" y="106599"/>
                </a:lnTo>
                <a:cubicBezTo>
                  <a:pt x="448489" y="111963"/>
                  <a:pt x="452682" y="116051"/>
                  <a:pt x="456682" y="118863"/>
                </a:cubicBezTo>
                <a:cubicBezTo>
                  <a:pt x="460681" y="121673"/>
                  <a:pt x="464842" y="123078"/>
                  <a:pt x="469164" y="123078"/>
                </a:cubicBezTo>
                <a:cubicBezTo>
                  <a:pt x="473163" y="123078"/>
                  <a:pt x="476582" y="122110"/>
                  <a:pt x="479420" y="120172"/>
                </a:cubicBezTo>
                <a:cubicBezTo>
                  <a:pt x="482258" y="118233"/>
                  <a:pt x="484564" y="115665"/>
                  <a:pt x="486338" y="112468"/>
                </a:cubicBezTo>
                <a:cubicBezTo>
                  <a:pt x="488112" y="109271"/>
                  <a:pt x="489402" y="105686"/>
                  <a:pt x="490209" y="101712"/>
                </a:cubicBezTo>
                <a:cubicBezTo>
                  <a:pt x="491015" y="97739"/>
                  <a:pt x="491418" y="93718"/>
                  <a:pt x="491418" y="89648"/>
                </a:cubicBezTo>
                <a:close/>
                <a:moveTo>
                  <a:pt x="548119" y="132461"/>
                </a:moveTo>
                <a:cubicBezTo>
                  <a:pt x="548119" y="132977"/>
                  <a:pt x="547990" y="133413"/>
                  <a:pt x="547732" y="133770"/>
                </a:cubicBezTo>
                <a:cubicBezTo>
                  <a:pt x="547474" y="134125"/>
                  <a:pt x="547055" y="134431"/>
                  <a:pt x="546474" y="134689"/>
                </a:cubicBezTo>
                <a:cubicBezTo>
                  <a:pt x="545894" y="134947"/>
                  <a:pt x="545087" y="135141"/>
                  <a:pt x="544055" y="135270"/>
                </a:cubicBezTo>
                <a:cubicBezTo>
                  <a:pt x="543023" y="135399"/>
                  <a:pt x="541701" y="135463"/>
                  <a:pt x="540088" y="135463"/>
                </a:cubicBezTo>
                <a:cubicBezTo>
                  <a:pt x="538540" y="135463"/>
                  <a:pt x="537250" y="135399"/>
                  <a:pt x="536218" y="135270"/>
                </a:cubicBezTo>
                <a:cubicBezTo>
                  <a:pt x="535186" y="135141"/>
                  <a:pt x="534363" y="134947"/>
                  <a:pt x="533750" y="134689"/>
                </a:cubicBezTo>
                <a:cubicBezTo>
                  <a:pt x="533138" y="134431"/>
                  <a:pt x="532718" y="134125"/>
                  <a:pt x="532493" y="133770"/>
                </a:cubicBezTo>
                <a:cubicBezTo>
                  <a:pt x="532267" y="133413"/>
                  <a:pt x="532154" y="132977"/>
                  <a:pt x="532154" y="132461"/>
                </a:cubicBezTo>
                <a:lnTo>
                  <a:pt x="532154" y="3099"/>
                </a:lnTo>
                <a:cubicBezTo>
                  <a:pt x="532154" y="2583"/>
                  <a:pt x="532267" y="2132"/>
                  <a:pt x="532493" y="1745"/>
                </a:cubicBezTo>
                <a:cubicBezTo>
                  <a:pt x="532718" y="1356"/>
                  <a:pt x="533138" y="1032"/>
                  <a:pt x="533750" y="774"/>
                </a:cubicBezTo>
                <a:cubicBezTo>
                  <a:pt x="534363" y="516"/>
                  <a:pt x="535186" y="323"/>
                  <a:pt x="536218" y="194"/>
                </a:cubicBezTo>
                <a:cubicBezTo>
                  <a:pt x="537250" y="65"/>
                  <a:pt x="538540" y="0"/>
                  <a:pt x="540088" y="0"/>
                </a:cubicBezTo>
                <a:cubicBezTo>
                  <a:pt x="541701" y="0"/>
                  <a:pt x="543023" y="65"/>
                  <a:pt x="544055" y="194"/>
                </a:cubicBezTo>
                <a:cubicBezTo>
                  <a:pt x="545087" y="323"/>
                  <a:pt x="545894" y="516"/>
                  <a:pt x="546474" y="774"/>
                </a:cubicBezTo>
                <a:cubicBezTo>
                  <a:pt x="547055" y="1032"/>
                  <a:pt x="547474" y="1356"/>
                  <a:pt x="547732" y="1745"/>
                </a:cubicBezTo>
                <a:cubicBezTo>
                  <a:pt x="547990" y="2132"/>
                  <a:pt x="548119" y="2583"/>
                  <a:pt x="548119" y="3099"/>
                </a:cubicBezTo>
                <a:lnTo>
                  <a:pt x="548119" y="132461"/>
                </a:lnTo>
                <a:close/>
                <a:moveTo>
                  <a:pt x="651825" y="85148"/>
                </a:moveTo>
                <a:cubicBezTo>
                  <a:pt x="651825" y="87664"/>
                  <a:pt x="651196" y="89454"/>
                  <a:pt x="649938" y="90519"/>
                </a:cubicBezTo>
                <a:cubicBezTo>
                  <a:pt x="648680" y="91583"/>
                  <a:pt x="647245" y="92115"/>
                  <a:pt x="645632" y="92115"/>
                </a:cubicBezTo>
                <a:lnTo>
                  <a:pt x="588544" y="92115"/>
                </a:lnTo>
                <a:cubicBezTo>
                  <a:pt x="588544" y="96967"/>
                  <a:pt x="589028" y="101335"/>
                  <a:pt x="589996" y="105217"/>
                </a:cubicBezTo>
                <a:cubicBezTo>
                  <a:pt x="590963" y="109099"/>
                  <a:pt x="592576" y="112432"/>
                  <a:pt x="594834" y="115213"/>
                </a:cubicBezTo>
                <a:cubicBezTo>
                  <a:pt x="597091" y="117995"/>
                  <a:pt x="600026" y="120131"/>
                  <a:pt x="603639" y="121621"/>
                </a:cubicBezTo>
                <a:cubicBezTo>
                  <a:pt x="607251" y="123108"/>
                  <a:pt x="611670" y="123852"/>
                  <a:pt x="616895" y="123852"/>
                </a:cubicBezTo>
                <a:cubicBezTo>
                  <a:pt x="621023" y="123852"/>
                  <a:pt x="624700" y="123514"/>
                  <a:pt x="627925" y="122836"/>
                </a:cubicBezTo>
                <a:cubicBezTo>
                  <a:pt x="631151" y="122159"/>
                  <a:pt x="633941" y="121401"/>
                  <a:pt x="636295" y="120562"/>
                </a:cubicBezTo>
                <a:cubicBezTo>
                  <a:pt x="638650" y="119724"/>
                  <a:pt x="640585" y="118966"/>
                  <a:pt x="642101" y="118289"/>
                </a:cubicBezTo>
                <a:cubicBezTo>
                  <a:pt x="643617" y="117611"/>
                  <a:pt x="644761" y="117273"/>
                  <a:pt x="645536" y="117273"/>
                </a:cubicBezTo>
                <a:cubicBezTo>
                  <a:pt x="645987" y="117273"/>
                  <a:pt x="646390" y="117386"/>
                  <a:pt x="646745" y="117611"/>
                </a:cubicBezTo>
                <a:cubicBezTo>
                  <a:pt x="647100" y="117837"/>
                  <a:pt x="647374" y="118176"/>
                  <a:pt x="647568" y="118627"/>
                </a:cubicBezTo>
                <a:cubicBezTo>
                  <a:pt x="647761" y="119079"/>
                  <a:pt x="647906" y="119708"/>
                  <a:pt x="648003" y="120514"/>
                </a:cubicBezTo>
                <a:cubicBezTo>
                  <a:pt x="648100" y="121320"/>
                  <a:pt x="648148" y="122304"/>
                  <a:pt x="648148" y="123465"/>
                </a:cubicBezTo>
                <a:cubicBezTo>
                  <a:pt x="648148" y="124304"/>
                  <a:pt x="648116" y="125030"/>
                  <a:pt x="648051" y="125642"/>
                </a:cubicBezTo>
                <a:cubicBezTo>
                  <a:pt x="647987" y="126255"/>
                  <a:pt x="647906" y="126803"/>
                  <a:pt x="647809" y="127287"/>
                </a:cubicBezTo>
                <a:cubicBezTo>
                  <a:pt x="647713" y="127771"/>
                  <a:pt x="647551" y="128206"/>
                  <a:pt x="647326" y="128593"/>
                </a:cubicBezTo>
                <a:cubicBezTo>
                  <a:pt x="647100" y="128981"/>
                  <a:pt x="646810" y="129351"/>
                  <a:pt x="646455" y="129706"/>
                </a:cubicBezTo>
                <a:cubicBezTo>
                  <a:pt x="646100" y="130061"/>
                  <a:pt x="645052" y="130642"/>
                  <a:pt x="643310" y="131448"/>
                </a:cubicBezTo>
                <a:cubicBezTo>
                  <a:pt x="641568" y="132254"/>
                  <a:pt x="639311" y="133044"/>
                  <a:pt x="636537" y="133819"/>
                </a:cubicBezTo>
                <a:cubicBezTo>
                  <a:pt x="633763" y="134593"/>
                  <a:pt x="630554" y="135286"/>
                  <a:pt x="626909" y="135899"/>
                </a:cubicBezTo>
                <a:cubicBezTo>
                  <a:pt x="623265" y="136512"/>
                  <a:pt x="619378" y="136818"/>
                  <a:pt x="615250" y="136818"/>
                </a:cubicBezTo>
                <a:cubicBezTo>
                  <a:pt x="608090" y="136818"/>
                  <a:pt x="601816" y="135817"/>
                  <a:pt x="596430" y="133815"/>
                </a:cubicBezTo>
                <a:cubicBezTo>
                  <a:pt x="591044" y="131814"/>
                  <a:pt x="586512" y="128843"/>
                  <a:pt x="582835" y="124905"/>
                </a:cubicBezTo>
                <a:cubicBezTo>
                  <a:pt x="579158" y="120966"/>
                  <a:pt x="576385" y="116026"/>
                  <a:pt x="574514" y="110085"/>
                </a:cubicBezTo>
                <a:cubicBezTo>
                  <a:pt x="572643" y="104145"/>
                  <a:pt x="571708" y="97235"/>
                  <a:pt x="571708" y="89357"/>
                </a:cubicBezTo>
                <a:cubicBezTo>
                  <a:pt x="571708" y="81867"/>
                  <a:pt x="572676" y="75135"/>
                  <a:pt x="574611" y="69162"/>
                </a:cubicBezTo>
                <a:cubicBezTo>
                  <a:pt x="576546" y="63189"/>
                  <a:pt x="579336" y="58120"/>
                  <a:pt x="582980" y="53956"/>
                </a:cubicBezTo>
                <a:cubicBezTo>
                  <a:pt x="586625" y="49791"/>
                  <a:pt x="591028" y="46595"/>
                  <a:pt x="596188" y="44367"/>
                </a:cubicBezTo>
                <a:cubicBezTo>
                  <a:pt x="601349" y="42140"/>
                  <a:pt x="607122" y="41026"/>
                  <a:pt x="613508" y="41026"/>
                </a:cubicBezTo>
                <a:cubicBezTo>
                  <a:pt x="620346" y="41026"/>
                  <a:pt x="626168" y="42123"/>
                  <a:pt x="630973" y="44316"/>
                </a:cubicBezTo>
                <a:cubicBezTo>
                  <a:pt x="635779" y="46509"/>
                  <a:pt x="639730" y="49460"/>
                  <a:pt x="642826" y="53169"/>
                </a:cubicBezTo>
                <a:cubicBezTo>
                  <a:pt x="645923" y="56879"/>
                  <a:pt x="648196" y="61233"/>
                  <a:pt x="649648" y="66232"/>
                </a:cubicBezTo>
                <a:cubicBezTo>
                  <a:pt x="651099" y="71231"/>
                  <a:pt x="651825" y="76569"/>
                  <a:pt x="651825" y="82246"/>
                </a:cubicBezTo>
                <a:lnTo>
                  <a:pt x="651825" y="85148"/>
                </a:lnTo>
                <a:moveTo>
                  <a:pt x="635763" y="80407"/>
                </a:moveTo>
                <a:cubicBezTo>
                  <a:pt x="635956" y="72021"/>
                  <a:pt x="634102" y="65442"/>
                  <a:pt x="630199" y="60668"/>
                </a:cubicBezTo>
                <a:cubicBezTo>
                  <a:pt x="626297" y="55895"/>
                  <a:pt x="620507" y="53508"/>
                  <a:pt x="612831" y="53508"/>
                </a:cubicBezTo>
                <a:cubicBezTo>
                  <a:pt x="608896" y="53508"/>
                  <a:pt x="605445" y="54250"/>
                  <a:pt x="602478" y="55734"/>
                </a:cubicBezTo>
                <a:cubicBezTo>
                  <a:pt x="599510" y="57217"/>
                  <a:pt x="597027" y="59185"/>
                  <a:pt x="595027" y="61636"/>
                </a:cubicBezTo>
                <a:cubicBezTo>
                  <a:pt x="593027" y="64087"/>
                  <a:pt x="591479" y="66942"/>
                  <a:pt x="590383" y="70199"/>
                </a:cubicBezTo>
                <a:cubicBezTo>
                  <a:pt x="589286" y="73457"/>
                  <a:pt x="588673" y="76859"/>
                  <a:pt x="588544" y="80407"/>
                </a:cubicBezTo>
                <a:lnTo>
                  <a:pt x="635763" y="80407"/>
                </a:lnTo>
                <a:close/>
                <a:moveTo>
                  <a:pt x="792588" y="128013"/>
                </a:moveTo>
                <a:cubicBezTo>
                  <a:pt x="792588" y="129174"/>
                  <a:pt x="792523" y="130190"/>
                  <a:pt x="792394" y="131061"/>
                </a:cubicBezTo>
                <a:cubicBezTo>
                  <a:pt x="792265" y="131932"/>
                  <a:pt x="792040" y="132657"/>
                  <a:pt x="791717" y="133238"/>
                </a:cubicBezTo>
                <a:cubicBezTo>
                  <a:pt x="791395" y="133819"/>
                  <a:pt x="791024" y="134238"/>
                  <a:pt x="790604" y="134496"/>
                </a:cubicBezTo>
                <a:cubicBezTo>
                  <a:pt x="790185" y="134754"/>
                  <a:pt x="789717" y="134883"/>
                  <a:pt x="789201" y="134883"/>
                </a:cubicBezTo>
                <a:lnTo>
                  <a:pt x="729114" y="134883"/>
                </a:lnTo>
                <a:cubicBezTo>
                  <a:pt x="727630" y="134883"/>
                  <a:pt x="726227" y="134383"/>
                  <a:pt x="724905" y="133383"/>
                </a:cubicBezTo>
                <a:cubicBezTo>
                  <a:pt x="723582" y="132383"/>
                  <a:pt x="722921" y="130625"/>
                  <a:pt x="722921" y="128110"/>
                </a:cubicBezTo>
                <a:lnTo>
                  <a:pt x="722921" y="16449"/>
                </a:lnTo>
                <a:cubicBezTo>
                  <a:pt x="722921" y="13933"/>
                  <a:pt x="723582" y="12176"/>
                  <a:pt x="724905" y="11176"/>
                </a:cubicBezTo>
                <a:cubicBezTo>
                  <a:pt x="726227" y="10176"/>
                  <a:pt x="727630" y="9676"/>
                  <a:pt x="729114" y="9676"/>
                </a:cubicBezTo>
                <a:lnTo>
                  <a:pt x="788524" y="9676"/>
                </a:lnTo>
                <a:cubicBezTo>
                  <a:pt x="789040" y="9676"/>
                  <a:pt x="789508" y="9805"/>
                  <a:pt x="789927" y="10063"/>
                </a:cubicBezTo>
                <a:cubicBezTo>
                  <a:pt x="790346" y="10321"/>
                  <a:pt x="790685" y="10740"/>
                  <a:pt x="790943" y="11321"/>
                </a:cubicBezTo>
                <a:cubicBezTo>
                  <a:pt x="791201" y="11901"/>
                  <a:pt x="791411" y="12627"/>
                  <a:pt x="791572" y="13498"/>
                </a:cubicBezTo>
                <a:cubicBezTo>
                  <a:pt x="791733" y="14369"/>
                  <a:pt x="791814" y="15449"/>
                  <a:pt x="791814" y="16739"/>
                </a:cubicBezTo>
                <a:cubicBezTo>
                  <a:pt x="791814" y="17901"/>
                  <a:pt x="791733" y="18916"/>
                  <a:pt x="791572" y="19787"/>
                </a:cubicBezTo>
                <a:cubicBezTo>
                  <a:pt x="791411" y="20658"/>
                  <a:pt x="791201" y="21368"/>
                  <a:pt x="790943" y="21916"/>
                </a:cubicBezTo>
                <a:cubicBezTo>
                  <a:pt x="790685" y="22464"/>
                  <a:pt x="790346" y="22868"/>
                  <a:pt x="789927" y="23126"/>
                </a:cubicBezTo>
                <a:cubicBezTo>
                  <a:pt x="789508" y="23384"/>
                  <a:pt x="789040" y="23513"/>
                  <a:pt x="788524" y="23513"/>
                </a:cubicBezTo>
                <a:lnTo>
                  <a:pt x="739564" y="23513"/>
                </a:lnTo>
                <a:lnTo>
                  <a:pt x="739564" y="62797"/>
                </a:lnTo>
                <a:lnTo>
                  <a:pt x="781557" y="62797"/>
                </a:lnTo>
                <a:cubicBezTo>
                  <a:pt x="782073" y="62797"/>
                  <a:pt x="782541" y="62942"/>
                  <a:pt x="782960" y="63232"/>
                </a:cubicBezTo>
                <a:cubicBezTo>
                  <a:pt x="783380" y="63523"/>
                  <a:pt x="783734" y="63926"/>
                  <a:pt x="784025" y="64442"/>
                </a:cubicBezTo>
                <a:cubicBezTo>
                  <a:pt x="784315" y="64958"/>
                  <a:pt x="784525" y="65668"/>
                  <a:pt x="784654" y="66571"/>
                </a:cubicBezTo>
                <a:cubicBezTo>
                  <a:pt x="784783" y="67474"/>
                  <a:pt x="784847" y="68538"/>
                  <a:pt x="784847" y="69764"/>
                </a:cubicBezTo>
                <a:cubicBezTo>
                  <a:pt x="784847" y="70925"/>
                  <a:pt x="784783" y="71925"/>
                  <a:pt x="784654" y="72763"/>
                </a:cubicBezTo>
                <a:cubicBezTo>
                  <a:pt x="784525" y="73602"/>
                  <a:pt x="784315" y="74279"/>
                  <a:pt x="784025" y="74795"/>
                </a:cubicBezTo>
                <a:cubicBezTo>
                  <a:pt x="783734" y="75311"/>
                  <a:pt x="783380" y="75682"/>
                  <a:pt x="782960" y="75908"/>
                </a:cubicBezTo>
                <a:cubicBezTo>
                  <a:pt x="782541" y="76134"/>
                  <a:pt x="782073" y="76247"/>
                  <a:pt x="781557" y="76247"/>
                </a:cubicBezTo>
                <a:lnTo>
                  <a:pt x="739564" y="76247"/>
                </a:lnTo>
                <a:lnTo>
                  <a:pt x="739564" y="121046"/>
                </a:lnTo>
                <a:lnTo>
                  <a:pt x="789201" y="121046"/>
                </a:lnTo>
                <a:cubicBezTo>
                  <a:pt x="789717" y="121046"/>
                  <a:pt x="790185" y="121175"/>
                  <a:pt x="790604" y="121433"/>
                </a:cubicBezTo>
                <a:cubicBezTo>
                  <a:pt x="791024" y="121691"/>
                  <a:pt x="791395" y="122094"/>
                  <a:pt x="791717" y="122643"/>
                </a:cubicBezTo>
                <a:cubicBezTo>
                  <a:pt x="792040" y="123191"/>
                  <a:pt x="792265" y="123901"/>
                  <a:pt x="792394" y="124771"/>
                </a:cubicBezTo>
                <a:cubicBezTo>
                  <a:pt x="792523" y="125642"/>
                  <a:pt x="792588" y="126723"/>
                  <a:pt x="792588" y="128013"/>
                </a:cubicBezTo>
                <a:close/>
                <a:moveTo>
                  <a:pt x="946941" y="132464"/>
                </a:moveTo>
                <a:cubicBezTo>
                  <a:pt x="946941" y="132980"/>
                  <a:pt x="946812" y="133415"/>
                  <a:pt x="946554" y="133770"/>
                </a:cubicBezTo>
                <a:cubicBezTo>
                  <a:pt x="946296" y="134125"/>
                  <a:pt x="945877" y="134431"/>
                  <a:pt x="945296" y="134689"/>
                </a:cubicBezTo>
                <a:cubicBezTo>
                  <a:pt x="944716" y="134947"/>
                  <a:pt x="943909" y="135141"/>
                  <a:pt x="942877" y="135270"/>
                </a:cubicBezTo>
                <a:cubicBezTo>
                  <a:pt x="941845" y="135399"/>
                  <a:pt x="940555" y="135463"/>
                  <a:pt x="939007" y="135463"/>
                </a:cubicBezTo>
                <a:cubicBezTo>
                  <a:pt x="937394" y="135463"/>
                  <a:pt x="936072" y="135399"/>
                  <a:pt x="935040" y="135270"/>
                </a:cubicBezTo>
                <a:cubicBezTo>
                  <a:pt x="934008" y="135141"/>
                  <a:pt x="933185" y="134947"/>
                  <a:pt x="932572" y="134689"/>
                </a:cubicBezTo>
                <a:cubicBezTo>
                  <a:pt x="931959" y="134431"/>
                  <a:pt x="931524" y="134125"/>
                  <a:pt x="931266" y="133770"/>
                </a:cubicBezTo>
                <a:cubicBezTo>
                  <a:pt x="931008" y="133415"/>
                  <a:pt x="930879" y="132980"/>
                  <a:pt x="930879" y="132464"/>
                </a:cubicBezTo>
                <a:lnTo>
                  <a:pt x="930879" y="79536"/>
                </a:lnTo>
                <a:cubicBezTo>
                  <a:pt x="930879" y="75860"/>
                  <a:pt x="930556" y="72505"/>
                  <a:pt x="929911" y="69473"/>
                </a:cubicBezTo>
                <a:cubicBezTo>
                  <a:pt x="929266" y="66442"/>
                  <a:pt x="928234" y="63829"/>
                  <a:pt x="926815" y="61636"/>
                </a:cubicBezTo>
                <a:cubicBezTo>
                  <a:pt x="925396" y="59443"/>
                  <a:pt x="923590" y="57765"/>
                  <a:pt x="921397" y="56604"/>
                </a:cubicBezTo>
                <a:cubicBezTo>
                  <a:pt x="919203" y="55443"/>
                  <a:pt x="916623" y="54863"/>
                  <a:pt x="913656" y="54863"/>
                </a:cubicBezTo>
                <a:cubicBezTo>
                  <a:pt x="909979" y="54863"/>
                  <a:pt x="906286" y="56282"/>
                  <a:pt x="902577" y="59120"/>
                </a:cubicBezTo>
                <a:cubicBezTo>
                  <a:pt x="898868" y="61958"/>
                  <a:pt x="894788" y="66119"/>
                  <a:pt x="890337" y="71602"/>
                </a:cubicBezTo>
                <a:lnTo>
                  <a:pt x="890337" y="132464"/>
                </a:lnTo>
                <a:cubicBezTo>
                  <a:pt x="890337" y="132980"/>
                  <a:pt x="890208" y="133415"/>
                  <a:pt x="889950" y="133770"/>
                </a:cubicBezTo>
                <a:cubicBezTo>
                  <a:pt x="889692" y="134125"/>
                  <a:pt x="889256" y="134431"/>
                  <a:pt x="888643" y="134689"/>
                </a:cubicBezTo>
                <a:cubicBezTo>
                  <a:pt x="888031" y="134947"/>
                  <a:pt x="887208" y="135141"/>
                  <a:pt x="886176" y="135270"/>
                </a:cubicBezTo>
                <a:cubicBezTo>
                  <a:pt x="885144" y="135399"/>
                  <a:pt x="883854" y="135463"/>
                  <a:pt x="882306" y="135463"/>
                </a:cubicBezTo>
                <a:cubicBezTo>
                  <a:pt x="880822" y="135463"/>
                  <a:pt x="879548" y="135399"/>
                  <a:pt x="878484" y="135270"/>
                </a:cubicBezTo>
                <a:cubicBezTo>
                  <a:pt x="877419" y="135141"/>
                  <a:pt x="876581" y="134947"/>
                  <a:pt x="875968" y="134689"/>
                </a:cubicBezTo>
                <a:cubicBezTo>
                  <a:pt x="875355" y="134431"/>
                  <a:pt x="874936" y="134125"/>
                  <a:pt x="874710" y="133770"/>
                </a:cubicBezTo>
                <a:cubicBezTo>
                  <a:pt x="874484" y="133415"/>
                  <a:pt x="874371" y="132980"/>
                  <a:pt x="874371" y="132464"/>
                </a:cubicBezTo>
                <a:lnTo>
                  <a:pt x="874371" y="79536"/>
                </a:lnTo>
                <a:cubicBezTo>
                  <a:pt x="874371" y="75860"/>
                  <a:pt x="874017" y="72505"/>
                  <a:pt x="873307" y="69473"/>
                </a:cubicBezTo>
                <a:cubicBezTo>
                  <a:pt x="872597" y="66442"/>
                  <a:pt x="871533" y="63829"/>
                  <a:pt x="870114" y="61636"/>
                </a:cubicBezTo>
                <a:cubicBezTo>
                  <a:pt x="868695" y="59443"/>
                  <a:pt x="866905" y="57765"/>
                  <a:pt x="864744" y="56604"/>
                </a:cubicBezTo>
                <a:cubicBezTo>
                  <a:pt x="862583" y="55443"/>
                  <a:pt x="860019" y="54863"/>
                  <a:pt x="857051" y="54863"/>
                </a:cubicBezTo>
                <a:cubicBezTo>
                  <a:pt x="853375" y="54863"/>
                  <a:pt x="849665" y="56282"/>
                  <a:pt x="845924" y="59120"/>
                </a:cubicBezTo>
                <a:cubicBezTo>
                  <a:pt x="842183" y="61958"/>
                  <a:pt x="838119" y="66119"/>
                  <a:pt x="833732" y="71602"/>
                </a:cubicBezTo>
                <a:lnTo>
                  <a:pt x="833732" y="132464"/>
                </a:lnTo>
                <a:cubicBezTo>
                  <a:pt x="833732" y="132980"/>
                  <a:pt x="833603" y="133415"/>
                  <a:pt x="833345" y="133770"/>
                </a:cubicBezTo>
                <a:cubicBezTo>
                  <a:pt x="833087" y="134125"/>
                  <a:pt x="832668" y="134431"/>
                  <a:pt x="832087" y="134689"/>
                </a:cubicBezTo>
                <a:cubicBezTo>
                  <a:pt x="831507" y="134947"/>
                  <a:pt x="830701" y="135141"/>
                  <a:pt x="829668" y="135270"/>
                </a:cubicBezTo>
                <a:cubicBezTo>
                  <a:pt x="828636" y="135399"/>
                  <a:pt x="827314" y="135463"/>
                  <a:pt x="825701" y="135463"/>
                </a:cubicBezTo>
                <a:cubicBezTo>
                  <a:pt x="824153" y="135463"/>
                  <a:pt x="822863" y="135399"/>
                  <a:pt x="821831" y="135270"/>
                </a:cubicBezTo>
                <a:cubicBezTo>
                  <a:pt x="820799" y="135141"/>
                  <a:pt x="819976" y="134947"/>
                  <a:pt x="819364" y="134689"/>
                </a:cubicBezTo>
                <a:cubicBezTo>
                  <a:pt x="818751" y="134431"/>
                  <a:pt x="818331" y="134125"/>
                  <a:pt x="818106" y="133770"/>
                </a:cubicBezTo>
                <a:cubicBezTo>
                  <a:pt x="817880" y="133415"/>
                  <a:pt x="817767" y="132980"/>
                  <a:pt x="817767" y="132464"/>
                </a:cubicBezTo>
                <a:lnTo>
                  <a:pt x="817767" y="45380"/>
                </a:lnTo>
                <a:cubicBezTo>
                  <a:pt x="817767" y="44864"/>
                  <a:pt x="817864" y="44429"/>
                  <a:pt x="818057" y="44074"/>
                </a:cubicBezTo>
                <a:cubicBezTo>
                  <a:pt x="818251" y="43719"/>
                  <a:pt x="818638" y="43397"/>
                  <a:pt x="819218" y="43106"/>
                </a:cubicBezTo>
                <a:cubicBezTo>
                  <a:pt x="819799" y="42816"/>
                  <a:pt x="820541" y="42623"/>
                  <a:pt x="821444" y="42526"/>
                </a:cubicBezTo>
                <a:cubicBezTo>
                  <a:pt x="822347" y="42429"/>
                  <a:pt x="823540" y="42381"/>
                  <a:pt x="825024" y="42381"/>
                </a:cubicBezTo>
                <a:cubicBezTo>
                  <a:pt x="826443" y="42381"/>
                  <a:pt x="827620" y="42429"/>
                  <a:pt x="828556" y="42526"/>
                </a:cubicBezTo>
                <a:cubicBezTo>
                  <a:pt x="829491" y="42623"/>
                  <a:pt x="830217" y="42816"/>
                  <a:pt x="830733" y="43106"/>
                </a:cubicBezTo>
                <a:cubicBezTo>
                  <a:pt x="831249" y="43397"/>
                  <a:pt x="831620" y="43719"/>
                  <a:pt x="831846" y="44074"/>
                </a:cubicBezTo>
                <a:cubicBezTo>
                  <a:pt x="832071" y="44429"/>
                  <a:pt x="832184" y="44864"/>
                  <a:pt x="832184" y="45380"/>
                </a:cubicBezTo>
                <a:lnTo>
                  <a:pt x="832184" y="56895"/>
                </a:lnTo>
                <a:cubicBezTo>
                  <a:pt x="837087" y="51412"/>
                  <a:pt x="841844" y="47396"/>
                  <a:pt x="846456" y="44848"/>
                </a:cubicBezTo>
                <a:cubicBezTo>
                  <a:pt x="851068" y="42300"/>
                  <a:pt x="855729" y="41026"/>
                  <a:pt x="860438" y="41026"/>
                </a:cubicBezTo>
                <a:cubicBezTo>
                  <a:pt x="864050" y="41026"/>
                  <a:pt x="867292" y="41445"/>
                  <a:pt x="870162" y="42284"/>
                </a:cubicBezTo>
                <a:cubicBezTo>
                  <a:pt x="873033" y="43123"/>
                  <a:pt x="875565" y="44300"/>
                  <a:pt x="877758" y="45816"/>
                </a:cubicBezTo>
                <a:cubicBezTo>
                  <a:pt x="879951" y="47332"/>
                  <a:pt x="881822" y="49138"/>
                  <a:pt x="883370" y="51234"/>
                </a:cubicBezTo>
                <a:cubicBezTo>
                  <a:pt x="884918" y="53331"/>
                  <a:pt x="886208" y="55669"/>
                  <a:pt x="887240" y="58249"/>
                </a:cubicBezTo>
                <a:cubicBezTo>
                  <a:pt x="890143" y="55088"/>
                  <a:pt x="892901" y="52411"/>
                  <a:pt x="895513" y="50218"/>
                </a:cubicBezTo>
                <a:cubicBezTo>
                  <a:pt x="898126" y="48025"/>
                  <a:pt x="900642" y="46251"/>
                  <a:pt x="903061" y="44896"/>
                </a:cubicBezTo>
                <a:cubicBezTo>
                  <a:pt x="905480" y="43542"/>
                  <a:pt x="907834" y="42558"/>
                  <a:pt x="910124" y="41945"/>
                </a:cubicBezTo>
                <a:cubicBezTo>
                  <a:pt x="912414" y="41332"/>
                  <a:pt x="914720" y="41026"/>
                  <a:pt x="917042" y="41026"/>
                </a:cubicBezTo>
                <a:cubicBezTo>
                  <a:pt x="922654" y="41026"/>
                  <a:pt x="927363" y="42010"/>
                  <a:pt x="931169" y="43977"/>
                </a:cubicBezTo>
                <a:cubicBezTo>
                  <a:pt x="934975" y="45945"/>
                  <a:pt x="938055" y="48573"/>
                  <a:pt x="940410" y="51863"/>
                </a:cubicBezTo>
                <a:cubicBezTo>
                  <a:pt x="942764" y="55153"/>
                  <a:pt x="944441" y="59007"/>
                  <a:pt x="945441" y="63426"/>
                </a:cubicBezTo>
                <a:cubicBezTo>
                  <a:pt x="946441" y="67845"/>
                  <a:pt x="946941" y="72505"/>
                  <a:pt x="946941" y="77408"/>
                </a:cubicBezTo>
                <a:lnTo>
                  <a:pt x="946941" y="132464"/>
                </a:lnTo>
                <a:close/>
                <a:moveTo>
                  <a:pt x="1056197" y="87809"/>
                </a:moveTo>
                <a:cubicBezTo>
                  <a:pt x="1056197" y="95363"/>
                  <a:pt x="1055374" y="102158"/>
                  <a:pt x="1053729" y="108195"/>
                </a:cubicBezTo>
                <a:cubicBezTo>
                  <a:pt x="1052084" y="114233"/>
                  <a:pt x="1049665" y="119383"/>
                  <a:pt x="1046472" y="123647"/>
                </a:cubicBezTo>
                <a:cubicBezTo>
                  <a:pt x="1043279" y="127908"/>
                  <a:pt x="1039360" y="131169"/>
                  <a:pt x="1034716" y="133428"/>
                </a:cubicBezTo>
                <a:cubicBezTo>
                  <a:pt x="1030072" y="135688"/>
                  <a:pt x="1024750" y="136818"/>
                  <a:pt x="1018751" y="136818"/>
                </a:cubicBezTo>
                <a:cubicBezTo>
                  <a:pt x="1015977" y="136818"/>
                  <a:pt x="1013413" y="136543"/>
                  <a:pt x="1011058" y="135993"/>
                </a:cubicBezTo>
                <a:cubicBezTo>
                  <a:pt x="1008704" y="135444"/>
                  <a:pt x="1006398" y="134557"/>
                  <a:pt x="1004140" y="133332"/>
                </a:cubicBezTo>
                <a:cubicBezTo>
                  <a:pt x="1001882" y="132104"/>
                  <a:pt x="999625" y="130554"/>
                  <a:pt x="997367" y="128681"/>
                </a:cubicBezTo>
                <a:cubicBezTo>
                  <a:pt x="995109" y="126808"/>
                  <a:pt x="992722" y="124549"/>
                  <a:pt x="990207" y="121902"/>
                </a:cubicBezTo>
                <a:lnTo>
                  <a:pt x="990207" y="132482"/>
                </a:lnTo>
                <a:cubicBezTo>
                  <a:pt x="990207" y="132994"/>
                  <a:pt x="990078" y="133443"/>
                  <a:pt x="989820" y="133828"/>
                </a:cubicBezTo>
                <a:cubicBezTo>
                  <a:pt x="989562" y="134213"/>
                  <a:pt x="989142" y="134518"/>
                  <a:pt x="988562" y="134744"/>
                </a:cubicBezTo>
                <a:cubicBezTo>
                  <a:pt x="987981" y="134968"/>
                  <a:pt x="987255" y="135143"/>
                  <a:pt x="986385" y="135270"/>
                </a:cubicBezTo>
                <a:cubicBezTo>
                  <a:pt x="985514" y="135399"/>
                  <a:pt x="984401" y="135463"/>
                  <a:pt x="983046" y="135463"/>
                </a:cubicBezTo>
                <a:cubicBezTo>
                  <a:pt x="981756" y="135463"/>
                  <a:pt x="980660" y="135399"/>
                  <a:pt x="979757" y="135270"/>
                </a:cubicBezTo>
                <a:cubicBezTo>
                  <a:pt x="978853" y="135141"/>
                  <a:pt x="978112" y="134963"/>
                  <a:pt x="977531" y="134738"/>
                </a:cubicBezTo>
                <a:cubicBezTo>
                  <a:pt x="976951" y="134512"/>
                  <a:pt x="976563" y="134206"/>
                  <a:pt x="976370" y="133819"/>
                </a:cubicBezTo>
                <a:cubicBezTo>
                  <a:pt x="976176" y="133429"/>
                  <a:pt x="976080" y="132977"/>
                  <a:pt x="976080" y="132461"/>
                </a:cubicBezTo>
                <a:lnTo>
                  <a:pt x="976080" y="3099"/>
                </a:lnTo>
                <a:cubicBezTo>
                  <a:pt x="976080" y="2583"/>
                  <a:pt x="976193" y="2132"/>
                  <a:pt x="976418" y="1745"/>
                </a:cubicBezTo>
                <a:cubicBezTo>
                  <a:pt x="976644" y="1356"/>
                  <a:pt x="977063" y="1032"/>
                  <a:pt x="977676" y="774"/>
                </a:cubicBezTo>
                <a:cubicBezTo>
                  <a:pt x="978289" y="516"/>
                  <a:pt x="979111" y="323"/>
                  <a:pt x="980144" y="194"/>
                </a:cubicBezTo>
                <a:cubicBezTo>
                  <a:pt x="981176" y="65"/>
                  <a:pt x="982466" y="0"/>
                  <a:pt x="984014" y="0"/>
                </a:cubicBezTo>
                <a:cubicBezTo>
                  <a:pt x="985627" y="0"/>
                  <a:pt x="986949" y="65"/>
                  <a:pt x="987981" y="194"/>
                </a:cubicBezTo>
                <a:cubicBezTo>
                  <a:pt x="989013" y="323"/>
                  <a:pt x="989820" y="517"/>
                  <a:pt x="990400" y="777"/>
                </a:cubicBezTo>
                <a:cubicBezTo>
                  <a:pt x="990981" y="1035"/>
                  <a:pt x="991400" y="1359"/>
                  <a:pt x="991658" y="1748"/>
                </a:cubicBezTo>
                <a:cubicBezTo>
                  <a:pt x="991916" y="2135"/>
                  <a:pt x="992045" y="2586"/>
                  <a:pt x="992045" y="3102"/>
                </a:cubicBezTo>
                <a:lnTo>
                  <a:pt x="992045" y="55362"/>
                </a:lnTo>
                <a:cubicBezTo>
                  <a:pt x="994625" y="52715"/>
                  <a:pt x="997125" y="50487"/>
                  <a:pt x="999544" y="48679"/>
                </a:cubicBezTo>
                <a:cubicBezTo>
                  <a:pt x="1001963" y="46871"/>
                  <a:pt x="1004333" y="45402"/>
                  <a:pt x="1006656" y="44274"/>
                </a:cubicBezTo>
                <a:cubicBezTo>
                  <a:pt x="1008978" y="43143"/>
                  <a:pt x="1011300" y="42319"/>
                  <a:pt x="1013622" y="41803"/>
                </a:cubicBezTo>
                <a:cubicBezTo>
                  <a:pt x="1015945" y="41285"/>
                  <a:pt x="1018396" y="41026"/>
                  <a:pt x="1020976" y="41026"/>
                </a:cubicBezTo>
                <a:cubicBezTo>
                  <a:pt x="1027298" y="41026"/>
                  <a:pt x="1032700" y="42286"/>
                  <a:pt x="1037183" y="44806"/>
                </a:cubicBezTo>
                <a:cubicBezTo>
                  <a:pt x="1041667" y="47324"/>
                  <a:pt x="1045311" y="50697"/>
                  <a:pt x="1048117" y="54926"/>
                </a:cubicBezTo>
                <a:cubicBezTo>
                  <a:pt x="1050923" y="59155"/>
                  <a:pt x="1052971" y="64111"/>
                  <a:pt x="1054261" y="69794"/>
                </a:cubicBezTo>
                <a:cubicBezTo>
                  <a:pt x="1055552" y="75474"/>
                  <a:pt x="1056197" y="81480"/>
                  <a:pt x="1056197" y="87809"/>
                </a:cubicBezTo>
                <a:moveTo>
                  <a:pt x="1039360" y="89648"/>
                </a:moveTo>
                <a:cubicBezTo>
                  <a:pt x="1039360" y="85191"/>
                  <a:pt x="1039022" y="80863"/>
                  <a:pt x="1038344" y="76664"/>
                </a:cubicBezTo>
                <a:cubicBezTo>
                  <a:pt x="1037667" y="72465"/>
                  <a:pt x="1036490" y="68751"/>
                  <a:pt x="1034813" y="65521"/>
                </a:cubicBezTo>
                <a:cubicBezTo>
                  <a:pt x="1033136" y="62292"/>
                  <a:pt x="1030910" y="59693"/>
                  <a:pt x="1028136" y="57723"/>
                </a:cubicBezTo>
                <a:cubicBezTo>
                  <a:pt x="1025363" y="55752"/>
                  <a:pt x="1021911" y="54766"/>
                  <a:pt x="1017783" y="54766"/>
                </a:cubicBezTo>
                <a:cubicBezTo>
                  <a:pt x="1015719" y="54766"/>
                  <a:pt x="1013687" y="55057"/>
                  <a:pt x="1011687" y="55640"/>
                </a:cubicBezTo>
                <a:cubicBezTo>
                  <a:pt x="1009688" y="56220"/>
                  <a:pt x="1007656" y="57189"/>
                  <a:pt x="1005591" y="58546"/>
                </a:cubicBezTo>
                <a:cubicBezTo>
                  <a:pt x="1003527" y="59902"/>
                  <a:pt x="1001382" y="61647"/>
                  <a:pt x="999157" y="63780"/>
                </a:cubicBezTo>
                <a:cubicBezTo>
                  <a:pt x="996931" y="65912"/>
                  <a:pt x="994561" y="68594"/>
                  <a:pt x="992045" y="71826"/>
                </a:cubicBezTo>
                <a:lnTo>
                  <a:pt x="992045" y="106599"/>
                </a:lnTo>
                <a:cubicBezTo>
                  <a:pt x="996431" y="111963"/>
                  <a:pt x="1000624" y="116051"/>
                  <a:pt x="1004624" y="118863"/>
                </a:cubicBezTo>
                <a:cubicBezTo>
                  <a:pt x="1008623" y="121673"/>
                  <a:pt x="1012784" y="123078"/>
                  <a:pt x="1017106" y="123078"/>
                </a:cubicBezTo>
                <a:cubicBezTo>
                  <a:pt x="1021105" y="123078"/>
                  <a:pt x="1024524" y="122110"/>
                  <a:pt x="1027362" y="120172"/>
                </a:cubicBezTo>
                <a:cubicBezTo>
                  <a:pt x="1030201" y="118233"/>
                  <a:pt x="1032507" y="115665"/>
                  <a:pt x="1034281" y="112468"/>
                </a:cubicBezTo>
                <a:cubicBezTo>
                  <a:pt x="1036054" y="109271"/>
                  <a:pt x="1037345" y="105686"/>
                  <a:pt x="1038151" y="101712"/>
                </a:cubicBezTo>
                <a:cubicBezTo>
                  <a:pt x="1038957" y="97739"/>
                  <a:pt x="1039360" y="93718"/>
                  <a:pt x="1039360" y="89648"/>
                </a:cubicBezTo>
                <a:close/>
                <a:moveTo>
                  <a:pt x="1154407" y="85148"/>
                </a:moveTo>
                <a:cubicBezTo>
                  <a:pt x="1154407" y="87664"/>
                  <a:pt x="1153778" y="89454"/>
                  <a:pt x="1152520" y="90519"/>
                </a:cubicBezTo>
                <a:cubicBezTo>
                  <a:pt x="1151262" y="91583"/>
                  <a:pt x="1149827" y="92115"/>
                  <a:pt x="1148215" y="92115"/>
                </a:cubicBezTo>
                <a:lnTo>
                  <a:pt x="1091126" y="92115"/>
                </a:lnTo>
                <a:cubicBezTo>
                  <a:pt x="1091126" y="96967"/>
                  <a:pt x="1091610" y="101335"/>
                  <a:pt x="1092578" y="105217"/>
                </a:cubicBezTo>
                <a:cubicBezTo>
                  <a:pt x="1093545" y="109099"/>
                  <a:pt x="1095158" y="112432"/>
                  <a:pt x="1097416" y="115213"/>
                </a:cubicBezTo>
                <a:cubicBezTo>
                  <a:pt x="1099674" y="117995"/>
                  <a:pt x="1102609" y="120131"/>
                  <a:pt x="1106221" y="121621"/>
                </a:cubicBezTo>
                <a:cubicBezTo>
                  <a:pt x="1109833" y="123108"/>
                  <a:pt x="1114252" y="123852"/>
                  <a:pt x="1119477" y="123852"/>
                </a:cubicBezTo>
                <a:cubicBezTo>
                  <a:pt x="1123605" y="123852"/>
                  <a:pt x="1127282" y="123514"/>
                  <a:pt x="1130508" y="122836"/>
                </a:cubicBezTo>
                <a:cubicBezTo>
                  <a:pt x="1133733" y="122159"/>
                  <a:pt x="1136523" y="121401"/>
                  <a:pt x="1138877" y="120562"/>
                </a:cubicBezTo>
                <a:cubicBezTo>
                  <a:pt x="1141232" y="119724"/>
                  <a:pt x="1143167" y="118966"/>
                  <a:pt x="1144683" y="118289"/>
                </a:cubicBezTo>
                <a:cubicBezTo>
                  <a:pt x="1146199" y="117611"/>
                  <a:pt x="1147344" y="117273"/>
                  <a:pt x="1148118" y="117273"/>
                </a:cubicBezTo>
                <a:cubicBezTo>
                  <a:pt x="1148569" y="117273"/>
                  <a:pt x="1148973" y="117386"/>
                  <a:pt x="1149327" y="117611"/>
                </a:cubicBezTo>
                <a:cubicBezTo>
                  <a:pt x="1149682" y="117837"/>
                  <a:pt x="1149956" y="118176"/>
                  <a:pt x="1150150" y="118627"/>
                </a:cubicBezTo>
                <a:cubicBezTo>
                  <a:pt x="1150343" y="119079"/>
                  <a:pt x="1150488" y="119708"/>
                  <a:pt x="1150585" y="120514"/>
                </a:cubicBezTo>
                <a:cubicBezTo>
                  <a:pt x="1150682" y="121320"/>
                  <a:pt x="1150730" y="122304"/>
                  <a:pt x="1150730" y="123465"/>
                </a:cubicBezTo>
                <a:cubicBezTo>
                  <a:pt x="1150730" y="124304"/>
                  <a:pt x="1150698" y="125030"/>
                  <a:pt x="1150634" y="125642"/>
                </a:cubicBezTo>
                <a:cubicBezTo>
                  <a:pt x="1150569" y="126255"/>
                  <a:pt x="1150488" y="126803"/>
                  <a:pt x="1150392" y="127287"/>
                </a:cubicBezTo>
                <a:cubicBezTo>
                  <a:pt x="1150295" y="127771"/>
                  <a:pt x="1150134" y="128206"/>
                  <a:pt x="1149908" y="128593"/>
                </a:cubicBezTo>
                <a:cubicBezTo>
                  <a:pt x="1149682" y="128981"/>
                  <a:pt x="1149392" y="129351"/>
                  <a:pt x="1149037" y="129706"/>
                </a:cubicBezTo>
                <a:cubicBezTo>
                  <a:pt x="1148682" y="130061"/>
                  <a:pt x="1147634" y="130642"/>
                  <a:pt x="1145892" y="131448"/>
                </a:cubicBezTo>
                <a:cubicBezTo>
                  <a:pt x="1144151" y="132254"/>
                  <a:pt x="1141893" y="133044"/>
                  <a:pt x="1139119" y="133819"/>
                </a:cubicBezTo>
                <a:cubicBezTo>
                  <a:pt x="1136345" y="134593"/>
                  <a:pt x="1133136" y="135286"/>
                  <a:pt x="1129492" y="135899"/>
                </a:cubicBezTo>
                <a:cubicBezTo>
                  <a:pt x="1125847" y="136512"/>
                  <a:pt x="1121960" y="136818"/>
                  <a:pt x="1117832" y="136818"/>
                </a:cubicBezTo>
                <a:cubicBezTo>
                  <a:pt x="1110672" y="136818"/>
                  <a:pt x="1104399" y="135817"/>
                  <a:pt x="1099012" y="133815"/>
                </a:cubicBezTo>
                <a:cubicBezTo>
                  <a:pt x="1093626" y="131814"/>
                  <a:pt x="1089094" y="128843"/>
                  <a:pt x="1085418" y="124905"/>
                </a:cubicBezTo>
                <a:cubicBezTo>
                  <a:pt x="1081741" y="120966"/>
                  <a:pt x="1078967" y="116026"/>
                  <a:pt x="1077096" y="110085"/>
                </a:cubicBezTo>
                <a:cubicBezTo>
                  <a:pt x="1075226" y="104145"/>
                  <a:pt x="1074290" y="97235"/>
                  <a:pt x="1074290" y="89357"/>
                </a:cubicBezTo>
                <a:cubicBezTo>
                  <a:pt x="1074290" y="81867"/>
                  <a:pt x="1075258" y="75135"/>
                  <a:pt x="1077193" y="69162"/>
                </a:cubicBezTo>
                <a:cubicBezTo>
                  <a:pt x="1079128" y="63189"/>
                  <a:pt x="1081918" y="58120"/>
                  <a:pt x="1085563" y="53956"/>
                </a:cubicBezTo>
                <a:cubicBezTo>
                  <a:pt x="1089207" y="49791"/>
                  <a:pt x="1093610" y="46595"/>
                  <a:pt x="1098770" y="44367"/>
                </a:cubicBezTo>
                <a:cubicBezTo>
                  <a:pt x="1103931" y="42140"/>
                  <a:pt x="1109704" y="41026"/>
                  <a:pt x="1116090" y="41026"/>
                </a:cubicBezTo>
                <a:cubicBezTo>
                  <a:pt x="1122928" y="41026"/>
                  <a:pt x="1128750" y="42123"/>
                  <a:pt x="1133555" y="44316"/>
                </a:cubicBezTo>
                <a:cubicBezTo>
                  <a:pt x="1138361" y="46509"/>
                  <a:pt x="1142312" y="49460"/>
                  <a:pt x="1145409" y="53169"/>
                </a:cubicBezTo>
                <a:cubicBezTo>
                  <a:pt x="1148505" y="56879"/>
                  <a:pt x="1150779" y="61233"/>
                  <a:pt x="1152230" y="66232"/>
                </a:cubicBezTo>
                <a:cubicBezTo>
                  <a:pt x="1153681" y="71231"/>
                  <a:pt x="1154407" y="76569"/>
                  <a:pt x="1154407" y="82246"/>
                </a:cubicBezTo>
                <a:lnTo>
                  <a:pt x="1154407" y="85148"/>
                </a:lnTo>
                <a:moveTo>
                  <a:pt x="1138345" y="80407"/>
                </a:moveTo>
                <a:cubicBezTo>
                  <a:pt x="1138539" y="72021"/>
                  <a:pt x="1136684" y="65442"/>
                  <a:pt x="1132781" y="60668"/>
                </a:cubicBezTo>
                <a:cubicBezTo>
                  <a:pt x="1128879" y="55895"/>
                  <a:pt x="1123089" y="53508"/>
                  <a:pt x="1115413" y="53508"/>
                </a:cubicBezTo>
                <a:cubicBezTo>
                  <a:pt x="1111478" y="53508"/>
                  <a:pt x="1108027" y="54250"/>
                  <a:pt x="1105060" y="55734"/>
                </a:cubicBezTo>
                <a:cubicBezTo>
                  <a:pt x="1102093" y="57217"/>
                  <a:pt x="1099609" y="59185"/>
                  <a:pt x="1097609" y="61636"/>
                </a:cubicBezTo>
                <a:cubicBezTo>
                  <a:pt x="1095610" y="64087"/>
                  <a:pt x="1094061" y="66942"/>
                  <a:pt x="1092965" y="70199"/>
                </a:cubicBezTo>
                <a:cubicBezTo>
                  <a:pt x="1091868" y="73457"/>
                  <a:pt x="1091255" y="76859"/>
                  <a:pt x="1091126" y="80407"/>
                </a:cubicBezTo>
                <a:lnTo>
                  <a:pt x="1138345" y="80407"/>
                </a:lnTo>
                <a:close/>
                <a:moveTo>
                  <a:pt x="1253364" y="132461"/>
                </a:moveTo>
                <a:cubicBezTo>
                  <a:pt x="1253364" y="132977"/>
                  <a:pt x="1253251" y="133429"/>
                  <a:pt x="1253025" y="133819"/>
                </a:cubicBezTo>
                <a:cubicBezTo>
                  <a:pt x="1252799" y="134206"/>
                  <a:pt x="1252412" y="134512"/>
                  <a:pt x="1251864" y="134738"/>
                </a:cubicBezTo>
                <a:cubicBezTo>
                  <a:pt x="1251315" y="134963"/>
                  <a:pt x="1250590" y="135141"/>
                  <a:pt x="1249687" y="135270"/>
                </a:cubicBezTo>
                <a:cubicBezTo>
                  <a:pt x="1248784" y="135399"/>
                  <a:pt x="1247687" y="135463"/>
                  <a:pt x="1246397" y="135463"/>
                </a:cubicBezTo>
                <a:cubicBezTo>
                  <a:pt x="1245042" y="135463"/>
                  <a:pt x="1243913" y="135399"/>
                  <a:pt x="1243010" y="135270"/>
                </a:cubicBezTo>
                <a:cubicBezTo>
                  <a:pt x="1242107" y="135143"/>
                  <a:pt x="1241365" y="134968"/>
                  <a:pt x="1240785" y="134744"/>
                </a:cubicBezTo>
                <a:cubicBezTo>
                  <a:pt x="1240204" y="134518"/>
                  <a:pt x="1239785" y="134213"/>
                  <a:pt x="1239527" y="133828"/>
                </a:cubicBezTo>
                <a:cubicBezTo>
                  <a:pt x="1239269" y="133443"/>
                  <a:pt x="1239140" y="132994"/>
                  <a:pt x="1239140" y="132482"/>
                </a:cubicBezTo>
                <a:lnTo>
                  <a:pt x="1239140" y="121031"/>
                </a:lnTo>
                <a:cubicBezTo>
                  <a:pt x="1234560" y="126002"/>
                  <a:pt x="1229803" y="129877"/>
                  <a:pt x="1224868" y="132654"/>
                </a:cubicBezTo>
                <a:cubicBezTo>
                  <a:pt x="1219933" y="135430"/>
                  <a:pt x="1214531" y="136818"/>
                  <a:pt x="1208661" y="136818"/>
                </a:cubicBezTo>
                <a:cubicBezTo>
                  <a:pt x="1202274" y="136818"/>
                  <a:pt x="1196824" y="135575"/>
                  <a:pt x="1192308" y="133090"/>
                </a:cubicBezTo>
                <a:cubicBezTo>
                  <a:pt x="1187793" y="130604"/>
                  <a:pt x="1184132" y="127247"/>
                  <a:pt x="1181326" y="123018"/>
                </a:cubicBezTo>
                <a:cubicBezTo>
                  <a:pt x="1178520" y="118787"/>
                  <a:pt x="1176472" y="113814"/>
                  <a:pt x="1175182" y="108102"/>
                </a:cubicBezTo>
                <a:cubicBezTo>
                  <a:pt x="1173892" y="102387"/>
                  <a:pt x="1173247" y="96364"/>
                  <a:pt x="1173247" y="90035"/>
                </a:cubicBezTo>
                <a:cubicBezTo>
                  <a:pt x="1173247" y="82546"/>
                  <a:pt x="1174053" y="75783"/>
                  <a:pt x="1175666" y="69746"/>
                </a:cubicBezTo>
                <a:cubicBezTo>
                  <a:pt x="1177278" y="63708"/>
                  <a:pt x="1179665" y="58559"/>
                  <a:pt x="1182826" y="54297"/>
                </a:cubicBezTo>
                <a:cubicBezTo>
                  <a:pt x="1185987" y="50034"/>
                  <a:pt x="1189905" y="46756"/>
                  <a:pt x="1194582" y="44464"/>
                </a:cubicBezTo>
                <a:cubicBezTo>
                  <a:pt x="1199259" y="42172"/>
                  <a:pt x="1204661" y="41026"/>
                  <a:pt x="1210789" y="41026"/>
                </a:cubicBezTo>
                <a:cubicBezTo>
                  <a:pt x="1215885" y="41026"/>
                  <a:pt x="1220546" y="42140"/>
                  <a:pt x="1224771" y="44367"/>
                </a:cubicBezTo>
                <a:cubicBezTo>
                  <a:pt x="1228996" y="46595"/>
                  <a:pt x="1233173" y="49872"/>
                  <a:pt x="1237301" y="54197"/>
                </a:cubicBezTo>
                <a:lnTo>
                  <a:pt x="1237301" y="3489"/>
                </a:lnTo>
                <a:cubicBezTo>
                  <a:pt x="1237301" y="3038"/>
                  <a:pt x="1237414" y="2602"/>
                  <a:pt x="1237640" y="2183"/>
                </a:cubicBezTo>
                <a:cubicBezTo>
                  <a:pt x="1237866" y="1762"/>
                  <a:pt x="1238301" y="1438"/>
                  <a:pt x="1238946" y="1213"/>
                </a:cubicBezTo>
                <a:cubicBezTo>
                  <a:pt x="1239591" y="985"/>
                  <a:pt x="1240414" y="790"/>
                  <a:pt x="1241414" y="629"/>
                </a:cubicBezTo>
                <a:cubicBezTo>
                  <a:pt x="1242414" y="468"/>
                  <a:pt x="1243688" y="387"/>
                  <a:pt x="1245236" y="387"/>
                </a:cubicBezTo>
                <a:cubicBezTo>
                  <a:pt x="1246848" y="387"/>
                  <a:pt x="1248171" y="468"/>
                  <a:pt x="1249203" y="629"/>
                </a:cubicBezTo>
                <a:cubicBezTo>
                  <a:pt x="1250235" y="790"/>
                  <a:pt x="1251041" y="984"/>
                  <a:pt x="1251622" y="1209"/>
                </a:cubicBezTo>
                <a:cubicBezTo>
                  <a:pt x="1252202" y="1435"/>
                  <a:pt x="1252638" y="1759"/>
                  <a:pt x="1252928" y="2180"/>
                </a:cubicBezTo>
                <a:cubicBezTo>
                  <a:pt x="1253218" y="2599"/>
                  <a:pt x="1253364" y="3035"/>
                  <a:pt x="1253364" y="3486"/>
                </a:cubicBezTo>
                <a:lnTo>
                  <a:pt x="1253364" y="132461"/>
                </a:lnTo>
                <a:moveTo>
                  <a:pt x="1237301" y="71245"/>
                </a:moveTo>
                <a:cubicBezTo>
                  <a:pt x="1232979" y="65881"/>
                  <a:pt x="1228803" y="61794"/>
                  <a:pt x="1224771" y="58984"/>
                </a:cubicBezTo>
                <a:cubicBezTo>
                  <a:pt x="1220739" y="56172"/>
                  <a:pt x="1216530" y="54766"/>
                  <a:pt x="1212144" y="54766"/>
                </a:cubicBezTo>
                <a:cubicBezTo>
                  <a:pt x="1208080" y="54766"/>
                  <a:pt x="1204629" y="55736"/>
                  <a:pt x="1201791" y="57675"/>
                </a:cubicBezTo>
                <a:cubicBezTo>
                  <a:pt x="1198952" y="59612"/>
                  <a:pt x="1196646" y="62163"/>
                  <a:pt x="1194872" y="65328"/>
                </a:cubicBezTo>
                <a:cubicBezTo>
                  <a:pt x="1193098" y="68493"/>
                  <a:pt x="1191808" y="72078"/>
                  <a:pt x="1191002" y="76083"/>
                </a:cubicBezTo>
                <a:cubicBezTo>
                  <a:pt x="1190196" y="80089"/>
                  <a:pt x="1189792" y="84159"/>
                  <a:pt x="1189792" y="88293"/>
                </a:cubicBezTo>
                <a:cubicBezTo>
                  <a:pt x="1189792" y="92686"/>
                  <a:pt x="1190131" y="96981"/>
                  <a:pt x="1190808" y="101180"/>
                </a:cubicBezTo>
                <a:cubicBezTo>
                  <a:pt x="1191486" y="105379"/>
                  <a:pt x="1192663" y="109110"/>
                  <a:pt x="1194340" y="112371"/>
                </a:cubicBezTo>
                <a:cubicBezTo>
                  <a:pt x="1196017" y="115633"/>
                  <a:pt x="1198243" y="118249"/>
                  <a:pt x="1201017" y="120221"/>
                </a:cubicBezTo>
                <a:cubicBezTo>
                  <a:pt x="1203790" y="122190"/>
                  <a:pt x="1207274" y="123175"/>
                  <a:pt x="1211467" y="123175"/>
                </a:cubicBezTo>
                <a:cubicBezTo>
                  <a:pt x="1213595" y="123175"/>
                  <a:pt x="1215643" y="122885"/>
                  <a:pt x="1217611" y="122304"/>
                </a:cubicBezTo>
                <a:cubicBezTo>
                  <a:pt x="1219578" y="121722"/>
                  <a:pt x="1221594" y="120752"/>
                  <a:pt x="1223658" y="119395"/>
                </a:cubicBezTo>
                <a:cubicBezTo>
                  <a:pt x="1225723" y="118039"/>
                  <a:pt x="1227883" y="116278"/>
                  <a:pt x="1230141" y="114113"/>
                </a:cubicBezTo>
                <a:cubicBezTo>
                  <a:pt x="1232399" y="111948"/>
                  <a:pt x="1234786" y="109282"/>
                  <a:pt x="1237301" y="106115"/>
                </a:cubicBezTo>
                <a:lnTo>
                  <a:pt x="1237301" y="71245"/>
                </a:lnTo>
                <a:close/>
                <a:moveTo>
                  <a:pt x="1357379" y="132461"/>
                </a:moveTo>
                <a:cubicBezTo>
                  <a:pt x="1357379" y="132977"/>
                  <a:pt x="1357266" y="133429"/>
                  <a:pt x="1357040" y="133819"/>
                </a:cubicBezTo>
                <a:cubicBezTo>
                  <a:pt x="1356815" y="134206"/>
                  <a:pt x="1356428" y="134512"/>
                  <a:pt x="1355879" y="134738"/>
                </a:cubicBezTo>
                <a:cubicBezTo>
                  <a:pt x="1355331" y="134963"/>
                  <a:pt x="1354605" y="135141"/>
                  <a:pt x="1353702" y="135270"/>
                </a:cubicBezTo>
                <a:cubicBezTo>
                  <a:pt x="1352799" y="135399"/>
                  <a:pt x="1351703" y="135463"/>
                  <a:pt x="1350412" y="135463"/>
                </a:cubicBezTo>
                <a:cubicBezTo>
                  <a:pt x="1349058" y="135463"/>
                  <a:pt x="1347929" y="135399"/>
                  <a:pt x="1347026" y="135270"/>
                </a:cubicBezTo>
                <a:cubicBezTo>
                  <a:pt x="1346123" y="135143"/>
                  <a:pt x="1345381" y="134968"/>
                  <a:pt x="1344800" y="134744"/>
                </a:cubicBezTo>
                <a:cubicBezTo>
                  <a:pt x="1344220" y="134518"/>
                  <a:pt x="1343800" y="134213"/>
                  <a:pt x="1343542" y="133828"/>
                </a:cubicBezTo>
                <a:cubicBezTo>
                  <a:pt x="1343284" y="133443"/>
                  <a:pt x="1343155" y="132994"/>
                  <a:pt x="1343155" y="132482"/>
                </a:cubicBezTo>
                <a:lnTo>
                  <a:pt x="1343155" y="121031"/>
                </a:lnTo>
                <a:cubicBezTo>
                  <a:pt x="1338575" y="126002"/>
                  <a:pt x="1333818" y="129877"/>
                  <a:pt x="1328883" y="132654"/>
                </a:cubicBezTo>
                <a:cubicBezTo>
                  <a:pt x="1323949" y="135430"/>
                  <a:pt x="1318546" y="136818"/>
                  <a:pt x="1312676" y="136818"/>
                </a:cubicBezTo>
                <a:cubicBezTo>
                  <a:pt x="1306290" y="136818"/>
                  <a:pt x="1300839" y="135575"/>
                  <a:pt x="1296324" y="133090"/>
                </a:cubicBezTo>
                <a:cubicBezTo>
                  <a:pt x="1291808" y="130604"/>
                  <a:pt x="1288148" y="127247"/>
                  <a:pt x="1285342" y="123018"/>
                </a:cubicBezTo>
                <a:cubicBezTo>
                  <a:pt x="1282536" y="118787"/>
                  <a:pt x="1280487" y="113814"/>
                  <a:pt x="1279197" y="108102"/>
                </a:cubicBezTo>
                <a:cubicBezTo>
                  <a:pt x="1277907" y="102387"/>
                  <a:pt x="1277262" y="96364"/>
                  <a:pt x="1277262" y="90035"/>
                </a:cubicBezTo>
                <a:cubicBezTo>
                  <a:pt x="1277262" y="82546"/>
                  <a:pt x="1278068" y="75783"/>
                  <a:pt x="1279681" y="69746"/>
                </a:cubicBezTo>
                <a:cubicBezTo>
                  <a:pt x="1281294" y="63708"/>
                  <a:pt x="1283681" y="58559"/>
                  <a:pt x="1286841" y="54297"/>
                </a:cubicBezTo>
                <a:cubicBezTo>
                  <a:pt x="1290002" y="50034"/>
                  <a:pt x="1293921" y="46756"/>
                  <a:pt x="1298598" y="44464"/>
                </a:cubicBezTo>
                <a:cubicBezTo>
                  <a:pt x="1303274" y="42172"/>
                  <a:pt x="1308677" y="41026"/>
                  <a:pt x="1314805" y="41026"/>
                </a:cubicBezTo>
                <a:cubicBezTo>
                  <a:pt x="1319901" y="41026"/>
                  <a:pt x="1324561" y="42140"/>
                  <a:pt x="1328787" y="44367"/>
                </a:cubicBezTo>
                <a:cubicBezTo>
                  <a:pt x="1333012" y="46595"/>
                  <a:pt x="1337189" y="49872"/>
                  <a:pt x="1341317" y="54197"/>
                </a:cubicBezTo>
                <a:lnTo>
                  <a:pt x="1341317" y="3489"/>
                </a:lnTo>
                <a:cubicBezTo>
                  <a:pt x="1341317" y="3038"/>
                  <a:pt x="1341430" y="2602"/>
                  <a:pt x="1341656" y="2183"/>
                </a:cubicBezTo>
                <a:cubicBezTo>
                  <a:pt x="1341881" y="1762"/>
                  <a:pt x="1342317" y="1438"/>
                  <a:pt x="1342962" y="1213"/>
                </a:cubicBezTo>
                <a:cubicBezTo>
                  <a:pt x="1343607" y="985"/>
                  <a:pt x="1344429" y="790"/>
                  <a:pt x="1345429" y="629"/>
                </a:cubicBezTo>
                <a:cubicBezTo>
                  <a:pt x="1346429" y="468"/>
                  <a:pt x="1347703" y="387"/>
                  <a:pt x="1349251" y="387"/>
                </a:cubicBezTo>
                <a:cubicBezTo>
                  <a:pt x="1350864" y="387"/>
                  <a:pt x="1352186" y="468"/>
                  <a:pt x="1353218" y="629"/>
                </a:cubicBezTo>
                <a:cubicBezTo>
                  <a:pt x="1354251" y="790"/>
                  <a:pt x="1355057" y="984"/>
                  <a:pt x="1355637" y="1209"/>
                </a:cubicBezTo>
                <a:cubicBezTo>
                  <a:pt x="1356218" y="1435"/>
                  <a:pt x="1356653" y="1759"/>
                  <a:pt x="1356944" y="2180"/>
                </a:cubicBezTo>
                <a:cubicBezTo>
                  <a:pt x="1357234" y="2599"/>
                  <a:pt x="1357379" y="3035"/>
                  <a:pt x="1357379" y="3486"/>
                </a:cubicBezTo>
                <a:lnTo>
                  <a:pt x="1357379" y="132461"/>
                </a:lnTo>
                <a:moveTo>
                  <a:pt x="1341317" y="71245"/>
                </a:moveTo>
                <a:cubicBezTo>
                  <a:pt x="1336995" y="65881"/>
                  <a:pt x="1332818" y="61794"/>
                  <a:pt x="1328787" y="58984"/>
                </a:cubicBezTo>
                <a:cubicBezTo>
                  <a:pt x="1324755" y="56172"/>
                  <a:pt x="1320546" y="54766"/>
                  <a:pt x="1316159" y="54766"/>
                </a:cubicBezTo>
                <a:cubicBezTo>
                  <a:pt x="1312096" y="54766"/>
                  <a:pt x="1308645" y="55736"/>
                  <a:pt x="1305806" y="57675"/>
                </a:cubicBezTo>
                <a:cubicBezTo>
                  <a:pt x="1302968" y="59612"/>
                  <a:pt x="1300662" y="62163"/>
                  <a:pt x="1298888" y="65328"/>
                </a:cubicBezTo>
                <a:cubicBezTo>
                  <a:pt x="1297114" y="68493"/>
                  <a:pt x="1295824" y="72078"/>
                  <a:pt x="1295018" y="76083"/>
                </a:cubicBezTo>
                <a:cubicBezTo>
                  <a:pt x="1294211" y="80089"/>
                  <a:pt x="1293808" y="84159"/>
                  <a:pt x="1293808" y="88293"/>
                </a:cubicBezTo>
                <a:cubicBezTo>
                  <a:pt x="1293808" y="92686"/>
                  <a:pt x="1294147" y="96981"/>
                  <a:pt x="1294824" y="101180"/>
                </a:cubicBezTo>
                <a:cubicBezTo>
                  <a:pt x="1295501" y="105379"/>
                  <a:pt x="1296679" y="109110"/>
                  <a:pt x="1298356" y="112371"/>
                </a:cubicBezTo>
                <a:cubicBezTo>
                  <a:pt x="1300033" y="115633"/>
                  <a:pt x="1302258" y="118249"/>
                  <a:pt x="1305032" y="120221"/>
                </a:cubicBezTo>
                <a:cubicBezTo>
                  <a:pt x="1307806" y="122190"/>
                  <a:pt x="1311289" y="123175"/>
                  <a:pt x="1315482" y="123175"/>
                </a:cubicBezTo>
                <a:cubicBezTo>
                  <a:pt x="1317611" y="123175"/>
                  <a:pt x="1319659" y="122885"/>
                  <a:pt x="1321626" y="122304"/>
                </a:cubicBezTo>
                <a:cubicBezTo>
                  <a:pt x="1323594" y="121722"/>
                  <a:pt x="1325610" y="120752"/>
                  <a:pt x="1327674" y="119395"/>
                </a:cubicBezTo>
                <a:cubicBezTo>
                  <a:pt x="1329738" y="118039"/>
                  <a:pt x="1331899" y="116278"/>
                  <a:pt x="1334157" y="114113"/>
                </a:cubicBezTo>
                <a:cubicBezTo>
                  <a:pt x="1336415" y="111948"/>
                  <a:pt x="1338801" y="109282"/>
                  <a:pt x="1341317" y="106115"/>
                </a:cubicBezTo>
                <a:lnTo>
                  <a:pt x="1341317" y="71245"/>
                </a:lnTo>
                <a:close/>
                <a:moveTo>
                  <a:pt x="1402759" y="132464"/>
                </a:moveTo>
                <a:cubicBezTo>
                  <a:pt x="1402759" y="132980"/>
                  <a:pt x="1402630" y="133415"/>
                  <a:pt x="1402372" y="133770"/>
                </a:cubicBezTo>
                <a:cubicBezTo>
                  <a:pt x="1402114" y="134125"/>
                  <a:pt x="1401695" y="134431"/>
                  <a:pt x="1401114" y="134689"/>
                </a:cubicBezTo>
                <a:cubicBezTo>
                  <a:pt x="1400533" y="134947"/>
                  <a:pt x="1399727" y="135141"/>
                  <a:pt x="1398695" y="135270"/>
                </a:cubicBezTo>
                <a:cubicBezTo>
                  <a:pt x="1397663" y="135399"/>
                  <a:pt x="1396341" y="135463"/>
                  <a:pt x="1394728" y="135463"/>
                </a:cubicBezTo>
                <a:cubicBezTo>
                  <a:pt x="1393180" y="135463"/>
                  <a:pt x="1391890" y="135399"/>
                  <a:pt x="1390857" y="135270"/>
                </a:cubicBezTo>
                <a:cubicBezTo>
                  <a:pt x="1389825" y="135141"/>
                  <a:pt x="1389003" y="134947"/>
                  <a:pt x="1388390" y="134689"/>
                </a:cubicBezTo>
                <a:cubicBezTo>
                  <a:pt x="1387777" y="134431"/>
                  <a:pt x="1387358" y="134125"/>
                  <a:pt x="1387132" y="133770"/>
                </a:cubicBezTo>
                <a:cubicBezTo>
                  <a:pt x="1386906" y="133415"/>
                  <a:pt x="1386794" y="132980"/>
                  <a:pt x="1386794" y="132464"/>
                </a:cubicBezTo>
                <a:lnTo>
                  <a:pt x="1386794" y="45380"/>
                </a:lnTo>
                <a:cubicBezTo>
                  <a:pt x="1386794" y="44929"/>
                  <a:pt x="1386906" y="44509"/>
                  <a:pt x="1387132" y="44122"/>
                </a:cubicBezTo>
                <a:cubicBezTo>
                  <a:pt x="1387358" y="43735"/>
                  <a:pt x="1387777" y="43413"/>
                  <a:pt x="1388390" y="43155"/>
                </a:cubicBezTo>
                <a:cubicBezTo>
                  <a:pt x="1389003" y="42897"/>
                  <a:pt x="1389825" y="42703"/>
                  <a:pt x="1390857" y="42574"/>
                </a:cubicBezTo>
                <a:cubicBezTo>
                  <a:pt x="1391890" y="42445"/>
                  <a:pt x="1393180" y="42381"/>
                  <a:pt x="1394728" y="42381"/>
                </a:cubicBezTo>
                <a:cubicBezTo>
                  <a:pt x="1396341" y="42381"/>
                  <a:pt x="1397663" y="42445"/>
                  <a:pt x="1398695" y="42574"/>
                </a:cubicBezTo>
                <a:cubicBezTo>
                  <a:pt x="1399727" y="42703"/>
                  <a:pt x="1400533" y="42897"/>
                  <a:pt x="1401114" y="43155"/>
                </a:cubicBezTo>
                <a:cubicBezTo>
                  <a:pt x="1401695" y="43413"/>
                  <a:pt x="1402114" y="43735"/>
                  <a:pt x="1402372" y="44122"/>
                </a:cubicBezTo>
                <a:cubicBezTo>
                  <a:pt x="1402630" y="44509"/>
                  <a:pt x="1402759" y="44929"/>
                  <a:pt x="1402759" y="45380"/>
                </a:cubicBezTo>
                <a:lnTo>
                  <a:pt x="1402759" y="132464"/>
                </a:lnTo>
                <a:moveTo>
                  <a:pt x="1404597" y="15869"/>
                </a:moveTo>
                <a:cubicBezTo>
                  <a:pt x="1404597" y="19610"/>
                  <a:pt x="1403888" y="22158"/>
                  <a:pt x="1402469" y="23513"/>
                </a:cubicBezTo>
                <a:cubicBezTo>
                  <a:pt x="1401049" y="24867"/>
                  <a:pt x="1398437" y="25545"/>
                  <a:pt x="1394631" y="25545"/>
                </a:cubicBezTo>
                <a:cubicBezTo>
                  <a:pt x="1390890" y="25545"/>
                  <a:pt x="1388326" y="24883"/>
                  <a:pt x="1386939" y="23561"/>
                </a:cubicBezTo>
                <a:cubicBezTo>
                  <a:pt x="1385552" y="22239"/>
                  <a:pt x="1384858" y="19739"/>
                  <a:pt x="1384858" y="16062"/>
                </a:cubicBezTo>
                <a:cubicBezTo>
                  <a:pt x="1384858" y="12321"/>
                  <a:pt x="1385568" y="9773"/>
                  <a:pt x="1386987" y="8418"/>
                </a:cubicBezTo>
                <a:cubicBezTo>
                  <a:pt x="1388406" y="7063"/>
                  <a:pt x="1391019" y="6386"/>
                  <a:pt x="1394825" y="6386"/>
                </a:cubicBezTo>
                <a:cubicBezTo>
                  <a:pt x="1398566" y="6386"/>
                  <a:pt x="1401130" y="7047"/>
                  <a:pt x="1402517" y="8370"/>
                </a:cubicBezTo>
                <a:cubicBezTo>
                  <a:pt x="1403904" y="9692"/>
                  <a:pt x="1404597" y="12192"/>
                  <a:pt x="1404597" y="15869"/>
                </a:cubicBezTo>
                <a:close/>
                <a:moveTo>
                  <a:pt x="1507142" y="132464"/>
                </a:moveTo>
                <a:cubicBezTo>
                  <a:pt x="1507142" y="132980"/>
                  <a:pt x="1507013" y="133415"/>
                  <a:pt x="1506755" y="133770"/>
                </a:cubicBezTo>
                <a:cubicBezTo>
                  <a:pt x="1506497" y="134125"/>
                  <a:pt x="1506078" y="134431"/>
                  <a:pt x="1505497" y="134689"/>
                </a:cubicBezTo>
                <a:cubicBezTo>
                  <a:pt x="1504916" y="134947"/>
                  <a:pt x="1504110" y="135141"/>
                  <a:pt x="1503078" y="135270"/>
                </a:cubicBezTo>
                <a:cubicBezTo>
                  <a:pt x="1502046" y="135399"/>
                  <a:pt x="1500756" y="135463"/>
                  <a:pt x="1499208" y="135463"/>
                </a:cubicBezTo>
                <a:cubicBezTo>
                  <a:pt x="1497595" y="135463"/>
                  <a:pt x="1496273" y="135399"/>
                  <a:pt x="1495240" y="135270"/>
                </a:cubicBezTo>
                <a:cubicBezTo>
                  <a:pt x="1494208" y="135141"/>
                  <a:pt x="1493402" y="134947"/>
                  <a:pt x="1492822" y="134689"/>
                </a:cubicBezTo>
                <a:cubicBezTo>
                  <a:pt x="1492241" y="134431"/>
                  <a:pt x="1491822" y="134125"/>
                  <a:pt x="1491564" y="133770"/>
                </a:cubicBezTo>
                <a:cubicBezTo>
                  <a:pt x="1491306" y="133415"/>
                  <a:pt x="1491177" y="132980"/>
                  <a:pt x="1491177" y="132464"/>
                </a:cubicBezTo>
                <a:lnTo>
                  <a:pt x="1491177" y="81472"/>
                </a:lnTo>
                <a:cubicBezTo>
                  <a:pt x="1491177" y="76505"/>
                  <a:pt x="1490790" y="72505"/>
                  <a:pt x="1490015" y="69473"/>
                </a:cubicBezTo>
                <a:cubicBezTo>
                  <a:pt x="1489241" y="66442"/>
                  <a:pt x="1488113" y="63829"/>
                  <a:pt x="1486629" y="61636"/>
                </a:cubicBezTo>
                <a:cubicBezTo>
                  <a:pt x="1485145" y="59443"/>
                  <a:pt x="1483226" y="57765"/>
                  <a:pt x="1480872" y="56604"/>
                </a:cubicBezTo>
                <a:cubicBezTo>
                  <a:pt x="1478517" y="55443"/>
                  <a:pt x="1475792" y="54863"/>
                  <a:pt x="1472696" y="54863"/>
                </a:cubicBezTo>
                <a:cubicBezTo>
                  <a:pt x="1468696" y="54863"/>
                  <a:pt x="1464697" y="56282"/>
                  <a:pt x="1460697" y="59120"/>
                </a:cubicBezTo>
                <a:cubicBezTo>
                  <a:pt x="1456698" y="61958"/>
                  <a:pt x="1452505" y="66119"/>
                  <a:pt x="1448119" y="71602"/>
                </a:cubicBezTo>
                <a:lnTo>
                  <a:pt x="1448119" y="132464"/>
                </a:lnTo>
                <a:cubicBezTo>
                  <a:pt x="1448119" y="132980"/>
                  <a:pt x="1447990" y="133415"/>
                  <a:pt x="1447732" y="133770"/>
                </a:cubicBezTo>
                <a:cubicBezTo>
                  <a:pt x="1447474" y="134125"/>
                  <a:pt x="1447054" y="134431"/>
                  <a:pt x="1446474" y="134689"/>
                </a:cubicBezTo>
                <a:cubicBezTo>
                  <a:pt x="1445893" y="134947"/>
                  <a:pt x="1445087" y="135141"/>
                  <a:pt x="1444055" y="135270"/>
                </a:cubicBezTo>
                <a:cubicBezTo>
                  <a:pt x="1443023" y="135399"/>
                  <a:pt x="1441700" y="135463"/>
                  <a:pt x="1440088" y="135463"/>
                </a:cubicBezTo>
                <a:cubicBezTo>
                  <a:pt x="1438539" y="135463"/>
                  <a:pt x="1437249" y="135399"/>
                  <a:pt x="1436217" y="135270"/>
                </a:cubicBezTo>
                <a:cubicBezTo>
                  <a:pt x="1435185" y="135141"/>
                  <a:pt x="1434363" y="134947"/>
                  <a:pt x="1433750" y="134689"/>
                </a:cubicBezTo>
                <a:cubicBezTo>
                  <a:pt x="1433137" y="134431"/>
                  <a:pt x="1432718" y="134125"/>
                  <a:pt x="1432492" y="133770"/>
                </a:cubicBezTo>
                <a:cubicBezTo>
                  <a:pt x="1432266" y="133415"/>
                  <a:pt x="1432153" y="132980"/>
                  <a:pt x="1432153" y="132464"/>
                </a:cubicBezTo>
                <a:lnTo>
                  <a:pt x="1432153" y="45380"/>
                </a:lnTo>
                <a:cubicBezTo>
                  <a:pt x="1432153" y="44864"/>
                  <a:pt x="1432250" y="44429"/>
                  <a:pt x="1432444" y="44074"/>
                </a:cubicBezTo>
                <a:cubicBezTo>
                  <a:pt x="1432637" y="43719"/>
                  <a:pt x="1433024" y="43397"/>
                  <a:pt x="1433605" y="43106"/>
                </a:cubicBezTo>
                <a:cubicBezTo>
                  <a:pt x="1434185" y="42816"/>
                  <a:pt x="1434927" y="42623"/>
                  <a:pt x="1435830" y="42526"/>
                </a:cubicBezTo>
                <a:cubicBezTo>
                  <a:pt x="1436733" y="42429"/>
                  <a:pt x="1437927" y="42381"/>
                  <a:pt x="1439410" y="42381"/>
                </a:cubicBezTo>
                <a:cubicBezTo>
                  <a:pt x="1440829" y="42381"/>
                  <a:pt x="1442007" y="42429"/>
                  <a:pt x="1442942" y="42526"/>
                </a:cubicBezTo>
                <a:cubicBezTo>
                  <a:pt x="1443877" y="42623"/>
                  <a:pt x="1444603" y="42816"/>
                  <a:pt x="1445119" y="43106"/>
                </a:cubicBezTo>
                <a:cubicBezTo>
                  <a:pt x="1445635" y="43397"/>
                  <a:pt x="1446006" y="43719"/>
                  <a:pt x="1446232" y="44074"/>
                </a:cubicBezTo>
                <a:cubicBezTo>
                  <a:pt x="1446458" y="44429"/>
                  <a:pt x="1446570" y="44864"/>
                  <a:pt x="1446570" y="45380"/>
                </a:cubicBezTo>
                <a:lnTo>
                  <a:pt x="1446570" y="56895"/>
                </a:lnTo>
                <a:cubicBezTo>
                  <a:pt x="1451473" y="51412"/>
                  <a:pt x="1456359" y="47396"/>
                  <a:pt x="1461230" y="44848"/>
                </a:cubicBezTo>
                <a:cubicBezTo>
                  <a:pt x="1466100" y="42300"/>
                  <a:pt x="1471018" y="41026"/>
                  <a:pt x="1475985" y="41026"/>
                </a:cubicBezTo>
                <a:cubicBezTo>
                  <a:pt x="1481791" y="41026"/>
                  <a:pt x="1486677" y="42010"/>
                  <a:pt x="1490644" y="43977"/>
                </a:cubicBezTo>
                <a:cubicBezTo>
                  <a:pt x="1494612" y="45945"/>
                  <a:pt x="1497821" y="48573"/>
                  <a:pt x="1500272" y="51863"/>
                </a:cubicBezTo>
                <a:cubicBezTo>
                  <a:pt x="1502723" y="55153"/>
                  <a:pt x="1504481" y="59007"/>
                  <a:pt x="1505545" y="63426"/>
                </a:cubicBezTo>
                <a:cubicBezTo>
                  <a:pt x="1506610" y="67845"/>
                  <a:pt x="1507142" y="73150"/>
                  <a:pt x="1507142" y="79343"/>
                </a:cubicBezTo>
                <a:lnTo>
                  <a:pt x="1507142" y="132464"/>
                </a:lnTo>
                <a:close/>
                <a:moveTo>
                  <a:pt x="1608932" y="49251"/>
                </a:moveTo>
                <a:cubicBezTo>
                  <a:pt x="1608932" y="51508"/>
                  <a:pt x="1608626" y="53137"/>
                  <a:pt x="1608013" y="54137"/>
                </a:cubicBezTo>
                <a:cubicBezTo>
                  <a:pt x="1607400" y="55137"/>
                  <a:pt x="1606610" y="55637"/>
                  <a:pt x="1605642" y="55637"/>
                </a:cubicBezTo>
                <a:lnTo>
                  <a:pt x="1593160" y="55637"/>
                </a:lnTo>
                <a:cubicBezTo>
                  <a:pt x="1595418" y="57965"/>
                  <a:pt x="1596998" y="60537"/>
                  <a:pt x="1597901" y="63353"/>
                </a:cubicBezTo>
                <a:cubicBezTo>
                  <a:pt x="1598805" y="66167"/>
                  <a:pt x="1599256" y="69094"/>
                  <a:pt x="1599256" y="72134"/>
                </a:cubicBezTo>
                <a:cubicBezTo>
                  <a:pt x="1599256" y="77158"/>
                  <a:pt x="1598450" y="81602"/>
                  <a:pt x="1596837" y="85466"/>
                </a:cubicBezTo>
                <a:cubicBezTo>
                  <a:pt x="1595224" y="89330"/>
                  <a:pt x="1592918" y="92599"/>
                  <a:pt x="1589919" y="95272"/>
                </a:cubicBezTo>
                <a:cubicBezTo>
                  <a:pt x="1586919" y="97945"/>
                  <a:pt x="1583355" y="99990"/>
                  <a:pt x="1579227" y="101407"/>
                </a:cubicBezTo>
                <a:cubicBezTo>
                  <a:pt x="1575098" y="102824"/>
                  <a:pt x="1570518" y="103533"/>
                  <a:pt x="1565487" y="103533"/>
                </a:cubicBezTo>
                <a:cubicBezTo>
                  <a:pt x="1561939" y="103533"/>
                  <a:pt x="1558569" y="103066"/>
                  <a:pt x="1555376" y="102133"/>
                </a:cubicBezTo>
                <a:cubicBezTo>
                  <a:pt x="1552183" y="101199"/>
                  <a:pt x="1549715" y="100024"/>
                  <a:pt x="1547973" y="98607"/>
                </a:cubicBezTo>
                <a:cubicBezTo>
                  <a:pt x="1546812" y="99768"/>
                  <a:pt x="1545861" y="101091"/>
                  <a:pt x="1545119" y="102574"/>
                </a:cubicBezTo>
                <a:cubicBezTo>
                  <a:pt x="1544377" y="104056"/>
                  <a:pt x="1544006" y="105763"/>
                  <a:pt x="1544006" y="107696"/>
                </a:cubicBezTo>
                <a:cubicBezTo>
                  <a:pt x="1544006" y="109954"/>
                  <a:pt x="1545055" y="111825"/>
                  <a:pt x="1547151" y="113309"/>
                </a:cubicBezTo>
                <a:cubicBezTo>
                  <a:pt x="1549247" y="114790"/>
                  <a:pt x="1552037" y="115595"/>
                  <a:pt x="1555521" y="115724"/>
                </a:cubicBezTo>
                <a:lnTo>
                  <a:pt x="1578259" y="116695"/>
                </a:lnTo>
                <a:cubicBezTo>
                  <a:pt x="1582581" y="116824"/>
                  <a:pt x="1586548" y="117423"/>
                  <a:pt x="1590161" y="118491"/>
                </a:cubicBezTo>
                <a:cubicBezTo>
                  <a:pt x="1593773" y="119560"/>
                  <a:pt x="1596902" y="121082"/>
                  <a:pt x="1599546" y="123057"/>
                </a:cubicBezTo>
                <a:cubicBezTo>
                  <a:pt x="1602191" y="125031"/>
                  <a:pt x="1604255" y="127458"/>
                  <a:pt x="1605739" y="130338"/>
                </a:cubicBezTo>
                <a:cubicBezTo>
                  <a:pt x="1607223" y="133219"/>
                  <a:pt x="1607964" y="136569"/>
                  <a:pt x="1607964" y="140389"/>
                </a:cubicBezTo>
                <a:cubicBezTo>
                  <a:pt x="1607964" y="144403"/>
                  <a:pt x="1607126" y="148222"/>
                  <a:pt x="1605449" y="151846"/>
                </a:cubicBezTo>
                <a:cubicBezTo>
                  <a:pt x="1603772" y="155472"/>
                  <a:pt x="1601207" y="158661"/>
                  <a:pt x="1597756" y="161410"/>
                </a:cubicBezTo>
                <a:cubicBezTo>
                  <a:pt x="1594305" y="164162"/>
                  <a:pt x="1589903" y="166331"/>
                  <a:pt x="1584549" y="167917"/>
                </a:cubicBezTo>
                <a:cubicBezTo>
                  <a:pt x="1579195" y="169504"/>
                  <a:pt x="1572873" y="170297"/>
                  <a:pt x="1565584" y="170297"/>
                </a:cubicBezTo>
                <a:cubicBezTo>
                  <a:pt x="1558553" y="170297"/>
                  <a:pt x="1552570" y="169699"/>
                  <a:pt x="1547635" y="168504"/>
                </a:cubicBezTo>
                <a:cubicBezTo>
                  <a:pt x="1542700" y="167310"/>
                  <a:pt x="1538652" y="165681"/>
                  <a:pt x="1535492" y="163614"/>
                </a:cubicBezTo>
                <a:cubicBezTo>
                  <a:pt x="1532331" y="161550"/>
                  <a:pt x="1530041" y="159082"/>
                  <a:pt x="1528622" y="156209"/>
                </a:cubicBezTo>
                <a:cubicBezTo>
                  <a:pt x="1527202" y="153337"/>
                  <a:pt x="1526493" y="150221"/>
                  <a:pt x="1526493" y="146863"/>
                </a:cubicBezTo>
                <a:cubicBezTo>
                  <a:pt x="1526493" y="144734"/>
                  <a:pt x="1526751" y="142669"/>
                  <a:pt x="1527267" y="140667"/>
                </a:cubicBezTo>
                <a:cubicBezTo>
                  <a:pt x="1527783" y="138666"/>
                  <a:pt x="1528573" y="136761"/>
                  <a:pt x="1529638" y="134952"/>
                </a:cubicBezTo>
                <a:cubicBezTo>
                  <a:pt x="1530702" y="133146"/>
                  <a:pt x="1532024" y="131421"/>
                  <a:pt x="1533605" y="129776"/>
                </a:cubicBezTo>
                <a:cubicBezTo>
                  <a:pt x="1535185" y="128129"/>
                  <a:pt x="1537007" y="126498"/>
                  <a:pt x="1539072" y="124883"/>
                </a:cubicBezTo>
                <a:cubicBezTo>
                  <a:pt x="1535911" y="123265"/>
                  <a:pt x="1533572" y="121225"/>
                  <a:pt x="1532057" y="118763"/>
                </a:cubicBezTo>
                <a:cubicBezTo>
                  <a:pt x="1530541" y="116300"/>
                  <a:pt x="1529783" y="113643"/>
                  <a:pt x="1529783" y="110793"/>
                </a:cubicBezTo>
                <a:cubicBezTo>
                  <a:pt x="1529783" y="106842"/>
                  <a:pt x="1530589" y="103311"/>
                  <a:pt x="1532202" y="100201"/>
                </a:cubicBezTo>
                <a:cubicBezTo>
                  <a:pt x="1533814" y="97090"/>
                  <a:pt x="1535814" y="94304"/>
                  <a:pt x="1538201" y="91843"/>
                </a:cubicBezTo>
                <a:cubicBezTo>
                  <a:pt x="1536201" y="89460"/>
                  <a:pt x="1534621" y="86771"/>
                  <a:pt x="1533460" y="83776"/>
                </a:cubicBezTo>
                <a:cubicBezTo>
                  <a:pt x="1532298" y="80780"/>
                  <a:pt x="1531718" y="77158"/>
                  <a:pt x="1531718" y="72908"/>
                </a:cubicBezTo>
                <a:cubicBezTo>
                  <a:pt x="1531718" y="67949"/>
                  <a:pt x="1532556" y="63506"/>
                  <a:pt x="1534234" y="59577"/>
                </a:cubicBezTo>
                <a:cubicBezTo>
                  <a:pt x="1535911" y="55648"/>
                  <a:pt x="1538233" y="52331"/>
                  <a:pt x="1541200" y="49626"/>
                </a:cubicBezTo>
                <a:cubicBezTo>
                  <a:pt x="1544168" y="46920"/>
                  <a:pt x="1547732" y="44843"/>
                  <a:pt x="1551892" y="43394"/>
                </a:cubicBezTo>
                <a:cubicBezTo>
                  <a:pt x="1556053" y="41944"/>
                  <a:pt x="1560584" y="41220"/>
                  <a:pt x="1565487" y="41220"/>
                </a:cubicBezTo>
                <a:cubicBezTo>
                  <a:pt x="1568132" y="41220"/>
                  <a:pt x="1570599" y="41357"/>
                  <a:pt x="1572889" y="41631"/>
                </a:cubicBezTo>
                <a:cubicBezTo>
                  <a:pt x="1575179" y="41903"/>
                  <a:pt x="1577324" y="42282"/>
                  <a:pt x="1579324" y="42768"/>
                </a:cubicBezTo>
                <a:lnTo>
                  <a:pt x="1605642" y="42768"/>
                </a:lnTo>
                <a:cubicBezTo>
                  <a:pt x="1606739" y="42768"/>
                  <a:pt x="1607561" y="43300"/>
                  <a:pt x="1608110" y="44364"/>
                </a:cubicBezTo>
                <a:cubicBezTo>
                  <a:pt x="1608658" y="45429"/>
                  <a:pt x="1608932" y="47057"/>
                  <a:pt x="1608932" y="49251"/>
                </a:cubicBezTo>
                <a:moveTo>
                  <a:pt x="1583968" y="72231"/>
                </a:moveTo>
                <a:cubicBezTo>
                  <a:pt x="1583968" y="66313"/>
                  <a:pt x="1582339" y="61696"/>
                  <a:pt x="1579082" y="58382"/>
                </a:cubicBezTo>
                <a:cubicBezTo>
                  <a:pt x="1575824" y="55068"/>
                  <a:pt x="1571196" y="53411"/>
                  <a:pt x="1565197" y="53411"/>
                </a:cubicBezTo>
                <a:cubicBezTo>
                  <a:pt x="1562100" y="53411"/>
                  <a:pt x="1559407" y="53926"/>
                  <a:pt x="1557117" y="54956"/>
                </a:cubicBezTo>
                <a:cubicBezTo>
                  <a:pt x="1554827" y="55984"/>
                  <a:pt x="1552924" y="57400"/>
                  <a:pt x="1551408" y="59202"/>
                </a:cubicBezTo>
                <a:cubicBezTo>
                  <a:pt x="1549893" y="61004"/>
                  <a:pt x="1548764" y="63079"/>
                  <a:pt x="1548022" y="65428"/>
                </a:cubicBezTo>
                <a:cubicBezTo>
                  <a:pt x="1547280" y="67776"/>
                  <a:pt x="1546909" y="70237"/>
                  <a:pt x="1546909" y="72812"/>
                </a:cubicBezTo>
                <a:cubicBezTo>
                  <a:pt x="1546909" y="78537"/>
                  <a:pt x="1548538" y="83040"/>
                  <a:pt x="1551795" y="86322"/>
                </a:cubicBezTo>
                <a:cubicBezTo>
                  <a:pt x="1555053" y="89603"/>
                  <a:pt x="1559617" y="91244"/>
                  <a:pt x="1565487" y="91244"/>
                </a:cubicBezTo>
                <a:cubicBezTo>
                  <a:pt x="1568648" y="91244"/>
                  <a:pt x="1571389" y="90746"/>
                  <a:pt x="1573712" y="89751"/>
                </a:cubicBezTo>
                <a:cubicBezTo>
                  <a:pt x="1576034" y="88753"/>
                  <a:pt x="1577953" y="87369"/>
                  <a:pt x="1579469" y="85599"/>
                </a:cubicBezTo>
                <a:cubicBezTo>
                  <a:pt x="1580985" y="83829"/>
                  <a:pt x="1582113" y="81786"/>
                  <a:pt x="1582855" y="79470"/>
                </a:cubicBezTo>
                <a:cubicBezTo>
                  <a:pt x="1583597" y="77154"/>
                  <a:pt x="1583968" y="74741"/>
                  <a:pt x="1583968" y="72231"/>
                </a:cubicBezTo>
                <a:moveTo>
                  <a:pt x="1591999" y="141257"/>
                </a:moveTo>
                <a:cubicBezTo>
                  <a:pt x="1591999" y="137489"/>
                  <a:pt x="1590467" y="134584"/>
                  <a:pt x="1587403" y="132539"/>
                </a:cubicBezTo>
                <a:cubicBezTo>
                  <a:pt x="1584339" y="130493"/>
                  <a:pt x="1580194" y="129406"/>
                  <a:pt x="1574969" y="129277"/>
                </a:cubicBezTo>
                <a:lnTo>
                  <a:pt x="1552424" y="128497"/>
                </a:lnTo>
                <a:cubicBezTo>
                  <a:pt x="1550360" y="130119"/>
                  <a:pt x="1548667" y="131662"/>
                  <a:pt x="1547345" y="133123"/>
                </a:cubicBezTo>
                <a:cubicBezTo>
                  <a:pt x="1546022" y="134585"/>
                  <a:pt x="1544974" y="135980"/>
                  <a:pt x="1544200" y="137311"/>
                </a:cubicBezTo>
                <a:cubicBezTo>
                  <a:pt x="1543426" y="138641"/>
                  <a:pt x="1542894" y="139956"/>
                  <a:pt x="1542603" y="141254"/>
                </a:cubicBezTo>
                <a:cubicBezTo>
                  <a:pt x="1542313" y="142554"/>
                  <a:pt x="1542168" y="143886"/>
                  <a:pt x="1542168" y="145248"/>
                </a:cubicBezTo>
                <a:cubicBezTo>
                  <a:pt x="1542168" y="149469"/>
                  <a:pt x="1544297" y="152667"/>
                  <a:pt x="1548554" y="154843"/>
                </a:cubicBezTo>
                <a:cubicBezTo>
                  <a:pt x="1552811" y="157018"/>
                  <a:pt x="1558746" y="158105"/>
                  <a:pt x="1566358" y="158105"/>
                </a:cubicBezTo>
                <a:cubicBezTo>
                  <a:pt x="1571196" y="158105"/>
                  <a:pt x="1575244" y="157634"/>
                  <a:pt x="1578501" y="156693"/>
                </a:cubicBezTo>
                <a:cubicBezTo>
                  <a:pt x="1581759" y="155752"/>
                  <a:pt x="1584387" y="154502"/>
                  <a:pt x="1586387" y="152944"/>
                </a:cubicBezTo>
                <a:cubicBezTo>
                  <a:pt x="1588387" y="151385"/>
                  <a:pt x="1589822" y="149599"/>
                  <a:pt x="1590693" y="147586"/>
                </a:cubicBezTo>
                <a:cubicBezTo>
                  <a:pt x="1591564" y="145574"/>
                  <a:pt x="1591999" y="143464"/>
                  <a:pt x="1591999" y="1412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(WordEmbedding)">
            <a:extLst xmlns:a="http://schemas.openxmlformats.org/drawingml/2006/main">
              <a:ext uri="{FF2B5EF4-FFF2-40B4-BE49-F238E27FC236}">
                <a16:creationId xmlns:a16="http://schemas.microsoft.com/office/drawing/2014/main" id="{A3E90C5C-3ABF-42EE-BDD3-7F8695B4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07" y="2386095"/>
            <a:ext cx="1501219" cy="172813"/>
          </a:xfrm>
          <a:custGeom xmlns:a="http://schemas.openxmlformats.org/drawingml/2006/main">
            <a:pathLst>
              <a:path w="1501219" h="172813">
                <a:moveTo>
                  <a:pt x="35027" y="3970"/>
                </a:moveTo>
                <a:cubicBezTo>
                  <a:pt x="28899" y="16952"/>
                  <a:pt x="24335" y="30273"/>
                  <a:pt x="21335" y="43932"/>
                </a:cubicBezTo>
                <a:cubicBezTo>
                  <a:pt x="18336" y="57589"/>
                  <a:pt x="16836" y="71328"/>
                  <a:pt x="16836" y="85148"/>
                </a:cubicBezTo>
                <a:cubicBezTo>
                  <a:pt x="16836" y="99033"/>
                  <a:pt x="18368" y="112789"/>
                  <a:pt x="21432" y="126416"/>
                </a:cubicBezTo>
                <a:cubicBezTo>
                  <a:pt x="24496" y="140041"/>
                  <a:pt x="28963" y="153408"/>
                  <a:pt x="34833" y="166517"/>
                </a:cubicBezTo>
                <a:cubicBezTo>
                  <a:pt x="35156" y="167293"/>
                  <a:pt x="35333" y="167955"/>
                  <a:pt x="35366" y="168504"/>
                </a:cubicBezTo>
                <a:cubicBezTo>
                  <a:pt x="35398" y="169052"/>
                  <a:pt x="35188" y="169504"/>
                  <a:pt x="34737" y="169858"/>
                </a:cubicBezTo>
                <a:cubicBezTo>
                  <a:pt x="34285" y="170215"/>
                  <a:pt x="33592" y="170474"/>
                  <a:pt x="32656" y="170636"/>
                </a:cubicBezTo>
                <a:cubicBezTo>
                  <a:pt x="31721" y="170797"/>
                  <a:pt x="30447" y="170877"/>
                  <a:pt x="28834" y="170877"/>
                </a:cubicBezTo>
                <a:cubicBezTo>
                  <a:pt x="27673" y="170877"/>
                  <a:pt x="26673" y="170845"/>
                  <a:pt x="25835" y="170781"/>
                </a:cubicBezTo>
                <a:cubicBezTo>
                  <a:pt x="24996" y="170716"/>
                  <a:pt x="24271" y="170587"/>
                  <a:pt x="23658" y="170394"/>
                </a:cubicBezTo>
                <a:cubicBezTo>
                  <a:pt x="23045" y="170200"/>
                  <a:pt x="22545" y="169973"/>
                  <a:pt x="22158" y="169713"/>
                </a:cubicBezTo>
                <a:cubicBezTo>
                  <a:pt x="21771" y="169455"/>
                  <a:pt x="21481" y="169165"/>
                  <a:pt x="21287" y="168842"/>
                </a:cubicBezTo>
                <a:cubicBezTo>
                  <a:pt x="17804" y="162257"/>
                  <a:pt x="14740" y="155589"/>
                  <a:pt x="12095" y="148840"/>
                </a:cubicBezTo>
                <a:cubicBezTo>
                  <a:pt x="9450" y="142091"/>
                  <a:pt x="7225" y="135230"/>
                  <a:pt x="5419" y="128255"/>
                </a:cubicBezTo>
                <a:cubicBezTo>
                  <a:pt x="3612" y="121280"/>
                  <a:pt x="2258" y="114225"/>
                  <a:pt x="1355" y="107089"/>
                </a:cubicBezTo>
                <a:cubicBezTo>
                  <a:pt x="452" y="99953"/>
                  <a:pt x="0" y="92736"/>
                  <a:pt x="0" y="85439"/>
                </a:cubicBezTo>
                <a:cubicBezTo>
                  <a:pt x="0" y="78141"/>
                  <a:pt x="500" y="70941"/>
                  <a:pt x="1500" y="63837"/>
                </a:cubicBezTo>
                <a:cubicBezTo>
                  <a:pt x="2500" y="56733"/>
                  <a:pt x="3919" y="49678"/>
                  <a:pt x="5757" y="42671"/>
                </a:cubicBezTo>
                <a:cubicBezTo>
                  <a:pt x="7596" y="35664"/>
                  <a:pt x="9837" y="28770"/>
                  <a:pt x="12482" y="21989"/>
                </a:cubicBezTo>
                <a:cubicBezTo>
                  <a:pt x="15127" y="15207"/>
                  <a:pt x="18094" y="8492"/>
                  <a:pt x="21384" y="1841"/>
                </a:cubicBezTo>
                <a:cubicBezTo>
                  <a:pt x="21448" y="1583"/>
                  <a:pt x="21626" y="1358"/>
                  <a:pt x="21916" y="1164"/>
                </a:cubicBezTo>
                <a:cubicBezTo>
                  <a:pt x="22206" y="969"/>
                  <a:pt x="22609" y="774"/>
                  <a:pt x="23126" y="581"/>
                </a:cubicBezTo>
                <a:cubicBezTo>
                  <a:pt x="23642" y="387"/>
                  <a:pt x="24351" y="242"/>
                  <a:pt x="25254" y="145"/>
                </a:cubicBezTo>
                <a:cubicBezTo>
                  <a:pt x="26157" y="48"/>
                  <a:pt x="27318" y="0"/>
                  <a:pt x="28738" y="0"/>
                </a:cubicBezTo>
                <a:cubicBezTo>
                  <a:pt x="30221" y="0"/>
                  <a:pt x="31415" y="97"/>
                  <a:pt x="32318" y="290"/>
                </a:cubicBezTo>
                <a:cubicBezTo>
                  <a:pt x="33221" y="484"/>
                  <a:pt x="33930" y="743"/>
                  <a:pt x="34446" y="1067"/>
                </a:cubicBezTo>
                <a:cubicBezTo>
                  <a:pt x="34962" y="1390"/>
                  <a:pt x="35253" y="1809"/>
                  <a:pt x="35317" y="2325"/>
                </a:cubicBezTo>
                <a:cubicBezTo>
                  <a:pt x="35382" y="2841"/>
                  <a:pt x="35285" y="3390"/>
                  <a:pt x="35027" y="3970"/>
                </a:cubicBezTo>
                <a:close/>
                <a:moveTo>
                  <a:pt x="183663" y="133722"/>
                </a:moveTo>
                <a:cubicBezTo>
                  <a:pt x="183405" y="134625"/>
                  <a:pt x="183018" y="135351"/>
                  <a:pt x="182502" y="135899"/>
                </a:cubicBezTo>
                <a:cubicBezTo>
                  <a:pt x="181986" y="136447"/>
                  <a:pt x="181276" y="136866"/>
                  <a:pt x="180373" y="137157"/>
                </a:cubicBezTo>
                <a:cubicBezTo>
                  <a:pt x="179470" y="137447"/>
                  <a:pt x="178357" y="137657"/>
                  <a:pt x="177035" y="137786"/>
                </a:cubicBezTo>
                <a:cubicBezTo>
                  <a:pt x="175712" y="137915"/>
                  <a:pt x="174084" y="137979"/>
                  <a:pt x="172148" y="137979"/>
                </a:cubicBezTo>
                <a:cubicBezTo>
                  <a:pt x="170149" y="137979"/>
                  <a:pt x="168455" y="137915"/>
                  <a:pt x="167069" y="137786"/>
                </a:cubicBezTo>
                <a:cubicBezTo>
                  <a:pt x="165682" y="137657"/>
                  <a:pt x="164537" y="137447"/>
                  <a:pt x="163634" y="137157"/>
                </a:cubicBezTo>
                <a:cubicBezTo>
                  <a:pt x="162730" y="136866"/>
                  <a:pt x="162053" y="136447"/>
                  <a:pt x="161602" y="135899"/>
                </a:cubicBezTo>
                <a:cubicBezTo>
                  <a:pt x="161150" y="135351"/>
                  <a:pt x="160795" y="134625"/>
                  <a:pt x="160537" y="133722"/>
                </a:cubicBezTo>
                <a:lnTo>
                  <a:pt x="134315" y="39188"/>
                </a:lnTo>
                <a:lnTo>
                  <a:pt x="134122" y="39188"/>
                </a:lnTo>
                <a:lnTo>
                  <a:pt x="109932" y="133722"/>
                </a:lnTo>
                <a:cubicBezTo>
                  <a:pt x="109738" y="134625"/>
                  <a:pt x="109416" y="135351"/>
                  <a:pt x="108964" y="135899"/>
                </a:cubicBezTo>
                <a:cubicBezTo>
                  <a:pt x="108513" y="136447"/>
                  <a:pt x="107868" y="136866"/>
                  <a:pt x="107029" y="137157"/>
                </a:cubicBezTo>
                <a:cubicBezTo>
                  <a:pt x="106191" y="137447"/>
                  <a:pt x="105110" y="137657"/>
                  <a:pt x="103788" y="137786"/>
                </a:cubicBezTo>
                <a:cubicBezTo>
                  <a:pt x="102465" y="137915"/>
                  <a:pt x="100772" y="137979"/>
                  <a:pt x="98708" y="137979"/>
                </a:cubicBezTo>
                <a:cubicBezTo>
                  <a:pt x="96579" y="137979"/>
                  <a:pt x="94805" y="137915"/>
                  <a:pt x="93386" y="137786"/>
                </a:cubicBezTo>
                <a:cubicBezTo>
                  <a:pt x="91967" y="137657"/>
                  <a:pt x="90806" y="137447"/>
                  <a:pt x="89903" y="137157"/>
                </a:cubicBezTo>
                <a:cubicBezTo>
                  <a:pt x="89000" y="136866"/>
                  <a:pt x="88306" y="136447"/>
                  <a:pt x="87822" y="135899"/>
                </a:cubicBezTo>
                <a:cubicBezTo>
                  <a:pt x="87339" y="135351"/>
                  <a:pt x="87000" y="134625"/>
                  <a:pt x="86806" y="133722"/>
                </a:cubicBezTo>
                <a:lnTo>
                  <a:pt x="53715" y="18094"/>
                </a:lnTo>
                <a:cubicBezTo>
                  <a:pt x="53328" y="16610"/>
                  <a:pt x="53118" y="15449"/>
                  <a:pt x="53086" y="14611"/>
                </a:cubicBezTo>
                <a:cubicBezTo>
                  <a:pt x="53054" y="13772"/>
                  <a:pt x="53312" y="13127"/>
                  <a:pt x="53860" y="12676"/>
                </a:cubicBezTo>
                <a:cubicBezTo>
                  <a:pt x="54408" y="12224"/>
                  <a:pt x="55295" y="11934"/>
                  <a:pt x="56521" y="11805"/>
                </a:cubicBezTo>
                <a:cubicBezTo>
                  <a:pt x="57746" y="11676"/>
                  <a:pt x="59391" y="11611"/>
                  <a:pt x="61455" y="11611"/>
                </a:cubicBezTo>
                <a:cubicBezTo>
                  <a:pt x="63455" y="11611"/>
                  <a:pt x="65036" y="11660"/>
                  <a:pt x="66197" y="11756"/>
                </a:cubicBezTo>
                <a:cubicBezTo>
                  <a:pt x="67358" y="11853"/>
                  <a:pt x="68245" y="12030"/>
                  <a:pt x="68858" y="12288"/>
                </a:cubicBezTo>
                <a:cubicBezTo>
                  <a:pt x="69470" y="12546"/>
                  <a:pt x="69890" y="12901"/>
                  <a:pt x="70115" y="13353"/>
                </a:cubicBezTo>
                <a:cubicBezTo>
                  <a:pt x="70341" y="13804"/>
                  <a:pt x="70519" y="14385"/>
                  <a:pt x="70648" y="15094"/>
                </a:cubicBezTo>
                <a:lnTo>
                  <a:pt x="98805" y="119982"/>
                </a:lnTo>
                <a:lnTo>
                  <a:pt x="98901" y="119982"/>
                </a:lnTo>
                <a:lnTo>
                  <a:pt x="125607" y="15288"/>
                </a:lnTo>
                <a:cubicBezTo>
                  <a:pt x="125801" y="14578"/>
                  <a:pt x="126042" y="13982"/>
                  <a:pt x="126333" y="13498"/>
                </a:cubicBezTo>
                <a:cubicBezTo>
                  <a:pt x="126623" y="13014"/>
                  <a:pt x="127091" y="12643"/>
                  <a:pt x="127736" y="12385"/>
                </a:cubicBezTo>
                <a:cubicBezTo>
                  <a:pt x="128381" y="12127"/>
                  <a:pt x="129300" y="11934"/>
                  <a:pt x="130493" y="11805"/>
                </a:cubicBezTo>
                <a:cubicBezTo>
                  <a:pt x="131687" y="11676"/>
                  <a:pt x="133251" y="11611"/>
                  <a:pt x="135186" y="11611"/>
                </a:cubicBezTo>
                <a:cubicBezTo>
                  <a:pt x="136992" y="11611"/>
                  <a:pt x="138428" y="11676"/>
                  <a:pt x="139492" y="11805"/>
                </a:cubicBezTo>
                <a:cubicBezTo>
                  <a:pt x="140556" y="11934"/>
                  <a:pt x="141411" y="12127"/>
                  <a:pt x="142056" y="12385"/>
                </a:cubicBezTo>
                <a:cubicBezTo>
                  <a:pt x="142701" y="12643"/>
                  <a:pt x="143169" y="13014"/>
                  <a:pt x="143459" y="13498"/>
                </a:cubicBezTo>
                <a:cubicBezTo>
                  <a:pt x="143749" y="13982"/>
                  <a:pt x="143991" y="14578"/>
                  <a:pt x="144185" y="15288"/>
                </a:cubicBezTo>
                <a:lnTo>
                  <a:pt x="172922" y="119982"/>
                </a:lnTo>
                <a:lnTo>
                  <a:pt x="173116" y="119982"/>
                </a:lnTo>
                <a:lnTo>
                  <a:pt x="200693" y="15191"/>
                </a:lnTo>
                <a:cubicBezTo>
                  <a:pt x="200886" y="14546"/>
                  <a:pt x="201080" y="13982"/>
                  <a:pt x="201273" y="13498"/>
                </a:cubicBezTo>
                <a:cubicBezTo>
                  <a:pt x="201467" y="13014"/>
                  <a:pt x="201870" y="12643"/>
                  <a:pt x="202483" y="12385"/>
                </a:cubicBezTo>
                <a:cubicBezTo>
                  <a:pt x="203095" y="12127"/>
                  <a:pt x="203966" y="11934"/>
                  <a:pt x="205095" y="11805"/>
                </a:cubicBezTo>
                <a:cubicBezTo>
                  <a:pt x="206224" y="11676"/>
                  <a:pt x="207724" y="11611"/>
                  <a:pt x="209594" y="11611"/>
                </a:cubicBezTo>
                <a:cubicBezTo>
                  <a:pt x="211530" y="11611"/>
                  <a:pt x="213062" y="11692"/>
                  <a:pt x="214190" y="11853"/>
                </a:cubicBezTo>
                <a:cubicBezTo>
                  <a:pt x="215319" y="12014"/>
                  <a:pt x="216142" y="12321"/>
                  <a:pt x="216658" y="12772"/>
                </a:cubicBezTo>
                <a:cubicBezTo>
                  <a:pt x="217174" y="13224"/>
                  <a:pt x="217416" y="13869"/>
                  <a:pt x="217384" y="14707"/>
                </a:cubicBezTo>
                <a:cubicBezTo>
                  <a:pt x="217351" y="15546"/>
                  <a:pt x="217174" y="16707"/>
                  <a:pt x="216851" y="18191"/>
                </a:cubicBezTo>
                <a:lnTo>
                  <a:pt x="183663" y="133722"/>
                </a:lnTo>
                <a:close/>
                <a:moveTo>
                  <a:pt x="319253" y="90519"/>
                </a:moveTo>
                <a:cubicBezTo>
                  <a:pt x="319253" y="97620"/>
                  <a:pt x="318317" y="104158"/>
                  <a:pt x="316446" y="110131"/>
                </a:cubicBezTo>
                <a:cubicBezTo>
                  <a:pt x="314576" y="116103"/>
                  <a:pt x="311786" y="121254"/>
                  <a:pt x="308077" y="125582"/>
                </a:cubicBezTo>
                <a:cubicBezTo>
                  <a:pt x="304368" y="129908"/>
                  <a:pt x="299723" y="133281"/>
                  <a:pt x="294143" y="135702"/>
                </a:cubicBezTo>
                <a:cubicBezTo>
                  <a:pt x="288564" y="138123"/>
                  <a:pt x="282097" y="139334"/>
                  <a:pt x="274743" y="139334"/>
                </a:cubicBezTo>
                <a:cubicBezTo>
                  <a:pt x="267583" y="139334"/>
                  <a:pt x="261342" y="138268"/>
                  <a:pt x="256020" y="136138"/>
                </a:cubicBezTo>
                <a:cubicBezTo>
                  <a:pt x="250698" y="134007"/>
                  <a:pt x="246264" y="130908"/>
                  <a:pt x="242716" y="126840"/>
                </a:cubicBezTo>
                <a:cubicBezTo>
                  <a:pt x="239168" y="122772"/>
                  <a:pt x="236523" y="117832"/>
                  <a:pt x="234781" y="112020"/>
                </a:cubicBezTo>
                <a:cubicBezTo>
                  <a:pt x="233040" y="106209"/>
                  <a:pt x="232169" y="99622"/>
                  <a:pt x="232169" y="92260"/>
                </a:cubicBezTo>
                <a:cubicBezTo>
                  <a:pt x="232169" y="85159"/>
                  <a:pt x="233088" y="78621"/>
                  <a:pt x="234927" y="72648"/>
                </a:cubicBezTo>
                <a:cubicBezTo>
                  <a:pt x="236765" y="66675"/>
                  <a:pt x="239539" y="61526"/>
                  <a:pt x="243248" y="57200"/>
                </a:cubicBezTo>
                <a:cubicBezTo>
                  <a:pt x="246957" y="52872"/>
                  <a:pt x="251585" y="49514"/>
                  <a:pt x="257133" y="47125"/>
                </a:cubicBezTo>
                <a:cubicBezTo>
                  <a:pt x="262680" y="44736"/>
                  <a:pt x="269163" y="43542"/>
                  <a:pt x="276582" y="43542"/>
                </a:cubicBezTo>
                <a:cubicBezTo>
                  <a:pt x="283742" y="43542"/>
                  <a:pt x="289983" y="44607"/>
                  <a:pt x="295305" y="46738"/>
                </a:cubicBezTo>
                <a:cubicBezTo>
                  <a:pt x="300626" y="48869"/>
                  <a:pt x="305061" y="51968"/>
                  <a:pt x="308609" y="56036"/>
                </a:cubicBezTo>
                <a:cubicBezTo>
                  <a:pt x="312157" y="60104"/>
                  <a:pt x="314818" y="65044"/>
                  <a:pt x="316592" y="70855"/>
                </a:cubicBezTo>
                <a:cubicBezTo>
                  <a:pt x="318366" y="76667"/>
                  <a:pt x="319253" y="83221"/>
                  <a:pt x="319253" y="90519"/>
                </a:cubicBezTo>
                <a:moveTo>
                  <a:pt x="302416" y="91583"/>
                </a:moveTo>
                <a:cubicBezTo>
                  <a:pt x="302416" y="86868"/>
                  <a:pt x="301981" y="82411"/>
                  <a:pt x="301110" y="78212"/>
                </a:cubicBezTo>
                <a:cubicBezTo>
                  <a:pt x="300239" y="74013"/>
                  <a:pt x="298804" y="70331"/>
                  <a:pt x="296804" y="67166"/>
                </a:cubicBezTo>
                <a:cubicBezTo>
                  <a:pt x="294805" y="64001"/>
                  <a:pt x="292095" y="61499"/>
                  <a:pt x="288676" y="59658"/>
                </a:cubicBezTo>
                <a:cubicBezTo>
                  <a:pt x="285258" y="57816"/>
                  <a:pt x="281000" y="56895"/>
                  <a:pt x="275904" y="56895"/>
                </a:cubicBezTo>
                <a:cubicBezTo>
                  <a:pt x="271195" y="56895"/>
                  <a:pt x="267147" y="57734"/>
                  <a:pt x="263761" y="59413"/>
                </a:cubicBezTo>
                <a:cubicBezTo>
                  <a:pt x="260374" y="61093"/>
                  <a:pt x="257584" y="63467"/>
                  <a:pt x="255391" y="66537"/>
                </a:cubicBezTo>
                <a:cubicBezTo>
                  <a:pt x="253198" y="69605"/>
                  <a:pt x="251569" y="73239"/>
                  <a:pt x="250505" y="77438"/>
                </a:cubicBezTo>
                <a:cubicBezTo>
                  <a:pt x="249440" y="81635"/>
                  <a:pt x="248908" y="86221"/>
                  <a:pt x="248908" y="91196"/>
                </a:cubicBezTo>
                <a:cubicBezTo>
                  <a:pt x="248908" y="95975"/>
                  <a:pt x="249344" y="100465"/>
                  <a:pt x="250215" y="104664"/>
                </a:cubicBezTo>
                <a:cubicBezTo>
                  <a:pt x="251085" y="108863"/>
                  <a:pt x="252537" y="112528"/>
                  <a:pt x="254569" y="115661"/>
                </a:cubicBezTo>
                <a:cubicBezTo>
                  <a:pt x="256601" y="118794"/>
                  <a:pt x="259326" y="121281"/>
                  <a:pt x="262745" y="123124"/>
                </a:cubicBezTo>
                <a:cubicBezTo>
                  <a:pt x="266164" y="124964"/>
                  <a:pt x="270421" y="125884"/>
                  <a:pt x="275517" y="125884"/>
                </a:cubicBezTo>
                <a:cubicBezTo>
                  <a:pt x="280162" y="125884"/>
                  <a:pt x="284193" y="125045"/>
                  <a:pt x="287612" y="123365"/>
                </a:cubicBezTo>
                <a:cubicBezTo>
                  <a:pt x="291031" y="121686"/>
                  <a:pt x="293837" y="119329"/>
                  <a:pt x="296030" y="116293"/>
                </a:cubicBezTo>
                <a:cubicBezTo>
                  <a:pt x="298223" y="113255"/>
                  <a:pt x="299836" y="109638"/>
                  <a:pt x="300868" y="105441"/>
                </a:cubicBezTo>
                <a:cubicBezTo>
                  <a:pt x="301900" y="101242"/>
                  <a:pt x="302416" y="96623"/>
                  <a:pt x="302416" y="91583"/>
                </a:cubicBezTo>
                <a:close/>
                <a:moveTo>
                  <a:pt x="393553" y="53605"/>
                </a:moveTo>
                <a:cubicBezTo>
                  <a:pt x="393553" y="55024"/>
                  <a:pt x="393521" y="56217"/>
                  <a:pt x="393457" y="57185"/>
                </a:cubicBezTo>
                <a:cubicBezTo>
                  <a:pt x="393392" y="58153"/>
                  <a:pt x="393263" y="58910"/>
                  <a:pt x="393070" y="59459"/>
                </a:cubicBezTo>
                <a:cubicBezTo>
                  <a:pt x="392876" y="60007"/>
                  <a:pt x="392634" y="60426"/>
                  <a:pt x="392344" y="60717"/>
                </a:cubicBezTo>
                <a:cubicBezTo>
                  <a:pt x="392054" y="61007"/>
                  <a:pt x="391650" y="61152"/>
                  <a:pt x="391134" y="61152"/>
                </a:cubicBezTo>
                <a:cubicBezTo>
                  <a:pt x="390618" y="61152"/>
                  <a:pt x="389989" y="61007"/>
                  <a:pt x="389248" y="60717"/>
                </a:cubicBezTo>
                <a:cubicBezTo>
                  <a:pt x="388506" y="60426"/>
                  <a:pt x="387667" y="60136"/>
                  <a:pt x="386732" y="59846"/>
                </a:cubicBezTo>
                <a:cubicBezTo>
                  <a:pt x="385796" y="59556"/>
                  <a:pt x="384748" y="59281"/>
                  <a:pt x="383587" y="59023"/>
                </a:cubicBezTo>
                <a:cubicBezTo>
                  <a:pt x="382426" y="58765"/>
                  <a:pt x="381168" y="58636"/>
                  <a:pt x="379813" y="58636"/>
                </a:cubicBezTo>
                <a:cubicBezTo>
                  <a:pt x="378201" y="58636"/>
                  <a:pt x="376620" y="58959"/>
                  <a:pt x="375072" y="59604"/>
                </a:cubicBezTo>
                <a:cubicBezTo>
                  <a:pt x="373524" y="60249"/>
                  <a:pt x="371895" y="61313"/>
                  <a:pt x="370186" y="62797"/>
                </a:cubicBezTo>
                <a:cubicBezTo>
                  <a:pt x="368476" y="64281"/>
                  <a:pt x="366686" y="66248"/>
                  <a:pt x="364816" y="68699"/>
                </a:cubicBezTo>
                <a:cubicBezTo>
                  <a:pt x="362945" y="71151"/>
                  <a:pt x="360881" y="74150"/>
                  <a:pt x="358623" y="77698"/>
                </a:cubicBezTo>
                <a:lnTo>
                  <a:pt x="358623" y="134980"/>
                </a:lnTo>
                <a:cubicBezTo>
                  <a:pt x="358623" y="135496"/>
                  <a:pt x="358494" y="135931"/>
                  <a:pt x="358236" y="136286"/>
                </a:cubicBezTo>
                <a:cubicBezTo>
                  <a:pt x="357978" y="136641"/>
                  <a:pt x="357559" y="136947"/>
                  <a:pt x="356978" y="137205"/>
                </a:cubicBezTo>
                <a:cubicBezTo>
                  <a:pt x="356398" y="137463"/>
                  <a:pt x="355591" y="137657"/>
                  <a:pt x="354559" y="137786"/>
                </a:cubicBezTo>
                <a:cubicBezTo>
                  <a:pt x="353527" y="137915"/>
                  <a:pt x="352205" y="137979"/>
                  <a:pt x="350592" y="137979"/>
                </a:cubicBezTo>
                <a:cubicBezTo>
                  <a:pt x="349044" y="137979"/>
                  <a:pt x="347754" y="137915"/>
                  <a:pt x="346722" y="137786"/>
                </a:cubicBezTo>
                <a:cubicBezTo>
                  <a:pt x="345690" y="137657"/>
                  <a:pt x="344867" y="137463"/>
                  <a:pt x="344254" y="137205"/>
                </a:cubicBezTo>
                <a:cubicBezTo>
                  <a:pt x="343641" y="136947"/>
                  <a:pt x="343222" y="136641"/>
                  <a:pt x="342996" y="136286"/>
                </a:cubicBezTo>
                <a:cubicBezTo>
                  <a:pt x="342771" y="135931"/>
                  <a:pt x="342658" y="135496"/>
                  <a:pt x="342658" y="134980"/>
                </a:cubicBezTo>
                <a:lnTo>
                  <a:pt x="342658" y="47896"/>
                </a:lnTo>
                <a:cubicBezTo>
                  <a:pt x="342658" y="47380"/>
                  <a:pt x="342755" y="46945"/>
                  <a:pt x="342948" y="46590"/>
                </a:cubicBezTo>
                <a:cubicBezTo>
                  <a:pt x="343142" y="46235"/>
                  <a:pt x="343529" y="45912"/>
                  <a:pt x="344109" y="45622"/>
                </a:cubicBezTo>
                <a:cubicBezTo>
                  <a:pt x="344690" y="45332"/>
                  <a:pt x="345432" y="45138"/>
                  <a:pt x="346335" y="45042"/>
                </a:cubicBezTo>
                <a:cubicBezTo>
                  <a:pt x="347238" y="44945"/>
                  <a:pt x="348431" y="44896"/>
                  <a:pt x="349915" y="44896"/>
                </a:cubicBezTo>
                <a:cubicBezTo>
                  <a:pt x="351334" y="44896"/>
                  <a:pt x="352511" y="44945"/>
                  <a:pt x="353446" y="45042"/>
                </a:cubicBezTo>
                <a:cubicBezTo>
                  <a:pt x="354382" y="45138"/>
                  <a:pt x="355108" y="45332"/>
                  <a:pt x="355624" y="45622"/>
                </a:cubicBezTo>
                <a:cubicBezTo>
                  <a:pt x="356140" y="45912"/>
                  <a:pt x="356511" y="46235"/>
                  <a:pt x="356736" y="46590"/>
                </a:cubicBezTo>
                <a:cubicBezTo>
                  <a:pt x="356962" y="46945"/>
                  <a:pt x="357075" y="47380"/>
                  <a:pt x="357075" y="47896"/>
                </a:cubicBezTo>
                <a:lnTo>
                  <a:pt x="357075" y="60572"/>
                </a:lnTo>
                <a:cubicBezTo>
                  <a:pt x="359462" y="57088"/>
                  <a:pt x="361703" y="54250"/>
                  <a:pt x="363800" y="52057"/>
                </a:cubicBezTo>
                <a:cubicBezTo>
                  <a:pt x="365896" y="49863"/>
                  <a:pt x="367880" y="48138"/>
                  <a:pt x="369750" y="46880"/>
                </a:cubicBezTo>
                <a:cubicBezTo>
                  <a:pt x="371621" y="45622"/>
                  <a:pt x="373476" y="44751"/>
                  <a:pt x="375314" y="44268"/>
                </a:cubicBezTo>
                <a:cubicBezTo>
                  <a:pt x="377153" y="43784"/>
                  <a:pt x="379007" y="43542"/>
                  <a:pt x="380878" y="43542"/>
                </a:cubicBezTo>
                <a:cubicBezTo>
                  <a:pt x="381716" y="43542"/>
                  <a:pt x="382668" y="43590"/>
                  <a:pt x="383732" y="43687"/>
                </a:cubicBezTo>
                <a:cubicBezTo>
                  <a:pt x="384797" y="43784"/>
                  <a:pt x="385909" y="43961"/>
                  <a:pt x="387070" y="44219"/>
                </a:cubicBezTo>
                <a:cubicBezTo>
                  <a:pt x="388232" y="44477"/>
                  <a:pt x="389280" y="44767"/>
                  <a:pt x="390215" y="45090"/>
                </a:cubicBezTo>
                <a:cubicBezTo>
                  <a:pt x="391150" y="45412"/>
                  <a:pt x="391812" y="45735"/>
                  <a:pt x="392199" y="46058"/>
                </a:cubicBezTo>
                <a:cubicBezTo>
                  <a:pt x="392586" y="46380"/>
                  <a:pt x="392844" y="46687"/>
                  <a:pt x="392973" y="46977"/>
                </a:cubicBezTo>
                <a:cubicBezTo>
                  <a:pt x="393102" y="47267"/>
                  <a:pt x="393215" y="47638"/>
                  <a:pt x="393311" y="48090"/>
                </a:cubicBezTo>
                <a:cubicBezTo>
                  <a:pt x="393408" y="48541"/>
                  <a:pt x="393473" y="49202"/>
                  <a:pt x="393505" y="50073"/>
                </a:cubicBezTo>
                <a:cubicBezTo>
                  <a:pt x="393537" y="50944"/>
                  <a:pt x="393553" y="52121"/>
                  <a:pt x="393553" y="53605"/>
                </a:cubicBezTo>
                <a:close/>
                <a:moveTo>
                  <a:pt x="486379" y="134977"/>
                </a:moveTo>
                <a:cubicBezTo>
                  <a:pt x="486379" y="135493"/>
                  <a:pt x="486266" y="135945"/>
                  <a:pt x="486040" y="136334"/>
                </a:cubicBezTo>
                <a:cubicBezTo>
                  <a:pt x="485814" y="136721"/>
                  <a:pt x="485427" y="137028"/>
                  <a:pt x="484879" y="137253"/>
                </a:cubicBezTo>
                <a:cubicBezTo>
                  <a:pt x="484331" y="137479"/>
                  <a:pt x="483605" y="137657"/>
                  <a:pt x="482702" y="137786"/>
                </a:cubicBezTo>
                <a:cubicBezTo>
                  <a:pt x="481799" y="137915"/>
                  <a:pt x="480702" y="137979"/>
                  <a:pt x="479412" y="137979"/>
                </a:cubicBezTo>
                <a:cubicBezTo>
                  <a:pt x="478058" y="137979"/>
                  <a:pt x="476929" y="137915"/>
                  <a:pt x="476026" y="137786"/>
                </a:cubicBezTo>
                <a:cubicBezTo>
                  <a:pt x="475123" y="137659"/>
                  <a:pt x="474381" y="137483"/>
                  <a:pt x="473800" y="137260"/>
                </a:cubicBezTo>
                <a:cubicBezTo>
                  <a:pt x="473220" y="137034"/>
                  <a:pt x="472800" y="136728"/>
                  <a:pt x="472542" y="136343"/>
                </a:cubicBezTo>
                <a:cubicBezTo>
                  <a:pt x="472284" y="135958"/>
                  <a:pt x="472155" y="135510"/>
                  <a:pt x="472155" y="134998"/>
                </a:cubicBezTo>
                <a:lnTo>
                  <a:pt x="472155" y="123547"/>
                </a:lnTo>
                <a:cubicBezTo>
                  <a:pt x="467575" y="128518"/>
                  <a:pt x="462818" y="132392"/>
                  <a:pt x="457883" y="135170"/>
                </a:cubicBezTo>
                <a:cubicBezTo>
                  <a:pt x="452948" y="137946"/>
                  <a:pt x="447546" y="139334"/>
                  <a:pt x="441676" y="139334"/>
                </a:cubicBezTo>
                <a:cubicBezTo>
                  <a:pt x="435290" y="139334"/>
                  <a:pt x="429839" y="138091"/>
                  <a:pt x="425324" y="135606"/>
                </a:cubicBezTo>
                <a:cubicBezTo>
                  <a:pt x="420808" y="133120"/>
                  <a:pt x="417147" y="129763"/>
                  <a:pt x="414341" y="125533"/>
                </a:cubicBezTo>
                <a:cubicBezTo>
                  <a:pt x="411535" y="121302"/>
                  <a:pt x="409487" y="116330"/>
                  <a:pt x="408197" y="110617"/>
                </a:cubicBezTo>
                <a:cubicBezTo>
                  <a:pt x="406907" y="104903"/>
                  <a:pt x="406262" y="98880"/>
                  <a:pt x="406262" y="92551"/>
                </a:cubicBezTo>
                <a:cubicBezTo>
                  <a:pt x="406262" y="85062"/>
                  <a:pt x="407068" y="78299"/>
                  <a:pt x="408681" y="72261"/>
                </a:cubicBezTo>
                <a:cubicBezTo>
                  <a:pt x="410294" y="66224"/>
                  <a:pt x="412680" y="61074"/>
                  <a:pt x="415841" y="56813"/>
                </a:cubicBezTo>
                <a:cubicBezTo>
                  <a:pt x="419002" y="52550"/>
                  <a:pt x="422921" y="49272"/>
                  <a:pt x="427597" y="46980"/>
                </a:cubicBezTo>
                <a:cubicBezTo>
                  <a:pt x="432274" y="44688"/>
                  <a:pt x="437677" y="43542"/>
                  <a:pt x="443805" y="43542"/>
                </a:cubicBezTo>
                <a:cubicBezTo>
                  <a:pt x="448901" y="43542"/>
                  <a:pt x="453561" y="44656"/>
                  <a:pt x="457786" y="46883"/>
                </a:cubicBezTo>
                <a:cubicBezTo>
                  <a:pt x="462012" y="49111"/>
                  <a:pt x="466188" y="52387"/>
                  <a:pt x="470317" y="56713"/>
                </a:cubicBezTo>
                <a:lnTo>
                  <a:pt x="470317" y="6005"/>
                </a:lnTo>
                <a:cubicBezTo>
                  <a:pt x="470317" y="5554"/>
                  <a:pt x="470430" y="5118"/>
                  <a:pt x="470655" y="4699"/>
                </a:cubicBezTo>
                <a:cubicBezTo>
                  <a:pt x="470881" y="4278"/>
                  <a:pt x="471317" y="3954"/>
                  <a:pt x="471962" y="3728"/>
                </a:cubicBezTo>
                <a:cubicBezTo>
                  <a:pt x="472607" y="3500"/>
                  <a:pt x="473429" y="3306"/>
                  <a:pt x="474429" y="3145"/>
                </a:cubicBezTo>
                <a:cubicBezTo>
                  <a:pt x="475429" y="2983"/>
                  <a:pt x="476703" y="2903"/>
                  <a:pt x="478251" y="2903"/>
                </a:cubicBezTo>
                <a:cubicBezTo>
                  <a:pt x="479864" y="2903"/>
                  <a:pt x="481186" y="2983"/>
                  <a:pt x="482218" y="3145"/>
                </a:cubicBezTo>
                <a:cubicBezTo>
                  <a:pt x="483250" y="3306"/>
                  <a:pt x="484057" y="3499"/>
                  <a:pt x="484637" y="3725"/>
                </a:cubicBezTo>
                <a:cubicBezTo>
                  <a:pt x="485218" y="3951"/>
                  <a:pt x="485653" y="4275"/>
                  <a:pt x="485943" y="4696"/>
                </a:cubicBezTo>
                <a:cubicBezTo>
                  <a:pt x="486234" y="5115"/>
                  <a:pt x="486379" y="5551"/>
                  <a:pt x="486379" y="6002"/>
                </a:cubicBezTo>
                <a:lnTo>
                  <a:pt x="486379" y="134977"/>
                </a:lnTo>
                <a:moveTo>
                  <a:pt x="470317" y="73761"/>
                </a:moveTo>
                <a:cubicBezTo>
                  <a:pt x="465995" y="68397"/>
                  <a:pt x="461818" y="64310"/>
                  <a:pt x="457786" y="61500"/>
                </a:cubicBezTo>
                <a:cubicBezTo>
                  <a:pt x="453755" y="58688"/>
                  <a:pt x="449546" y="57282"/>
                  <a:pt x="445159" y="57282"/>
                </a:cubicBezTo>
                <a:cubicBezTo>
                  <a:pt x="441095" y="57282"/>
                  <a:pt x="437644" y="58251"/>
                  <a:pt x="434806" y="60191"/>
                </a:cubicBezTo>
                <a:cubicBezTo>
                  <a:pt x="431968" y="62128"/>
                  <a:pt x="429662" y="64679"/>
                  <a:pt x="427888" y="67844"/>
                </a:cubicBezTo>
                <a:cubicBezTo>
                  <a:pt x="426114" y="71008"/>
                  <a:pt x="424824" y="74594"/>
                  <a:pt x="424017" y="78599"/>
                </a:cubicBezTo>
                <a:cubicBezTo>
                  <a:pt x="423211" y="82604"/>
                  <a:pt x="422808" y="86674"/>
                  <a:pt x="422808" y="90809"/>
                </a:cubicBezTo>
                <a:cubicBezTo>
                  <a:pt x="422808" y="95201"/>
                  <a:pt x="423147" y="99497"/>
                  <a:pt x="423824" y="103696"/>
                </a:cubicBezTo>
                <a:cubicBezTo>
                  <a:pt x="424501" y="107895"/>
                  <a:pt x="425678" y="111625"/>
                  <a:pt x="427356" y="114887"/>
                </a:cubicBezTo>
                <a:cubicBezTo>
                  <a:pt x="429033" y="118148"/>
                  <a:pt x="431258" y="120765"/>
                  <a:pt x="434032" y="122737"/>
                </a:cubicBezTo>
                <a:cubicBezTo>
                  <a:pt x="436806" y="124706"/>
                  <a:pt x="440289" y="125691"/>
                  <a:pt x="444482" y="125691"/>
                </a:cubicBezTo>
                <a:cubicBezTo>
                  <a:pt x="446611" y="125691"/>
                  <a:pt x="448659" y="125400"/>
                  <a:pt x="450626" y="124820"/>
                </a:cubicBezTo>
                <a:cubicBezTo>
                  <a:pt x="452594" y="124237"/>
                  <a:pt x="454610" y="123268"/>
                  <a:pt x="456674" y="121911"/>
                </a:cubicBezTo>
                <a:cubicBezTo>
                  <a:pt x="458738" y="120554"/>
                  <a:pt x="460899" y="118794"/>
                  <a:pt x="463157" y="116629"/>
                </a:cubicBezTo>
                <a:cubicBezTo>
                  <a:pt x="465414" y="114464"/>
                  <a:pt x="467801" y="111798"/>
                  <a:pt x="470317" y="108631"/>
                </a:cubicBezTo>
                <a:lnTo>
                  <a:pt x="470317" y="73761"/>
                </a:lnTo>
                <a:close/>
                <a:moveTo>
                  <a:pt x="632183" y="130529"/>
                </a:moveTo>
                <a:cubicBezTo>
                  <a:pt x="632183" y="131690"/>
                  <a:pt x="632118" y="132706"/>
                  <a:pt x="631989" y="133577"/>
                </a:cubicBezTo>
                <a:cubicBezTo>
                  <a:pt x="631860" y="134447"/>
                  <a:pt x="631634" y="135173"/>
                  <a:pt x="631312" y="135754"/>
                </a:cubicBezTo>
                <a:cubicBezTo>
                  <a:pt x="630989" y="136334"/>
                  <a:pt x="630618" y="136754"/>
                  <a:pt x="630199" y="137012"/>
                </a:cubicBezTo>
                <a:cubicBezTo>
                  <a:pt x="629780" y="137270"/>
                  <a:pt x="629312" y="137399"/>
                  <a:pt x="628796" y="137399"/>
                </a:cubicBezTo>
                <a:lnTo>
                  <a:pt x="568708" y="137399"/>
                </a:lnTo>
                <a:cubicBezTo>
                  <a:pt x="567225" y="137399"/>
                  <a:pt x="565822" y="136899"/>
                  <a:pt x="564499" y="135899"/>
                </a:cubicBezTo>
                <a:cubicBezTo>
                  <a:pt x="563177" y="134899"/>
                  <a:pt x="562516" y="133141"/>
                  <a:pt x="562516" y="130625"/>
                </a:cubicBezTo>
                <a:lnTo>
                  <a:pt x="562516" y="18965"/>
                </a:lnTo>
                <a:cubicBezTo>
                  <a:pt x="562516" y="16449"/>
                  <a:pt x="563177" y="14691"/>
                  <a:pt x="564499" y="13691"/>
                </a:cubicBezTo>
                <a:cubicBezTo>
                  <a:pt x="565822" y="12692"/>
                  <a:pt x="567225" y="12192"/>
                  <a:pt x="568708" y="12192"/>
                </a:cubicBezTo>
                <a:lnTo>
                  <a:pt x="628119" y="12192"/>
                </a:lnTo>
                <a:cubicBezTo>
                  <a:pt x="628635" y="12192"/>
                  <a:pt x="629102" y="12321"/>
                  <a:pt x="629522" y="12579"/>
                </a:cubicBezTo>
                <a:cubicBezTo>
                  <a:pt x="629941" y="12837"/>
                  <a:pt x="630280" y="13256"/>
                  <a:pt x="630538" y="13837"/>
                </a:cubicBezTo>
                <a:cubicBezTo>
                  <a:pt x="630796" y="14417"/>
                  <a:pt x="631005" y="15143"/>
                  <a:pt x="631167" y="16014"/>
                </a:cubicBezTo>
                <a:cubicBezTo>
                  <a:pt x="631328" y="16885"/>
                  <a:pt x="631409" y="17965"/>
                  <a:pt x="631409" y="19255"/>
                </a:cubicBezTo>
                <a:cubicBezTo>
                  <a:pt x="631409" y="20416"/>
                  <a:pt x="631328" y="21432"/>
                  <a:pt x="631167" y="22303"/>
                </a:cubicBezTo>
                <a:cubicBezTo>
                  <a:pt x="631005" y="23174"/>
                  <a:pt x="630796" y="23883"/>
                  <a:pt x="630538" y="24432"/>
                </a:cubicBezTo>
                <a:cubicBezTo>
                  <a:pt x="630280" y="24980"/>
                  <a:pt x="629941" y="25383"/>
                  <a:pt x="629522" y="25641"/>
                </a:cubicBezTo>
                <a:cubicBezTo>
                  <a:pt x="629102" y="25899"/>
                  <a:pt x="628635" y="26028"/>
                  <a:pt x="628119" y="26028"/>
                </a:cubicBezTo>
                <a:lnTo>
                  <a:pt x="579158" y="26028"/>
                </a:lnTo>
                <a:lnTo>
                  <a:pt x="579158" y="65313"/>
                </a:lnTo>
                <a:lnTo>
                  <a:pt x="621152" y="65313"/>
                </a:lnTo>
                <a:cubicBezTo>
                  <a:pt x="621668" y="65313"/>
                  <a:pt x="622136" y="65458"/>
                  <a:pt x="622555" y="65748"/>
                </a:cubicBezTo>
                <a:cubicBezTo>
                  <a:pt x="622974" y="66038"/>
                  <a:pt x="623329" y="66442"/>
                  <a:pt x="623619" y="66958"/>
                </a:cubicBezTo>
                <a:cubicBezTo>
                  <a:pt x="623910" y="67474"/>
                  <a:pt x="624119" y="68183"/>
                  <a:pt x="624248" y="69086"/>
                </a:cubicBezTo>
                <a:cubicBezTo>
                  <a:pt x="624377" y="69989"/>
                  <a:pt x="624442" y="71054"/>
                  <a:pt x="624442" y="72279"/>
                </a:cubicBezTo>
                <a:cubicBezTo>
                  <a:pt x="624442" y="73441"/>
                  <a:pt x="624377" y="74440"/>
                  <a:pt x="624248" y="75279"/>
                </a:cubicBezTo>
                <a:cubicBezTo>
                  <a:pt x="624119" y="76118"/>
                  <a:pt x="623910" y="76795"/>
                  <a:pt x="623619" y="77311"/>
                </a:cubicBezTo>
                <a:cubicBezTo>
                  <a:pt x="623329" y="77827"/>
                  <a:pt x="622974" y="78198"/>
                  <a:pt x="622555" y="78424"/>
                </a:cubicBezTo>
                <a:cubicBezTo>
                  <a:pt x="622136" y="78649"/>
                  <a:pt x="621668" y="78762"/>
                  <a:pt x="621152" y="78762"/>
                </a:cubicBezTo>
                <a:lnTo>
                  <a:pt x="579158" y="78762"/>
                </a:lnTo>
                <a:lnTo>
                  <a:pt x="579158" y="123562"/>
                </a:lnTo>
                <a:lnTo>
                  <a:pt x="628796" y="123562"/>
                </a:lnTo>
                <a:cubicBezTo>
                  <a:pt x="629312" y="123562"/>
                  <a:pt x="629780" y="123691"/>
                  <a:pt x="630199" y="123949"/>
                </a:cubicBezTo>
                <a:cubicBezTo>
                  <a:pt x="630618" y="124207"/>
                  <a:pt x="630989" y="124610"/>
                  <a:pt x="631312" y="125159"/>
                </a:cubicBezTo>
                <a:cubicBezTo>
                  <a:pt x="631634" y="125707"/>
                  <a:pt x="631860" y="126416"/>
                  <a:pt x="631989" y="127287"/>
                </a:cubicBezTo>
                <a:cubicBezTo>
                  <a:pt x="632118" y="128158"/>
                  <a:pt x="632183" y="129239"/>
                  <a:pt x="632183" y="130529"/>
                </a:cubicBezTo>
                <a:close/>
                <a:moveTo>
                  <a:pt x="786516" y="134980"/>
                </a:moveTo>
                <a:cubicBezTo>
                  <a:pt x="786516" y="135496"/>
                  <a:pt x="786387" y="135931"/>
                  <a:pt x="786129" y="136286"/>
                </a:cubicBezTo>
                <a:cubicBezTo>
                  <a:pt x="785871" y="136641"/>
                  <a:pt x="785451" y="136947"/>
                  <a:pt x="784871" y="137205"/>
                </a:cubicBezTo>
                <a:cubicBezTo>
                  <a:pt x="784290" y="137463"/>
                  <a:pt x="783484" y="137657"/>
                  <a:pt x="782452" y="137786"/>
                </a:cubicBezTo>
                <a:cubicBezTo>
                  <a:pt x="781420" y="137915"/>
                  <a:pt x="780130" y="137979"/>
                  <a:pt x="778581" y="137979"/>
                </a:cubicBezTo>
                <a:cubicBezTo>
                  <a:pt x="776969" y="137979"/>
                  <a:pt x="775646" y="137915"/>
                  <a:pt x="774614" y="137786"/>
                </a:cubicBezTo>
                <a:cubicBezTo>
                  <a:pt x="773582" y="137657"/>
                  <a:pt x="772760" y="137463"/>
                  <a:pt x="772147" y="137205"/>
                </a:cubicBezTo>
                <a:cubicBezTo>
                  <a:pt x="771534" y="136947"/>
                  <a:pt x="771099" y="136641"/>
                  <a:pt x="770841" y="136286"/>
                </a:cubicBezTo>
                <a:cubicBezTo>
                  <a:pt x="770583" y="135931"/>
                  <a:pt x="770454" y="135496"/>
                  <a:pt x="770454" y="134980"/>
                </a:cubicBezTo>
                <a:lnTo>
                  <a:pt x="770454" y="82052"/>
                </a:lnTo>
                <a:cubicBezTo>
                  <a:pt x="770454" y="78375"/>
                  <a:pt x="770131" y="75021"/>
                  <a:pt x="769486" y="71989"/>
                </a:cubicBezTo>
                <a:cubicBezTo>
                  <a:pt x="768841" y="68957"/>
                  <a:pt x="767809" y="66345"/>
                  <a:pt x="766390" y="64152"/>
                </a:cubicBezTo>
                <a:cubicBezTo>
                  <a:pt x="764971" y="61958"/>
                  <a:pt x="763164" y="60281"/>
                  <a:pt x="760971" y="59120"/>
                </a:cubicBezTo>
                <a:cubicBezTo>
                  <a:pt x="758778" y="57959"/>
                  <a:pt x="756198" y="57378"/>
                  <a:pt x="753230" y="57378"/>
                </a:cubicBezTo>
                <a:cubicBezTo>
                  <a:pt x="749554" y="57378"/>
                  <a:pt x="745861" y="58798"/>
                  <a:pt x="742151" y="61636"/>
                </a:cubicBezTo>
                <a:cubicBezTo>
                  <a:pt x="738442" y="64474"/>
                  <a:pt x="734362" y="68635"/>
                  <a:pt x="729911" y="74118"/>
                </a:cubicBezTo>
                <a:lnTo>
                  <a:pt x="729911" y="134980"/>
                </a:lnTo>
                <a:cubicBezTo>
                  <a:pt x="729911" y="135496"/>
                  <a:pt x="729782" y="135931"/>
                  <a:pt x="729524" y="136286"/>
                </a:cubicBezTo>
                <a:cubicBezTo>
                  <a:pt x="729266" y="136641"/>
                  <a:pt x="728831" y="136947"/>
                  <a:pt x="728218" y="137205"/>
                </a:cubicBezTo>
                <a:cubicBezTo>
                  <a:pt x="727605" y="137463"/>
                  <a:pt x="726783" y="137657"/>
                  <a:pt x="725751" y="137786"/>
                </a:cubicBezTo>
                <a:cubicBezTo>
                  <a:pt x="724719" y="137915"/>
                  <a:pt x="723428" y="137979"/>
                  <a:pt x="721880" y="137979"/>
                </a:cubicBezTo>
                <a:cubicBezTo>
                  <a:pt x="720397" y="137979"/>
                  <a:pt x="719123" y="137915"/>
                  <a:pt x="718058" y="137786"/>
                </a:cubicBezTo>
                <a:cubicBezTo>
                  <a:pt x="716994" y="137657"/>
                  <a:pt x="716155" y="137463"/>
                  <a:pt x="715543" y="137205"/>
                </a:cubicBezTo>
                <a:cubicBezTo>
                  <a:pt x="714930" y="136947"/>
                  <a:pt x="714510" y="136641"/>
                  <a:pt x="714285" y="136286"/>
                </a:cubicBezTo>
                <a:cubicBezTo>
                  <a:pt x="714059" y="135931"/>
                  <a:pt x="713946" y="135496"/>
                  <a:pt x="713946" y="134980"/>
                </a:cubicBezTo>
                <a:lnTo>
                  <a:pt x="713946" y="82052"/>
                </a:lnTo>
                <a:cubicBezTo>
                  <a:pt x="713946" y="78375"/>
                  <a:pt x="713591" y="75021"/>
                  <a:pt x="712882" y="71989"/>
                </a:cubicBezTo>
                <a:cubicBezTo>
                  <a:pt x="712172" y="68957"/>
                  <a:pt x="711108" y="66345"/>
                  <a:pt x="709689" y="64152"/>
                </a:cubicBezTo>
                <a:cubicBezTo>
                  <a:pt x="708269" y="61958"/>
                  <a:pt x="706479" y="60281"/>
                  <a:pt x="704318" y="59120"/>
                </a:cubicBezTo>
                <a:cubicBezTo>
                  <a:pt x="702157" y="57959"/>
                  <a:pt x="699593" y="57378"/>
                  <a:pt x="696626" y="57378"/>
                </a:cubicBezTo>
                <a:cubicBezTo>
                  <a:pt x="692949" y="57378"/>
                  <a:pt x="689240" y="58798"/>
                  <a:pt x="685499" y="61636"/>
                </a:cubicBezTo>
                <a:cubicBezTo>
                  <a:pt x="681757" y="64474"/>
                  <a:pt x="677693" y="68635"/>
                  <a:pt x="673307" y="74118"/>
                </a:cubicBezTo>
                <a:lnTo>
                  <a:pt x="673307" y="134980"/>
                </a:lnTo>
                <a:cubicBezTo>
                  <a:pt x="673307" y="135496"/>
                  <a:pt x="673178" y="135931"/>
                  <a:pt x="672920" y="136286"/>
                </a:cubicBezTo>
                <a:cubicBezTo>
                  <a:pt x="672662" y="136641"/>
                  <a:pt x="672243" y="136947"/>
                  <a:pt x="671662" y="137205"/>
                </a:cubicBezTo>
                <a:cubicBezTo>
                  <a:pt x="671082" y="137463"/>
                  <a:pt x="670275" y="137657"/>
                  <a:pt x="669243" y="137786"/>
                </a:cubicBezTo>
                <a:cubicBezTo>
                  <a:pt x="668211" y="137915"/>
                  <a:pt x="666889" y="137979"/>
                  <a:pt x="665276" y="137979"/>
                </a:cubicBezTo>
                <a:cubicBezTo>
                  <a:pt x="663728" y="137979"/>
                  <a:pt x="662438" y="137915"/>
                  <a:pt x="661406" y="137786"/>
                </a:cubicBezTo>
                <a:cubicBezTo>
                  <a:pt x="660373" y="137657"/>
                  <a:pt x="659551" y="137463"/>
                  <a:pt x="658938" y="137205"/>
                </a:cubicBezTo>
                <a:cubicBezTo>
                  <a:pt x="658325" y="136947"/>
                  <a:pt x="657906" y="136641"/>
                  <a:pt x="657680" y="136286"/>
                </a:cubicBezTo>
                <a:cubicBezTo>
                  <a:pt x="657455" y="135931"/>
                  <a:pt x="657342" y="135496"/>
                  <a:pt x="657342" y="134980"/>
                </a:cubicBezTo>
                <a:lnTo>
                  <a:pt x="657342" y="47896"/>
                </a:lnTo>
                <a:cubicBezTo>
                  <a:pt x="657342" y="47380"/>
                  <a:pt x="657438" y="46945"/>
                  <a:pt x="657632" y="46590"/>
                </a:cubicBezTo>
                <a:cubicBezTo>
                  <a:pt x="657825" y="46235"/>
                  <a:pt x="658213" y="45912"/>
                  <a:pt x="658793" y="45622"/>
                </a:cubicBezTo>
                <a:cubicBezTo>
                  <a:pt x="659374" y="45332"/>
                  <a:pt x="660115" y="45138"/>
                  <a:pt x="661019" y="45042"/>
                </a:cubicBezTo>
                <a:cubicBezTo>
                  <a:pt x="661922" y="44945"/>
                  <a:pt x="663115" y="44896"/>
                  <a:pt x="664599" y="44896"/>
                </a:cubicBezTo>
                <a:cubicBezTo>
                  <a:pt x="666018" y="44896"/>
                  <a:pt x="667195" y="44945"/>
                  <a:pt x="668130" y="45042"/>
                </a:cubicBezTo>
                <a:cubicBezTo>
                  <a:pt x="669066" y="45138"/>
                  <a:pt x="669791" y="45332"/>
                  <a:pt x="670307" y="45622"/>
                </a:cubicBezTo>
                <a:cubicBezTo>
                  <a:pt x="670824" y="45912"/>
                  <a:pt x="671194" y="46235"/>
                  <a:pt x="671420" y="46590"/>
                </a:cubicBezTo>
                <a:cubicBezTo>
                  <a:pt x="671646" y="46945"/>
                  <a:pt x="671759" y="47380"/>
                  <a:pt x="671759" y="47896"/>
                </a:cubicBezTo>
                <a:lnTo>
                  <a:pt x="671759" y="59410"/>
                </a:lnTo>
                <a:cubicBezTo>
                  <a:pt x="676661" y="53927"/>
                  <a:pt x="681419" y="49912"/>
                  <a:pt x="686031" y="47364"/>
                </a:cubicBezTo>
                <a:cubicBezTo>
                  <a:pt x="690643" y="44816"/>
                  <a:pt x="695304" y="43542"/>
                  <a:pt x="700013" y="43542"/>
                </a:cubicBezTo>
                <a:cubicBezTo>
                  <a:pt x="703625" y="43542"/>
                  <a:pt x="706866" y="43961"/>
                  <a:pt x="709737" y="44800"/>
                </a:cubicBezTo>
                <a:cubicBezTo>
                  <a:pt x="712608" y="45638"/>
                  <a:pt x="715139" y="46816"/>
                  <a:pt x="717333" y="48331"/>
                </a:cubicBezTo>
                <a:cubicBezTo>
                  <a:pt x="719526" y="49847"/>
                  <a:pt x="721397" y="51653"/>
                  <a:pt x="722945" y="53750"/>
                </a:cubicBezTo>
                <a:cubicBezTo>
                  <a:pt x="724493" y="55846"/>
                  <a:pt x="725783" y="58185"/>
                  <a:pt x="726815" y="60765"/>
                </a:cubicBezTo>
                <a:cubicBezTo>
                  <a:pt x="729718" y="57604"/>
                  <a:pt x="732475" y="54927"/>
                  <a:pt x="735088" y="52734"/>
                </a:cubicBezTo>
                <a:cubicBezTo>
                  <a:pt x="737701" y="50541"/>
                  <a:pt x="740216" y="48767"/>
                  <a:pt x="742635" y="47412"/>
                </a:cubicBezTo>
                <a:cubicBezTo>
                  <a:pt x="745054" y="46058"/>
                  <a:pt x="747409" y="45074"/>
                  <a:pt x="749699" y="44461"/>
                </a:cubicBezTo>
                <a:cubicBezTo>
                  <a:pt x="751989" y="43848"/>
                  <a:pt x="754295" y="43542"/>
                  <a:pt x="756617" y="43542"/>
                </a:cubicBezTo>
                <a:cubicBezTo>
                  <a:pt x="762229" y="43542"/>
                  <a:pt x="766938" y="44526"/>
                  <a:pt x="770744" y="46493"/>
                </a:cubicBezTo>
                <a:cubicBezTo>
                  <a:pt x="774550" y="48460"/>
                  <a:pt x="777630" y="51089"/>
                  <a:pt x="779984" y="54379"/>
                </a:cubicBezTo>
                <a:cubicBezTo>
                  <a:pt x="782339" y="57669"/>
                  <a:pt x="784016" y="61523"/>
                  <a:pt x="785016" y="65942"/>
                </a:cubicBezTo>
                <a:cubicBezTo>
                  <a:pt x="786016" y="70360"/>
                  <a:pt x="786516" y="75021"/>
                  <a:pt x="786516" y="79923"/>
                </a:cubicBezTo>
                <a:lnTo>
                  <a:pt x="786516" y="134980"/>
                </a:lnTo>
                <a:close/>
                <a:moveTo>
                  <a:pt x="895752" y="90325"/>
                </a:moveTo>
                <a:cubicBezTo>
                  <a:pt x="895752" y="97878"/>
                  <a:pt x="894929" y="104674"/>
                  <a:pt x="893284" y="110711"/>
                </a:cubicBezTo>
                <a:cubicBezTo>
                  <a:pt x="891639" y="116749"/>
                  <a:pt x="889220" y="121899"/>
                  <a:pt x="886027" y="126162"/>
                </a:cubicBezTo>
                <a:cubicBezTo>
                  <a:pt x="882834" y="130424"/>
                  <a:pt x="878915" y="133684"/>
                  <a:pt x="874271" y="135944"/>
                </a:cubicBezTo>
                <a:cubicBezTo>
                  <a:pt x="869626" y="138204"/>
                  <a:pt x="864305" y="139334"/>
                  <a:pt x="858306" y="139334"/>
                </a:cubicBezTo>
                <a:cubicBezTo>
                  <a:pt x="855532" y="139334"/>
                  <a:pt x="852968" y="139059"/>
                  <a:pt x="850613" y="138508"/>
                </a:cubicBezTo>
                <a:cubicBezTo>
                  <a:pt x="848259" y="137960"/>
                  <a:pt x="845953" y="137073"/>
                  <a:pt x="843695" y="135847"/>
                </a:cubicBezTo>
                <a:cubicBezTo>
                  <a:pt x="841437" y="134620"/>
                  <a:pt x="839179" y="133070"/>
                  <a:pt x="836922" y="131197"/>
                </a:cubicBezTo>
                <a:cubicBezTo>
                  <a:pt x="834664" y="129324"/>
                  <a:pt x="832277" y="127064"/>
                  <a:pt x="829762" y="124418"/>
                </a:cubicBezTo>
                <a:lnTo>
                  <a:pt x="829762" y="134998"/>
                </a:lnTo>
                <a:cubicBezTo>
                  <a:pt x="829762" y="135510"/>
                  <a:pt x="829632" y="135958"/>
                  <a:pt x="829374" y="136343"/>
                </a:cubicBezTo>
                <a:cubicBezTo>
                  <a:pt x="829116" y="136728"/>
                  <a:pt x="828697" y="137034"/>
                  <a:pt x="828117" y="137260"/>
                </a:cubicBezTo>
                <a:cubicBezTo>
                  <a:pt x="827536" y="137483"/>
                  <a:pt x="826810" y="137659"/>
                  <a:pt x="825940" y="137786"/>
                </a:cubicBezTo>
                <a:cubicBezTo>
                  <a:pt x="825069" y="137915"/>
                  <a:pt x="823956" y="137979"/>
                  <a:pt x="822601" y="137979"/>
                </a:cubicBezTo>
                <a:cubicBezTo>
                  <a:pt x="821311" y="137979"/>
                  <a:pt x="820215" y="137915"/>
                  <a:pt x="819311" y="137786"/>
                </a:cubicBezTo>
                <a:cubicBezTo>
                  <a:pt x="818408" y="137657"/>
                  <a:pt x="817667" y="137479"/>
                  <a:pt x="817086" y="137253"/>
                </a:cubicBezTo>
                <a:cubicBezTo>
                  <a:pt x="816505" y="137028"/>
                  <a:pt x="816118" y="136721"/>
                  <a:pt x="815925" y="136334"/>
                </a:cubicBezTo>
                <a:cubicBezTo>
                  <a:pt x="815731" y="135945"/>
                  <a:pt x="815635" y="135493"/>
                  <a:pt x="815635" y="134977"/>
                </a:cubicBezTo>
                <a:lnTo>
                  <a:pt x="815635" y="5615"/>
                </a:lnTo>
                <a:cubicBezTo>
                  <a:pt x="815635" y="5099"/>
                  <a:pt x="815747" y="4647"/>
                  <a:pt x="815973" y="4260"/>
                </a:cubicBezTo>
                <a:cubicBezTo>
                  <a:pt x="816199" y="3871"/>
                  <a:pt x="816618" y="3548"/>
                  <a:pt x="817231" y="3290"/>
                </a:cubicBezTo>
                <a:cubicBezTo>
                  <a:pt x="817844" y="3032"/>
                  <a:pt x="818666" y="2838"/>
                  <a:pt x="819699" y="2709"/>
                </a:cubicBezTo>
                <a:cubicBezTo>
                  <a:pt x="820731" y="2580"/>
                  <a:pt x="822021" y="2516"/>
                  <a:pt x="823569" y="2516"/>
                </a:cubicBezTo>
                <a:cubicBezTo>
                  <a:pt x="825182" y="2516"/>
                  <a:pt x="826504" y="2580"/>
                  <a:pt x="827536" y="2709"/>
                </a:cubicBezTo>
                <a:cubicBezTo>
                  <a:pt x="828568" y="2838"/>
                  <a:pt x="829374" y="3033"/>
                  <a:pt x="829955" y="3293"/>
                </a:cubicBezTo>
                <a:cubicBezTo>
                  <a:pt x="830536" y="3551"/>
                  <a:pt x="830955" y="3874"/>
                  <a:pt x="831213" y="4263"/>
                </a:cubicBezTo>
                <a:cubicBezTo>
                  <a:pt x="831471" y="4651"/>
                  <a:pt x="831600" y="5102"/>
                  <a:pt x="831600" y="5618"/>
                </a:cubicBezTo>
                <a:lnTo>
                  <a:pt x="831600" y="57877"/>
                </a:lnTo>
                <a:cubicBezTo>
                  <a:pt x="834180" y="55231"/>
                  <a:pt x="836680" y="53003"/>
                  <a:pt x="839099" y="51195"/>
                </a:cubicBezTo>
                <a:cubicBezTo>
                  <a:pt x="841518" y="49387"/>
                  <a:pt x="843888" y="47918"/>
                  <a:pt x="846211" y="46789"/>
                </a:cubicBezTo>
                <a:cubicBezTo>
                  <a:pt x="848533" y="45658"/>
                  <a:pt x="850855" y="44835"/>
                  <a:pt x="853177" y="44319"/>
                </a:cubicBezTo>
                <a:cubicBezTo>
                  <a:pt x="855500" y="43801"/>
                  <a:pt x="857951" y="43542"/>
                  <a:pt x="860531" y="43542"/>
                </a:cubicBezTo>
                <a:cubicBezTo>
                  <a:pt x="866853" y="43542"/>
                  <a:pt x="872255" y="44802"/>
                  <a:pt x="876738" y="47321"/>
                </a:cubicBezTo>
                <a:cubicBezTo>
                  <a:pt x="881221" y="49839"/>
                  <a:pt x="884866" y="53213"/>
                  <a:pt x="887672" y="57442"/>
                </a:cubicBezTo>
                <a:cubicBezTo>
                  <a:pt x="890478" y="61671"/>
                  <a:pt x="892526" y="66627"/>
                  <a:pt x="893816" y="72310"/>
                </a:cubicBezTo>
                <a:cubicBezTo>
                  <a:pt x="895106" y="77990"/>
                  <a:pt x="895752" y="83995"/>
                  <a:pt x="895752" y="90325"/>
                </a:cubicBezTo>
                <a:moveTo>
                  <a:pt x="878915" y="92164"/>
                </a:moveTo>
                <a:cubicBezTo>
                  <a:pt x="878915" y="87707"/>
                  <a:pt x="878577" y="83379"/>
                  <a:pt x="877899" y="79180"/>
                </a:cubicBezTo>
                <a:cubicBezTo>
                  <a:pt x="877222" y="74981"/>
                  <a:pt x="876045" y="71266"/>
                  <a:pt x="874368" y="68037"/>
                </a:cubicBezTo>
                <a:cubicBezTo>
                  <a:pt x="872691" y="64808"/>
                  <a:pt x="870465" y="62208"/>
                  <a:pt x="867691" y="60239"/>
                </a:cubicBezTo>
                <a:cubicBezTo>
                  <a:pt x="864917" y="58267"/>
                  <a:pt x="861466" y="57282"/>
                  <a:pt x="857338" y="57282"/>
                </a:cubicBezTo>
                <a:cubicBezTo>
                  <a:pt x="855274" y="57282"/>
                  <a:pt x="853242" y="57573"/>
                  <a:pt x="851242" y="58156"/>
                </a:cubicBezTo>
                <a:cubicBezTo>
                  <a:pt x="849242" y="58736"/>
                  <a:pt x="847210" y="59705"/>
                  <a:pt x="845146" y="61061"/>
                </a:cubicBezTo>
                <a:cubicBezTo>
                  <a:pt x="843082" y="62418"/>
                  <a:pt x="840937" y="64163"/>
                  <a:pt x="838712" y="66295"/>
                </a:cubicBezTo>
                <a:cubicBezTo>
                  <a:pt x="836486" y="68428"/>
                  <a:pt x="834116" y="71110"/>
                  <a:pt x="831600" y="74342"/>
                </a:cubicBezTo>
                <a:lnTo>
                  <a:pt x="831600" y="109115"/>
                </a:lnTo>
                <a:cubicBezTo>
                  <a:pt x="835986" y="114479"/>
                  <a:pt x="840179" y="118567"/>
                  <a:pt x="844179" y="121379"/>
                </a:cubicBezTo>
                <a:cubicBezTo>
                  <a:pt x="848178" y="124189"/>
                  <a:pt x="852339" y="125594"/>
                  <a:pt x="856661" y="125594"/>
                </a:cubicBezTo>
                <a:cubicBezTo>
                  <a:pt x="860660" y="125594"/>
                  <a:pt x="864079" y="124625"/>
                  <a:pt x="866917" y="122688"/>
                </a:cubicBezTo>
                <a:cubicBezTo>
                  <a:pt x="869755" y="120749"/>
                  <a:pt x="872062" y="118181"/>
                  <a:pt x="873835" y="114984"/>
                </a:cubicBezTo>
                <a:cubicBezTo>
                  <a:pt x="875609" y="111787"/>
                  <a:pt x="876900" y="108201"/>
                  <a:pt x="877706" y="104228"/>
                </a:cubicBezTo>
                <a:cubicBezTo>
                  <a:pt x="878512" y="100255"/>
                  <a:pt x="878915" y="96233"/>
                  <a:pt x="878915" y="92164"/>
                </a:cubicBezTo>
                <a:close/>
                <a:moveTo>
                  <a:pt x="993942" y="87664"/>
                </a:moveTo>
                <a:cubicBezTo>
                  <a:pt x="993942" y="90180"/>
                  <a:pt x="993313" y="91970"/>
                  <a:pt x="992056" y="93034"/>
                </a:cubicBezTo>
                <a:cubicBezTo>
                  <a:pt x="990798" y="94099"/>
                  <a:pt x="989362" y="94631"/>
                  <a:pt x="987750" y="94631"/>
                </a:cubicBezTo>
                <a:lnTo>
                  <a:pt x="930662" y="94631"/>
                </a:lnTo>
                <a:cubicBezTo>
                  <a:pt x="930662" y="99483"/>
                  <a:pt x="931145" y="103850"/>
                  <a:pt x="932113" y="107733"/>
                </a:cubicBezTo>
                <a:cubicBezTo>
                  <a:pt x="933081" y="111615"/>
                  <a:pt x="934693" y="114947"/>
                  <a:pt x="936951" y="117729"/>
                </a:cubicBezTo>
                <a:cubicBezTo>
                  <a:pt x="939209" y="120511"/>
                  <a:pt x="942144" y="122647"/>
                  <a:pt x="945756" y="124137"/>
                </a:cubicBezTo>
                <a:cubicBezTo>
                  <a:pt x="949368" y="125624"/>
                  <a:pt x="953787" y="126368"/>
                  <a:pt x="959012" y="126368"/>
                </a:cubicBezTo>
                <a:cubicBezTo>
                  <a:pt x="963141" y="126368"/>
                  <a:pt x="966817" y="126029"/>
                  <a:pt x="970043" y="125352"/>
                </a:cubicBezTo>
                <a:cubicBezTo>
                  <a:pt x="973268" y="124675"/>
                  <a:pt x="976058" y="123917"/>
                  <a:pt x="978412" y="123078"/>
                </a:cubicBezTo>
                <a:cubicBezTo>
                  <a:pt x="980767" y="122240"/>
                  <a:pt x="982702" y="121482"/>
                  <a:pt x="984218" y="120804"/>
                </a:cubicBezTo>
                <a:cubicBezTo>
                  <a:pt x="985734" y="120127"/>
                  <a:pt x="986879" y="119788"/>
                  <a:pt x="987653" y="119788"/>
                </a:cubicBezTo>
                <a:cubicBezTo>
                  <a:pt x="988105" y="119788"/>
                  <a:pt x="988508" y="119901"/>
                  <a:pt x="988863" y="120127"/>
                </a:cubicBezTo>
                <a:cubicBezTo>
                  <a:pt x="989217" y="120353"/>
                  <a:pt x="989491" y="120691"/>
                  <a:pt x="989685" y="121143"/>
                </a:cubicBezTo>
                <a:cubicBezTo>
                  <a:pt x="989878" y="121595"/>
                  <a:pt x="990024" y="122223"/>
                  <a:pt x="990120" y="123030"/>
                </a:cubicBezTo>
                <a:cubicBezTo>
                  <a:pt x="990217" y="123836"/>
                  <a:pt x="990266" y="124820"/>
                  <a:pt x="990266" y="125981"/>
                </a:cubicBezTo>
                <a:cubicBezTo>
                  <a:pt x="990266" y="126820"/>
                  <a:pt x="990233" y="127545"/>
                  <a:pt x="990169" y="128158"/>
                </a:cubicBezTo>
                <a:cubicBezTo>
                  <a:pt x="990104" y="128771"/>
                  <a:pt x="990024" y="129319"/>
                  <a:pt x="989927" y="129803"/>
                </a:cubicBezTo>
                <a:cubicBezTo>
                  <a:pt x="989830" y="130287"/>
                  <a:pt x="989669" y="130722"/>
                  <a:pt x="989443" y="131109"/>
                </a:cubicBezTo>
                <a:cubicBezTo>
                  <a:pt x="989217" y="131496"/>
                  <a:pt x="988927" y="131867"/>
                  <a:pt x="988572" y="132222"/>
                </a:cubicBezTo>
                <a:cubicBezTo>
                  <a:pt x="988217" y="132577"/>
                  <a:pt x="987169" y="133157"/>
                  <a:pt x="985428" y="133964"/>
                </a:cubicBezTo>
                <a:cubicBezTo>
                  <a:pt x="983686" y="134770"/>
                  <a:pt x="981428" y="135560"/>
                  <a:pt x="978654" y="136334"/>
                </a:cubicBezTo>
                <a:cubicBezTo>
                  <a:pt x="975881" y="137108"/>
                  <a:pt x="972671" y="137802"/>
                  <a:pt x="969027" y="138415"/>
                </a:cubicBezTo>
                <a:cubicBezTo>
                  <a:pt x="965382" y="139027"/>
                  <a:pt x="961496" y="139334"/>
                  <a:pt x="957367" y="139334"/>
                </a:cubicBezTo>
                <a:cubicBezTo>
                  <a:pt x="950207" y="139334"/>
                  <a:pt x="943934" y="138333"/>
                  <a:pt x="938548" y="136331"/>
                </a:cubicBezTo>
                <a:cubicBezTo>
                  <a:pt x="933161" y="134330"/>
                  <a:pt x="928630" y="131359"/>
                  <a:pt x="924953" y="127420"/>
                </a:cubicBezTo>
                <a:cubicBezTo>
                  <a:pt x="921276" y="123481"/>
                  <a:pt x="918502" y="118542"/>
                  <a:pt x="916631" y="112601"/>
                </a:cubicBezTo>
                <a:cubicBezTo>
                  <a:pt x="914761" y="106660"/>
                  <a:pt x="913825" y="99751"/>
                  <a:pt x="913825" y="91873"/>
                </a:cubicBezTo>
                <a:cubicBezTo>
                  <a:pt x="913825" y="84382"/>
                  <a:pt x="914793" y="77651"/>
                  <a:pt x="916728" y="71678"/>
                </a:cubicBezTo>
                <a:cubicBezTo>
                  <a:pt x="918663" y="65705"/>
                  <a:pt x="921453" y="60636"/>
                  <a:pt x="925098" y="56471"/>
                </a:cubicBezTo>
                <a:cubicBezTo>
                  <a:pt x="928743" y="52307"/>
                  <a:pt x="933145" y="49111"/>
                  <a:pt x="938306" y="46883"/>
                </a:cubicBezTo>
                <a:cubicBezTo>
                  <a:pt x="943466" y="44656"/>
                  <a:pt x="949239" y="43542"/>
                  <a:pt x="955626" y="43542"/>
                </a:cubicBezTo>
                <a:cubicBezTo>
                  <a:pt x="962463" y="43542"/>
                  <a:pt x="968285" y="44638"/>
                  <a:pt x="973091" y="46832"/>
                </a:cubicBezTo>
                <a:cubicBezTo>
                  <a:pt x="977896" y="49025"/>
                  <a:pt x="981847" y="51976"/>
                  <a:pt x="984944" y="55685"/>
                </a:cubicBezTo>
                <a:cubicBezTo>
                  <a:pt x="988040" y="59394"/>
                  <a:pt x="990314" y="63748"/>
                  <a:pt x="991765" y="68748"/>
                </a:cubicBezTo>
                <a:cubicBezTo>
                  <a:pt x="993217" y="73747"/>
                  <a:pt x="993942" y="79085"/>
                  <a:pt x="993942" y="84761"/>
                </a:cubicBezTo>
                <a:lnTo>
                  <a:pt x="993942" y="87664"/>
                </a:lnTo>
                <a:moveTo>
                  <a:pt x="977880" y="82923"/>
                </a:moveTo>
                <a:cubicBezTo>
                  <a:pt x="978074" y="74537"/>
                  <a:pt x="976219" y="67957"/>
                  <a:pt x="972317" y="63184"/>
                </a:cubicBezTo>
                <a:cubicBezTo>
                  <a:pt x="968414" y="58411"/>
                  <a:pt x="962625" y="56024"/>
                  <a:pt x="954948" y="56024"/>
                </a:cubicBezTo>
                <a:cubicBezTo>
                  <a:pt x="951013" y="56024"/>
                  <a:pt x="947562" y="56766"/>
                  <a:pt x="944595" y="58249"/>
                </a:cubicBezTo>
                <a:cubicBezTo>
                  <a:pt x="941628" y="59733"/>
                  <a:pt x="939144" y="61700"/>
                  <a:pt x="937145" y="64152"/>
                </a:cubicBezTo>
                <a:cubicBezTo>
                  <a:pt x="935145" y="66603"/>
                  <a:pt x="933597" y="69457"/>
                  <a:pt x="932500" y="72715"/>
                </a:cubicBezTo>
                <a:cubicBezTo>
                  <a:pt x="931403" y="75972"/>
                  <a:pt x="930791" y="79375"/>
                  <a:pt x="930662" y="82923"/>
                </a:cubicBezTo>
                <a:lnTo>
                  <a:pt x="977880" y="82923"/>
                </a:lnTo>
                <a:close/>
                <a:moveTo>
                  <a:pt x="1092878" y="134977"/>
                </a:moveTo>
                <a:cubicBezTo>
                  <a:pt x="1092878" y="135493"/>
                  <a:pt x="1092765" y="135945"/>
                  <a:pt x="1092539" y="136334"/>
                </a:cubicBezTo>
                <a:cubicBezTo>
                  <a:pt x="1092314" y="136721"/>
                  <a:pt x="1091927" y="137028"/>
                  <a:pt x="1091378" y="137253"/>
                </a:cubicBezTo>
                <a:cubicBezTo>
                  <a:pt x="1090830" y="137479"/>
                  <a:pt x="1090104" y="137657"/>
                  <a:pt x="1089201" y="137786"/>
                </a:cubicBezTo>
                <a:cubicBezTo>
                  <a:pt x="1088298" y="137915"/>
                  <a:pt x="1087202" y="137979"/>
                  <a:pt x="1085911" y="137979"/>
                </a:cubicBezTo>
                <a:cubicBezTo>
                  <a:pt x="1084557" y="137979"/>
                  <a:pt x="1083428" y="137915"/>
                  <a:pt x="1082525" y="137786"/>
                </a:cubicBezTo>
                <a:cubicBezTo>
                  <a:pt x="1081622" y="137659"/>
                  <a:pt x="1080880" y="137483"/>
                  <a:pt x="1080299" y="137260"/>
                </a:cubicBezTo>
                <a:cubicBezTo>
                  <a:pt x="1079719" y="137034"/>
                  <a:pt x="1079300" y="136728"/>
                  <a:pt x="1079042" y="136343"/>
                </a:cubicBezTo>
                <a:cubicBezTo>
                  <a:pt x="1078783" y="135958"/>
                  <a:pt x="1078654" y="135510"/>
                  <a:pt x="1078654" y="134998"/>
                </a:cubicBezTo>
                <a:lnTo>
                  <a:pt x="1078654" y="123547"/>
                </a:lnTo>
                <a:cubicBezTo>
                  <a:pt x="1074075" y="128518"/>
                  <a:pt x="1069317" y="132392"/>
                  <a:pt x="1064382" y="135170"/>
                </a:cubicBezTo>
                <a:cubicBezTo>
                  <a:pt x="1059448" y="137946"/>
                  <a:pt x="1054045" y="139334"/>
                  <a:pt x="1048175" y="139334"/>
                </a:cubicBezTo>
                <a:cubicBezTo>
                  <a:pt x="1041789" y="139334"/>
                  <a:pt x="1036338" y="138091"/>
                  <a:pt x="1031823" y="135606"/>
                </a:cubicBezTo>
                <a:cubicBezTo>
                  <a:pt x="1027307" y="133120"/>
                  <a:pt x="1023647" y="129763"/>
                  <a:pt x="1020841" y="125533"/>
                </a:cubicBezTo>
                <a:cubicBezTo>
                  <a:pt x="1018035" y="121302"/>
                  <a:pt x="1015987" y="116330"/>
                  <a:pt x="1014696" y="110617"/>
                </a:cubicBezTo>
                <a:cubicBezTo>
                  <a:pt x="1013406" y="104903"/>
                  <a:pt x="1012761" y="98880"/>
                  <a:pt x="1012761" y="92551"/>
                </a:cubicBezTo>
                <a:cubicBezTo>
                  <a:pt x="1012761" y="85062"/>
                  <a:pt x="1013568" y="78299"/>
                  <a:pt x="1015180" y="72261"/>
                </a:cubicBezTo>
                <a:cubicBezTo>
                  <a:pt x="1016793" y="66224"/>
                  <a:pt x="1019180" y="61074"/>
                  <a:pt x="1022340" y="56813"/>
                </a:cubicBezTo>
                <a:cubicBezTo>
                  <a:pt x="1025501" y="52550"/>
                  <a:pt x="1029420" y="49272"/>
                  <a:pt x="1034097" y="46980"/>
                </a:cubicBezTo>
                <a:cubicBezTo>
                  <a:pt x="1038773" y="44688"/>
                  <a:pt x="1044176" y="43542"/>
                  <a:pt x="1050304" y="43542"/>
                </a:cubicBezTo>
                <a:cubicBezTo>
                  <a:pt x="1055400" y="43542"/>
                  <a:pt x="1060061" y="44656"/>
                  <a:pt x="1064286" y="46883"/>
                </a:cubicBezTo>
                <a:cubicBezTo>
                  <a:pt x="1068511" y="49111"/>
                  <a:pt x="1072688" y="52387"/>
                  <a:pt x="1076816" y="56713"/>
                </a:cubicBezTo>
                <a:lnTo>
                  <a:pt x="1076816" y="6005"/>
                </a:lnTo>
                <a:cubicBezTo>
                  <a:pt x="1076816" y="5554"/>
                  <a:pt x="1076929" y="5118"/>
                  <a:pt x="1077155" y="4699"/>
                </a:cubicBezTo>
                <a:cubicBezTo>
                  <a:pt x="1077380" y="4278"/>
                  <a:pt x="1077816" y="3954"/>
                  <a:pt x="1078461" y="3728"/>
                </a:cubicBezTo>
                <a:cubicBezTo>
                  <a:pt x="1079106" y="3500"/>
                  <a:pt x="1079928" y="3306"/>
                  <a:pt x="1080928" y="3145"/>
                </a:cubicBezTo>
                <a:cubicBezTo>
                  <a:pt x="1081928" y="2983"/>
                  <a:pt x="1083202" y="2903"/>
                  <a:pt x="1084750" y="2903"/>
                </a:cubicBezTo>
                <a:cubicBezTo>
                  <a:pt x="1086363" y="2903"/>
                  <a:pt x="1087685" y="2983"/>
                  <a:pt x="1088717" y="3145"/>
                </a:cubicBezTo>
                <a:cubicBezTo>
                  <a:pt x="1089750" y="3306"/>
                  <a:pt x="1090556" y="3499"/>
                  <a:pt x="1091136" y="3725"/>
                </a:cubicBezTo>
                <a:cubicBezTo>
                  <a:pt x="1091717" y="3951"/>
                  <a:pt x="1092152" y="4275"/>
                  <a:pt x="1092443" y="4696"/>
                </a:cubicBezTo>
                <a:cubicBezTo>
                  <a:pt x="1092733" y="5115"/>
                  <a:pt x="1092878" y="5551"/>
                  <a:pt x="1092878" y="6002"/>
                </a:cubicBezTo>
                <a:lnTo>
                  <a:pt x="1092878" y="134977"/>
                </a:lnTo>
                <a:moveTo>
                  <a:pt x="1076816" y="73761"/>
                </a:moveTo>
                <a:cubicBezTo>
                  <a:pt x="1072494" y="68397"/>
                  <a:pt x="1068317" y="64310"/>
                  <a:pt x="1064286" y="61500"/>
                </a:cubicBezTo>
                <a:cubicBezTo>
                  <a:pt x="1060254" y="58688"/>
                  <a:pt x="1056045" y="57282"/>
                  <a:pt x="1051659" y="57282"/>
                </a:cubicBezTo>
                <a:cubicBezTo>
                  <a:pt x="1047595" y="57282"/>
                  <a:pt x="1044144" y="58251"/>
                  <a:pt x="1041305" y="60191"/>
                </a:cubicBezTo>
                <a:cubicBezTo>
                  <a:pt x="1038467" y="62128"/>
                  <a:pt x="1036161" y="64679"/>
                  <a:pt x="1034387" y="67844"/>
                </a:cubicBezTo>
                <a:cubicBezTo>
                  <a:pt x="1032613" y="71008"/>
                  <a:pt x="1031323" y="74594"/>
                  <a:pt x="1030517" y="78599"/>
                </a:cubicBezTo>
                <a:cubicBezTo>
                  <a:pt x="1029710" y="82604"/>
                  <a:pt x="1029307" y="86674"/>
                  <a:pt x="1029307" y="90809"/>
                </a:cubicBezTo>
                <a:cubicBezTo>
                  <a:pt x="1029307" y="95201"/>
                  <a:pt x="1029646" y="99497"/>
                  <a:pt x="1030323" y="103696"/>
                </a:cubicBezTo>
                <a:cubicBezTo>
                  <a:pt x="1031000" y="107895"/>
                  <a:pt x="1032178" y="111625"/>
                  <a:pt x="1033855" y="114887"/>
                </a:cubicBezTo>
                <a:cubicBezTo>
                  <a:pt x="1035532" y="118148"/>
                  <a:pt x="1037757" y="120765"/>
                  <a:pt x="1040531" y="122737"/>
                </a:cubicBezTo>
                <a:cubicBezTo>
                  <a:pt x="1043305" y="124706"/>
                  <a:pt x="1046788" y="125691"/>
                  <a:pt x="1050981" y="125691"/>
                </a:cubicBezTo>
                <a:cubicBezTo>
                  <a:pt x="1053110" y="125691"/>
                  <a:pt x="1055158" y="125400"/>
                  <a:pt x="1057125" y="124820"/>
                </a:cubicBezTo>
                <a:cubicBezTo>
                  <a:pt x="1059093" y="124237"/>
                  <a:pt x="1061109" y="123268"/>
                  <a:pt x="1063173" y="121911"/>
                </a:cubicBezTo>
                <a:cubicBezTo>
                  <a:pt x="1065237" y="120554"/>
                  <a:pt x="1067398" y="118794"/>
                  <a:pt x="1069656" y="116629"/>
                </a:cubicBezTo>
                <a:cubicBezTo>
                  <a:pt x="1071914" y="114464"/>
                  <a:pt x="1074300" y="111798"/>
                  <a:pt x="1076816" y="108631"/>
                </a:cubicBezTo>
                <a:lnTo>
                  <a:pt x="1076816" y="73761"/>
                </a:lnTo>
                <a:close/>
                <a:moveTo>
                  <a:pt x="1196874" y="134977"/>
                </a:moveTo>
                <a:cubicBezTo>
                  <a:pt x="1196874" y="135493"/>
                  <a:pt x="1196761" y="135945"/>
                  <a:pt x="1196535" y="136334"/>
                </a:cubicBezTo>
                <a:cubicBezTo>
                  <a:pt x="1196310" y="136721"/>
                  <a:pt x="1195923" y="137028"/>
                  <a:pt x="1195374" y="137253"/>
                </a:cubicBezTo>
                <a:cubicBezTo>
                  <a:pt x="1194826" y="137479"/>
                  <a:pt x="1194100" y="137657"/>
                  <a:pt x="1193197" y="137786"/>
                </a:cubicBezTo>
                <a:cubicBezTo>
                  <a:pt x="1192294" y="137915"/>
                  <a:pt x="1191197" y="137979"/>
                  <a:pt x="1189907" y="137979"/>
                </a:cubicBezTo>
                <a:cubicBezTo>
                  <a:pt x="1188553" y="137979"/>
                  <a:pt x="1187424" y="137915"/>
                  <a:pt x="1186521" y="137786"/>
                </a:cubicBezTo>
                <a:cubicBezTo>
                  <a:pt x="1185618" y="137659"/>
                  <a:pt x="1184876" y="137483"/>
                  <a:pt x="1184295" y="137260"/>
                </a:cubicBezTo>
                <a:cubicBezTo>
                  <a:pt x="1183715" y="137034"/>
                  <a:pt x="1183295" y="136728"/>
                  <a:pt x="1183037" y="136343"/>
                </a:cubicBezTo>
                <a:cubicBezTo>
                  <a:pt x="1182779" y="135958"/>
                  <a:pt x="1182650" y="135510"/>
                  <a:pt x="1182650" y="134998"/>
                </a:cubicBezTo>
                <a:lnTo>
                  <a:pt x="1182650" y="123547"/>
                </a:lnTo>
                <a:cubicBezTo>
                  <a:pt x="1178070" y="128518"/>
                  <a:pt x="1173313" y="132392"/>
                  <a:pt x="1168378" y="135170"/>
                </a:cubicBezTo>
                <a:cubicBezTo>
                  <a:pt x="1163444" y="137946"/>
                  <a:pt x="1158041" y="139334"/>
                  <a:pt x="1152171" y="139334"/>
                </a:cubicBezTo>
                <a:cubicBezTo>
                  <a:pt x="1145785" y="139334"/>
                  <a:pt x="1140334" y="138091"/>
                  <a:pt x="1135819" y="135606"/>
                </a:cubicBezTo>
                <a:cubicBezTo>
                  <a:pt x="1131303" y="133120"/>
                  <a:pt x="1127643" y="129763"/>
                  <a:pt x="1124836" y="125533"/>
                </a:cubicBezTo>
                <a:cubicBezTo>
                  <a:pt x="1122030" y="121302"/>
                  <a:pt x="1119982" y="116330"/>
                  <a:pt x="1118692" y="110617"/>
                </a:cubicBezTo>
                <a:cubicBezTo>
                  <a:pt x="1117402" y="104903"/>
                  <a:pt x="1116757" y="98880"/>
                  <a:pt x="1116757" y="92551"/>
                </a:cubicBezTo>
                <a:cubicBezTo>
                  <a:pt x="1116757" y="85062"/>
                  <a:pt x="1117563" y="78299"/>
                  <a:pt x="1119176" y="72261"/>
                </a:cubicBezTo>
                <a:cubicBezTo>
                  <a:pt x="1120789" y="66224"/>
                  <a:pt x="1123175" y="61074"/>
                  <a:pt x="1126336" y="56813"/>
                </a:cubicBezTo>
                <a:cubicBezTo>
                  <a:pt x="1129497" y="52550"/>
                  <a:pt x="1133416" y="49272"/>
                  <a:pt x="1138093" y="46980"/>
                </a:cubicBezTo>
                <a:cubicBezTo>
                  <a:pt x="1142769" y="44688"/>
                  <a:pt x="1148172" y="43542"/>
                  <a:pt x="1154300" y="43542"/>
                </a:cubicBezTo>
                <a:cubicBezTo>
                  <a:pt x="1159396" y="43542"/>
                  <a:pt x="1164056" y="44656"/>
                  <a:pt x="1168282" y="46883"/>
                </a:cubicBezTo>
                <a:cubicBezTo>
                  <a:pt x="1172507" y="49111"/>
                  <a:pt x="1176683" y="52387"/>
                  <a:pt x="1180812" y="56713"/>
                </a:cubicBezTo>
                <a:lnTo>
                  <a:pt x="1180812" y="6005"/>
                </a:lnTo>
                <a:cubicBezTo>
                  <a:pt x="1180812" y="5554"/>
                  <a:pt x="1180925" y="5118"/>
                  <a:pt x="1181151" y="4699"/>
                </a:cubicBezTo>
                <a:cubicBezTo>
                  <a:pt x="1181376" y="4278"/>
                  <a:pt x="1181812" y="3954"/>
                  <a:pt x="1182457" y="3728"/>
                </a:cubicBezTo>
                <a:cubicBezTo>
                  <a:pt x="1183102" y="3500"/>
                  <a:pt x="1183924" y="3306"/>
                  <a:pt x="1184924" y="3145"/>
                </a:cubicBezTo>
                <a:cubicBezTo>
                  <a:pt x="1185924" y="2983"/>
                  <a:pt x="1187198" y="2903"/>
                  <a:pt x="1188746" y="2903"/>
                </a:cubicBezTo>
                <a:cubicBezTo>
                  <a:pt x="1190359" y="2903"/>
                  <a:pt x="1191681" y="2983"/>
                  <a:pt x="1192713" y="3145"/>
                </a:cubicBezTo>
                <a:cubicBezTo>
                  <a:pt x="1193745" y="3306"/>
                  <a:pt x="1194552" y="3499"/>
                  <a:pt x="1195132" y="3725"/>
                </a:cubicBezTo>
                <a:cubicBezTo>
                  <a:pt x="1195713" y="3951"/>
                  <a:pt x="1196148" y="4275"/>
                  <a:pt x="1196439" y="4696"/>
                </a:cubicBezTo>
                <a:cubicBezTo>
                  <a:pt x="1196729" y="5115"/>
                  <a:pt x="1196874" y="5551"/>
                  <a:pt x="1196874" y="6002"/>
                </a:cubicBezTo>
                <a:lnTo>
                  <a:pt x="1196874" y="134977"/>
                </a:lnTo>
                <a:moveTo>
                  <a:pt x="1180812" y="73761"/>
                </a:moveTo>
                <a:cubicBezTo>
                  <a:pt x="1176490" y="68397"/>
                  <a:pt x="1172313" y="64310"/>
                  <a:pt x="1168282" y="61500"/>
                </a:cubicBezTo>
                <a:cubicBezTo>
                  <a:pt x="1164250" y="58688"/>
                  <a:pt x="1160041" y="57282"/>
                  <a:pt x="1155654" y="57282"/>
                </a:cubicBezTo>
                <a:cubicBezTo>
                  <a:pt x="1151591" y="57282"/>
                  <a:pt x="1148139" y="58251"/>
                  <a:pt x="1145301" y="60191"/>
                </a:cubicBezTo>
                <a:cubicBezTo>
                  <a:pt x="1142463" y="62128"/>
                  <a:pt x="1140157" y="64679"/>
                  <a:pt x="1138383" y="67844"/>
                </a:cubicBezTo>
                <a:cubicBezTo>
                  <a:pt x="1136609" y="71008"/>
                  <a:pt x="1135319" y="74594"/>
                  <a:pt x="1134512" y="78599"/>
                </a:cubicBezTo>
                <a:cubicBezTo>
                  <a:pt x="1133706" y="82604"/>
                  <a:pt x="1133303" y="86674"/>
                  <a:pt x="1133303" y="90809"/>
                </a:cubicBezTo>
                <a:cubicBezTo>
                  <a:pt x="1133303" y="95201"/>
                  <a:pt x="1133642" y="99497"/>
                  <a:pt x="1134319" y="103696"/>
                </a:cubicBezTo>
                <a:cubicBezTo>
                  <a:pt x="1134996" y="107895"/>
                  <a:pt x="1136173" y="111625"/>
                  <a:pt x="1137851" y="114887"/>
                </a:cubicBezTo>
                <a:cubicBezTo>
                  <a:pt x="1139528" y="118148"/>
                  <a:pt x="1141753" y="120765"/>
                  <a:pt x="1144527" y="122737"/>
                </a:cubicBezTo>
                <a:cubicBezTo>
                  <a:pt x="1147301" y="124706"/>
                  <a:pt x="1150784" y="125691"/>
                  <a:pt x="1154977" y="125691"/>
                </a:cubicBezTo>
                <a:cubicBezTo>
                  <a:pt x="1157106" y="125691"/>
                  <a:pt x="1159154" y="125400"/>
                  <a:pt x="1161121" y="124820"/>
                </a:cubicBezTo>
                <a:cubicBezTo>
                  <a:pt x="1163089" y="124237"/>
                  <a:pt x="1165105" y="123268"/>
                  <a:pt x="1167169" y="121911"/>
                </a:cubicBezTo>
                <a:cubicBezTo>
                  <a:pt x="1169233" y="120554"/>
                  <a:pt x="1171394" y="118794"/>
                  <a:pt x="1173652" y="116629"/>
                </a:cubicBezTo>
                <a:cubicBezTo>
                  <a:pt x="1175909" y="114464"/>
                  <a:pt x="1178296" y="111798"/>
                  <a:pt x="1180812" y="108631"/>
                </a:cubicBezTo>
                <a:lnTo>
                  <a:pt x="1180812" y="73761"/>
                </a:lnTo>
                <a:close/>
                <a:moveTo>
                  <a:pt x="1242234" y="134980"/>
                </a:moveTo>
                <a:cubicBezTo>
                  <a:pt x="1242234" y="135496"/>
                  <a:pt x="1242105" y="135931"/>
                  <a:pt x="1241847" y="136286"/>
                </a:cubicBezTo>
                <a:cubicBezTo>
                  <a:pt x="1241589" y="136641"/>
                  <a:pt x="1241170" y="136947"/>
                  <a:pt x="1240589" y="137205"/>
                </a:cubicBezTo>
                <a:cubicBezTo>
                  <a:pt x="1240009" y="137463"/>
                  <a:pt x="1239203" y="137657"/>
                  <a:pt x="1238171" y="137786"/>
                </a:cubicBezTo>
                <a:cubicBezTo>
                  <a:pt x="1237138" y="137915"/>
                  <a:pt x="1235816" y="137979"/>
                  <a:pt x="1234203" y="137979"/>
                </a:cubicBezTo>
                <a:cubicBezTo>
                  <a:pt x="1232655" y="137979"/>
                  <a:pt x="1231365" y="137915"/>
                  <a:pt x="1230333" y="137786"/>
                </a:cubicBezTo>
                <a:cubicBezTo>
                  <a:pt x="1229301" y="137657"/>
                  <a:pt x="1228478" y="137463"/>
                  <a:pt x="1227866" y="137205"/>
                </a:cubicBezTo>
                <a:cubicBezTo>
                  <a:pt x="1227253" y="136947"/>
                  <a:pt x="1226834" y="136641"/>
                  <a:pt x="1226608" y="136286"/>
                </a:cubicBezTo>
                <a:cubicBezTo>
                  <a:pt x="1226382" y="135931"/>
                  <a:pt x="1226269" y="135496"/>
                  <a:pt x="1226269" y="134980"/>
                </a:cubicBezTo>
                <a:lnTo>
                  <a:pt x="1226269" y="47896"/>
                </a:lnTo>
                <a:cubicBezTo>
                  <a:pt x="1226269" y="47444"/>
                  <a:pt x="1226382" y="47025"/>
                  <a:pt x="1226608" y="46638"/>
                </a:cubicBezTo>
                <a:cubicBezTo>
                  <a:pt x="1226834" y="46251"/>
                  <a:pt x="1227253" y="45929"/>
                  <a:pt x="1227866" y="45671"/>
                </a:cubicBezTo>
                <a:cubicBezTo>
                  <a:pt x="1228478" y="45412"/>
                  <a:pt x="1229301" y="45219"/>
                  <a:pt x="1230333" y="45090"/>
                </a:cubicBezTo>
                <a:cubicBezTo>
                  <a:pt x="1231365" y="44961"/>
                  <a:pt x="1232655" y="44896"/>
                  <a:pt x="1234203" y="44896"/>
                </a:cubicBezTo>
                <a:cubicBezTo>
                  <a:pt x="1235816" y="44896"/>
                  <a:pt x="1237138" y="44961"/>
                  <a:pt x="1238171" y="45090"/>
                </a:cubicBezTo>
                <a:cubicBezTo>
                  <a:pt x="1239203" y="45219"/>
                  <a:pt x="1240009" y="45412"/>
                  <a:pt x="1240589" y="45671"/>
                </a:cubicBezTo>
                <a:cubicBezTo>
                  <a:pt x="1241170" y="45929"/>
                  <a:pt x="1241589" y="46251"/>
                  <a:pt x="1241847" y="46638"/>
                </a:cubicBezTo>
                <a:cubicBezTo>
                  <a:pt x="1242105" y="47025"/>
                  <a:pt x="1242234" y="47444"/>
                  <a:pt x="1242234" y="47896"/>
                </a:cubicBezTo>
                <a:lnTo>
                  <a:pt x="1242234" y="134980"/>
                </a:lnTo>
                <a:moveTo>
                  <a:pt x="1244073" y="18384"/>
                </a:moveTo>
                <a:cubicBezTo>
                  <a:pt x="1244073" y="22126"/>
                  <a:pt x="1243363" y="24674"/>
                  <a:pt x="1241944" y="26028"/>
                </a:cubicBezTo>
                <a:cubicBezTo>
                  <a:pt x="1240525" y="27383"/>
                  <a:pt x="1237912" y="28060"/>
                  <a:pt x="1234107" y="28060"/>
                </a:cubicBezTo>
                <a:cubicBezTo>
                  <a:pt x="1230365" y="28060"/>
                  <a:pt x="1227801" y="27399"/>
                  <a:pt x="1226414" y="26077"/>
                </a:cubicBezTo>
                <a:cubicBezTo>
                  <a:pt x="1225027" y="24754"/>
                  <a:pt x="1224334" y="22255"/>
                  <a:pt x="1224334" y="18578"/>
                </a:cubicBezTo>
                <a:cubicBezTo>
                  <a:pt x="1224334" y="14836"/>
                  <a:pt x="1225043" y="12288"/>
                  <a:pt x="1226463" y="10934"/>
                </a:cubicBezTo>
                <a:cubicBezTo>
                  <a:pt x="1227882" y="9579"/>
                  <a:pt x="1230494" y="8902"/>
                  <a:pt x="1234300" y="8902"/>
                </a:cubicBezTo>
                <a:cubicBezTo>
                  <a:pt x="1238041" y="8902"/>
                  <a:pt x="1240606" y="9563"/>
                  <a:pt x="1241993" y="10885"/>
                </a:cubicBezTo>
                <a:cubicBezTo>
                  <a:pt x="1243379" y="12208"/>
                  <a:pt x="1244073" y="14707"/>
                  <a:pt x="1244073" y="18384"/>
                </a:cubicBezTo>
                <a:close/>
                <a:moveTo>
                  <a:pt x="1346598" y="134980"/>
                </a:moveTo>
                <a:cubicBezTo>
                  <a:pt x="1346598" y="135496"/>
                  <a:pt x="1346469" y="135931"/>
                  <a:pt x="1346211" y="136286"/>
                </a:cubicBezTo>
                <a:cubicBezTo>
                  <a:pt x="1345953" y="136641"/>
                  <a:pt x="1345533" y="136947"/>
                  <a:pt x="1344953" y="137205"/>
                </a:cubicBezTo>
                <a:cubicBezTo>
                  <a:pt x="1344372" y="137463"/>
                  <a:pt x="1343566" y="137657"/>
                  <a:pt x="1342534" y="137786"/>
                </a:cubicBezTo>
                <a:cubicBezTo>
                  <a:pt x="1341502" y="137915"/>
                  <a:pt x="1340212" y="137979"/>
                  <a:pt x="1338663" y="137979"/>
                </a:cubicBezTo>
                <a:cubicBezTo>
                  <a:pt x="1337051" y="137979"/>
                  <a:pt x="1335728" y="137915"/>
                  <a:pt x="1334696" y="137786"/>
                </a:cubicBezTo>
                <a:cubicBezTo>
                  <a:pt x="1333664" y="137657"/>
                  <a:pt x="1332858" y="137463"/>
                  <a:pt x="1332277" y="137205"/>
                </a:cubicBezTo>
                <a:cubicBezTo>
                  <a:pt x="1331697" y="136947"/>
                  <a:pt x="1331277" y="136641"/>
                  <a:pt x="1331019" y="136286"/>
                </a:cubicBezTo>
                <a:cubicBezTo>
                  <a:pt x="1330761" y="135931"/>
                  <a:pt x="1330632" y="135496"/>
                  <a:pt x="1330632" y="134980"/>
                </a:cubicBezTo>
                <a:lnTo>
                  <a:pt x="1330632" y="83987"/>
                </a:lnTo>
                <a:cubicBezTo>
                  <a:pt x="1330632" y="79020"/>
                  <a:pt x="1330245" y="75021"/>
                  <a:pt x="1329471" y="71989"/>
                </a:cubicBezTo>
                <a:cubicBezTo>
                  <a:pt x="1328697" y="68957"/>
                  <a:pt x="1327568" y="66345"/>
                  <a:pt x="1326085" y="64152"/>
                </a:cubicBezTo>
                <a:cubicBezTo>
                  <a:pt x="1324601" y="61958"/>
                  <a:pt x="1322682" y="60281"/>
                  <a:pt x="1320327" y="59120"/>
                </a:cubicBezTo>
                <a:cubicBezTo>
                  <a:pt x="1317973" y="57959"/>
                  <a:pt x="1315248" y="57378"/>
                  <a:pt x="1312151" y="57378"/>
                </a:cubicBezTo>
                <a:cubicBezTo>
                  <a:pt x="1308152" y="57378"/>
                  <a:pt x="1304152" y="58798"/>
                  <a:pt x="1300153" y="61636"/>
                </a:cubicBezTo>
                <a:cubicBezTo>
                  <a:pt x="1296154" y="64474"/>
                  <a:pt x="1291961" y="68635"/>
                  <a:pt x="1287574" y="74118"/>
                </a:cubicBezTo>
                <a:lnTo>
                  <a:pt x="1287574" y="134980"/>
                </a:lnTo>
                <a:cubicBezTo>
                  <a:pt x="1287574" y="135496"/>
                  <a:pt x="1287445" y="135931"/>
                  <a:pt x="1287187" y="136286"/>
                </a:cubicBezTo>
                <a:cubicBezTo>
                  <a:pt x="1286929" y="136641"/>
                  <a:pt x="1286510" y="136947"/>
                  <a:pt x="1285929" y="137205"/>
                </a:cubicBezTo>
                <a:cubicBezTo>
                  <a:pt x="1285349" y="137463"/>
                  <a:pt x="1284543" y="137657"/>
                  <a:pt x="1283510" y="137786"/>
                </a:cubicBezTo>
                <a:cubicBezTo>
                  <a:pt x="1282478" y="137915"/>
                  <a:pt x="1281156" y="137979"/>
                  <a:pt x="1279543" y="137979"/>
                </a:cubicBezTo>
                <a:cubicBezTo>
                  <a:pt x="1277995" y="137979"/>
                  <a:pt x="1276705" y="137915"/>
                  <a:pt x="1275673" y="137786"/>
                </a:cubicBezTo>
                <a:cubicBezTo>
                  <a:pt x="1274641" y="137657"/>
                  <a:pt x="1273818" y="137463"/>
                  <a:pt x="1273206" y="137205"/>
                </a:cubicBezTo>
                <a:cubicBezTo>
                  <a:pt x="1272593" y="136947"/>
                  <a:pt x="1272173" y="136641"/>
                  <a:pt x="1271948" y="136286"/>
                </a:cubicBezTo>
                <a:cubicBezTo>
                  <a:pt x="1271722" y="135931"/>
                  <a:pt x="1271609" y="135496"/>
                  <a:pt x="1271609" y="134980"/>
                </a:cubicBezTo>
                <a:lnTo>
                  <a:pt x="1271609" y="47896"/>
                </a:lnTo>
                <a:cubicBezTo>
                  <a:pt x="1271609" y="47380"/>
                  <a:pt x="1271706" y="46945"/>
                  <a:pt x="1271899" y="46590"/>
                </a:cubicBezTo>
                <a:cubicBezTo>
                  <a:pt x="1272093" y="46235"/>
                  <a:pt x="1272480" y="45912"/>
                  <a:pt x="1273060" y="45622"/>
                </a:cubicBezTo>
                <a:cubicBezTo>
                  <a:pt x="1273641" y="45332"/>
                  <a:pt x="1274383" y="45138"/>
                  <a:pt x="1275286" y="45042"/>
                </a:cubicBezTo>
                <a:cubicBezTo>
                  <a:pt x="1276189" y="44945"/>
                  <a:pt x="1277382" y="44896"/>
                  <a:pt x="1278866" y="44896"/>
                </a:cubicBezTo>
                <a:cubicBezTo>
                  <a:pt x="1280285" y="44896"/>
                  <a:pt x="1281462" y="44945"/>
                  <a:pt x="1282398" y="45042"/>
                </a:cubicBezTo>
                <a:cubicBezTo>
                  <a:pt x="1283333" y="45138"/>
                  <a:pt x="1284059" y="45332"/>
                  <a:pt x="1284575" y="45622"/>
                </a:cubicBezTo>
                <a:cubicBezTo>
                  <a:pt x="1285091" y="45912"/>
                  <a:pt x="1285462" y="46235"/>
                  <a:pt x="1285688" y="46590"/>
                </a:cubicBezTo>
                <a:cubicBezTo>
                  <a:pt x="1285913" y="46945"/>
                  <a:pt x="1286026" y="47380"/>
                  <a:pt x="1286026" y="47896"/>
                </a:cubicBezTo>
                <a:lnTo>
                  <a:pt x="1286026" y="59410"/>
                </a:lnTo>
                <a:cubicBezTo>
                  <a:pt x="1290929" y="53927"/>
                  <a:pt x="1295815" y="49912"/>
                  <a:pt x="1300685" y="47364"/>
                </a:cubicBezTo>
                <a:cubicBezTo>
                  <a:pt x="1305556" y="44816"/>
                  <a:pt x="1310474" y="43542"/>
                  <a:pt x="1315441" y="43542"/>
                </a:cubicBezTo>
                <a:cubicBezTo>
                  <a:pt x="1321247" y="43542"/>
                  <a:pt x="1326133" y="44526"/>
                  <a:pt x="1330100" y="46493"/>
                </a:cubicBezTo>
                <a:cubicBezTo>
                  <a:pt x="1334067" y="48460"/>
                  <a:pt x="1337277" y="51089"/>
                  <a:pt x="1339728" y="54379"/>
                </a:cubicBezTo>
                <a:cubicBezTo>
                  <a:pt x="1342179" y="57669"/>
                  <a:pt x="1343937" y="61523"/>
                  <a:pt x="1345001" y="65942"/>
                </a:cubicBezTo>
                <a:cubicBezTo>
                  <a:pt x="1346066" y="70360"/>
                  <a:pt x="1346598" y="75666"/>
                  <a:pt x="1346598" y="81859"/>
                </a:cubicBezTo>
                <a:lnTo>
                  <a:pt x="1346598" y="134980"/>
                </a:lnTo>
                <a:close/>
                <a:moveTo>
                  <a:pt x="1448369" y="51766"/>
                </a:moveTo>
                <a:cubicBezTo>
                  <a:pt x="1448369" y="54024"/>
                  <a:pt x="1448062" y="55653"/>
                  <a:pt x="1447449" y="56653"/>
                </a:cubicBezTo>
                <a:cubicBezTo>
                  <a:pt x="1446837" y="57653"/>
                  <a:pt x="1446046" y="58153"/>
                  <a:pt x="1445079" y="58153"/>
                </a:cubicBezTo>
                <a:lnTo>
                  <a:pt x="1432597" y="58153"/>
                </a:lnTo>
                <a:cubicBezTo>
                  <a:pt x="1434855" y="60481"/>
                  <a:pt x="1436435" y="63053"/>
                  <a:pt x="1437338" y="65869"/>
                </a:cubicBezTo>
                <a:cubicBezTo>
                  <a:pt x="1438241" y="68683"/>
                  <a:pt x="1438693" y="71610"/>
                  <a:pt x="1438693" y="74650"/>
                </a:cubicBezTo>
                <a:cubicBezTo>
                  <a:pt x="1438693" y="79673"/>
                  <a:pt x="1437886" y="84117"/>
                  <a:pt x="1436274" y="87982"/>
                </a:cubicBezTo>
                <a:cubicBezTo>
                  <a:pt x="1434661" y="91846"/>
                  <a:pt x="1432355" y="95115"/>
                  <a:pt x="1429355" y="97788"/>
                </a:cubicBezTo>
                <a:cubicBezTo>
                  <a:pt x="1426356" y="100461"/>
                  <a:pt x="1422792" y="102506"/>
                  <a:pt x="1418663" y="103923"/>
                </a:cubicBezTo>
                <a:cubicBezTo>
                  <a:pt x="1414535" y="105340"/>
                  <a:pt x="1409955" y="106049"/>
                  <a:pt x="1404924" y="106049"/>
                </a:cubicBezTo>
                <a:cubicBezTo>
                  <a:pt x="1401376" y="106049"/>
                  <a:pt x="1398005" y="105582"/>
                  <a:pt x="1394812" y="104649"/>
                </a:cubicBezTo>
                <a:cubicBezTo>
                  <a:pt x="1391619" y="103715"/>
                  <a:pt x="1389152" y="102540"/>
                  <a:pt x="1387410" y="101123"/>
                </a:cubicBezTo>
                <a:cubicBezTo>
                  <a:pt x="1386249" y="102284"/>
                  <a:pt x="1385298" y="103606"/>
                  <a:pt x="1384556" y="105090"/>
                </a:cubicBezTo>
                <a:cubicBezTo>
                  <a:pt x="1383814" y="106572"/>
                  <a:pt x="1383443" y="108279"/>
                  <a:pt x="1383443" y="110212"/>
                </a:cubicBezTo>
                <a:cubicBezTo>
                  <a:pt x="1383443" y="112470"/>
                  <a:pt x="1384491" y="114341"/>
                  <a:pt x="1386588" y="115824"/>
                </a:cubicBezTo>
                <a:cubicBezTo>
                  <a:pt x="1388684" y="117306"/>
                  <a:pt x="1391474" y="118111"/>
                  <a:pt x="1394957" y="118240"/>
                </a:cubicBezTo>
                <a:lnTo>
                  <a:pt x="1417696" y="119211"/>
                </a:lnTo>
                <a:cubicBezTo>
                  <a:pt x="1422018" y="119340"/>
                  <a:pt x="1425985" y="119939"/>
                  <a:pt x="1429597" y="121007"/>
                </a:cubicBezTo>
                <a:cubicBezTo>
                  <a:pt x="1433210" y="122075"/>
                  <a:pt x="1436338" y="123597"/>
                  <a:pt x="1438983" y="125573"/>
                </a:cubicBezTo>
                <a:cubicBezTo>
                  <a:pt x="1441628" y="127546"/>
                  <a:pt x="1443692" y="129973"/>
                  <a:pt x="1445176" y="132854"/>
                </a:cubicBezTo>
                <a:cubicBezTo>
                  <a:pt x="1446659" y="135735"/>
                  <a:pt x="1447401" y="139085"/>
                  <a:pt x="1447401" y="142905"/>
                </a:cubicBezTo>
                <a:cubicBezTo>
                  <a:pt x="1447401" y="146918"/>
                  <a:pt x="1446562" y="150737"/>
                  <a:pt x="1444885" y="154362"/>
                </a:cubicBezTo>
                <a:cubicBezTo>
                  <a:pt x="1443208" y="157988"/>
                  <a:pt x="1440644" y="161176"/>
                  <a:pt x="1437193" y="163926"/>
                </a:cubicBezTo>
                <a:cubicBezTo>
                  <a:pt x="1433742" y="166677"/>
                  <a:pt x="1429339" y="168846"/>
                  <a:pt x="1423985" y="170433"/>
                </a:cubicBezTo>
                <a:cubicBezTo>
                  <a:pt x="1418631" y="172019"/>
                  <a:pt x="1412310" y="172813"/>
                  <a:pt x="1405020" y="172813"/>
                </a:cubicBezTo>
                <a:cubicBezTo>
                  <a:pt x="1397989" y="172813"/>
                  <a:pt x="1392006" y="172215"/>
                  <a:pt x="1387071" y="171020"/>
                </a:cubicBezTo>
                <a:cubicBezTo>
                  <a:pt x="1382137" y="169826"/>
                  <a:pt x="1378089" y="168196"/>
                  <a:pt x="1374928" y="166130"/>
                </a:cubicBezTo>
                <a:cubicBezTo>
                  <a:pt x="1371767" y="164066"/>
                  <a:pt x="1369477" y="161598"/>
                  <a:pt x="1368058" y="158725"/>
                </a:cubicBezTo>
                <a:cubicBezTo>
                  <a:pt x="1366639" y="155852"/>
                  <a:pt x="1365929" y="152737"/>
                  <a:pt x="1365929" y="149379"/>
                </a:cubicBezTo>
                <a:cubicBezTo>
                  <a:pt x="1365929" y="147250"/>
                  <a:pt x="1366188" y="145185"/>
                  <a:pt x="1366704" y="143183"/>
                </a:cubicBezTo>
                <a:cubicBezTo>
                  <a:pt x="1367220" y="141181"/>
                  <a:pt x="1368010" y="139276"/>
                  <a:pt x="1369074" y="137468"/>
                </a:cubicBezTo>
                <a:cubicBezTo>
                  <a:pt x="1370139" y="135662"/>
                  <a:pt x="1371461" y="133936"/>
                  <a:pt x="1373041" y="132292"/>
                </a:cubicBezTo>
                <a:cubicBezTo>
                  <a:pt x="1374622" y="130645"/>
                  <a:pt x="1376444" y="129014"/>
                  <a:pt x="1378508" y="127399"/>
                </a:cubicBezTo>
                <a:cubicBezTo>
                  <a:pt x="1375347" y="125780"/>
                  <a:pt x="1373009" y="123740"/>
                  <a:pt x="1371493" y="121279"/>
                </a:cubicBezTo>
                <a:cubicBezTo>
                  <a:pt x="1369977" y="118816"/>
                  <a:pt x="1369219" y="116159"/>
                  <a:pt x="1369219" y="113309"/>
                </a:cubicBezTo>
                <a:cubicBezTo>
                  <a:pt x="1369219" y="109357"/>
                  <a:pt x="1370026" y="105827"/>
                  <a:pt x="1371638" y="102716"/>
                </a:cubicBezTo>
                <a:cubicBezTo>
                  <a:pt x="1373251" y="99606"/>
                  <a:pt x="1375251" y="96820"/>
                  <a:pt x="1377637" y="94359"/>
                </a:cubicBezTo>
                <a:cubicBezTo>
                  <a:pt x="1375638" y="91976"/>
                  <a:pt x="1374057" y="89287"/>
                  <a:pt x="1372896" y="86291"/>
                </a:cubicBezTo>
                <a:cubicBezTo>
                  <a:pt x="1371735" y="83296"/>
                  <a:pt x="1371155" y="79673"/>
                  <a:pt x="1371155" y="75424"/>
                </a:cubicBezTo>
                <a:cubicBezTo>
                  <a:pt x="1371155" y="70465"/>
                  <a:pt x="1371993" y="66021"/>
                  <a:pt x="1373670" y="62092"/>
                </a:cubicBezTo>
                <a:cubicBezTo>
                  <a:pt x="1375347" y="58164"/>
                  <a:pt x="1377670" y="54847"/>
                  <a:pt x="1380637" y="52141"/>
                </a:cubicBezTo>
                <a:cubicBezTo>
                  <a:pt x="1383604" y="49436"/>
                  <a:pt x="1387168" y="47359"/>
                  <a:pt x="1391329" y="45909"/>
                </a:cubicBezTo>
                <a:cubicBezTo>
                  <a:pt x="1395490" y="44460"/>
                  <a:pt x="1400021" y="43735"/>
                  <a:pt x="1404924" y="43735"/>
                </a:cubicBezTo>
                <a:cubicBezTo>
                  <a:pt x="1407568" y="43735"/>
                  <a:pt x="1410036" y="43872"/>
                  <a:pt x="1412326" y="44147"/>
                </a:cubicBezTo>
                <a:cubicBezTo>
                  <a:pt x="1414616" y="44419"/>
                  <a:pt x="1416761" y="44798"/>
                  <a:pt x="1418760" y="45283"/>
                </a:cubicBezTo>
                <a:lnTo>
                  <a:pt x="1445079" y="45283"/>
                </a:lnTo>
                <a:cubicBezTo>
                  <a:pt x="1446175" y="45283"/>
                  <a:pt x="1446998" y="45816"/>
                  <a:pt x="1447546" y="46880"/>
                </a:cubicBezTo>
                <a:cubicBezTo>
                  <a:pt x="1448095" y="47944"/>
                  <a:pt x="1448369" y="49573"/>
                  <a:pt x="1448369" y="51766"/>
                </a:cubicBezTo>
                <a:moveTo>
                  <a:pt x="1423405" y="74747"/>
                </a:moveTo>
                <a:cubicBezTo>
                  <a:pt x="1423405" y="68828"/>
                  <a:pt x="1421776" y="64212"/>
                  <a:pt x="1418518" y="60898"/>
                </a:cubicBezTo>
                <a:cubicBezTo>
                  <a:pt x="1415261" y="57584"/>
                  <a:pt x="1410632" y="55927"/>
                  <a:pt x="1404633" y="55927"/>
                </a:cubicBezTo>
                <a:cubicBezTo>
                  <a:pt x="1401537" y="55927"/>
                  <a:pt x="1398844" y="56442"/>
                  <a:pt x="1396554" y="57472"/>
                </a:cubicBezTo>
                <a:cubicBezTo>
                  <a:pt x="1394264" y="58500"/>
                  <a:pt x="1392361" y="59915"/>
                  <a:pt x="1390845" y="61717"/>
                </a:cubicBezTo>
                <a:cubicBezTo>
                  <a:pt x="1389329" y="63520"/>
                  <a:pt x="1388200" y="65595"/>
                  <a:pt x="1387458" y="67943"/>
                </a:cubicBezTo>
                <a:cubicBezTo>
                  <a:pt x="1386717" y="70292"/>
                  <a:pt x="1386346" y="72753"/>
                  <a:pt x="1386346" y="75327"/>
                </a:cubicBezTo>
                <a:cubicBezTo>
                  <a:pt x="1386346" y="81052"/>
                  <a:pt x="1387975" y="85556"/>
                  <a:pt x="1391232" y="88837"/>
                </a:cubicBezTo>
                <a:cubicBezTo>
                  <a:pt x="1394490" y="92119"/>
                  <a:pt x="1399054" y="93760"/>
                  <a:pt x="1404924" y="93760"/>
                </a:cubicBezTo>
                <a:cubicBezTo>
                  <a:pt x="1408084" y="93760"/>
                  <a:pt x="1410826" y="93262"/>
                  <a:pt x="1413148" y="92266"/>
                </a:cubicBezTo>
                <a:cubicBezTo>
                  <a:pt x="1415470" y="91268"/>
                  <a:pt x="1417389" y="89885"/>
                  <a:pt x="1418905" y="88115"/>
                </a:cubicBezTo>
                <a:cubicBezTo>
                  <a:pt x="1420421" y="86345"/>
                  <a:pt x="1421550" y="84302"/>
                  <a:pt x="1422292" y="81986"/>
                </a:cubicBezTo>
                <a:cubicBezTo>
                  <a:pt x="1423034" y="79669"/>
                  <a:pt x="1423405" y="77256"/>
                  <a:pt x="1423405" y="74747"/>
                </a:cubicBezTo>
                <a:moveTo>
                  <a:pt x="1431436" y="143773"/>
                </a:moveTo>
                <a:cubicBezTo>
                  <a:pt x="1431436" y="140005"/>
                  <a:pt x="1429904" y="137099"/>
                  <a:pt x="1426840" y="135055"/>
                </a:cubicBezTo>
                <a:cubicBezTo>
                  <a:pt x="1423776" y="133009"/>
                  <a:pt x="1419631" y="131922"/>
                  <a:pt x="1414406" y="131793"/>
                </a:cubicBezTo>
                <a:lnTo>
                  <a:pt x="1391861" y="131012"/>
                </a:lnTo>
                <a:cubicBezTo>
                  <a:pt x="1389797" y="132635"/>
                  <a:pt x="1388104" y="134177"/>
                  <a:pt x="1386781" y="135639"/>
                </a:cubicBezTo>
                <a:cubicBezTo>
                  <a:pt x="1385459" y="137100"/>
                  <a:pt x="1384411" y="138496"/>
                  <a:pt x="1383636" y="139827"/>
                </a:cubicBezTo>
                <a:cubicBezTo>
                  <a:pt x="1382862" y="141157"/>
                  <a:pt x="1382330" y="142471"/>
                  <a:pt x="1382040" y="143770"/>
                </a:cubicBezTo>
                <a:cubicBezTo>
                  <a:pt x="1381750" y="145070"/>
                  <a:pt x="1381605" y="146401"/>
                  <a:pt x="1381605" y="147764"/>
                </a:cubicBezTo>
                <a:cubicBezTo>
                  <a:pt x="1381605" y="151985"/>
                  <a:pt x="1383733" y="155183"/>
                  <a:pt x="1387991" y="157358"/>
                </a:cubicBezTo>
                <a:cubicBezTo>
                  <a:pt x="1392248" y="159533"/>
                  <a:pt x="1398183" y="160621"/>
                  <a:pt x="1405794" y="160621"/>
                </a:cubicBezTo>
                <a:cubicBezTo>
                  <a:pt x="1410632" y="160621"/>
                  <a:pt x="1414680" y="160150"/>
                  <a:pt x="1417938" y="159209"/>
                </a:cubicBezTo>
                <a:cubicBezTo>
                  <a:pt x="1421195" y="158267"/>
                  <a:pt x="1423824" y="157018"/>
                  <a:pt x="1425824" y="155459"/>
                </a:cubicBezTo>
                <a:cubicBezTo>
                  <a:pt x="1427823" y="153901"/>
                  <a:pt x="1429259" y="152115"/>
                  <a:pt x="1430129" y="150101"/>
                </a:cubicBezTo>
                <a:cubicBezTo>
                  <a:pt x="1431000" y="148090"/>
                  <a:pt x="1431436" y="145980"/>
                  <a:pt x="1431436" y="143773"/>
                </a:cubicBezTo>
                <a:close/>
                <a:moveTo>
                  <a:pt x="1501219" y="85439"/>
                </a:moveTo>
                <a:cubicBezTo>
                  <a:pt x="1501219" y="92736"/>
                  <a:pt x="1500767" y="99953"/>
                  <a:pt x="1499864" y="107089"/>
                </a:cubicBezTo>
                <a:cubicBezTo>
                  <a:pt x="1498961" y="114225"/>
                  <a:pt x="1497606" y="121280"/>
                  <a:pt x="1495800" y="128255"/>
                </a:cubicBezTo>
                <a:cubicBezTo>
                  <a:pt x="1493994" y="135230"/>
                  <a:pt x="1491785" y="142091"/>
                  <a:pt x="1489172" y="148840"/>
                </a:cubicBezTo>
                <a:cubicBezTo>
                  <a:pt x="1486560" y="155589"/>
                  <a:pt x="1483512" y="162257"/>
                  <a:pt x="1480028" y="168842"/>
                </a:cubicBezTo>
                <a:cubicBezTo>
                  <a:pt x="1479835" y="169165"/>
                  <a:pt x="1479545" y="169455"/>
                  <a:pt x="1479158" y="169713"/>
                </a:cubicBezTo>
                <a:cubicBezTo>
                  <a:pt x="1478771" y="169973"/>
                  <a:pt x="1478271" y="170200"/>
                  <a:pt x="1477658" y="170394"/>
                </a:cubicBezTo>
                <a:cubicBezTo>
                  <a:pt x="1477045" y="170587"/>
                  <a:pt x="1476319" y="170716"/>
                  <a:pt x="1475481" y="170781"/>
                </a:cubicBezTo>
                <a:cubicBezTo>
                  <a:pt x="1474642" y="170845"/>
                  <a:pt x="1473642" y="170877"/>
                  <a:pt x="1472481" y="170877"/>
                </a:cubicBezTo>
                <a:cubicBezTo>
                  <a:pt x="1470804" y="170877"/>
                  <a:pt x="1469498" y="170797"/>
                  <a:pt x="1468562" y="170636"/>
                </a:cubicBezTo>
                <a:cubicBezTo>
                  <a:pt x="1467627" y="170474"/>
                  <a:pt x="1466950" y="170215"/>
                  <a:pt x="1466531" y="169858"/>
                </a:cubicBezTo>
                <a:cubicBezTo>
                  <a:pt x="1466111" y="169504"/>
                  <a:pt x="1465918" y="169052"/>
                  <a:pt x="1465950" y="168504"/>
                </a:cubicBezTo>
                <a:cubicBezTo>
                  <a:pt x="1465982" y="167955"/>
                  <a:pt x="1466160" y="167293"/>
                  <a:pt x="1466482" y="166517"/>
                </a:cubicBezTo>
                <a:cubicBezTo>
                  <a:pt x="1472417" y="153473"/>
                  <a:pt x="1476900" y="140122"/>
                  <a:pt x="1479932" y="126465"/>
                </a:cubicBezTo>
                <a:cubicBezTo>
                  <a:pt x="1482964" y="112806"/>
                  <a:pt x="1484479" y="99033"/>
                  <a:pt x="1484479" y="85148"/>
                </a:cubicBezTo>
                <a:cubicBezTo>
                  <a:pt x="1484479" y="71328"/>
                  <a:pt x="1482964" y="57589"/>
                  <a:pt x="1479932" y="43932"/>
                </a:cubicBezTo>
                <a:cubicBezTo>
                  <a:pt x="1476900" y="30273"/>
                  <a:pt x="1472352" y="16952"/>
                  <a:pt x="1466289" y="3970"/>
                </a:cubicBezTo>
                <a:cubicBezTo>
                  <a:pt x="1466031" y="3390"/>
                  <a:pt x="1465934" y="2841"/>
                  <a:pt x="1465998" y="2325"/>
                </a:cubicBezTo>
                <a:cubicBezTo>
                  <a:pt x="1466063" y="1809"/>
                  <a:pt x="1466353" y="1390"/>
                  <a:pt x="1466869" y="1067"/>
                </a:cubicBezTo>
                <a:cubicBezTo>
                  <a:pt x="1467385" y="743"/>
                  <a:pt x="1468095" y="484"/>
                  <a:pt x="1468998" y="290"/>
                </a:cubicBezTo>
                <a:cubicBezTo>
                  <a:pt x="1469901" y="97"/>
                  <a:pt x="1471094" y="0"/>
                  <a:pt x="1472578" y="0"/>
                </a:cubicBezTo>
                <a:cubicBezTo>
                  <a:pt x="1473933" y="0"/>
                  <a:pt x="1475061" y="48"/>
                  <a:pt x="1475965" y="145"/>
                </a:cubicBezTo>
                <a:cubicBezTo>
                  <a:pt x="1476868" y="242"/>
                  <a:pt x="1477593" y="387"/>
                  <a:pt x="1478142" y="581"/>
                </a:cubicBezTo>
                <a:cubicBezTo>
                  <a:pt x="1478690" y="774"/>
                  <a:pt x="1479093" y="969"/>
                  <a:pt x="1479351" y="1164"/>
                </a:cubicBezTo>
                <a:cubicBezTo>
                  <a:pt x="1479609" y="1358"/>
                  <a:pt x="1479803" y="1583"/>
                  <a:pt x="1479932" y="1841"/>
                </a:cubicBezTo>
                <a:cubicBezTo>
                  <a:pt x="1486576" y="15079"/>
                  <a:pt x="1491785" y="28689"/>
                  <a:pt x="1495558" y="42671"/>
                </a:cubicBezTo>
                <a:cubicBezTo>
                  <a:pt x="1499332" y="56653"/>
                  <a:pt x="1501219" y="70909"/>
                  <a:pt x="1501219" y="854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8F42B-1262-48D5-B073-D8B6B816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273" y="2794977"/>
            <a:ext cx="791333" cy="295924"/>
          </a:xfrm>
          <a:custGeom xmlns:a="http://schemas.openxmlformats.org/drawingml/2006/main">
            <a:pathLst>
              <a:path w="791333" h="295924">
                <a:moveTo>
                  <a:pt x="58128" y="295924"/>
                </a:moveTo>
                <a:cubicBezTo>
                  <a:pt x="25761" y="295924"/>
                  <a:pt x="0" y="269503"/>
                  <a:pt x="0" y="237796"/>
                </a:cubicBezTo>
                <a:lnTo>
                  <a:pt x="0" y="58128"/>
                </a:lnTo>
                <a:cubicBezTo>
                  <a:pt x="0" y="25761"/>
                  <a:pt x="25761" y="0"/>
                  <a:pt x="58128" y="0"/>
                </a:cubicBezTo>
                <a:lnTo>
                  <a:pt x="733205" y="0"/>
                </a:lnTo>
                <a:cubicBezTo>
                  <a:pt x="765572" y="0"/>
                  <a:pt x="791333" y="25761"/>
                  <a:pt x="791333" y="58128"/>
                </a:cubicBezTo>
                <a:lnTo>
                  <a:pt x="791333" y="237796"/>
                </a:lnTo>
                <a:cubicBezTo>
                  <a:pt x="791333" y="269503"/>
                  <a:pt x="765572" y="295924"/>
                  <a:pt x="733205" y="295924"/>
                </a:cubicBezTo>
                <a:lnTo>
                  <a:pt x="58128" y="2959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90857-D2F2-42C7-A6E6-CF455177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273" y="2794977"/>
            <a:ext cx="791333" cy="295924"/>
          </a:xfrm>
          <a:custGeom xmlns:a="http://schemas.openxmlformats.org/drawingml/2006/main">
            <a:pathLst>
              <a:path w="791333" h="295924" fill="none">
                <a:moveTo>
                  <a:pt x="58128" y="295924"/>
                </a:moveTo>
                <a:lnTo>
                  <a:pt x="733205" y="295924"/>
                </a:lnTo>
                <a:cubicBezTo>
                  <a:pt x="765572" y="295924"/>
                  <a:pt x="791333" y="269503"/>
                  <a:pt x="791333" y="237796"/>
                </a:cubicBezTo>
                <a:lnTo>
                  <a:pt x="791333" y="58128"/>
                </a:lnTo>
                <a:cubicBezTo>
                  <a:pt x="791333" y="25761"/>
                  <a:pt x="765572" y="0"/>
                  <a:pt x="733205" y="0"/>
                </a:cubicBezTo>
                <a:lnTo>
                  <a:pt x="58128" y="0"/>
                </a:lnTo>
                <a:cubicBezTo>
                  <a:pt x="25761" y="0"/>
                  <a:pt x="0" y="25761"/>
                  <a:pt x="0" y="58128"/>
                </a:cubicBezTo>
                <a:lnTo>
                  <a:pt x="0" y="237796"/>
                </a:lnTo>
                <a:cubicBezTo>
                  <a:pt x="0" y="269503"/>
                  <a:pt x="25761" y="295924"/>
                  <a:pt x="58128" y="29592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538135"/>
            </a:solidFill>
            <a:miter/>
          </a:ln>
        </p:spPr>
      </p:sp>
      <p:sp>
        <p:nvSpPr>
          <p:cNvPr id="25" name="Text Var">
            <a:extLst xmlns:a="http://schemas.openxmlformats.org/drawingml/2006/main">
              <a:ext uri="{FF2B5EF4-FFF2-40B4-BE49-F238E27FC236}">
                <a16:creationId xmlns:a16="http://schemas.microsoft.com/office/drawing/2014/main" id="{8ECE4A49-775F-42F5-ACB4-4AC5D337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166" y="2876601"/>
            <a:ext cx="269753" cy="127723"/>
          </a:xfrm>
          <a:custGeom xmlns:a="http://schemas.openxmlformats.org/drawingml/2006/main">
            <a:pathLst>
              <a:path w="269753" h="127723">
                <a:moveTo>
                  <a:pt x="63942" y="122885"/>
                </a:moveTo>
                <a:cubicBezTo>
                  <a:pt x="63684" y="123594"/>
                  <a:pt x="63329" y="124175"/>
                  <a:pt x="62878" y="124626"/>
                </a:cubicBezTo>
                <a:cubicBezTo>
                  <a:pt x="62426" y="125078"/>
                  <a:pt x="61797" y="125433"/>
                  <a:pt x="60991" y="125691"/>
                </a:cubicBezTo>
                <a:cubicBezTo>
                  <a:pt x="60184" y="125949"/>
                  <a:pt x="59152" y="126126"/>
                  <a:pt x="57894" y="126223"/>
                </a:cubicBezTo>
                <a:cubicBezTo>
                  <a:pt x="56637" y="126320"/>
                  <a:pt x="55072" y="126368"/>
                  <a:pt x="53202" y="126368"/>
                </a:cubicBezTo>
                <a:cubicBezTo>
                  <a:pt x="51783" y="126368"/>
                  <a:pt x="50541" y="126352"/>
                  <a:pt x="49476" y="126320"/>
                </a:cubicBezTo>
                <a:cubicBezTo>
                  <a:pt x="48412" y="126287"/>
                  <a:pt x="47493" y="126207"/>
                  <a:pt x="46719" y="126078"/>
                </a:cubicBezTo>
                <a:cubicBezTo>
                  <a:pt x="45945" y="125949"/>
                  <a:pt x="45283" y="125804"/>
                  <a:pt x="44735" y="125642"/>
                </a:cubicBezTo>
                <a:cubicBezTo>
                  <a:pt x="44187" y="125481"/>
                  <a:pt x="43719" y="125271"/>
                  <a:pt x="43332" y="125013"/>
                </a:cubicBezTo>
                <a:cubicBezTo>
                  <a:pt x="42945" y="124755"/>
                  <a:pt x="42639" y="124449"/>
                  <a:pt x="42413" y="124094"/>
                </a:cubicBezTo>
                <a:cubicBezTo>
                  <a:pt x="42187" y="123739"/>
                  <a:pt x="41978" y="123304"/>
                  <a:pt x="41784" y="122788"/>
                </a:cubicBezTo>
                <a:lnTo>
                  <a:pt x="855" y="6483"/>
                </a:lnTo>
                <a:cubicBezTo>
                  <a:pt x="339" y="5064"/>
                  <a:pt x="65" y="3919"/>
                  <a:pt x="32" y="3048"/>
                </a:cubicBezTo>
                <a:cubicBezTo>
                  <a:pt x="0" y="2177"/>
                  <a:pt x="274" y="1516"/>
                  <a:pt x="855" y="1064"/>
                </a:cubicBezTo>
                <a:cubicBezTo>
                  <a:pt x="1435" y="613"/>
                  <a:pt x="2371" y="323"/>
                  <a:pt x="3661" y="194"/>
                </a:cubicBezTo>
                <a:cubicBezTo>
                  <a:pt x="4951" y="65"/>
                  <a:pt x="6693" y="0"/>
                  <a:pt x="8886" y="0"/>
                </a:cubicBezTo>
                <a:cubicBezTo>
                  <a:pt x="10692" y="0"/>
                  <a:pt x="12127" y="48"/>
                  <a:pt x="13192" y="145"/>
                </a:cubicBezTo>
                <a:cubicBezTo>
                  <a:pt x="14256" y="242"/>
                  <a:pt x="15078" y="419"/>
                  <a:pt x="15659" y="677"/>
                </a:cubicBezTo>
                <a:cubicBezTo>
                  <a:pt x="16239" y="935"/>
                  <a:pt x="16675" y="1274"/>
                  <a:pt x="16965" y="1693"/>
                </a:cubicBezTo>
                <a:cubicBezTo>
                  <a:pt x="17255" y="2113"/>
                  <a:pt x="17530" y="2645"/>
                  <a:pt x="17788" y="3290"/>
                </a:cubicBezTo>
                <a:lnTo>
                  <a:pt x="53685" y="108661"/>
                </a:lnTo>
                <a:lnTo>
                  <a:pt x="53782" y="108661"/>
                </a:lnTo>
                <a:lnTo>
                  <a:pt x="88712" y="3483"/>
                </a:lnTo>
                <a:cubicBezTo>
                  <a:pt x="88906" y="2774"/>
                  <a:pt x="89132" y="2193"/>
                  <a:pt x="89390" y="1742"/>
                </a:cubicBezTo>
                <a:cubicBezTo>
                  <a:pt x="89648" y="1290"/>
                  <a:pt x="90099" y="935"/>
                  <a:pt x="90744" y="677"/>
                </a:cubicBezTo>
                <a:cubicBezTo>
                  <a:pt x="91389" y="419"/>
                  <a:pt x="92293" y="242"/>
                  <a:pt x="93454" y="145"/>
                </a:cubicBezTo>
                <a:cubicBezTo>
                  <a:pt x="94615" y="48"/>
                  <a:pt x="96163" y="0"/>
                  <a:pt x="98098" y="0"/>
                </a:cubicBezTo>
                <a:cubicBezTo>
                  <a:pt x="100098" y="0"/>
                  <a:pt x="101678" y="81"/>
                  <a:pt x="102839" y="242"/>
                </a:cubicBezTo>
                <a:cubicBezTo>
                  <a:pt x="104000" y="403"/>
                  <a:pt x="104791" y="710"/>
                  <a:pt x="105210" y="1161"/>
                </a:cubicBezTo>
                <a:cubicBezTo>
                  <a:pt x="105629" y="1613"/>
                  <a:pt x="105790" y="2274"/>
                  <a:pt x="105694" y="3145"/>
                </a:cubicBezTo>
                <a:cubicBezTo>
                  <a:pt x="105597" y="4016"/>
                  <a:pt x="105291" y="5161"/>
                  <a:pt x="104775" y="6580"/>
                </a:cubicBezTo>
                <a:lnTo>
                  <a:pt x="63942" y="122885"/>
                </a:lnTo>
                <a:close/>
                <a:moveTo>
                  <a:pt x="189500" y="123465"/>
                </a:moveTo>
                <a:cubicBezTo>
                  <a:pt x="189500" y="124239"/>
                  <a:pt x="189242" y="124820"/>
                  <a:pt x="188726" y="125207"/>
                </a:cubicBezTo>
                <a:cubicBezTo>
                  <a:pt x="188210" y="125594"/>
                  <a:pt x="187500" y="125884"/>
                  <a:pt x="186597" y="126078"/>
                </a:cubicBezTo>
                <a:cubicBezTo>
                  <a:pt x="185694" y="126271"/>
                  <a:pt x="184372" y="126368"/>
                  <a:pt x="182630" y="126368"/>
                </a:cubicBezTo>
                <a:cubicBezTo>
                  <a:pt x="180953" y="126368"/>
                  <a:pt x="179614" y="126271"/>
                  <a:pt x="178614" y="126078"/>
                </a:cubicBezTo>
                <a:cubicBezTo>
                  <a:pt x="177615" y="125884"/>
                  <a:pt x="176889" y="125594"/>
                  <a:pt x="176437" y="125207"/>
                </a:cubicBezTo>
                <a:cubicBezTo>
                  <a:pt x="175986" y="124820"/>
                  <a:pt x="175760" y="124239"/>
                  <a:pt x="175760" y="123465"/>
                </a:cubicBezTo>
                <a:lnTo>
                  <a:pt x="175760" y="114757"/>
                </a:lnTo>
                <a:cubicBezTo>
                  <a:pt x="171954" y="118821"/>
                  <a:pt x="167713" y="121998"/>
                  <a:pt x="163036" y="124288"/>
                </a:cubicBezTo>
                <a:cubicBezTo>
                  <a:pt x="158359" y="126578"/>
                  <a:pt x="153409" y="127723"/>
                  <a:pt x="148184" y="127723"/>
                </a:cubicBezTo>
                <a:cubicBezTo>
                  <a:pt x="143604" y="127723"/>
                  <a:pt x="139459" y="127124"/>
                  <a:pt x="135750" y="125927"/>
                </a:cubicBezTo>
                <a:cubicBezTo>
                  <a:pt x="132041" y="124729"/>
                  <a:pt x="128880" y="122998"/>
                  <a:pt x="126267" y="120732"/>
                </a:cubicBezTo>
                <a:cubicBezTo>
                  <a:pt x="123655" y="118466"/>
                  <a:pt x="121623" y="115683"/>
                  <a:pt x="120172" y="112383"/>
                </a:cubicBezTo>
                <a:cubicBezTo>
                  <a:pt x="118720" y="109081"/>
                  <a:pt x="117995" y="105326"/>
                  <a:pt x="117995" y="101117"/>
                </a:cubicBezTo>
                <a:cubicBezTo>
                  <a:pt x="117995" y="96198"/>
                  <a:pt x="118994" y="91927"/>
                  <a:pt x="120994" y="88302"/>
                </a:cubicBezTo>
                <a:cubicBezTo>
                  <a:pt x="122994" y="84676"/>
                  <a:pt x="125864" y="81665"/>
                  <a:pt x="129606" y="79270"/>
                </a:cubicBezTo>
                <a:cubicBezTo>
                  <a:pt x="133347" y="76875"/>
                  <a:pt x="137927" y="75079"/>
                  <a:pt x="143346" y="73882"/>
                </a:cubicBezTo>
                <a:cubicBezTo>
                  <a:pt x="148764" y="72685"/>
                  <a:pt x="154860" y="72086"/>
                  <a:pt x="161633" y="72086"/>
                </a:cubicBezTo>
                <a:lnTo>
                  <a:pt x="173631" y="72086"/>
                </a:lnTo>
                <a:lnTo>
                  <a:pt x="173631" y="65337"/>
                </a:lnTo>
                <a:cubicBezTo>
                  <a:pt x="173631" y="61995"/>
                  <a:pt x="173277" y="59038"/>
                  <a:pt x="172567" y="56468"/>
                </a:cubicBezTo>
                <a:cubicBezTo>
                  <a:pt x="171857" y="53896"/>
                  <a:pt x="170712" y="51758"/>
                  <a:pt x="169132" y="50055"/>
                </a:cubicBezTo>
                <a:cubicBezTo>
                  <a:pt x="167552" y="48352"/>
                  <a:pt x="165504" y="47066"/>
                  <a:pt x="162988" y="46200"/>
                </a:cubicBezTo>
                <a:cubicBezTo>
                  <a:pt x="160472" y="45331"/>
                  <a:pt x="157376" y="44896"/>
                  <a:pt x="153699" y="44896"/>
                </a:cubicBezTo>
                <a:cubicBezTo>
                  <a:pt x="149764" y="44896"/>
                  <a:pt x="146232" y="45359"/>
                  <a:pt x="143104" y="46284"/>
                </a:cubicBezTo>
                <a:cubicBezTo>
                  <a:pt x="139975" y="47210"/>
                  <a:pt x="137234" y="48231"/>
                  <a:pt x="134879" y="49347"/>
                </a:cubicBezTo>
                <a:cubicBezTo>
                  <a:pt x="132525" y="50464"/>
                  <a:pt x="130557" y="51485"/>
                  <a:pt x="128977" y="52410"/>
                </a:cubicBezTo>
                <a:cubicBezTo>
                  <a:pt x="127396" y="53336"/>
                  <a:pt x="126219" y="53798"/>
                  <a:pt x="125445" y="53798"/>
                </a:cubicBezTo>
                <a:cubicBezTo>
                  <a:pt x="124929" y="53798"/>
                  <a:pt x="124477" y="53669"/>
                  <a:pt x="124090" y="53411"/>
                </a:cubicBezTo>
                <a:cubicBezTo>
                  <a:pt x="123703" y="53153"/>
                  <a:pt x="123365" y="52766"/>
                  <a:pt x="123074" y="52250"/>
                </a:cubicBezTo>
                <a:cubicBezTo>
                  <a:pt x="122784" y="51734"/>
                  <a:pt x="122575" y="51073"/>
                  <a:pt x="122445" y="50267"/>
                </a:cubicBezTo>
                <a:cubicBezTo>
                  <a:pt x="122316" y="49460"/>
                  <a:pt x="122252" y="48573"/>
                  <a:pt x="122252" y="47606"/>
                </a:cubicBezTo>
                <a:cubicBezTo>
                  <a:pt x="122252" y="45993"/>
                  <a:pt x="122365" y="44719"/>
                  <a:pt x="122591" y="43784"/>
                </a:cubicBezTo>
                <a:cubicBezTo>
                  <a:pt x="122816" y="42848"/>
                  <a:pt x="123365" y="41961"/>
                  <a:pt x="124236" y="41123"/>
                </a:cubicBezTo>
                <a:cubicBezTo>
                  <a:pt x="125106" y="40284"/>
                  <a:pt x="126606" y="39308"/>
                  <a:pt x="128735" y="38193"/>
                </a:cubicBezTo>
                <a:cubicBezTo>
                  <a:pt x="130864" y="37076"/>
                  <a:pt x="133315" y="36056"/>
                  <a:pt x="136089" y="35133"/>
                </a:cubicBezTo>
                <a:cubicBezTo>
                  <a:pt x="138862" y="34210"/>
                  <a:pt x="141894" y="33446"/>
                  <a:pt x="145184" y="32841"/>
                </a:cubicBezTo>
                <a:cubicBezTo>
                  <a:pt x="148474" y="32234"/>
                  <a:pt x="151796" y="31931"/>
                  <a:pt x="155150" y="31931"/>
                </a:cubicBezTo>
                <a:cubicBezTo>
                  <a:pt x="161407" y="31931"/>
                  <a:pt x="166729" y="32640"/>
                  <a:pt x="171116" y="34059"/>
                </a:cubicBezTo>
                <a:cubicBezTo>
                  <a:pt x="175502" y="35479"/>
                  <a:pt x="179050" y="37559"/>
                  <a:pt x="181759" y="40300"/>
                </a:cubicBezTo>
                <a:cubicBezTo>
                  <a:pt x="184468" y="43042"/>
                  <a:pt x="186436" y="46445"/>
                  <a:pt x="187661" y="50508"/>
                </a:cubicBezTo>
                <a:cubicBezTo>
                  <a:pt x="188887" y="54572"/>
                  <a:pt x="189500" y="59314"/>
                  <a:pt x="189500" y="64732"/>
                </a:cubicBezTo>
                <a:lnTo>
                  <a:pt x="189500" y="123465"/>
                </a:lnTo>
                <a:moveTo>
                  <a:pt x="173631" y="83600"/>
                </a:moveTo>
                <a:lnTo>
                  <a:pt x="159988" y="83600"/>
                </a:lnTo>
                <a:cubicBezTo>
                  <a:pt x="155602" y="83600"/>
                  <a:pt x="151796" y="83974"/>
                  <a:pt x="148571" y="84722"/>
                </a:cubicBezTo>
                <a:cubicBezTo>
                  <a:pt x="145345" y="85468"/>
                  <a:pt x="142668" y="86571"/>
                  <a:pt x="140540" y="88030"/>
                </a:cubicBezTo>
                <a:cubicBezTo>
                  <a:pt x="138411" y="89490"/>
                  <a:pt x="136847" y="91242"/>
                  <a:pt x="135847" y="93288"/>
                </a:cubicBezTo>
                <a:cubicBezTo>
                  <a:pt x="134847" y="95332"/>
                  <a:pt x="134347" y="97685"/>
                  <a:pt x="134347" y="100346"/>
                </a:cubicBezTo>
                <a:cubicBezTo>
                  <a:pt x="134347" y="104889"/>
                  <a:pt x="135782" y="108508"/>
                  <a:pt x="138653" y="111201"/>
                </a:cubicBezTo>
                <a:cubicBezTo>
                  <a:pt x="141523" y="113894"/>
                  <a:pt x="145539" y="115241"/>
                  <a:pt x="150699" y="115241"/>
                </a:cubicBezTo>
                <a:cubicBezTo>
                  <a:pt x="154892" y="115241"/>
                  <a:pt x="158779" y="114170"/>
                  <a:pt x="162359" y="112029"/>
                </a:cubicBezTo>
                <a:cubicBezTo>
                  <a:pt x="165939" y="109887"/>
                  <a:pt x="169696" y="106609"/>
                  <a:pt x="173631" y="102196"/>
                </a:cubicBezTo>
                <a:lnTo>
                  <a:pt x="173631" y="83600"/>
                </a:lnTo>
                <a:close/>
                <a:moveTo>
                  <a:pt x="269753" y="41994"/>
                </a:moveTo>
                <a:cubicBezTo>
                  <a:pt x="269753" y="43413"/>
                  <a:pt x="269721" y="44606"/>
                  <a:pt x="269656" y="45574"/>
                </a:cubicBezTo>
                <a:cubicBezTo>
                  <a:pt x="269592" y="46541"/>
                  <a:pt x="269463" y="47299"/>
                  <a:pt x="269269" y="47848"/>
                </a:cubicBezTo>
                <a:cubicBezTo>
                  <a:pt x="269076" y="48396"/>
                  <a:pt x="268834" y="48815"/>
                  <a:pt x="268543" y="49105"/>
                </a:cubicBezTo>
                <a:cubicBezTo>
                  <a:pt x="268253" y="49396"/>
                  <a:pt x="267850" y="49541"/>
                  <a:pt x="267334" y="49541"/>
                </a:cubicBezTo>
                <a:cubicBezTo>
                  <a:pt x="266818" y="49541"/>
                  <a:pt x="266189" y="49396"/>
                  <a:pt x="265447" y="49105"/>
                </a:cubicBezTo>
                <a:cubicBezTo>
                  <a:pt x="264705" y="48815"/>
                  <a:pt x="263867" y="48525"/>
                  <a:pt x="262931" y="48235"/>
                </a:cubicBezTo>
                <a:cubicBezTo>
                  <a:pt x="261996" y="47944"/>
                  <a:pt x="260948" y="47670"/>
                  <a:pt x="259787" y="47412"/>
                </a:cubicBezTo>
                <a:cubicBezTo>
                  <a:pt x="258626" y="47154"/>
                  <a:pt x="257368" y="47025"/>
                  <a:pt x="256013" y="47025"/>
                </a:cubicBezTo>
                <a:cubicBezTo>
                  <a:pt x="254400" y="47025"/>
                  <a:pt x="252820" y="47348"/>
                  <a:pt x="251272" y="47993"/>
                </a:cubicBezTo>
                <a:cubicBezTo>
                  <a:pt x="249724" y="48638"/>
                  <a:pt x="248095" y="49702"/>
                  <a:pt x="246385" y="51186"/>
                </a:cubicBezTo>
                <a:cubicBezTo>
                  <a:pt x="244676" y="52669"/>
                  <a:pt x="242886" y="54637"/>
                  <a:pt x="241015" y="57088"/>
                </a:cubicBezTo>
                <a:cubicBezTo>
                  <a:pt x="239145" y="59539"/>
                  <a:pt x="237080" y="62539"/>
                  <a:pt x="234823" y="66087"/>
                </a:cubicBezTo>
                <a:lnTo>
                  <a:pt x="234823" y="123368"/>
                </a:lnTo>
                <a:cubicBezTo>
                  <a:pt x="234823" y="123885"/>
                  <a:pt x="234694" y="124320"/>
                  <a:pt x="234436" y="124675"/>
                </a:cubicBezTo>
                <a:cubicBezTo>
                  <a:pt x="234178" y="125030"/>
                  <a:pt x="233758" y="125336"/>
                  <a:pt x="233178" y="125594"/>
                </a:cubicBezTo>
                <a:cubicBezTo>
                  <a:pt x="232597" y="125852"/>
                  <a:pt x="231791" y="126045"/>
                  <a:pt x="230759" y="126174"/>
                </a:cubicBezTo>
                <a:cubicBezTo>
                  <a:pt x="229727" y="126304"/>
                  <a:pt x="228404" y="126368"/>
                  <a:pt x="226792" y="126368"/>
                </a:cubicBezTo>
                <a:cubicBezTo>
                  <a:pt x="225243" y="126368"/>
                  <a:pt x="223953" y="126304"/>
                  <a:pt x="222921" y="126174"/>
                </a:cubicBezTo>
                <a:cubicBezTo>
                  <a:pt x="221889" y="126045"/>
                  <a:pt x="221067" y="125852"/>
                  <a:pt x="220454" y="125594"/>
                </a:cubicBezTo>
                <a:cubicBezTo>
                  <a:pt x="219841" y="125336"/>
                  <a:pt x="219422" y="125030"/>
                  <a:pt x="219196" y="124675"/>
                </a:cubicBezTo>
                <a:cubicBezTo>
                  <a:pt x="218970" y="124320"/>
                  <a:pt x="218857" y="123885"/>
                  <a:pt x="218857" y="123368"/>
                </a:cubicBezTo>
                <a:lnTo>
                  <a:pt x="218857" y="36285"/>
                </a:lnTo>
                <a:cubicBezTo>
                  <a:pt x="218857" y="35769"/>
                  <a:pt x="218954" y="35333"/>
                  <a:pt x="219148" y="34979"/>
                </a:cubicBezTo>
                <a:cubicBezTo>
                  <a:pt x="219341" y="34624"/>
                  <a:pt x="219728" y="34301"/>
                  <a:pt x="220309" y="34011"/>
                </a:cubicBezTo>
                <a:cubicBezTo>
                  <a:pt x="220889" y="33721"/>
                  <a:pt x="221631" y="33527"/>
                  <a:pt x="222534" y="33430"/>
                </a:cubicBezTo>
                <a:cubicBezTo>
                  <a:pt x="223437" y="33334"/>
                  <a:pt x="224631" y="33285"/>
                  <a:pt x="226114" y="33285"/>
                </a:cubicBezTo>
                <a:cubicBezTo>
                  <a:pt x="227533" y="33285"/>
                  <a:pt x="228711" y="33334"/>
                  <a:pt x="229646" y="33430"/>
                </a:cubicBezTo>
                <a:cubicBezTo>
                  <a:pt x="230581" y="33527"/>
                  <a:pt x="231307" y="33721"/>
                  <a:pt x="231823" y="34011"/>
                </a:cubicBezTo>
                <a:cubicBezTo>
                  <a:pt x="232339" y="34301"/>
                  <a:pt x="232710" y="34624"/>
                  <a:pt x="232936" y="34979"/>
                </a:cubicBezTo>
                <a:cubicBezTo>
                  <a:pt x="233162" y="35333"/>
                  <a:pt x="233275" y="35769"/>
                  <a:pt x="233275" y="36285"/>
                </a:cubicBezTo>
                <a:lnTo>
                  <a:pt x="233275" y="48960"/>
                </a:lnTo>
                <a:cubicBezTo>
                  <a:pt x="235661" y="45477"/>
                  <a:pt x="237903" y="42639"/>
                  <a:pt x="239999" y="40445"/>
                </a:cubicBezTo>
                <a:cubicBezTo>
                  <a:pt x="242096" y="38252"/>
                  <a:pt x="244079" y="36527"/>
                  <a:pt x="245950" y="35269"/>
                </a:cubicBezTo>
                <a:cubicBezTo>
                  <a:pt x="247821" y="34011"/>
                  <a:pt x="249675" y="33140"/>
                  <a:pt x="251514" y="32656"/>
                </a:cubicBezTo>
                <a:cubicBezTo>
                  <a:pt x="253352" y="32173"/>
                  <a:pt x="255207" y="31931"/>
                  <a:pt x="257077" y="31931"/>
                </a:cubicBezTo>
                <a:cubicBezTo>
                  <a:pt x="257916" y="31931"/>
                  <a:pt x="258867" y="31979"/>
                  <a:pt x="259932" y="32076"/>
                </a:cubicBezTo>
                <a:cubicBezTo>
                  <a:pt x="260996" y="32173"/>
                  <a:pt x="262109" y="32350"/>
                  <a:pt x="263270" y="32608"/>
                </a:cubicBezTo>
                <a:cubicBezTo>
                  <a:pt x="264431" y="32866"/>
                  <a:pt x="265479" y="33156"/>
                  <a:pt x="266415" y="33479"/>
                </a:cubicBezTo>
                <a:cubicBezTo>
                  <a:pt x="267350" y="33801"/>
                  <a:pt x="268011" y="34124"/>
                  <a:pt x="268398" y="34446"/>
                </a:cubicBezTo>
                <a:cubicBezTo>
                  <a:pt x="268785" y="34769"/>
                  <a:pt x="269043" y="35075"/>
                  <a:pt x="269172" y="35366"/>
                </a:cubicBezTo>
                <a:cubicBezTo>
                  <a:pt x="269301" y="35656"/>
                  <a:pt x="269414" y="36027"/>
                  <a:pt x="269511" y="36478"/>
                </a:cubicBezTo>
                <a:cubicBezTo>
                  <a:pt x="269608" y="36930"/>
                  <a:pt x="269672" y="37591"/>
                  <a:pt x="269704" y="38462"/>
                </a:cubicBezTo>
                <a:cubicBezTo>
                  <a:pt x="269737" y="39333"/>
                  <a:pt x="269753" y="40510"/>
                  <a:pt x="269753" y="419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1">
            <a:extLst xmlns:a="http://schemas.openxmlformats.org/drawingml/2006/main">
              <a:ext uri="{FF2B5EF4-FFF2-40B4-BE49-F238E27FC236}">
                <a16:creationId xmlns:a16="http://schemas.microsoft.com/office/drawing/2014/main" id="{7A6A71D1-D31C-4ED5-A268-5A9B0084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853" y="2946015"/>
            <a:ext cx="48573" cy="84116"/>
          </a:xfrm>
          <a:custGeom xmlns:a="http://schemas.openxmlformats.org/drawingml/2006/main">
            <a:pathLst>
              <a:path w="48573" h="84116">
                <a:moveTo>
                  <a:pt x="48573" y="79730"/>
                </a:moveTo>
                <a:cubicBezTo>
                  <a:pt x="48573" y="80547"/>
                  <a:pt x="48509" y="81235"/>
                  <a:pt x="48380" y="81794"/>
                </a:cubicBezTo>
                <a:cubicBezTo>
                  <a:pt x="48251" y="82353"/>
                  <a:pt x="48079" y="82805"/>
                  <a:pt x="47864" y="83149"/>
                </a:cubicBezTo>
                <a:cubicBezTo>
                  <a:pt x="47649" y="83493"/>
                  <a:pt x="47401" y="83740"/>
                  <a:pt x="47122" y="83891"/>
                </a:cubicBezTo>
                <a:cubicBezTo>
                  <a:pt x="46842" y="84041"/>
                  <a:pt x="46552" y="84116"/>
                  <a:pt x="46251" y="84116"/>
                </a:cubicBezTo>
                <a:lnTo>
                  <a:pt x="2645" y="84116"/>
                </a:lnTo>
                <a:cubicBezTo>
                  <a:pt x="2344" y="84116"/>
                  <a:pt x="2064" y="84041"/>
                  <a:pt x="1806" y="83891"/>
                </a:cubicBezTo>
                <a:cubicBezTo>
                  <a:pt x="1548" y="83740"/>
                  <a:pt x="1301" y="83493"/>
                  <a:pt x="1064" y="83149"/>
                </a:cubicBezTo>
                <a:cubicBezTo>
                  <a:pt x="828" y="82805"/>
                  <a:pt x="645" y="82353"/>
                  <a:pt x="516" y="81794"/>
                </a:cubicBezTo>
                <a:cubicBezTo>
                  <a:pt x="387" y="81235"/>
                  <a:pt x="323" y="80547"/>
                  <a:pt x="323" y="79730"/>
                </a:cubicBezTo>
                <a:cubicBezTo>
                  <a:pt x="323" y="78956"/>
                  <a:pt x="387" y="78289"/>
                  <a:pt x="516" y="77730"/>
                </a:cubicBezTo>
                <a:cubicBezTo>
                  <a:pt x="645" y="77171"/>
                  <a:pt x="806" y="76709"/>
                  <a:pt x="1000" y="76343"/>
                </a:cubicBezTo>
                <a:cubicBezTo>
                  <a:pt x="1193" y="75978"/>
                  <a:pt x="1430" y="75698"/>
                  <a:pt x="1709" y="75505"/>
                </a:cubicBezTo>
                <a:cubicBezTo>
                  <a:pt x="1989" y="75311"/>
                  <a:pt x="2301" y="75214"/>
                  <a:pt x="2645" y="75214"/>
                </a:cubicBezTo>
                <a:lnTo>
                  <a:pt x="20061" y="75214"/>
                </a:lnTo>
                <a:lnTo>
                  <a:pt x="20061" y="11676"/>
                </a:lnTo>
                <a:lnTo>
                  <a:pt x="3935" y="21352"/>
                </a:lnTo>
                <a:cubicBezTo>
                  <a:pt x="3118" y="21782"/>
                  <a:pt x="2462" y="22040"/>
                  <a:pt x="1967" y="22126"/>
                </a:cubicBezTo>
                <a:cubicBezTo>
                  <a:pt x="1473" y="22212"/>
                  <a:pt x="1075" y="22115"/>
                  <a:pt x="774" y="21835"/>
                </a:cubicBezTo>
                <a:cubicBezTo>
                  <a:pt x="473" y="21556"/>
                  <a:pt x="269" y="21093"/>
                  <a:pt x="161" y="20447"/>
                </a:cubicBezTo>
                <a:cubicBezTo>
                  <a:pt x="54" y="19799"/>
                  <a:pt x="0" y="18979"/>
                  <a:pt x="0" y="17987"/>
                </a:cubicBezTo>
                <a:cubicBezTo>
                  <a:pt x="0" y="17253"/>
                  <a:pt x="32" y="16628"/>
                  <a:pt x="97" y="16110"/>
                </a:cubicBezTo>
                <a:cubicBezTo>
                  <a:pt x="161" y="15593"/>
                  <a:pt x="258" y="15162"/>
                  <a:pt x="387" y="14816"/>
                </a:cubicBezTo>
                <a:cubicBezTo>
                  <a:pt x="516" y="14471"/>
                  <a:pt x="699" y="14169"/>
                  <a:pt x="935" y="13911"/>
                </a:cubicBezTo>
                <a:cubicBezTo>
                  <a:pt x="1172" y="13652"/>
                  <a:pt x="1484" y="13393"/>
                  <a:pt x="1871" y="13135"/>
                </a:cubicBezTo>
                <a:lnTo>
                  <a:pt x="21094" y="776"/>
                </a:lnTo>
                <a:cubicBezTo>
                  <a:pt x="21266" y="647"/>
                  <a:pt x="21481" y="540"/>
                  <a:pt x="21739" y="454"/>
                </a:cubicBezTo>
                <a:cubicBezTo>
                  <a:pt x="21997" y="366"/>
                  <a:pt x="22319" y="280"/>
                  <a:pt x="22706" y="194"/>
                </a:cubicBezTo>
                <a:cubicBezTo>
                  <a:pt x="23093" y="108"/>
                  <a:pt x="23545" y="54"/>
                  <a:pt x="24061" y="32"/>
                </a:cubicBezTo>
                <a:cubicBezTo>
                  <a:pt x="24577" y="11"/>
                  <a:pt x="25222" y="0"/>
                  <a:pt x="25996" y="0"/>
                </a:cubicBezTo>
                <a:cubicBezTo>
                  <a:pt x="27028" y="0"/>
                  <a:pt x="27888" y="43"/>
                  <a:pt x="28576" y="129"/>
                </a:cubicBezTo>
                <a:cubicBezTo>
                  <a:pt x="29264" y="215"/>
                  <a:pt x="29802" y="333"/>
                  <a:pt x="30189" y="484"/>
                </a:cubicBezTo>
                <a:cubicBezTo>
                  <a:pt x="30576" y="634"/>
                  <a:pt x="30834" y="829"/>
                  <a:pt x="30963" y="1066"/>
                </a:cubicBezTo>
                <a:cubicBezTo>
                  <a:pt x="31092" y="1303"/>
                  <a:pt x="31157" y="1550"/>
                  <a:pt x="31157" y="1808"/>
                </a:cubicBezTo>
                <a:lnTo>
                  <a:pt x="31157" y="75214"/>
                </a:lnTo>
                <a:lnTo>
                  <a:pt x="46251" y="75214"/>
                </a:lnTo>
                <a:cubicBezTo>
                  <a:pt x="46595" y="75214"/>
                  <a:pt x="46918" y="75311"/>
                  <a:pt x="47219" y="75505"/>
                </a:cubicBezTo>
                <a:cubicBezTo>
                  <a:pt x="47520" y="75698"/>
                  <a:pt x="47767" y="75978"/>
                  <a:pt x="47961" y="76343"/>
                </a:cubicBezTo>
                <a:cubicBezTo>
                  <a:pt x="48154" y="76709"/>
                  <a:pt x="48305" y="77171"/>
                  <a:pt x="48412" y="77730"/>
                </a:cubicBezTo>
                <a:cubicBezTo>
                  <a:pt x="48520" y="78289"/>
                  <a:pt x="48573" y="78956"/>
                  <a:pt x="48573" y="797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DD15C-C0F9-46FD-827F-4689D8BD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183" y="2794977"/>
            <a:ext cx="791994" cy="295924"/>
          </a:xfrm>
          <a:custGeom xmlns:a="http://schemas.openxmlformats.org/drawingml/2006/main">
            <a:pathLst>
              <a:path w="791994" h="295924">
                <a:moveTo>
                  <a:pt x="58128" y="295924"/>
                </a:moveTo>
                <a:cubicBezTo>
                  <a:pt x="26422" y="295924"/>
                  <a:pt x="0" y="269503"/>
                  <a:pt x="0" y="237796"/>
                </a:cubicBezTo>
                <a:lnTo>
                  <a:pt x="0" y="58128"/>
                </a:lnTo>
                <a:cubicBezTo>
                  <a:pt x="0" y="25761"/>
                  <a:pt x="26422" y="0"/>
                  <a:pt x="58128" y="0"/>
                </a:cubicBezTo>
                <a:lnTo>
                  <a:pt x="733866" y="0"/>
                </a:lnTo>
                <a:cubicBezTo>
                  <a:pt x="765572" y="0"/>
                  <a:pt x="791994" y="25761"/>
                  <a:pt x="791994" y="58128"/>
                </a:cubicBezTo>
                <a:lnTo>
                  <a:pt x="791994" y="237796"/>
                </a:lnTo>
                <a:cubicBezTo>
                  <a:pt x="791994" y="269503"/>
                  <a:pt x="765572" y="295924"/>
                  <a:pt x="733866" y="295924"/>
                </a:cubicBezTo>
                <a:lnTo>
                  <a:pt x="58128" y="2959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13B4F-EA96-4FDC-A41E-D298FB1C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183" y="2794977"/>
            <a:ext cx="791994" cy="295924"/>
          </a:xfrm>
          <a:custGeom xmlns:a="http://schemas.openxmlformats.org/drawingml/2006/main">
            <a:pathLst>
              <a:path w="791994" h="295924" fill="none">
                <a:moveTo>
                  <a:pt x="58128" y="295924"/>
                </a:moveTo>
                <a:lnTo>
                  <a:pt x="733866" y="295924"/>
                </a:lnTo>
                <a:cubicBezTo>
                  <a:pt x="765572" y="295924"/>
                  <a:pt x="791994" y="269503"/>
                  <a:pt x="791994" y="237796"/>
                </a:cubicBezTo>
                <a:lnTo>
                  <a:pt x="791994" y="58128"/>
                </a:lnTo>
                <a:cubicBezTo>
                  <a:pt x="791994" y="25761"/>
                  <a:pt x="765572" y="0"/>
                  <a:pt x="733866" y="0"/>
                </a:cubicBezTo>
                <a:lnTo>
                  <a:pt x="58128" y="0"/>
                </a:lnTo>
                <a:cubicBezTo>
                  <a:pt x="26422" y="0"/>
                  <a:pt x="0" y="25761"/>
                  <a:pt x="0" y="58128"/>
                </a:cubicBezTo>
                <a:lnTo>
                  <a:pt x="0" y="237796"/>
                </a:lnTo>
                <a:cubicBezTo>
                  <a:pt x="0" y="269503"/>
                  <a:pt x="26422" y="295924"/>
                  <a:pt x="58128" y="29592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538135"/>
            </a:solidFill>
            <a:miter/>
          </a:ln>
        </p:spPr>
      </p:sp>
      <p:sp>
        <p:nvSpPr>
          <p:cNvPr id="29" name="Text Var">
            <a:extLst xmlns:a="http://schemas.openxmlformats.org/drawingml/2006/main">
              <a:ext uri="{FF2B5EF4-FFF2-40B4-BE49-F238E27FC236}">
                <a16:creationId xmlns:a16="http://schemas.microsoft.com/office/drawing/2014/main" id="{834FDB29-0545-4359-AA87-FFAD9124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38" y="2876601"/>
            <a:ext cx="269752" cy="127723"/>
          </a:xfrm>
          <a:custGeom xmlns:a="http://schemas.openxmlformats.org/drawingml/2006/main">
            <a:pathLst>
              <a:path w="269752" h="127723">
                <a:moveTo>
                  <a:pt x="63942" y="122885"/>
                </a:moveTo>
                <a:cubicBezTo>
                  <a:pt x="63684" y="123594"/>
                  <a:pt x="63329" y="124175"/>
                  <a:pt x="62878" y="124626"/>
                </a:cubicBezTo>
                <a:cubicBezTo>
                  <a:pt x="62426" y="125078"/>
                  <a:pt x="61797" y="125433"/>
                  <a:pt x="60991" y="125691"/>
                </a:cubicBezTo>
                <a:cubicBezTo>
                  <a:pt x="60184" y="125949"/>
                  <a:pt x="59152" y="126126"/>
                  <a:pt x="57894" y="126223"/>
                </a:cubicBezTo>
                <a:cubicBezTo>
                  <a:pt x="56637" y="126320"/>
                  <a:pt x="55072" y="126368"/>
                  <a:pt x="53202" y="126368"/>
                </a:cubicBezTo>
                <a:cubicBezTo>
                  <a:pt x="51783" y="126368"/>
                  <a:pt x="50541" y="126352"/>
                  <a:pt x="49476" y="126320"/>
                </a:cubicBezTo>
                <a:cubicBezTo>
                  <a:pt x="48412" y="126287"/>
                  <a:pt x="47493" y="126207"/>
                  <a:pt x="46719" y="126078"/>
                </a:cubicBezTo>
                <a:cubicBezTo>
                  <a:pt x="45945" y="125949"/>
                  <a:pt x="45283" y="125804"/>
                  <a:pt x="44735" y="125642"/>
                </a:cubicBezTo>
                <a:cubicBezTo>
                  <a:pt x="44187" y="125481"/>
                  <a:pt x="43719" y="125271"/>
                  <a:pt x="43332" y="125013"/>
                </a:cubicBezTo>
                <a:cubicBezTo>
                  <a:pt x="42945" y="124755"/>
                  <a:pt x="42639" y="124449"/>
                  <a:pt x="42413" y="124094"/>
                </a:cubicBezTo>
                <a:cubicBezTo>
                  <a:pt x="42187" y="123739"/>
                  <a:pt x="41978" y="123304"/>
                  <a:pt x="41784" y="122788"/>
                </a:cubicBezTo>
                <a:lnTo>
                  <a:pt x="855" y="6483"/>
                </a:lnTo>
                <a:cubicBezTo>
                  <a:pt x="339" y="5064"/>
                  <a:pt x="65" y="3919"/>
                  <a:pt x="32" y="3048"/>
                </a:cubicBezTo>
                <a:cubicBezTo>
                  <a:pt x="0" y="2177"/>
                  <a:pt x="274" y="1516"/>
                  <a:pt x="855" y="1064"/>
                </a:cubicBezTo>
                <a:cubicBezTo>
                  <a:pt x="1435" y="613"/>
                  <a:pt x="2371" y="323"/>
                  <a:pt x="3661" y="194"/>
                </a:cubicBezTo>
                <a:cubicBezTo>
                  <a:pt x="4951" y="65"/>
                  <a:pt x="6693" y="0"/>
                  <a:pt x="8886" y="0"/>
                </a:cubicBezTo>
                <a:cubicBezTo>
                  <a:pt x="10692" y="0"/>
                  <a:pt x="12127" y="48"/>
                  <a:pt x="13192" y="145"/>
                </a:cubicBezTo>
                <a:cubicBezTo>
                  <a:pt x="14256" y="242"/>
                  <a:pt x="15078" y="419"/>
                  <a:pt x="15659" y="677"/>
                </a:cubicBezTo>
                <a:cubicBezTo>
                  <a:pt x="16239" y="935"/>
                  <a:pt x="16675" y="1274"/>
                  <a:pt x="16965" y="1693"/>
                </a:cubicBezTo>
                <a:cubicBezTo>
                  <a:pt x="17255" y="2113"/>
                  <a:pt x="17530" y="2645"/>
                  <a:pt x="17788" y="3290"/>
                </a:cubicBezTo>
                <a:lnTo>
                  <a:pt x="53685" y="108661"/>
                </a:lnTo>
                <a:lnTo>
                  <a:pt x="53782" y="108661"/>
                </a:lnTo>
                <a:lnTo>
                  <a:pt x="88712" y="3483"/>
                </a:lnTo>
                <a:cubicBezTo>
                  <a:pt x="88906" y="2774"/>
                  <a:pt x="89132" y="2193"/>
                  <a:pt x="89390" y="1742"/>
                </a:cubicBezTo>
                <a:cubicBezTo>
                  <a:pt x="89648" y="1290"/>
                  <a:pt x="90099" y="935"/>
                  <a:pt x="90744" y="677"/>
                </a:cubicBezTo>
                <a:cubicBezTo>
                  <a:pt x="91389" y="419"/>
                  <a:pt x="92293" y="242"/>
                  <a:pt x="93454" y="145"/>
                </a:cubicBezTo>
                <a:cubicBezTo>
                  <a:pt x="94615" y="48"/>
                  <a:pt x="96163" y="0"/>
                  <a:pt x="98098" y="0"/>
                </a:cubicBezTo>
                <a:cubicBezTo>
                  <a:pt x="100098" y="0"/>
                  <a:pt x="101678" y="81"/>
                  <a:pt x="102839" y="242"/>
                </a:cubicBezTo>
                <a:cubicBezTo>
                  <a:pt x="104000" y="403"/>
                  <a:pt x="104791" y="710"/>
                  <a:pt x="105210" y="1161"/>
                </a:cubicBezTo>
                <a:cubicBezTo>
                  <a:pt x="105629" y="1613"/>
                  <a:pt x="105790" y="2274"/>
                  <a:pt x="105694" y="3145"/>
                </a:cubicBezTo>
                <a:cubicBezTo>
                  <a:pt x="105597" y="4016"/>
                  <a:pt x="105291" y="5161"/>
                  <a:pt x="104775" y="6580"/>
                </a:cubicBezTo>
                <a:lnTo>
                  <a:pt x="63942" y="122885"/>
                </a:lnTo>
                <a:close/>
                <a:moveTo>
                  <a:pt x="189500" y="123465"/>
                </a:moveTo>
                <a:cubicBezTo>
                  <a:pt x="189500" y="124239"/>
                  <a:pt x="189242" y="124820"/>
                  <a:pt x="188726" y="125207"/>
                </a:cubicBezTo>
                <a:cubicBezTo>
                  <a:pt x="188210" y="125594"/>
                  <a:pt x="187500" y="125884"/>
                  <a:pt x="186597" y="126078"/>
                </a:cubicBezTo>
                <a:cubicBezTo>
                  <a:pt x="185694" y="126271"/>
                  <a:pt x="184372" y="126368"/>
                  <a:pt x="182630" y="126368"/>
                </a:cubicBezTo>
                <a:cubicBezTo>
                  <a:pt x="180953" y="126368"/>
                  <a:pt x="179614" y="126271"/>
                  <a:pt x="178614" y="126078"/>
                </a:cubicBezTo>
                <a:cubicBezTo>
                  <a:pt x="177615" y="125884"/>
                  <a:pt x="176889" y="125594"/>
                  <a:pt x="176437" y="125207"/>
                </a:cubicBezTo>
                <a:cubicBezTo>
                  <a:pt x="175986" y="124820"/>
                  <a:pt x="175760" y="124239"/>
                  <a:pt x="175760" y="123465"/>
                </a:cubicBezTo>
                <a:lnTo>
                  <a:pt x="175760" y="114757"/>
                </a:lnTo>
                <a:cubicBezTo>
                  <a:pt x="171954" y="118821"/>
                  <a:pt x="167713" y="121998"/>
                  <a:pt x="163036" y="124288"/>
                </a:cubicBezTo>
                <a:cubicBezTo>
                  <a:pt x="158359" y="126578"/>
                  <a:pt x="153409" y="127723"/>
                  <a:pt x="148184" y="127723"/>
                </a:cubicBezTo>
                <a:cubicBezTo>
                  <a:pt x="143604" y="127723"/>
                  <a:pt x="139459" y="127124"/>
                  <a:pt x="135750" y="125927"/>
                </a:cubicBezTo>
                <a:cubicBezTo>
                  <a:pt x="132041" y="124729"/>
                  <a:pt x="128880" y="122998"/>
                  <a:pt x="126267" y="120732"/>
                </a:cubicBezTo>
                <a:cubicBezTo>
                  <a:pt x="123655" y="118466"/>
                  <a:pt x="121623" y="115683"/>
                  <a:pt x="120172" y="112383"/>
                </a:cubicBezTo>
                <a:cubicBezTo>
                  <a:pt x="118720" y="109081"/>
                  <a:pt x="117995" y="105326"/>
                  <a:pt x="117995" y="101117"/>
                </a:cubicBezTo>
                <a:cubicBezTo>
                  <a:pt x="117995" y="96198"/>
                  <a:pt x="118994" y="91927"/>
                  <a:pt x="120994" y="88302"/>
                </a:cubicBezTo>
                <a:cubicBezTo>
                  <a:pt x="122994" y="84676"/>
                  <a:pt x="125864" y="81665"/>
                  <a:pt x="129606" y="79270"/>
                </a:cubicBezTo>
                <a:cubicBezTo>
                  <a:pt x="133347" y="76875"/>
                  <a:pt x="137927" y="75079"/>
                  <a:pt x="143346" y="73882"/>
                </a:cubicBezTo>
                <a:cubicBezTo>
                  <a:pt x="148764" y="72685"/>
                  <a:pt x="154860" y="72086"/>
                  <a:pt x="161633" y="72086"/>
                </a:cubicBezTo>
                <a:lnTo>
                  <a:pt x="173631" y="72086"/>
                </a:lnTo>
                <a:lnTo>
                  <a:pt x="173631" y="65337"/>
                </a:lnTo>
                <a:cubicBezTo>
                  <a:pt x="173631" y="61995"/>
                  <a:pt x="173277" y="59038"/>
                  <a:pt x="172567" y="56468"/>
                </a:cubicBezTo>
                <a:cubicBezTo>
                  <a:pt x="171857" y="53896"/>
                  <a:pt x="170712" y="51758"/>
                  <a:pt x="169132" y="50055"/>
                </a:cubicBezTo>
                <a:cubicBezTo>
                  <a:pt x="167552" y="48352"/>
                  <a:pt x="165504" y="47066"/>
                  <a:pt x="162988" y="46200"/>
                </a:cubicBezTo>
                <a:cubicBezTo>
                  <a:pt x="160472" y="45331"/>
                  <a:pt x="157376" y="44896"/>
                  <a:pt x="153699" y="44896"/>
                </a:cubicBezTo>
                <a:cubicBezTo>
                  <a:pt x="149764" y="44896"/>
                  <a:pt x="146232" y="45359"/>
                  <a:pt x="143104" y="46284"/>
                </a:cubicBezTo>
                <a:cubicBezTo>
                  <a:pt x="139975" y="47210"/>
                  <a:pt x="137234" y="48231"/>
                  <a:pt x="134879" y="49347"/>
                </a:cubicBezTo>
                <a:cubicBezTo>
                  <a:pt x="132525" y="50464"/>
                  <a:pt x="130557" y="51485"/>
                  <a:pt x="128977" y="52410"/>
                </a:cubicBezTo>
                <a:cubicBezTo>
                  <a:pt x="127396" y="53336"/>
                  <a:pt x="126219" y="53798"/>
                  <a:pt x="125445" y="53798"/>
                </a:cubicBezTo>
                <a:cubicBezTo>
                  <a:pt x="124929" y="53798"/>
                  <a:pt x="124477" y="53669"/>
                  <a:pt x="124090" y="53411"/>
                </a:cubicBezTo>
                <a:cubicBezTo>
                  <a:pt x="123703" y="53153"/>
                  <a:pt x="123365" y="52766"/>
                  <a:pt x="123074" y="52250"/>
                </a:cubicBezTo>
                <a:cubicBezTo>
                  <a:pt x="122784" y="51734"/>
                  <a:pt x="122575" y="51073"/>
                  <a:pt x="122445" y="50267"/>
                </a:cubicBezTo>
                <a:cubicBezTo>
                  <a:pt x="122316" y="49460"/>
                  <a:pt x="122252" y="48573"/>
                  <a:pt x="122252" y="47606"/>
                </a:cubicBezTo>
                <a:cubicBezTo>
                  <a:pt x="122252" y="45993"/>
                  <a:pt x="122365" y="44719"/>
                  <a:pt x="122591" y="43784"/>
                </a:cubicBezTo>
                <a:cubicBezTo>
                  <a:pt x="122816" y="42848"/>
                  <a:pt x="123365" y="41961"/>
                  <a:pt x="124236" y="41123"/>
                </a:cubicBezTo>
                <a:cubicBezTo>
                  <a:pt x="125106" y="40284"/>
                  <a:pt x="126606" y="39308"/>
                  <a:pt x="128735" y="38193"/>
                </a:cubicBezTo>
                <a:cubicBezTo>
                  <a:pt x="130864" y="37076"/>
                  <a:pt x="133315" y="36056"/>
                  <a:pt x="136089" y="35133"/>
                </a:cubicBezTo>
                <a:cubicBezTo>
                  <a:pt x="138862" y="34210"/>
                  <a:pt x="141894" y="33446"/>
                  <a:pt x="145184" y="32841"/>
                </a:cubicBezTo>
                <a:cubicBezTo>
                  <a:pt x="148474" y="32234"/>
                  <a:pt x="151796" y="31931"/>
                  <a:pt x="155150" y="31931"/>
                </a:cubicBezTo>
                <a:cubicBezTo>
                  <a:pt x="161407" y="31931"/>
                  <a:pt x="166729" y="32640"/>
                  <a:pt x="171116" y="34059"/>
                </a:cubicBezTo>
                <a:cubicBezTo>
                  <a:pt x="175502" y="35479"/>
                  <a:pt x="179050" y="37559"/>
                  <a:pt x="181759" y="40300"/>
                </a:cubicBezTo>
                <a:cubicBezTo>
                  <a:pt x="184468" y="43042"/>
                  <a:pt x="186436" y="46445"/>
                  <a:pt x="187661" y="50508"/>
                </a:cubicBezTo>
                <a:cubicBezTo>
                  <a:pt x="188887" y="54572"/>
                  <a:pt x="189500" y="59314"/>
                  <a:pt x="189500" y="64732"/>
                </a:cubicBezTo>
                <a:lnTo>
                  <a:pt x="189500" y="123465"/>
                </a:lnTo>
                <a:moveTo>
                  <a:pt x="173631" y="83600"/>
                </a:moveTo>
                <a:lnTo>
                  <a:pt x="159988" y="83600"/>
                </a:lnTo>
                <a:cubicBezTo>
                  <a:pt x="155602" y="83600"/>
                  <a:pt x="151796" y="83974"/>
                  <a:pt x="148571" y="84722"/>
                </a:cubicBezTo>
                <a:cubicBezTo>
                  <a:pt x="145345" y="85468"/>
                  <a:pt x="142668" y="86571"/>
                  <a:pt x="140540" y="88030"/>
                </a:cubicBezTo>
                <a:cubicBezTo>
                  <a:pt x="138411" y="89490"/>
                  <a:pt x="136847" y="91242"/>
                  <a:pt x="135847" y="93288"/>
                </a:cubicBezTo>
                <a:cubicBezTo>
                  <a:pt x="134847" y="95332"/>
                  <a:pt x="134347" y="97685"/>
                  <a:pt x="134347" y="100346"/>
                </a:cubicBezTo>
                <a:cubicBezTo>
                  <a:pt x="134347" y="104889"/>
                  <a:pt x="135782" y="108508"/>
                  <a:pt x="138653" y="111201"/>
                </a:cubicBezTo>
                <a:cubicBezTo>
                  <a:pt x="141523" y="113894"/>
                  <a:pt x="145539" y="115241"/>
                  <a:pt x="150699" y="115241"/>
                </a:cubicBezTo>
                <a:cubicBezTo>
                  <a:pt x="154892" y="115241"/>
                  <a:pt x="158779" y="114170"/>
                  <a:pt x="162359" y="112029"/>
                </a:cubicBezTo>
                <a:cubicBezTo>
                  <a:pt x="165939" y="109887"/>
                  <a:pt x="169696" y="106609"/>
                  <a:pt x="173631" y="102196"/>
                </a:cubicBezTo>
                <a:lnTo>
                  <a:pt x="173631" y="83600"/>
                </a:lnTo>
                <a:close/>
                <a:moveTo>
                  <a:pt x="269752" y="41994"/>
                </a:moveTo>
                <a:cubicBezTo>
                  <a:pt x="269752" y="43413"/>
                  <a:pt x="269720" y="44606"/>
                  <a:pt x="269656" y="45574"/>
                </a:cubicBezTo>
                <a:cubicBezTo>
                  <a:pt x="269591" y="46541"/>
                  <a:pt x="269462" y="47299"/>
                  <a:pt x="269268" y="47848"/>
                </a:cubicBezTo>
                <a:cubicBezTo>
                  <a:pt x="269075" y="48396"/>
                  <a:pt x="268833" y="48815"/>
                  <a:pt x="268543" y="49105"/>
                </a:cubicBezTo>
                <a:cubicBezTo>
                  <a:pt x="268253" y="49396"/>
                  <a:pt x="267849" y="49541"/>
                  <a:pt x="267333" y="49541"/>
                </a:cubicBezTo>
                <a:cubicBezTo>
                  <a:pt x="266817" y="49541"/>
                  <a:pt x="266188" y="49396"/>
                  <a:pt x="265446" y="49105"/>
                </a:cubicBezTo>
                <a:cubicBezTo>
                  <a:pt x="264705" y="48815"/>
                  <a:pt x="263866" y="48525"/>
                  <a:pt x="262931" y="48235"/>
                </a:cubicBezTo>
                <a:cubicBezTo>
                  <a:pt x="261995" y="47944"/>
                  <a:pt x="260947" y="47670"/>
                  <a:pt x="259786" y="47412"/>
                </a:cubicBezTo>
                <a:cubicBezTo>
                  <a:pt x="258625" y="47154"/>
                  <a:pt x="257367" y="47025"/>
                  <a:pt x="256012" y="47025"/>
                </a:cubicBezTo>
                <a:cubicBezTo>
                  <a:pt x="254400" y="47025"/>
                  <a:pt x="252819" y="47348"/>
                  <a:pt x="251271" y="47993"/>
                </a:cubicBezTo>
                <a:cubicBezTo>
                  <a:pt x="249723" y="48638"/>
                  <a:pt x="248094" y="49702"/>
                  <a:pt x="246385" y="51186"/>
                </a:cubicBezTo>
                <a:cubicBezTo>
                  <a:pt x="244675" y="52669"/>
                  <a:pt x="242885" y="54637"/>
                  <a:pt x="241015" y="57088"/>
                </a:cubicBezTo>
                <a:cubicBezTo>
                  <a:pt x="239144" y="59539"/>
                  <a:pt x="237080" y="62539"/>
                  <a:pt x="234822" y="66087"/>
                </a:cubicBezTo>
                <a:lnTo>
                  <a:pt x="234822" y="123368"/>
                </a:lnTo>
                <a:cubicBezTo>
                  <a:pt x="234822" y="123885"/>
                  <a:pt x="234693" y="124320"/>
                  <a:pt x="234435" y="124675"/>
                </a:cubicBezTo>
                <a:cubicBezTo>
                  <a:pt x="234177" y="125030"/>
                  <a:pt x="233758" y="125336"/>
                  <a:pt x="233177" y="125594"/>
                </a:cubicBezTo>
                <a:cubicBezTo>
                  <a:pt x="232597" y="125852"/>
                  <a:pt x="231790" y="126045"/>
                  <a:pt x="230758" y="126174"/>
                </a:cubicBezTo>
                <a:cubicBezTo>
                  <a:pt x="229726" y="126304"/>
                  <a:pt x="228404" y="126368"/>
                  <a:pt x="226791" y="126368"/>
                </a:cubicBezTo>
                <a:cubicBezTo>
                  <a:pt x="225243" y="126368"/>
                  <a:pt x="223953" y="126304"/>
                  <a:pt x="222921" y="126174"/>
                </a:cubicBezTo>
                <a:cubicBezTo>
                  <a:pt x="221889" y="126045"/>
                  <a:pt x="221066" y="125852"/>
                  <a:pt x="220453" y="125594"/>
                </a:cubicBezTo>
                <a:cubicBezTo>
                  <a:pt x="219840" y="125336"/>
                  <a:pt x="219421" y="125030"/>
                  <a:pt x="219195" y="124675"/>
                </a:cubicBezTo>
                <a:cubicBezTo>
                  <a:pt x="218970" y="124320"/>
                  <a:pt x="218857" y="123885"/>
                  <a:pt x="218857" y="123368"/>
                </a:cubicBezTo>
                <a:lnTo>
                  <a:pt x="218857" y="36285"/>
                </a:lnTo>
                <a:cubicBezTo>
                  <a:pt x="218857" y="35769"/>
                  <a:pt x="218954" y="35333"/>
                  <a:pt x="219147" y="34979"/>
                </a:cubicBezTo>
                <a:cubicBezTo>
                  <a:pt x="219341" y="34624"/>
                  <a:pt x="219728" y="34301"/>
                  <a:pt x="220308" y="34011"/>
                </a:cubicBezTo>
                <a:cubicBezTo>
                  <a:pt x="220889" y="33721"/>
                  <a:pt x="221631" y="33527"/>
                  <a:pt x="222534" y="33430"/>
                </a:cubicBezTo>
                <a:cubicBezTo>
                  <a:pt x="223437" y="33334"/>
                  <a:pt x="224630" y="33285"/>
                  <a:pt x="226114" y="33285"/>
                </a:cubicBezTo>
                <a:cubicBezTo>
                  <a:pt x="227533" y="33285"/>
                  <a:pt x="228710" y="33334"/>
                  <a:pt x="229645" y="33430"/>
                </a:cubicBezTo>
                <a:cubicBezTo>
                  <a:pt x="230581" y="33527"/>
                  <a:pt x="231306" y="33721"/>
                  <a:pt x="231823" y="34011"/>
                </a:cubicBezTo>
                <a:cubicBezTo>
                  <a:pt x="232339" y="34301"/>
                  <a:pt x="232709" y="34624"/>
                  <a:pt x="232935" y="34979"/>
                </a:cubicBezTo>
                <a:cubicBezTo>
                  <a:pt x="233161" y="35333"/>
                  <a:pt x="233274" y="35769"/>
                  <a:pt x="233274" y="36285"/>
                </a:cubicBezTo>
                <a:lnTo>
                  <a:pt x="233274" y="48960"/>
                </a:lnTo>
                <a:cubicBezTo>
                  <a:pt x="235661" y="45477"/>
                  <a:pt x="237902" y="42639"/>
                  <a:pt x="239999" y="40445"/>
                </a:cubicBezTo>
                <a:cubicBezTo>
                  <a:pt x="242095" y="38252"/>
                  <a:pt x="244079" y="36527"/>
                  <a:pt x="245949" y="35269"/>
                </a:cubicBezTo>
                <a:cubicBezTo>
                  <a:pt x="247820" y="34011"/>
                  <a:pt x="249675" y="33140"/>
                  <a:pt x="251513" y="32656"/>
                </a:cubicBezTo>
                <a:cubicBezTo>
                  <a:pt x="253352" y="32173"/>
                  <a:pt x="255206" y="31931"/>
                  <a:pt x="257077" y="31931"/>
                </a:cubicBezTo>
                <a:cubicBezTo>
                  <a:pt x="257915" y="31931"/>
                  <a:pt x="258867" y="31979"/>
                  <a:pt x="259931" y="32076"/>
                </a:cubicBezTo>
                <a:cubicBezTo>
                  <a:pt x="260996" y="32173"/>
                  <a:pt x="262108" y="32350"/>
                  <a:pt x="263269" y="32608"/>
                </a:cubicBezTo>
                <a:cubicBezTo>
                  <a:pt x="264431" y="32866"/>
                  <a:pt x="265479" y="33156"/>
                  <a:pt x="266414" y="33479"/>
                </a:cubicBezTo>
                <a:cubicBezTo>
                  <a:pt x="267349" y="33801"/>
                  <a:pt x="268011" y="34124"/>
                  <a:pt x="268398" y="34446"/>
                </a:cubicBezTo>
                <a:cubicBezTo>
                  <a:pt x="268785" y="34769"/>
                  <a:pt x="269043" y="35075"/>
                  <a:pt x="269172" y="35366"/>
                </a:cubicBezTo>
                <a:cubicBezTo>
                  <a:pt x="269301" y="35656"/>
                  <a:pt x="269414" y="36027"/>
                  <a:pt x="269510" y="36478"/>
                </a:cubicBezTo>
                <a:cubicBezTo>
                  <a:pt x="269607" y="36930"/>
                  <a:pt x="269672" y="37591"/>
                  <a:pt x="269704" y="38462"/>
                </a:cubicBezTo>
                <a:cubicBezTo>
                  <a:pt x="269736" y="39333"/>
                  <a:pt x="269752" y="40510"/>
                  <a:pt x="269752" y="419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2">
            <a:extLst xmlns:a="http://schemas.openxmlformats.org/drawingml/2006/main">
              <a:ext uri="{FF2B5EF4-FFF2-40B4-BE49-F238E27FC236}">
                <a16:creationId xmlns:a16="http://schemas.microsoft.com/office/drawing/2014/main" id="{C1A7C6A7-B067-4854-95CF-EA0D6323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893" y="2945370"/>
            <a:ext cx="52250" cy="84761"/>
          </a:xfrm>
          <a:custGeom xmlns:a="http://schemas.openxmlformats.org/drawingml/2006/main">
            <a:pathLst>
              <a:path w="52250" h="84761">
                <a:moveTo>
                  <a:pt x="52250" y="79988"/>
                </a:moveTo>
                <a:cubicBezTo>
                  <a:pt x="52250" y="80762"/>
                  <a:pt x="52196" y="81450"/>
                  <a:pt x="52089" y="82052"/>
                </a:cubicBezTo>
                <a:cubicBezTo>
                  <a:pt x="51981" y="82654"/>
                  <a:pt x="51831" y="83159"/>
                  <a:pt x="51637" y="83568"/>
                </a:cubicBezTo>
                <a:cubicBezTo>
                  <a:pt x="51444" y="83977"/>
                  <a:pt x="51186" y="84278"/>
                  <a:pt x="50863" y="84471"/>
                </a:cubicBezTo>
                <a:cubicBezTo>
                  <a:pt x="50541" y="84665"/>
                  <a:pt x="50186" y="84761"/>
                  <a:pt x="49799" y="84761"/>
                </a:cubicBezTo>
                <a:lnTo>
                  <a:pt x="3677" y="84761"/>
                </a:lnTo>
                <a:cubicBezTo>
                  <a:pt x="3075" y="84761"/>
                  <a:pt x="2548" y="84686"/>
                  <a:pt x="2096" y="84536"/>
                </a:cubicBezTo>
                <a:cubicBezTo>
                  <a:pt x="1645" y="84385"/>
                  <a:pt x="1258" y="84138"/>
                  <a:pt x="935" y="83794"/>
                </a:cubicBezTo>
                <a:cubicBezTo>
                  <a:pt x="613" y="83450"/>
                  <a:pt x="376" y="82955"/>
                  <a:pt x="226" y="82310"/>
                </a:cubicBezTo>
                <a:cubicBezTo>
                  <a:pt x="75" y="81665"/>
                  <a:pt x="0" y="80870"/>
                  <a:pt x="0" y="79923"/>
                </a:cubicBezTo>
                <a:cubicBezTo>
                  <a:pt x="0" y="79063"/>
                  <a:pt x="32" y="78311"/>
                  <a:pt x="97" y="77666"/>
                </a:cubicBezTo>
                <a:cubicBezTo>
                  <a:pt x="161" y="77021"/>
                  <a:pt x="301" y="76451"/>
                  <a:pt x="516" y="75956"/>
                </a:cubicBezTo>
                <a:cubicBezTo>
                  <a:pt x="731" y="75462"/>
                  <a:pt x="1000" y="74967"/>
                  <a:pt x="1322" y="74473"/>
                </a:cubicBezTo>
                <a:cubicBezTo>
                  <a:pt x="1645" y="73978"/>
                  <a:pt x="2064" y="73451"/>
                  <a:pt x="2580" y="72892"/>
                </a:cubicBezTo>
                <a:lnTo>
                  <a:pt x="18771" y="55711"/>
                </a:lnTo>
                <a:cubicBezTo>
                  <a:pt x="22513" y="51752"/>
                  <a:pt x="25512" y="48202"/>
                  <a:pt x="27770" y="45060"/>
                </a:cubicBezTo>
                <a:cubicBezTo>
                  <a:pt x="30028" y="41918"/>
                  <a:pt x="31769" y="39056"/>
                  <a:pt x="32995" y="36474"/>
                </a:cubicBezTo>
                <a:cubicBezTo>
                  <a:pt x="34221" y="33891"/>
                  <a:pt x="35027" y="31546"/>
                  <a:pt x="35414" y="29437"/>
                </a:cubicBezTo>
                <a:cubicBezTo>
                  <a:pt x="35801" y="27329"/>
                  <a:pt x="35995" y="25349"/>
                  <a:pt x="35995" y="23498"/>
                </a:cubicBezTo>
                <a:cubicBezTo>
                  <a:pt x="35995" y="21647"/>
                  <a:pt x="35694" y="19892"/>
                  <a:pt x="35091" y="18235"/>
                </a:cubicBezTo>
                <a:cubicBezTo>
                  <a:pt x="34489" y="16577"/>
                  <a:pt x="33619" y="15123"/>
                  <a:pt x="32479" y="13875"/>
                </a:cubicBezTo>
                <a:cubicBezTo>
                  <a:pt x="31339" y="12625"/>
                  <a:pt x="29909" y="11635"/>
                  <a:pt x="28189" y="10904"/>
                </a:cubicBezTo>
                <a:cubicBezTo>
                  <a:pt x="26469" y="10171"/>
                  <a:pt x="24491" y="9805"/>
                  <a:pt x="22255" y="9805"/>
                </a:cubicBezTo>
                <a:cubicBezTo>
                  <a:pt x="19631" y="9805"/>
                  <a:pt x="17277" y="10171"/>
                  <a:pt x="15191" y="10902"/>
                </a:cubicBezTo>
                <a:cubicBezTo>
                  <a:pt x="13106" y="11633"/>
                  <a:pt x="11278" y="12428"/>
                  <a:pt x="9708" y="13288"/>
                </a:cubicBezTo>
                <a:cubicBezTo>
                  <a:pt x="8139" y="14148"/>
                  <a:pt x="6827" y="14944"/>
                  <a:pt x="5773" y="15675"/>
                </a:cubicBezTo>
                <a:cubicBezTo>
                  <a:pt x="4720" y="16406"/>
                  <a:pt x="3935" y="16772"/>
                  <a:pt x="3419" y="16772"/>
                </a:cubicBezTo>
                <a:cubicBezTo>
                  <a:pt x="3118" y="16772"/>
                  <a:pt x="2849" y="16686"/>
                  <a:pt x="2613" y="16514"/>
                </a:cubicBezTo>
                <a:cubicBezTo>
                  <a:pt x="2376" y="16342"/>
                  <a:pt x="2182" y="16062"/>
                  <a:pt x="2032" y="15675"/>
                </a:cubicBezTo>
                <a:cubicBezTo>
                  <a:pt x="1881" y="15288"/>
                  <a:pt x="1763" y="14772"/>
                  <a:pt x="1677" y="14127"/>
                </a:cubicBezTo>
                <a:cubicBezTo>
                  <a:pt x="1591" y="13482"/>
                  <a:pt x="1548" y="12708"/>
                  <a:pt x="1548" y="11805"/>
                </a:cubicBezTo>
                <a:cubicBezTo>
                  <a:pt x="1548" y="11160"/>
                  <a:pt x="1570" y="10601"/>
                  <a:pt x="1613" y="10128"/>
                </a:cubicBezTo>
                <a:cubicBezTo>
                  <a:pt x="1656" y="9654"/>
                  <a:pt x="1731" y="9246"/>
                  <a:pt x="1838" y="8902"/>
                </a:cubicBezTo>
                <a:cubicBezTo>
                  <a:pt x="1946" y="8558"/>
                  <a:pt x="2086" y="8235"/>
                  <a:pt x="2258" y="7934"/>
                </a:cubicBezTo>
                <a:cubicBezTo>
                  <a:pt x="2430" y="7633"/>
                  <a:pt x="2774" y="7257"/>
                  <a:pt x="3290" y="6805"/>
                </a:cubicBezTo>
                <a:cubicBezTo>
                  <a:pt x="3806" y="6354"/>
                  <a:pt x="4698" y="5741"/>
                  <a:pt x="5967" y="4967"/>
                </a:cubicBezTo>
                <a:cubicBezTo>
                  <a:pt x="7235" y="4193"/>
                  <a:pt x="8827" y="3430"/>
                  <a:pt x="10740" y="2677"/>
                </a:cubicBezTo>
                <a:cubicBezTo>
                  <a:pt x="12654" y="1924"/>
                  <a:pt x="14761" y="1290"/>
                  <a:pt x="17062" y="774"/>
                </a:cubicBezTo>
                <a:cubicBezTo>
                  <a:pt x="19363" y="258"/>
                  <a:pt x="21782" y="0"/>
                  <a:pt x="24319" y="0"/>
                </a:cubicBezTo>
                <a:cubicBezTo>
                  <a:pt x="28361" y="0"/>
                  <a:pt x="31898" y="570"/>
                  <a:pt x="34930" y="1711"/>
                </a:cubicBezTo>
                <a:cubicBezTo>
                  <a:pt x="37962" y="2851"/>
                  <a:pt x="40478" y="4411"/>
                  <a:pt x="42477" y="6390"/>
                </a:cubicBezTo>
                <a:cubicBezTo>
                  <a:pt x="44477" y="8370"/>
                  <a:pt x="45972" y="10672"/>
                  <a:pt x="46961" y="13298"/>
                </a:cubicBezTo>
                <a:cubicBezTo>
                  <a:pt x="47950" y="15923"/>
                  <a:pt x="48444" y="18720"/>
                  <a:pt x="48444" y="21690"/>
                </a:cubicBezTo>
                <a:cubicBezTo>
                  <a:pt x="48444" y="24359"/>
                  <a:pt x="48208" y="27017"/>
                  <a:pt x="47735" y="29665"/>
                </a:cubicBezTo>
                <a:cubicBezTo>
                  <a:pt x="47262" y="32311"/>
                  <a:pt x="46262" y="35173"/>
                  <a:pt x="44735" y="38250"/>
                </a:cubicBezTo>
                <a:cubicBezTo>
                  <a:pt x="43209" y="41328"/>
                  <a:pt x="41005" y="44749"/>
                  <a:pt x="38123" y="48515"/>
                </a:cubicBezTo>
                <a:cubicBezTo>
                  <a:pt x="35242" y="52280"/>
                  <a:pt x="31415" y="56616"/>
                  <a:pt x="26641" y="61523"/>
                </a:cubicBezTo>
                <a:lnTo>
                  <a:pt x="13417" y="75343"/>
                </a:lnTo>
                <a:lnTo>
                  <a:pt x="49734" y="75343"/>
                </a:lnTo>
                <a:cubicBezTo>
                  <a:pt x="50078" y="75343"/>
                  <a:pt x="50412" y="75440"/>
                  <a:pt x="50734" y="75634"/>
                </a:cubicBezTo>
                <a:cubicBezTo>
                  <a:pt x="51057" y="75827"/>
                  <a:pt x="51336" y="76118"/>
                  <a:pt x="51573" y="76505"/>
                </a:cubicBezTo>
                <a:cubicBezTo>
                  <a:pt x="51809" y="76892"/>
                  <a:pt x="51981" y="77375"/>
                  <a:pt x="52089" y="77956"/>
                </a:cubicBezTo>
                <a:cubicBezTo>
                  <a:pt x="52196" y="78537"/>
                  <a:pt x="52250" y="79214"/>
                  <a:pt x="52250" y="799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E13E2-08E4-460C-8A43-DF3C39EA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337" y="2794977"/>
            <a:ext cx="636766" cy="295924"/>
          </a:xfrm>
          <a:custGeom xmlns:a="http://schemas.openxmlformats.org/drawingml/2006/main">
            <a:pathLst>
              <a:path w="636766" h="295924">
                <a:moveTo>
                  <a:pt x="46899" y="295924"/>
                </a:moveTo>
                <a:cubicBezTo>
                  <a:pt x="21137" y="295924"/>
                  <a:pt x="0" y="274787"/>
                  <a:pt x="0" y="249026"/>
                </a:cubicBezTo>
                <a:lnTo>
                  <a:pt x="0" y="46899"/>
                </a:lnTo>
                <a:cubicBezTo>
                  <a:pt x="0" y="20477"/>
                  <a:pt x="21137" y="0"/>
                  <a:pt x="46899" y="0"/>
                </a:cubicBezTo>
                <a:lnTo>
                  <a:pt x="589867" y="0"/>
                </a:lnTo>
                <a:cubicBezTo>
                  <a:pt x="615628" y="0"/>
                  <a:pt x="636766" y="20477"/>
                  <a:pt x="636766" y="46899"/>
                </a:cubicBezTo>
                <a:lnTo>
                  <a:pt x="636766" y="249026"/>
                </a:lnTo>
                <a:cubicBezTo>
                  <a:pt x="636766" y="274787"/>
                  <a:pt x="615628" y="295924"/>
                  <a:pt x="589867" y="295924"/>
                </a:cubicBezTo>
                <a:lnTo>
                  <a:pt x="46899" y="2959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3E225-ACB6-43C1-83EB-5784308A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337" y="2794977"/>
            <a:ext cx="636766" cy="295924"/>
          </a:xfrm>
          <a:custGeom xmlns:a="http://schemas.openxmlformats.org/drawingml/2006/main">
            <a:pathLst>
              <a:path w="636766" h="295924" fill="none">
                <a:moveTo>
                  <a:pt x="46899" y="295924"/>
                </a:moveTo>
                <a:lnTo>
                  <a:pt x="589867" y="295924"/>
                </a:lnTo>
                <a:cubicBezTo>
                  <a:pt x="615628" y="295924"/>
                  <a:pt x="636766" y="274787"/>
                  <a:pt x="636766" y="249026"/>
                </a:cubicBezTo>
                <a:lnTo>
                  <a:pt x="636766" y="46899"/>
                </a:lnTo>
                <a:cubicBezTo>
                  <a:pt x="636766" y="20477"/>
                  <a:pt x="615628" y="0"/>
                  <a:pt x="589867" y="0"/>
                </a:cubicBezTo>
                <a:lnTo>
                  <a:pt x="46899" y="0"/>
                </a:lnTo>
                <a:cubicBezTo>
                  <a:pt x="21137" y="0"/>
                  <a:pt x="0" y="20477"/>
                  <a:pt x="0" y="46899"/>
                </a:cubicBezTo>
                <a:lnTo>
                  <a:pt x="0" y="249026"/>
                </a:lnTo>
                <a:cubicBezTo>
                  <a:pt x="0" y="274787"/>
                  <a:pt x="21137" y="295924"/>
                  <a:pt x="46899" y="29592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538135"/>
            </a:solidFill>
            <a:miter/>
          </a:ln>
        </p:spPr>
      </p:sp>
      <p:sp>
        <p:nvSpPr>
          <p:cNvPr id="33" name="Text Var">
            <a:extLst xmlns:a="http://schemas.openxmlformats.org/drawingml/2006/main">
              <a:ext uri="{FF2B5EF4-FFF2-40B4-BE49-F238E27FC236}">
                <a16:creationId xmlns:a16="http://schemas.microsoft.com/office/drawing/2014/main" id="{508A3EE4-8BFD-40C9-AD41-89AC2D3B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123" y="2876601"/>
            <a:ext cx="269752" cy="127723"/>
          </a:xfrm>
          <a:custGeom xmlns:a="http://schemas.openxmlformats.org/drawingml/2006/main">
            <a:pathLst>
              <a:path w="269752" h="127723">
                <a:moveTo>
                  <a:pt x="63942" y="122885"/>
                </a:moveTo>
                <a:cubicBezTo>
                  <a:pt x="63684" y="123594"/>
                  <a:pt x="63329" y="124175"/>
                  <a:pt x="62878" y="124626"/>
                </a:cubicBezTo>
                <a:cubicBezTo>
                  <a:pt x="62426" y="125078"/>
                  <a:pt x="61797" y="125433"/>
                  <a:pt x="60991" y="125691"/>
                </a:cubicBezTo>
                <a:cubicBezTo>
                  <a:pt x="60184" y="125949"/>
                  <a:pt x="59152" y="126126"/>
                  <a:pt x="57894" y="126223"/>
                </a:cubicBezTo>
                <a:cubicBezTo>
                  <a:pt x="56637" y="126320"/>
                  <a:pt x="55072" y="126368"/>
                  <a:pt x="53202" y="126368"/>
                </a:cubicBezTo>
                <a:cubicBezTo>
                  <a:pt x="51783" y="126368"/>
                  <a:pt x="50541" y="126352"/>
                  <a:pt x="49476" y="126320"/>
                </a:cubicBezTo>
                <a:cubicBezTo>
                  <a:pt x="48412" y="126287"/>
                  <a:pt x="47493" y="126207"/>
                  <a:pt x="46719" y="126078"/>
                </a:cubicBezTo>
                <a:cubicBezTo>
                  <a:pt x="45945" y="125949"/>
                  <a:pt x="45283" y="125804"/>
                  <a:pt x="44735" y="125642"/>
                </a:cubicBezTo>
                <a:cubicBezTo>
                  <a:pt x="44187" y="125481"/>
                  <a:pt x="43719" y="125271"/>
                  <a:pt x="43332" y="125013"/>
                </a:cubicBezTo>
                <a:cubicBezTo>
                  <a:pt x="42945" y="124755"/>
                  <a:pt x="42639" y="124449"/>
                  <a:pt x="42413" y="124094"/>
                </a:cubicBezTo>
                <a:cubicBezTo>
                  <a:pt x="42187" y="123739"/>
                  <a:pt x="41978" y="123304"/>
                  <a:pt x="41784" y="122788"/>
                </a:cubicBezTo>
                <a:lnTo>
                  <a:pt x="855" y="6483"/>
                </a:lnTo>
                <a:cubicBezTo>
                  <a:pt x="339" y="5064"/>
                  <a:pt x="65" y="3919"/>
                  <a:pt x="32" y="3048"/>
                </a:cubicBezTo>
                <a:cubicBezTo>
                  <a:pt x="0" y="2177"/>
                  <a:pt x="274" y="1516"/>
                  <a:pt x="855" y="1064"/>
                </a:cubicBezTo>
                <a:cubicBezTo>
                  <a:pt x="1435" y="613"/>
                  <a:pt x="2371" y="323"/>
                  <a:pt x="3661" y="194"/>
                </a:cubicBezTo>
                <a:cubicBezTo>
                  <a:pt x="4951" y="65"/>
                  <a:pt x="6693" y="0"/>
                  <a:pt x="8886" y="0"/>
                </a:cubicBezTo>
                <a:cubicBezTo>
                  <a:pt x="10692" y="0"/>
                  <a:pt x="12127" y="48"/>
                  <a:pt x="13192" y="145"/>
                </a:cubicBezTo>
                <a:cubicBezTo>
                  <a:pt x="14256" y="242"/>
                  <a:pt x="15078" y="419"/>
                  <a:pt x="15659" y="677"/>
                </a:cubicBezTo>
                <a:cubicBezTo>
                  <a:pt x="16239" y="935"/>
                  <a:pt x="16675" y="1274"/>
                  <a:pt x="16965" y="1693"/>
                </a:cubicBezTo>
                <a:cubicBezTo>
                  <a:pt x="17255" y="2113"/>
                  <a:pt x="17530" y="2645"/>
                  <a:pt x="17788" y="3290"/>
                </a:cubicBezTo>
                <a:lnTo>
                  <a:pt x="53685" y="108661"/>
                </a:lnTo>
                <a:lnTo>
                  <a:pt x="53782" y="108661"/>
                </a:lnTo>
                <a:lnTo>
                  <a:pt x="88712" y="3483"/>
                </a:lnTo>
                <a:cubicBezTo>
                  <a:pt x="88906" y="2774"/>
                  <a:pt x="89132" y="2193"/>
                  <a:pt x="89390" y="1742"/>
                </a:cubicBezTo>
                <a:cubicBezTo>
                  <a:pt x="89648" y="1290"/>
                  <a:pt x="90099" y="935"/>
                  <a:pt x="90744" y="677"/>
                </a:cubicBezTo>
                <a:cubicBezTo>
                  <a:pt x="91389" y="419"/>
                  <a:pt x="92293" y="242"/>
                  <a:pt x="93454" y="145"/>
                </a:cubicBezTo>
                <a:cubicBezTo>
                  <a:pt x="94615" y="48"/>
                  <a:pt x="96163" y="0"/>
                  <a:pt x="98098" y="0"/>
                </a:cubicBezTo>
                <a:cubicBezTo>
                  <a:pt x="100098" y="0"/>
                  <a:pt x="101678" y="81"/>
                  <a:pt x="102839" y="242"/>
                </a:cubicBezTo>
                <a:cubicBezTo>
                  <a:pt x="104000" y="403"/>
                  <a:pt x="104791" y="710"/>
                  <a:pt x="105210" y="1161"/>
                </a:cubicBezTo>
                <a:cubicBezTo>
                  <a:pt x="105629" y="1613"/>
                  <a:pt x="105790" y="2274"/>
                  <a:pt x="105694" y="3145"/>
                </a:cubicBezTo>
                <a:cubicBezTo>
                  <a:pt x="105597" y="4016"/>
                  <a:pt x="105291" y="5161"/>
                  <a:pt x="104775" y="6580"/>
                </a:cubicBezTo>
                <a:lnTo>
                  <a:pt x="63942" y="122885"/>
                </a:lnTo>
                <a:close/>
                <a:moveTo>
                  <a:pt x="189500" y="123465"/>
                </a:moveTo>
                <a:cubicBezTo>
                  <a:pt x="189500" y="124239"/>
                  <a:pt x="189242" y="124820"/>
                  <a:pt x="188726" y="125207"/>
                </a:cubicBezTo>
                <a:cubicBezTo>
                  <a:pt x="188210" y="125594"/>
                  <a:pt x="187500" y="125884"/>
                  <a:pt x="186597" y="126078"/>
                </a:cubicBezTo>
                <a:cubicBezTo>
                  <a:pt x="185694" y="126271"/>
                  <a:pt x="184372" y="126368"/>
                  <a:pt x="182630" y="126368"/>
                </a:cubicBezTo>
                <a:cubicBezTo>
                  <a:pt x="180953" y="126368"/>
                  <a:pt x="179614" y="126271"/>
                  <a:pt x="178614" y="126078"/>
                </a:cubicBezTo>
                <a:cubicBezTo>
                  <a:pt x="177615" y="125884"/>
                  <a:pt x="176889" y="125594"/>
                  <a:pt x="176437" y="125207"/>
                </a:cubicBezTo>
                <a:cubicBezTo>
                  <a:pt x="175986" y="124820"/>
                  <a:pt x="175760" y="124239"/>
                  <a:pt x="175760" y="123465"/>
                </a:cubicBezTo>
                <a:lnTo>
                  <a:pt x="175760" y="114757"/>
                </a:lnTo>
                <a:cubicBezTo>
                  <a:pt x="171954" y="118821"/>
                  <a:pt x="167713" y="121998"/>
                  <a:pt x="163036" y="124288"/>
                </a:cubicBezTo>
                <a:cubicBezTo>
                  <a:pt x="158359" y="126578"/>
                  <a:pt x="153409" y="127723"/>
                  <a:pt x="148184" y="127723"/>
                </a:cubicBezTo>
                <a:cubicBezTo>
                  <a:pt x="143604" y="127723"/>
                  <a:pt x="139459" y="127124"/>
                  <a:pt x="135750" y="125927"/>
                </a:cubicBezTo>
                <a:cubicBezTo>
                  <a:pt x="132041" y="124729"/>
                  <a:pt x="128880" y="122998"/>
                  <a:pt x="126267" y="120732"/>
                </a:cubicBezTo>
                <a:cubicBezTo>
                  <a:pt x="123655" y="118466"/>
                  <a:pt x="121623" y="115683"/>
                  <a:pt x="120172" y="112383"/>
                </a:cubicBezTo>
                <a:cubicBezTo>
                  <a:pt x="118720" y="109081"/>
                  <a:pt x="117995" y="105326"/>
                  <a:pt x="117995" y="101117"/>
                </a:cubicBezTo>
                <a:cubicBezTo>
                  <a:pt x="117995" y="96198"/>
                  <a:pt x="118994" y="91927"/>
                  <a:pt x="120994" y="88302"/>
                </a:cubicBezTo>
                <a:cubicBezTo>
                  <a:pt x="122994" y="84676"/>
                  <a:pt x="125864" y="81665"/>
                  <a:pt x="129606" y="79270"/>
                </a:cubicBezTo>
                <a:cubicBezTo>
                  <a:pt x="133347" y="76875"/>
                  <a:pt x="137927" y="75079"/>
                  <a:pt x="143346" y="73882"/>
                </a:cubicBezTo>
                <a:cubicBezTo>
                  <a:pt x="148764" y="72685"/>
                  <a:pt x="154860" y="72086"/>
                  <a:pt x="161633" y="72086"/>
                </a:cubicBezTo>
                <a:lnTo>
                  <a:pt x="173631" y="72086"/>
                </a:lnTo>
                <a:lnTo>
                  <a:pt x="173631" y="65337"/>
                </a:lnTo>
                <a:cubicBezTo>
                  <a:pt x="173631" y="61995"/>
                  <a:pt x="173277" y="59038"/>
                  <a:pt x="172567" y="56468"/>
                </a:cubicBezTo>
                <a:cubicBezTo>
                  <a:pt x="171857" y="53896"/>
                  <a:pt x="170712" y="51758"/>
                  <a:pt x="169132" y="50055"/>
                </a:cubicBezTo>
                <a:cubicBezTo>
                  <a:pt x="167552" y="48352"/>
                  <a:pt x="165504" y="47066"/>
                  <a:pt x="162988" y="46200"/>
                </a:cubicBezTo>
                <a:cubicBezTo>
                  <a:pt x="160472" y="45331"/>
                  <a:pt x="157376" y="44896"/>
                  <a:pt x="153699" y="44896"/>
                </a:cubicBezTo>
                <a:cubicBezTo>
                  <a:pt x="149764" y="44896"/>
                  <a:pt x="146232" y="45359"/>
                  <a:pt x="143104" y="46284"/>
                </a:cubicBezTo>
                <a:cubicBezTo>
                  <a:pt x="139975" y="47210"/>
                  <a:pt x="137234" y="48231"/>
                  <a:pt x="134879" y="49347"/>
                </a:cubicBezTo>
                <a:cubicBezTo>
                  <a:pt x="132525" y="50464"/>
                  <a:pt x="130557" y="51485"/>
                  <a:pt x="128977" y="52410"/>
                </a:cubicBezTo>
                <a:cubicBezTo>
                  <a:pt x="127396" y="53336"/>
                  <a:pt x="126219" y="53798"/>
                  <a:pt x="125445" y="53798"/>
                </a:cubicBezTo>
                <a:cubicBezTo>
                  <a:pt x="124929" y="53798"/>
                  <a:pt x="124477" y="53669"/>
                  <a:pt x="124090" y="53411"/>
                </a:cubicBezTo>
                <a:cubicBezTo>
                  <a:pt x="123703" y="53153"/>
                  <a:pt x="123365" y="52766"/>
                  <a:pt x="123074" y="52250"/>
                </a:cubicBezTo>
                <a:cubicBezTo>
                  <a:pt x="122784" y="51734"/>
                  <a:pt x="122575" y="51073"/>
                  <a:pt x="122445" y="50267"/>
                </a:cubicBezTo>
                <a:cubicBezTo>
                  <a:pt x="122316" y="49460"/>
                  <a:pt x="122252" y="48573"/>
                  <a:pt x="122252" y="47606"/>
                </a:cubicBezTo>
                <a:cubicBezTo>
                  <a:pt x="122252" y="45993"/>
                  <a:pt x="122365" y="44719"/>
                  <a:pt x="122591" y="43784"/>
                </a:cubicBezTo>
                <a:cubicBezTo>
                  <a:pt x="122816" y="42848"/>
                  <a:pt x="123365" y="41961"/>
                  <a:pt x="124236" y="41123"/>
                </a:cubicBezTo>
                <a:cubicBezTo>
                  <a:pt x="125106" y="40284"/>
                  <a:pt x="126606" y="39308"/>
                  <a:pt x="128735" y="38193"/>
                </a:cubicBezTo>
                <a:cubicBezTo>
                  <a:pt x="130864" y="37076"/>
                  <a:pt x="133315" y="36056"/>
                  <a:pt x="136089" y="35133"/>
                </a:cubicBezTo>
                <a:cubicBezTo>
                  <a:pt x="138862" y="34210"/>
                  <a:pt x="141894" y="33446"/>
                  <a:pt x="145184" y="32841"/>
                </a:cubicBezTo>
                <a:cubicBezTo>
                  <a:pt x="148474" y="32234"/>
                  <a:pt x="151796" y="31931"/>
                  <a:pt x="155150" y="31931"/>
                </a:cubicBezTo>
                <a:cubicBezTo>
                  <a:pt x="161407" y="31931"/>
                  <a:pt x="166729" y="32640"/>
                  <a:pt x="171116" y="34059"/>
                </a:cubicBezTo>
                <a:cubicBezTo>
                  <a:pt x="175502" y="35479"/>
                  <a:pt x="179050" y="37559"/>
                  <a:pt x="181759" y="40300"/>
                </a:cubicBezTo>
                <a:cubicBezTo>
                  <a:pt x="184468" y="43042"/>
                  <a:pt x="186436" y="46445"/>
                  <a:pt x="187661" y="50508"/>
                </a:cubicBezTo>
                <a:cubicBezTo>
                  <a:pt x="188887" y="54572"/>
                  <a:pt x="189500" y="59314"/>
                  <a:pt x="189500" y="64732"/>
                </a:cubicBezTo>
                <a:lnTo>
                  <a:pt x="189500" y="123465"/>
                </a:lnTo>
                <a:moveTo>
                  <a:pt x="173631" y="83600"/>
                </a:moveTo>
                <a:lnTo>
                  <a:pt x="159988" y="83600"/>
                </a:lnTo>
                <a:cubicBezTo>
                  <a:pt x="155602" y="83600"/>
                  <a:pt x="151796" y="83974"/>
                  <a:pt x="148571" y="84722"/>
                </a:cubicBezTo>
                <a:cubicBezTo>
                  <a:pt x="145345" y="85468"/>
                  <a:pt x="142668" y="86571"/>
                  <a:pt x="140540" y="88030"/>
                </a:cubicBezTo>
                <a:cubicBezTo>
                  <a:pt x="138411" y="89490"/>
                  <a:pt x="136847" y="91242"/>
                  <a:pt x="135847" y="93288"/>
                </a:cubicBezTo>
                <a:cubicBezTo>
                  <a:pt x="134847" y="95332"/>
                  <a:pt x="134347" y="97685"/>
                  <a:pt x="134347" y="100346"/>
                </a:cubicBezTo>
                <a:cubicBezTo>
                  <a:pt x="134347" y="104889"/>
                  <a:pt x="135782" y="108508"/>
                  <a:pt x="138653" y="111201"/>
                </a:cubicBezTo>
                <a:cubicBezTo>
                  <a:pt x="141523" y="113894"/>
                  <a:pt x="145539" y="115241"/>
                  <a:pt x="150699" y="115241"/>
                </a:cubicBezTo>
                <a:cubicBezTo>
                  <a:pt x="154892" y="115241"/>
                  <a:pt x="158779" y="114170"/>
                  <a:pt x="162359" y="112029"/>
                </a:cubicBezTo>
                <a:cubicBezTo>
                  <a:pt x="165939" y="109887"/>
                  <a:pt x="169696" y="106609"/>
                  <a:pt x="173631" y="102196"/>
                </a:cubicBezTo>
                <a:lnTo>
                  <a:pt x="173631" y="83600"/>
                </a:lnTo>
                <a:close/>
                <a:moveTo>
                  <a:pt x="269752" y="41994"/>
                </a:moveTo>
                <a:cubicBezTo>
                  <a:pt x="269752" y="43413"/>
                  <a:pt x="269720" y="44606"/>
                  <a:pt x="269656" y="45574"/>
                </a:cubicBezTo>
                <a:cubicBezTo>
                  <a:pt x="269591" y="46541"/>
                  <a:pt x="269462" y="47299"/>
                  <a:pt x="269268" y="47848"/>
                </a:cubicBezTo>
                <a:cubicBezTo>
                  <a:pt x="269075" y="48396"/>
                  <a:pt x="268833" y="48815"/>
                  <a:pt x="268543" y="49105"/>
                </a:cubicBezTo>
                <a:cubicBezTo>
                  <a:pt x="268253" y="49396"/>
                  <a:pt x="267849" y="49541"/>
                  <a:pt x="267333" y="49541"/>
                </a:cubicBezTo>
                <a:cubicBezTo>
                  <a:pt x="266817" y="49541"/>
                  <a:pt x="266188" y="49396"/>
                  <a:pt x="265446" y="49105"/>
                </a:cubicBezTo>
                <a:cubicBezTo>
                  <a:pt x="264705" y="48815"/>
                  <a:pt x="263866" y="48525"/>
                  <a:pt x="262931" y="48235"/>
                </a:cubicBezTo>
                <a:cubicBezTo>
                  <a:pt x="261995" y="47944"/>
                  <a:pt x="260947" y="47670"/>
                  <a:pt x="259786" y="47412"/>
                </a:cubicBezTo>
                <a:cubicBezTo>
                  <a:pt x="258625" y="47154"/>
                  <a:pt x="257367" y="47025"/>
                  <a:pt x="256012" y="47025"/>
                </a:cubicBezTo>
                <a:cubicBezTo>
                  <a:pt x="254400" y="47025"/>
                  <a:pt x="252819" y="47348"/>
                  <a:pt x="251271" y="47993"/>
                </a:cubicBezTo>
                <a:cubicBezTo>
                  <a:pt x="249723" y="48638"/>
                  <a:pt x="248094" y="49702"/>
                  <a:pt x="246385" y="51186"/>
                </a:cubicBezTo>
                <a:cubicBezTo>
                  <a:pt x="244675" y="52669"/>
                  <a:pt x="242885" y="54637"/>
                  <a:pt x="241015" y="57088"/>
                </a:cubicBezTo>
                <a:cubicBezTo>
                  <a:pt x="239144" y="59539"/>
                  <a:pt x="237080" y="62539"/>
                  <a:pt x="234822" y="66087"/>
                </a:cubicBezTo>
                <a:lnTo>
                  <a:pt x="234822" y="123368"/>
                </a:lnTo>
                <a:cubicBezTo>
                  <a:pt x="234822" y="123885"/>
                  <a:pt x="234693" y="124320"/>
                  <a:pt x="234435" y="124675"/>
                </a:cubicBezTo>
                <a:cubicBezTo>
                  <a:pt x="234177" y="125030"/>
                  <a:pt x="233758" y="125336"/>
                  <a:pt x="233177" y="125594"/>
                </a:cubicBezTo>
                <a:cubicBezTo>
                  <a:pt x="232597" y="125852"/>
                  <a:pt x="231790" y="126045"/>
                  <a:pt x="230758" y="126174"/>
                </a:cubicBezTo>
                <a:cubicBezTo>
                  <a:pt x="229726" y="126304"/>
                  <a:pt x="228404" y="126368"/>
                  <a:pt x="226791" y="126368"/>
                </a:cubicBezTo>
                <a:cubicBezTo>
                  <a:pt x="225243" y="126368"/>
                  <a:pt x="223953" y="126304"/>
                  <a:pt x="222921" y="126174"/>
                </a:cubicBezTo>
                <a:cubicBezTo>
                  <a:pt x="221889" y="126045"/>
                  <a:pt x="221066" y="125852"/>
                  <a:pt x="220453" y="125594"/>
                </a:cubicBezTo>
                <a:cubicBezTo>
                  <a:pt x="219840" y="125336"/>
                  <a:pt x="219421" y="125030"/>
                  <a:pt x="219195" y="124675"/>
                </a:cubicBezTo>
                <a:cubicBezTo>
                  <a:pt x="218970" y="124320"/>
                  <a:pt x="218857" y="123885"/>
                  <a:pt x="218857" y="123368"/>
                </a:cubicBezTo>
                <a:lnTo>
                  <a:pt x="218857" y="36285"/>
                </a:lnTo>
                <a:cubicBezTo>
                  <a:pt x="218857" y="35769"/>
                  <a:pt x="218954" y="35333"/>
                  <a:pt x="219147" y="34979"/>
                </a:cubicBezTo>
                <a:cubicBezTo>
                  <a:pt x="219341" y="34624"/>
                  <a:pt x="219728" y="34301"/>
                  <a:pt x="220308" y="34011"/>
                </a:cubicBezTo>
                <a:cubicBezTo>
                  <a:pt x="220889" y="33721"/>
                  <a:pt x="221631" y="33527"/>
                  <a:pt x="222534" y="33430"/>
                </a:cubicBezTo>
                <a:cubicBezTo>
                  <a:pt x="223437" y="33334"/>
                  <a:pt x="224630" y="33285"/>
                  <a:pt x="226114" y="33285"/>
                </a:cubicBezTo>
                <a:cubicBezTo>
                  <a:pt x="227533" y="33285"/>
                  <a:pt x="228710" y="33334"/>
                  <a:pt x="229645" y="33430"/>
                </a:cubicBezTo>
                <a:cubicBezTo>
                  <a:pt x="230581" y="33527"/>
                  <a:pt x="231306" y="33721"/>
                  <a:pt x="231823" y="34011"/>
                </a:cubicBezTo>
                <a:cubicBezTo>
                  <a:pt x="232339" y="34301"/>
                  <a:pt x="232709" y="34624"/>
                  <a:pt x="232935" y="34979"/>
                </a:cubicBezTo>
                <a:cubicBezTo>
                  <a:pt x="233161" y="35333"/>
                  <a:pt x="233274" y="35769"/>
                  <a:pt x="233274" y="36285"/>
                </a:cubicBezTo>
                <a:lnTo>
                  <a:pt x="233274" y="48960"/>
                </a:lnTo>
                <a:cubicBezTo>
                  <a:pt x="235661" y="45477"/>
                  <a:pt x="237902" y="42639"/>
                  <a:pt x="239999" y="40445"/>
                </a:cubicBezTo>
                <a:cubicBezTo>
                  <a:pt x="242095" y="38252"/>
                  <a:pt x="244079" y="36527"/>
                  <a:pt x="245949" y="35269"/>
                </a:cubicBezTo>
                <a:cubicBezTo>
                  <a:pt x="247820" y="34011"/>
                  <a:pt x="249675" y="33140"/>
                  <a:pt x="251513" y="32656"/>
                </a:cubicBezTo>
                <a:cubicBezTo>
                  <a:pt x="253352" y="32173"/>
                  <a:pt x="255206" y="31931"/>
                  <a:pt x="257077" y="31931"/>
                </a:cubicBezTo>
                <a:cubicBezTo>
                  <a:pt x="257915" y="31931"/>
                  <a:pt x="258867" y="31979"/>
                  <a:pt x="259931" y="32076"/>
                </a:cubicBezTo>
                <a:cubicBezTo>
                  <a:pt x="260996" y="32173"/>
                  <a:pt x="262108" y="32350"/>
                  <a:pt x="263269" y="32608"/>
                </a:cubicBezTo>
                <a:cubicBezTo>
                  <a:pt x="264431" y="32866"/>
                  <a:pt x="265479" y="33156"/>
                  <a:pt x="266414" y="33479"/>
                </a:cubicBezTo>
                <a:cubicBezTo>
                  <a:pt x="267349" y="33801"/>
                  <a:pt x="268011" y="34124"/>
                  <a:pt x="268398" y="34446"/>
                </a:cubicBezTo>
                <a:cubicBezTo>
                  <a:pt x="268785" y="34769"/>
                  <a:pt x="269043" y="35075"/>
                  <a:pt x="269172" y="35366"/>
                </a:cubicBezTo>
                <a:cubicBezTo>
                  <a:pt x="269301" y="35656"/>
                  <a:pt x="269414" y="36027"/>
                  <a:pt x="269510" y="36478"/>
                </a:cubicBezTo>
                <a:cubicBezTo>
                  <a:pt x="269607" y="36930"/>
                  <a:pt x="269672" y="37591"/>
                  <a:pt x="269704" y="38462"/>
                </a:cubicBezTo>
                <a:cubicBezTo>
                  <a:pt x="269736" y="39333"/>
                  <a:pt x="269752" y="40510"/>
                  <a:pt x="269752" y="419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m">
            <a:extLst xmlns:a="http://schemas.openxmlformats.org/drawingml/2006/main">
              <a:ext uri="{FF2B5EF4-FFF2-40B4-BE49-F238E27FC236}">
                <a16:creationId xmlns:a16="http://schemas.microsoft.com/office/drawing/2014/main" id="{13A44150-7E0E-440C-B675-D4E6CBD0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94" y="2967560"/>
            <a:ext cx="86116" cy="62958"/>
          </a:xfrm>
          <a:custGeom xmlns:a="http://schemas.openxmlformats.org/drawingml/2006/main">
            <a:pathLst>
              <a:path w="86116" h="62958">
                <a:moveTo>
                  <a:pt x="86116" y="60959"/>
                </a:moveTo>
                <a:cubicBezTo>
                  <a:pt x="86116" y="61303"/>
                  <a:pt x="86030" y="61593"/>
                  <a:pt x="85858" y="61829"/>
                </a:cubicBezTo>
                <a:cubicBezTo>
                  <a:pt x="85686" y="62066"/>
                  <a:pt x="85406" y="62270"/>
                  <a:pt x="85019" y="62442"/>
                </a:cubicBezTo>
                <a:cubicBezTo>
                  <a:pt x="84632" y="62614"/>
                  <a:pt x="84095" y="62743"/>
                  <a:pt x="83407" y="62829"/>
                </a:cubicBezTo>
                <a:cubicBezTo>
                  <a:pt x="82719" y="62915"/>
                  <a:pt x="81859" y="62958"/>
                  <a:pt x="80827" y="62958"/>
                </a:cubicBezTo>
                <a:cubicBezTo>
                  <a:pt x="79751" y="62958"/>
                  <a:pt x="78870" y="62915"/>
                  <a:pt x="78182" y="62829"/>
                </a:cubicBezTo>
                <a:cubicBezTo>
                  <a:pt x="77494" y="62743"/>
                  <a:pt x="76945" y="62614"/>
                  <a:pt x="76537" y="62442"/>
                </a:cubicBezTo>
                <a:cubicBezTo>
                  <a:pt x="76128" y="62270"/>
                  <a:pt x="75838" y="62066"/>
                  <a:pt x="75666" y="61829"/>
                </a:cubicBezTo>
                <a:cubicBezTo>
                  <a:pt x="75494" y="61593"/>
                  <a:pt x="75408" y="61303"/>
                  <a:pt x="75408" y="60959"/>
                </a:cubicBezTo>
                <a:lnTo>
                  <a:pt x="75408" y="25674"/>
                </a:lnTo>
                <a:cubicBezTo>
                  <a:pt x="75408" y="23222"/>
                  <a:pt x="75193" y="20986"/>
                  <a:pt x="74763" y="18965"/>
                </a:cubicBezTo>
                <a:cubicBezTo>
                  <a:pt x="74333" y="16944"/>
                  <a:pt x="73645" y="15202"/>
                  <a:pt x="72699" y="13740"/>
                </a:cubicBezTo>
                <a:cubicBezTo>
                  <a:pt x="71753" y="12278"/>
                  <a:pt x="70548" y="11160"/>
                  <a:pt x="69086" y="10386"/>
                </a:cubicBezTo>
                <a:cubicBezTo>
                  <a:pt x="67624" y="9611"/>
                  <a:pt x="65904" y="9224"/>
                  <a:pt x="63926" y="9224"/>
                </a:cubicBezTo>
                <a:cubicBezTo>
                  <a:pt x="61475" y="9224"/>
                  <a:pt x="59013" y="10171"/>
                  <a:pt x="56540" y="12063"/>
                </a:cubicBezTo>
                <a:cubicBezTo>
                  <a:pt x="54067" y="13955"/>
                  <a:pt x="51347" y="16729"/>
                  <a:pt x="48380" y="20384"/>
                </a:cubicBezTo>
                <a:lnTo>
                  <a:pt x="48380" y="60959"/>
                </a:lnTo>
                <a:cubicBezTo>
                  <a:pt x="48380" y="61303"/>
                  <a:pt x="48294" y="61593"/>
                  <a:pt x="48122" y="61829"/>
                </a:cubicBezTo>
                <a:cubicBezTo>
                  <a:pt x="47950" y="62066"/>
                  <a:pt x="47659" y="62270"/>
                  <a:pt x="47251" y="62442"/>
                </a:cubicBezTo>
                <a:cubicBezTo>
                  <a:pt x="46842" y="62614"/>
                  <a:pt x="46294" y="62743"/>
                  <a:pt x="45606" y="62829"/>
                </a:cubicBezTo>
                <a:cubicBezTo>
                  <a:pt x="44918" y="62915"/>
                  <a:pt x="44058" y="62958"/>
                  <a:pt x="43026" y="62958"/>
                </a:cubicBezTo>
                <a:cubicBezTo>
                  <a:pt x="42037" y="62958"/>
                  <a:pt x="41187" y="62915"/>
                  <a:pt x="40478" y="62829"/>
                </a:cubicBezTo>
                <a:cubicBezTo>
                  <a:pt x="39768" y="62743"/>
                  <a:pt x="39209" y="62614"/>
                  <a:pt x="38801" y="62442"/>
                </a:cubicBezTo>
                <a:cubicBezTo>
                  <a:pt x="38392" y="62270"/>
                  <a:pt x="38113" y="62066"/>
                  <a:pt x="37962" y="61829"/>
                </a:cubicBezTo>
                <a:cubicBezTo>
                  <a:pt x="37811" y="61593"/>
                  <a:pt x="37736" y="61303"/>
                  <a:pt x="37736" y="60959"/>
                </a:cubicBezTo>
                <a:lnTo>
                  <a:pt x="37736" y="25674"/>
                </a:lnTo>
                <a:cubicBezTo>
                  <a:pt x="37736" y="23222"/>
                  <a:pt x="37500" y="20986"/>
                  <a:pt x="37027" y="18965"/>
                </a:cubicBezTo>
                <a:cubicBezTo>
                  <a:pt x="36554" y="16944"/>
                  <a:pt x="35844" y="15202"/>
                  <a:pt x="34898" y="13740"/>
                </a:cubicBezTo>
                <a:cubicBezTo>
                  <a:pt x="33952" y="12278"/>
                  <a:pt x="32758" y="11160"/>
                  <a:pt x="31318" y="10386"/>
                </a:cubicBezTo>
                <a:cubicBezTo>
                  <a:pt x="29877" y="9611"/>
                  <a:pt x="28168" y="9224"/>
                  <a:pt x="26190" y="9224"/>
                </a:cubicBezTo>
                <a:cubicBezTo>
                  <a:pt x="23738" y="9224"/>
                  <a:pt x="21266" y="10171"/>
                  <a:pt x="18771" y="12063"/>
                </a:cubicBezTo>
                <a:cubicBezTo>
                  <a:pt x="16277" y="13955"/>
                  <a:pt x="13568" y="16729"/>
                  <a:pt x="10644" y="20384"/>
                </a:cubicBezTo>
                <a:lnTo>
                  <a:pt x="10644" y="60959"/>
                </a:lnTo>
                <a:cubicBezTo>
                  <a:pt x="10644" y="61303"/>
                  <a:pt x="10558" y="61593"/>
                  <a:pt x="10386" y="61829"/>
                </a:cubicBezTo>
                <a:cubicBezTo>
                  <a:pt x="10214" y="62066"/>
                  <a:pt x="9934" y="62270"/>
                  <a:pt x="9547" y="62442"/>
                </a:cubicBezTo>
                <a:cubicBezTo>
                  <a:pt x="9160" y="62614"/>
                  <a:pt x="8622" y="62743"/>
                  <a:pt x="7934" y="62829"/>
                </a:cubicBezTo>
                <a:cubicBezTo>
                  <a:pt x="7246" y="62915"/>
                  <a:pt x="6365" y="62958"/>
                  <a:pt x="5290" y="62958"/>
                </a:cubicBezTo>
                <a:cubicBezTo>
                  <a:pt x="4257" y="62958"/>
                  <a:pt x="3397" y="62915"/>
                  <a:pt x="2709" y="62829"/>
                </a:cubicBezTo>
                <a:cubicBezTo>
                  <a:pt x="2021" y="62743"/>
                  <a:pt x="1473" y="62614"/>
                  <a:pt x="1064" y="62442"/>
                </a:cubicBezTo>
                <a:cubicBezTo>
                  <a:pt x="656" y="62270"/>
                  <a:pt x="376" y="62066"/>
                  <a:pt x="226" y="61829"/>
                </a:cubicBezTo>
                <a:cubicBezTo>
                  <a:pt x="75" y="61593"/>
                  <a:pt x="0" y="61303"/>
                  <a:pt x="0" y="60959"/>
                </a:cubicBezTo>
                <a:lnTo>
                  <a:pt x="0" y="2903"/>
                </a:lnTo>
                <a:cubicBezTo>
                  <a:pt x="0" y="2559"/>
                  <a:pt x="65" y="2268"/>
                  <a:pt x="194" y="2032"/>
                </a:cubicBezTo>
                <a:cubicBezTo>
                  <a:pt x="323" y="1795"/>
                  <a:pt x="581" y="1580"/>
                  <a:pt x="968" y="1387"/>
                </a:cubicBezTo>
                <a:cubicBezTo>
                  <a:pt x="1355" y="1193"/>
                  <a:pt x="1849" y="1064"/>
                  <a:pt x="2451" y="1000"/>
                </a:cubicBezTo>
                <a:cubicBezTo>
                  <a:pt x="3053" y="935"/>
                  <a:pt x="3849" y="903"/>
                  <a:pt x="4838" y="903"/>
                </a:cubicBezTo>
                <a:cubicBezTo>
                  <a:pt x="5784" y="903"/>
                  <a:pt x="6569" y="935"/>
                  <a:pt x="7192" y="1000"/>
                </a:cubicBezTo>
                <a:cubicBezTo>
                  <a:pt x="7816" y="1064"/>
                  <a:pt x="8300" y="1193"/>
                  <a:pt x="8644" y="1387"/>
                </a:cubicBezTo>
                <a:cubicBezTo>
                  <a:pt x="8988" y="1580"/>
                  <a:pt x="9235" y="1795"/>
                  <a:pt x="9386" y="2032"/>
                </a:cubicBezTo>
                <a:cubicBezTo>
                  <a:pt x="9536" y="2268"/>
                  <a:pt x="9611" y="2559"/>
                  <a:pt x="9611" y="2903"/>
                </a:cubicBezTo>
                <a:lnTo>
                  <a:pt x="9611" y="10579"/>
                </a:lnTo>
                <a:cubicBezTo>
                  <a:pt x="12880" y="6924"/>
                  <a:pt x="16051" y="4247"/>
                  <a:pt x="19126" y="2548"/>
                </a:cubicBezTo>
                <a:cubicBezTo>
                  <a:pt x="22201" y="849"/>
                  <a:pt x="25308" y="0"/>
                  <a:pt x="28447" y="0"/>
                </a:cubicBezTo>
                <a:cubicBezTo>
                  <a:pt x="30856" y="0"/>
                  <a:pt x="33017" y="280"/>
                  <a:pt x="34930" y="839"/>
                </a:cubicBezTo>
                <a:cubicBezTo>
                  <a:pt x="36844" y="1398"/>
                  <a:pt x="38532" y="2182"/>
                  <a:pt x="39994" y="3193"/>
                </a:cubicBezTo>
                <a:cubicBezTo>
                  <a:pt x="41456" y="4204"/>
                  <a:pt x="42703" y="5408"/>
                  <a:pt x="43735" y="6805"/>
                </a:cubicBezTo>
                <a:cubicBezTo>
                  <a:pt x="44767" y="8203"/>
                  <a:pt x="45628" y="9762"/>
                  <a:pt x="46316" y="11482"/>
                </a:cubicBezTo>
                <a:cubicBezTo>
                  <a:pt x="48251" y="9375"/>
                  <a:pt x="50089" y="7590"/>
                  <a:pt x="51831" y="6128"/>
                </a:cubicBezTo>
                <a:cubicBezTo>
                  <a:pt x="53573" y="4666"/>
                  <a:pt x="55250" y="3483"/>
                  <a:pt x="56862" y="2580"/>
                </a:cubicBezTo>
                <a:cubicBezTo>
                  <a:pt x="58475" y="1677"/>
                  <a:pt x="60045" y="1021"/>
                  <a:pt x="61571" y="613"/>
                </a:cubicBezTo>
                <a:cubicBezTo>
                  <a:pt x="63098" y="204"/>
                  <a:pt x="64635" y="0"/>
                  <a:pt x="66184" y="0"/>
                </a:cubicBezTo>
                <a:cubicBezTo>
                  <a:pt x="69925" y="0"/>
                  <a:pt x="73064" y="656"/>
                  <a:pt x="75601" y="1967"/>
                </a:cubicBezTo>
                <a:cubicBezTo>
                  <a:pt x="78139" y="3279"/>
                  <a:pt x="80192" y="5031"/>
                  <a:pt x="81762" y="7225"/>
                </a:cubicBezTo>
                <a:cubicBezTo>
                  <a:pt x="83332" y="9418"/>
                  <a:pt x="84450" y="11987"/>
                  <a:pt x="85116" y="14933"/>
                </a:cubicBezTo>
                <a:cubicBezTo>
                  <a:pt x="85783" y="17879"/>
                  <a:pt x="86116" y="20986"/>
                  <a:pt x="86116" y="24254"/>
                </a:cubicBezTo>
                <a:lnTo>
                  <a:pt x="86116" y="60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...">
            <a:extLst xmlns:a="http://schemas.openxmlformats.org/drawingml/2006/main">
              <a:ext uri="{FF2B5EF4-FFF2-40B4-BE49-F238E27FC236}">
                <a16:creationId xmlns:a16="http://schemas.microsoft.com/office/drawing/2014/main" id="{7532CCDD-2855-4980-BA31-1CAAD221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900" y="2980714"/>
            <a:ext cx="120361" cy="22642"/>
          </a:xfrm>
          <a:custGeom xmlns:a="http://schemas.openxmlformats.org/drawingml/2006/main">
            <a:pathLst>
              <a:path w="120361" h="22642">
                <a:moveTo>
                  <a:pt x="20803" y="11176"/>
                </a:moveTo>
                <a:cubicBezTo>
                  <a:pt x="20803" y="15776"/>
                  <a:pt x="20045" y="18837"/>
                  <a:pt x="18529" y="20359"/>
                </a:cubicBezTo>
                <a:cubicBezTo>
                  <a:pt x="17014" y="21881"/>
                  <a:pt x="14256" y="22642"/>
                  <a:pt x="10257" y="22642"/>
                </a:cubicBezTo>
                <a:cubicBezTo>
                  <a:pt x="6386" y="22642"/>
                  <a:pt x="3709" y="21897"/>
                  <a:pt x="2225" y="20407"/>
                </a:cubicBezTo>
                <a:cubicBezTo>
                  <a:pt x="742" y="18918"/>
                  <a:pt x="0" y="15937"/>
                  <a:pt x="0" y="11466"/>
                </a:cubicBezTo>
                <a:cubicBezTo>
                  <a:pt x="0" y="6866"/>
                  <a:pt x="758" y="3805"/>
                  <a:pt x="2274" y="2283"/>
                </a:cubicBezTo>
                <a:cubicBezTo>
                  <a:pt x="3790" y="761"/>
                  <a:pt x="6547" y="0"/>
                  <a:pt x="10547" y="0"/>
                </a:cubicBezTo>
                <a:cubicBezTo>
                  <a:pt x="14417" y="0"/>
                  <a:pt x="17094" y="745"/>
                  <a:pt x="18578" y="2235"/>
                </a:cubicBezTo>
                <a:cubicBezTo>
                  <a:pt x="20061" y="3724"/>
                  <a:pt x="20803" y="6705"/>
                  <a:pt x="20803" y="11176"/>
                </a:cubicBezTo>
                <a:close/>
                <a:moveTo>
                  <a:pt x="70582" y="11176"/>
                </a:moveTo>
                <a:cubicBezTo>
                  <a:pt x="70582" y="15776"/>
                  <a:pt x="69824" y="18837"/>
                  <a:pt x="68309" y="20359"/>
                </a:cubicBezTo>
                <a:cubicBezTo>
                  <a:pt x="66793" y="21881"/>
                  <a:pt x="64035" y="22642"/>
                  <a:pt x="60036" y="22642"/>
                </a:cubicBezTo>
                <a:cubicBezTo>
                  <a:pt x="56165" y="22642"/>
                  <a:pt x="53488" y="21897"/>
                  <a:pt x="52005" y="20407"/>
                </a:cubicBezTo>
                <a:cubicBezTo>
                  <a:pt x="50521" y="18918"/>
                  <a:pt x="49779" y="15937"/>
                  <a:pt x="49779" y="11466"/>
                </a:cubicBezTo>
                <a:cubicBezTo>
                  <a:pt x="49779" y="6866"/>
                  <a:pt x="50537" y="3805"/>
                  <a:pt x="52053" y="2283"/>
                </a:cubicBezTo>
                <a:cubicBezTo>
                  <a:pt x="53569" y="761"/>
                  <a:pt x="56326" y="0"/>
                  <a:pt x="60326" y="0"/>
                </a:cubicBezTo>
                <a:cubicBezTo>
                  <a:pt x="64196" y="0"/>
                  <a:pt x="66873" y="745"/>
                  <a:pt x="68357" y="2235"/>
                </a:cubicBezTo>
                <a:cubicBezTo>
                  <a:pt x="69841" y="3724"/>
                  <a:pt x="70582" y="6705"/>
                  <a:pt x="70582" y="11176"/>
                </a:cubicBezTo>
                <a:close/>
                <a:moveTo>
                  <a:pt x="120361" y="11176"/>
                </a:moveTo>
                <a:cubicBezTo>
                  <a:pt x="120361" y="15776"/>
                  <a:pt x="119603" y="18837"/>
                  <a:pt x="118087" y="20359"/>
                </a:cubicBezTo>
                <a:cubicBezTo>
                  <a:pt x="116571" y="21881"/>
                  <a:pt x="113814" y="22642"/>
                  <a:pt x="109814" y="22642"/>
                </a:cubicBezTo>
                <a:cubicBezTo>
                  <a:pt x="105944" y="22642"/>
                  <a:pt x="103267" y="21897"/>
                  <a:pt x="101783" y="20407"/>
                </a:cubicBezTo>
                <a:cubicBezTo>
                  <a:pt x="100300" y="18918"/>
                  <a:pt x="99558" y="15937"/>
                  <a:pt x="99558" y="11466"/>
                </a:cubicBezTo>
                <a:cubicBezTo>
                  <a:pt x="99558" y="6866"/>
                  <a:pt x="100316" y="3805"/>
                  <a:pt x="101832" y="2283"/>
                </a:cubicBezTo>
                <a:cubicBezTo>
                  <a:pt x="103348" y="761"/>
                  <a:pt x="106105" y="0"/>
                  <a:pt x="110105" y="0"/>
                </a:cubicBezTo>
                <a:cubicBezTo>
                  <a:pt x="113975" y="0"/>
                  <a:pt x="116652" y="745"/>
                  <a:pt x="118136" y="2235"/>
                </a:cubicBezTo>
                <a:cubicBezTo>
                  <a:pt x="119619" y="3724"/>
                  <a:pt x="120361" y="6705"/>
                  <a:pt x="120361" y="111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B2CFB1-B70C-4744-B714-1F3B8B92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709" y="2689950"/>
            <a:ext cx="10" cy="105027"/>
          </a:xfrm>
          <a:custGeom xmlns:a="http://schemas.openxmlformats.org/drawingml/2006/main">
            <a:pathLst>
              <a:path w="1" h="105027" fill="none">
                <a:moveTo>
                  <a:pt x="0" y="10502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69CC6-83D1-4120-B97D-EC14A659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2452" y="2612667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18729-5026-4BCC-91F0-55569CCB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470" y="1544565"/>
            <a:ext cx="307154" cy="295924"/>
          </a:xfrm>
          <a:custGeom xmlns:a="http://schemas.openxmlformats.org/drawingml/2006/main">
            <a:pathLst>
              <a:path w="307154" h="295924">
                <a:moveTo>
                  <a:pt x="28403" y="295924"/>
                </a:moveTo>
                <a:cubicBezTo>
                  <a:pt x="12550" y="295924"/>
                  <a:pt x="0" y="283374"/>
                  <a:pt x="0" y="267521"/>
                </a:cubicBezTo>
                <a:lnTo>
                  <a:pt x="0" y="28403"/>
                </a:lnTo>
                <a:cubicBezTo>
                  <a:pt x="0" y="13211"/>
                  <a:pt x="12550" y="0"/>
                  <a:pt x="28403" y="0"/>
                </a:cubicBezTo>
                <a:lnTo>
                  <a:pt x="278750" y="0"/>
                </a:lnTo>
                <a:cubicBezTo>
                  <a:pt x="294603" y="0"/>
                  <a:pt x="307154" y="13211"/>
                  <a:pt x="307154" y="28403"/>
                </a:cubicBezTo>
                <a:lnTo>
                  <a:pt x="307154" y="267521"/>
                </a:lnTo>
                <a:cubicBezTo>
                  <a:pt x="307154" y="283374"/>
                  <a:pt x="294603" y="295924"/>
                  <a:pt x="278750" y="295924"/>
                </a:cubicBezTo>
                <a:lnTo>
                  <a:pt x="28403" y="295924"/>
                </a:lnTo>
                <a:close/>
              </a:path>
            </a:pathLst>
          </a:custGeom>
          <a:solidFill xmlns:a="http://schemas.openxmlformats.org/drawingml/2006/main">
            <a:srgbClr val="FEE5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98AEE-B28C-4E01-A8B5-49284016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470" y="1544565"/>
            <a:ext cx="307154" cy="295924"/>
          </a:xfrm>
          <a:custGeom xmlns:a="http://schemas.openxmlformats.org/drawingml/2006/main">
            <a:pathLst>
              <a:path w="307154" h="295924" fill="none">
                <a:moveTo>
                  <a:pt x="28403" y="295924"/>
                </a:moveTo>
                <a:lnTo>
                  <a:pt x="278750" y="295924"/>
                </a:lnTo>
                <a:cubicBezTo>
                  <a:pt x="294603" y="295924"/>
                  <a:pt x="307154" y="283374"/>
                  <a:pt x="307154" y="267521"/>
                </a:cubicBezTo>
                <a:lnTo>
                  <a:pt x="307154" y="28403"/>
                </a:lnTo>
                <a:cubicBezTo>
                  <a:pt x="307154" y="13211"/>
                  <a:pt x="294603" y="0"/>
                  <a:pt x="278750" y="0"/>
                </a:cubicBezTo>
                <a:lnTo>
                  <a:pt x="28403" y="0"/>
                </a:lnTo>
                <a:cubicBezTo>
                  <a:pt x="12550" y="0"/>
                  <a:pt x="0" y="13211"/>
                  <a:pt x="0" y="28403"/>
                </a:cubicBezTo>
                <a:lnTo>
                  <a:pt x="0" y="267521"/>
                </a:lnTo>
                <a:cubicBezTo>
                  <a:pt x="0" y="283374"/>
                  <a:pt x="12550" y="295924"/>
                  <a:pt x="28403" y="29592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BF9000"/>
            </a:solidFill>
            <a:miter/>
          </a:ln>
        </p:spPr>
      </p:sp>
      <p:sp>
        <p:nvSpPr>
          <p:cNvPr id="40" name="Text E">
            <a:extLst xmlns:a="http://schemas.openxmlformats.org/drawingml/2006/main">
              <a:ext uri="{FF2B5EF4-FFF2-40B4-BE49-F238E27FC236}">
                <a16:creationId xmlns:a16="http://schemas.microsoft.com/office/drawing/2014/main" id="{A9FFBBA9-2E6C-4C0E-9EF3-AA9F7EC4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785" y="1627430"/>
            <a:ext cx="69667" cy="125207"/>
          </a:xfrm>
          <a:custGeom xmlns:a="http://schemas.openxmlformats.org/drawingml/2006/main">
            <a:pathLst>
              <a:path w="69667" h="125207">
                <a:moveTo>
                  <a:pt x="69667" y="118337"/>
                </a:moveTo>
                <a:cubicBezTo>
                  <a:pt x="69667" y="119498"/>
                  <a:pt x="69602" y="120514"/>
                  <a:pt x="69473" y="121385"/>
                </a:cubicBezTo>
                <a:cubicBezTo>
                  <a:pt x="69344" y="122256"/>
                  <a:pt x="69119" y="122981"/>
                  <a:pt x="68796" y="123562"/>
                </a:cubicBezTo>
                <a:cubicBezTo>
                  <a:pt x="68474" y="124143"/>
                  <a:pt x="68103" y="124562"/>
                  <a:pt x="67683" y="124820"/>
                </a:cubicBezTo>
                <a:cubicBezTo>
                  <a:pt x="67264" y="125078"/>
                  <a:pt x="66796" y="125207"/>
                  <a:pt x="66280" y="125207"/>
                </a:cubicBezTo>
                <a:lnTo>
                  <a:pt x="6193" y="125207"/>
                </a:lnTo>
                <a:cubicBezTo>
                  <a:pt x="4709" y="125207"/>
                  <a:pt x="3306" y="124707"/>
                  <a:pt x="1984" y="123707"/>
                </a:cubicBezTo>
                <a:cubicBezTo>
                  <a:pt x="661" y="122707"/>
                  <a:pt x="0" y="120949"/>
                  <a:pt x="0" y="118434"/>
                </a:cubicBezTo>
                <a:lnTo>
                  <a:pt x="0" y="6773"/>
                </a:lnTo>
                <a:cubicBezTo>
                  <a:pt x="0" y="4257"/>
                  <a:pt x="661" y="2500"/>
                  <a:pt x="1984" y="1500"/>
                </a:cubicBezTo>
                <a:cubicBezTo>
                  <a:pt x="3306" y="500"/>
                  <a:pt x="4709" y="0"/>
                  <a:pt x="6193" y="0"/>
                </a:cubicBezTo>
                <a:lnTo>
                  <a:pt x="65603" y="0"/>
                </a:lnTo>
                <a:cubicBezTo>
                  <a:pt x="66119" y="0"/>
                  <a:pt x="66587" y="129"/>
                  <a:pt x="67006" y="387"/>
                </a:cubicBezTo>
                <a:cubicBezTo>
                  <a:pt x="67425" y="645"/>
                  <a:pt x="67764" y="1064"/>
                  <a:pt x="68022" y="1645"/>
                </a:cubicBezTo>
                <a:cubicBezTo>
                  <a:pt x="68280" y="2225"/>
                  <a:pt x="68490" y="2951"/>
                  <a:pt x="68651" y="3822"/>
                </a:cubicBezTo>
                <a:cubicBezTo>
                  <a:pt x="68812" y="4693"/>
                  <a:pt x="68893" y="5773"/>
                  <a:pt x="68893" y="7063"/>
                </a:cubicBezTo>
                <a:cubicBezTo>
                  <a:pt x="68893" y="8225"/>
                  <a:pt x="68812" y="9241"/>
                  <a:pt x="68651" y="10111"/>
                </a:cubicBezTo>
                <a:cubicBezTo>
                  <a:pt x="68490" y="10982"/>
                  <a:pt x="68280" y="11692"/>
                  <a:pt x="68022" y="12240"/>
                </a:cubicBezTo>
                <a:cubicBezTo>
                  <a:pt x="67764" y="12788"/>
                  <a:pt x="67425" y="13192"/>
                  <a:pt x="67006" y="13450"/>
                </a:cubicBezTo>
                <a:cubicBezTo>
                  <a:pt x="66587" y="13708"/>
                  <a:pt x="66119" y="13837"/>
                  <a:pt x="65603" y="13837"/>
                </a:cubicBezTo>
                <a:lnTo>
                  <a:pt x="16643" y="13837"/>
                </a:lnTo>
                <a:lnTo>
                  <a:pt x="16643" y="53121"/>
                </a:lnTo>
                <a:lnTo>
                  <a:pt x="58636" y="53121"/>
                </a:lnTo>
                <a:cubicBezTo>
                  <a:pt x="59152" y="53121"/>
                  <a:pt x="59620" y="53266"/>
                  <a:pt x="60039" y="53556"/>
                </a:cubicBezTo>
                <a:cubicBezTo>
                  <a:pt x="60459" y="53847"/>
                  <a:pt x="60813" y="54250"/>
                  <a:pt x="61104" y="54766"/>
                </a:cubicBezTo>
                <a:cubicBezTo>
                  <a:pt x="61394" y="55282"/>
                  <a:pt x="61604" y="55992"/>
                  <a:pt x="61733" y="56895"/>
                </a:cubicBezTo>
                <a:cubicBezTo>
                  <a:pt x="61862" y="57798"/>
                  <a:pt x="61926" y="58862"/>
                  <a:pt x="61926" y="60088"/>
                </a:cubicBezTo>
                <a:cubicBezTo>
                  <a:pt x="61926" y="61249"/>
                  <a:pt x="61862" y="62249"/>
                  <a:pt x="61733" y="63087"/>
                </a:cubicBezTo>
                <a:cubicBezTo>
                  <a:pt x="61604" y="63926"/>
                  <a:pt x="61394" y="64603"/>
                  <a:pt x="61104" y="65119"/>
                </a:cubicBezTo>
                <a:cubicBezTo>
                  <a:pt x="60813" y="65635"/>
                  <a:pt x="60459" y="66006"/>
                  <a:pt x="60039" y="66232"/>
                </a:cubicBezTo>
                <a:cubicBezTo>
                  <a:pt x="59620" y="66458"/>
                  <a:pt x="59152" y="66571"/>
                  <a:pt x="58636" y="66571"/>
                </a:cubicBezTo>
                <a:lnTo>
                  <a:pt x="16643" y="66571"/>
                </a:lnTo>
                <a:lnTo>
                  <a:pt x="16643" y="111370"/>
                </a:lnTo>
                <a:lnTo>
                  <a:pt x="66280" y="111370"/>
                </a:lnTo>
                <a:cubicBezTo>
                  <a:pt x="66796" y="111370"/>
                  <a:pt x="67264" y="111499"/>
                  <a:pt x="67683" y="111757"/>
                </a:cubicBezTo>
                <a:cubicBezTo>
                  <a:pt x="68103" y="112015"/>
                  <a:pt x="68474" y="112419"/>
                  <a:pt x="68796" y="112967"/>
                </a:cubicBezTo>
                <a:cubicBezTo>
                  <a:pt x="69119" y="113515"/>
                  <a:pt x="69344" y="114225"/>
                  <a:pt x="69473" y="115096"/>
                </a:cubicBezTo>
                <a:cubicBezTo>
                  <a:pt x="69602" y="115966"/>
                  <a:pt x="69667" y="117047"/>
                  <a:pt x="69667" y="1183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n">
            <a:extLst xmlns:a="http://schemas.openxmlformats.org/drawingml/2006/main">
              <a:ext uri="{FF2B5EF4-FFF2-40B4-BE49-F238E27FC236}">
                <a16:creationId xmlns:a16="http://schemas.microsoft.com/office/drawing/2014/main" id="{CDCA700B-F132-4FE7-86CE-B9E7366F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452" y="1717808"/>
            <a:ext cx="49992" cy="62958"/>
          </a:xfrm>
          <a:custGeom xmlns:a="http://schemas.openxmlformats.org/drawingml/2006/main">
            <a:pathLst>
              <a:path w="49992" h="62958">
                <a:moveTo>
                  <a:pt x="49992" y="60959"/>
                </a:moveTo>
                <a:cubicBezTo>
                  <a:pt x="49992" y="61303"/>
                  <a:pt x="49906" y="61593"/>
                  <a:pt x="49734" y="61829"/>
                </a:cubicBezTo>
                <a:cubicBezTo>
                  <a:pt x="49562" y="62066"/>
                  <a:pt x="49283" y="62270"/>
                  <a:pt x="48896" y="62442"/>
                </a:cubicBezTo>
                <a:cubicBezTo>
                  <a:pt x="48509" y="62614"/>
                  <a:pt x="47971" y="62743"/>
                  <a:pt x="47283" y="62829"/>
                </a:cubicBezTo>
                <a:cubicBezTo>
                  <a:pt x="46595" y="62915"/>
                  <a:pt x="45735" y="62958"/>
                  <a:pt x="44703" y="62958"/>
                </a:cubicBezTo>
                <a:cubicBezTo>
                  <a:pt x="43628" y="62958"/>
                  <a:pt x="42746" y="62915"/>
                  <a:pt x="42058" y="62829"/>
                </a:cubicBezTo>
                <a:cubicBezTo>
                  <a:pt x="41370" y="62743"/>
                  <a:pt x="40833" y="62614"/>
                  <a:pt x="40446" y="62442"/>
                </a:cubicBezTo>
                <a:cubicBezTo>
                  <a:pt x="40058" y="62270"/>
                  <a:pt x="39779" y="62066"/>
                  <a:pt x="39607" y="61829"/>
                </a:cubicBezTo>
                <a:cubicBezTo>
                  <a:pt x="39435" y="61593"/>
                  <a:pt x="39349" y="61303"/>
                  <a:pt x="39349" y="60959"/>
                </a:cubicBezTo>
                <a:lnTo>
                  <a:pt x="39349" y="26964"/>
                </a:lnTo>
                <a:cubicBezTo>
                  <a:pt x="39349" y="23652"/>
                  <a:pt x="39091" y="20986"/>
                  <a:pt x="38575" y="18965"/>
                </a:cubicBezTo>
                <a:cubicBezTo>
                  <a:pt x="38059" y="16944"/>
                  <a:pt x="37306" y="15202"/>
                  <a:pt x="36317" y="13740"/>
                </a:cubicBezTo>
                <a:cubicBezTo>
                  <a:pt x="35328" y="12278"/>
                  <a:pt x="34049" y="11160"/>
                  <a:pt x="32479" y="10386"/>
                </a:cubicBezTo>
                <a:cubicBezTo>
                  <a:pt x="30909" y="9611"/>
                  <a:pt x="29092" y="9224"/>
                  <a:pt x="27028" y="9224"/>
                </a:cubicBezTo>
                <a:cubicBezTo>
                  <a:pt x="24362" y="9224"/>
                  <a:pt x="21696" y="10171"/>
                  <a:pt x="19029" y="12063"/>
                </a:cubicBezTo>
                <a:cubicBezTo>
                  <a:pt x="16363" y="13955"/>
                  <a:pt x="13568" y="16729"/>
                  <a:pt x="10644" y="20384"/>
                </a:cubicBezTo>
                <a:lnTo>
                  <a:pt x="10644" y="60959"/>
                </a:lnTo>
                <a:cubicBezTo>
                  <a:pt x="10644" y="61303"/>
                  <a:pt x="10558" y="61593"/>
                  <a:pt x="10386" y="61829"/>
                </a:cubicBezTo>
                <a:cubicBezTo>
                  <a:pt x="10214" y="62066"/>
                  <a:pt x="9934" y="62270"/>
                  <a:pt x="9547" y="62442"/>
                </a:cubicBezTo>
                <a:cubicBezTo>
                  <a:pt x="9160" y="62614"/>
                  <a:pt x="8622" y="62743"/>
                  <a:pt x="7934" y="62829"/>
                </a:cubicBezTo>
                <a:cubicBezTo>
                  <a:pt x="7246" y="62915"/>
                  <a:pt x="6365" y="62958"/>
                  <a:pt x="5290" y="62958"/>
                </a:cubicBezTo>
                <a:cubicBezTo>
                  <a:pt x="4257" y="62958"/>
                  <a:pt x="3397" y="62915"/>
                  <a:pt x="2709" y="62829"/>
                </a:cubicBezTo>
                <a:cubicBezTo>
                  <a:pt x="2021" y="62743"/>
                  <a:pt x="1473" y="62614"/>
                  <a:pt x="1064" y="62442"/>
                </a:cubicBezTo>
                <a:cubicBezTo>
                  <a:pt x="656" y="62270"/>
                  <a:pt x="376" y="62066"/>
                  <a:pt x="226" y="61829"/>
                </a:cubicBezTo>
                <a:cubicBezTo>
                  <a:pt x="75" y="61593"/>
                  <a:pt x="0" y="61303"/>
                  <a:pt x="0" y="60959"/>
                </a:cubicBezTo>
                <a:lnTo>
                  <a:pt x="0" y="2903"/>
                </a:lnTo>
                <a:cubicBezTo>
                  <a:pt x="0" y="2559"/>
                  <a:pt x="65" y="2268"/>
                  <a:pt x="194" y="2032"/>
                </a:cubicBezTo>
                <a:cubicBezTo>
                  <a:pt x="323" y="1795"/>
                  <a:pt x="581" y="1580"/>
                  <a:pt x="968" y="1387"/>
                </a:cubicBezTo>
                <a:cubicBezTo>
                  <a:pt x="1355" y="1193"/>
                  <a:pt x="1849" y="1064"/>
                  <a:pt x="2451" y="1000"/>
                </a:cubicBezTo>
                <a:cubicBezTo>
                  <a:pt x="3053" y="935"/>
                  <a:pt x="3849" y="903"/>
                  <a:pt x="4838" y="903"/>
                </a:cubicBezTo>
                <a:cubicBezTo>
                  <a:pt x="5784" y="903"/>
                  <a:pt x="6569" y="935"/>
                  <a:pt x="7192" y="1000"/>
                </a:cubicBezTo>
                <a:cubicBezTo>
                  <a:pt x="7816" y="1064"/>
                  <a:pt x="8300" y="1193"/>
                  <a:pt x="8644" y="1387"/>
                </a:cubicBezTo>
                <a:cubicBezTo>
                  <a:pt x="8988" y="1580"/>
                  <a:pt x="9235" y="1795"/>
                  <a:pt x="9386" y="2032"/>
                </a:cubicBezTo>
                <a:cubicBezTo>
                  <a:pt x="9536" y="2268"/>
                  <a:pt x="9611" y="2559"/>
                  <a:pt x="9611" y="2903"/>
                </a:cubicBezTo>
                <a:lnTo>
                  <a:pt x="9611" y="10579"/>
                </a:lnTo>
                <a:cubicBezTo>
                  <a:pt x="12880" y="6924"/>
                  <a:pt x="16137" y="4247"/>
                  <a:pt x="19384" y="2548"/>
                </a:cubicBezTo>
                <a:cubicBezTo>
                  <a:pt x="22631" y="849"/>
                  <a:pt x="25910" y="0"/>
                  <a:pt x="29221" y="0"/>
                </a:cubicBezTo>
                <a:cubicBezTo>
                  <a:pt x="33092" y="0"/>
                  <a:pt x="36349" y="656"/>
                  <a:pt x="38994" y="1967"/>
                </a:cubicBezTo>
                <a:cubicBezTo>
                  <a:pt x="41639" y="3279"/>
                  <a:pt x="43778" y="5031"/>
                  <a:pt x="45412" y="7225"/>
                </a:cubicBezTo>
                <a:cubicBezTo>
                  <a:pt x="47047" y="9418"/>
                  <a:pt x="48219" y="11987"/>
                  <a:pt x="48928" y="14933"/>
                </a:cubicBezTo>
                <a:cubicBezTo>
                  <a:pt x="49638" y="17879"/>
                  <a:pt x="49992" y="21416"/>
                  <a:pt x="49992" y="25545"/>
                </a:cubicBezTo>
                <a:lnTo>
                  <a:pt x="49992" y="60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A95A7-F766-434A-BA8E-951845AC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369" y="1919755"/>
            <a:ext cx="10" cy="156549"/>
          </a:xfrm>
          <a:custGeom xmlns:a="http://schemas.openxmlformats.org/drawingml/2006/main">
            <a:pathLst>
              <a:path w="1" h="156549" fill="none">
                <a:moveTo>
                  <a:pt x="0" y="1565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F9AF7-3FB9-4517-BF2F-E681BCA3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124" y="1841810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D74CD2-8BA5-4845-83EF-BC941E46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032" y="1544565"/>
            <a:ext cx="307814" cy="295924"/>
          </a:xfrm>
          <a:custGeom xmlns:a="http://schemas.openxmlformats.org/drawingml/2006/main">
            <a:pathLst>
              <a:path w="307814" h="295924">
                <a:moveTo>
                  <a:pt x="28403" y="295924"/>
                </a:moveTo>
                <a:cubicBezTo>
                  <a:pt x="13211" y="295924"/>
                  <a:pt x="0" y="283374"/>
                  <a:pt x="0" y="267521"/>
                </a:cubicBezTo>
                <a:lnTo>
                  <a:pt x="0" y="28403"/>
                </a:lnTo>
                <a:cubicBezTo>
                  <a:pt x="0" y="13211"/>
                  <a:pt x="13211" y="0"/>
                  <a:pt x="28403" y="0"/>
                </a:cubicBezTo>
                <a:lnTo>
                  <a:pt x="279411" y="0"/>
                </a:lnTo>
                <a:cubicBezTo>
                  <a:pt x="295264" y="0"/>
                  <a:pt x="307814" y="13211"/>
                  <a:pt x="307814" y="28403"/>
                </a:cubicBezTo>
                <a:lnTo>
                  <a:pt x="307814" y="267521"/>
                </a:lnTo>
                <a:cubicBezTo>
                  <a:pt x="307814" y="283374"/>
                  <a:pt x="295264" y="295924"/>
                  <a:pt x="279411" y="295924"/>
                </a:cubicBezTo>
                <a:lnTo>
                  <a:pt x="28403" y="295924"/>
                </a:lnTo>
                <a:close/>
              </a:path>
            </a:pathLst>
          </a:custGeom>
          <a:solidFill xmlns:a="http://schemas.openxmlformats.org/drawingml/2006/main">
            <a:srgbClr val="FEE5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1F06C-EC7F-4B0A-8FF0-20BE1DE0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032" y="1544565"/>
            <a:ext cx="307814" cy="295924"/>
          </a:xfrm>
          <a:custGeom xmlns:a="http://schemas.openxmlformats.org/drawingml/2006/main">
            <a:pathLst>
              <a:path w="307814" h="295924" fill="none">
                <a:moveTo>
                  <a:pt x="28403" y="295924"/>
                </a:moveTo>
                <a:lnTo>
                  <a:pt x="279411" y="295924"/>
                </a:lnTo>
                <a:cubicBezTo>
                  <a:pt x="295264" y="295924"/>
                  <a:pt x="307814" y="283374"/>
                  <a:pt x="307814" y="267521"/>
                </a:cubicBezTo>
                <a:lnTo>
                  <a:pt x="307814" y="28403"/>
                </a:lnTo>
                <a:cubicBezTo>
                  <a:pt x="307814" y="13211"/>
                  <a:pt x="295264" y="0"/>
                  <a:pt x="279411" y="0"/>
                </a:cubicBezTo>
                <a:lnTo>
                  <a:pt x="28403" y="0"/>
                </a:lnTo>
                <a:cubicBezTo>
                  <a:pt x="13211" y="0"/>
                  <a:pt x="0" y="13211"/>
                  <a:pt x="0" y="28403"/>
                </a:cubicBezTo>
                <a:lnTo>
                  <a:pt x="0" y="267521"/>
                </a:lnTo>
                <a:cubicBezTo>
                  <a:pt x="0" y="283374"/>
                  <a:pt x="13211" y="295924"/>
                  <a:pt x="28403" y="29592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BF9000"/>
            </a:solidFill>
            <a:miter/>
          </a:ln>
        </p:spPr>
      </p:sp>
      <p:sp>
        <p:nvSpPr>
          <p:cNvPr id="46" name="Text E">
            <a:extLst xmlns:a="http://schemas.openxmlformats.org/drawingml/2006/main">
              <a:ext uri="{FF2B5EF4-FFF2-40B4-BE49-F238E27FC236}">
                <a16:creationId xmlns:a16="http://schemas.microsoft.com/office/drawing/2014/main" id="{A96AE648-C882-45A1-9E1E-0E83EDAE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669" y="1627430"/>
            <a:ext cx="69667" cy="125207"/>
          </a:xfrm>
          <a:custGeom xmlns:a="http://schemas.openxmlformats.org/drawingml/2006/main">
            <a:pathLst>
              <a:path w="69667" h="125207">
                <a:moveTo>
                  <a:pt x="69667" y="118337"/>
                </a:moveTo>
                <a:cubicBezTo>
                  <a:pt x="69667" y="119498"/>
                  <a:pt x="69602" y="120514"/>
                  <a:pt x="69473" y="121385"/>
                </a:cubicBezTo>
                <a:cubicBezTo>
                  <a:pt x="69344" y="122256"/>
                  <a:pt x="69119" y="122981"/>
                  <a:pt x="68796" y="123562"/>
                </a:cubicBezTo>
                <a:cubicBezTo>
                  <a:pt x="68474" y="124143"/>
                  <a:pt x="68103" y="124562"/>
                  <a:pt x="67683" y="124820"/>
                </a:cubicBezTo>
                <a:cubicBezTo>
                  <a:pt x="67264" y="125078"/>
                  <a:pt x="66796" y="125207"/>
                  <a:pt x="66280" y="125207"/>
                </a:cubicBezTo>
                <a:lnTo>
                  <a:pt x="6193" y="125207"/>
                </a:lnTo>
                <a:cubicBezTo>
                  <a:pt x="4709" y="125207"/>
                  <a:pt x="3306" y="124707"/>
                  <a:pt x="1984" y="123707"/>
                </a:cubicBezTo>
                <a:cubicBezTo>
                  <a:pt x="661" y="122707"/>
                  <a:pt x="0" y="120949"/>
                  <a:pt x="0" y="118434"/>
                </a:cubicBezTo>
                <a:lnTo>
                  <a:pt x="0" y="6773"/>
                </a:lnTo>
                <a:cubicBezTo>
                  <a:pt x="0" y="4257"/>
                  <a:pt x="661" y="2500"/>
                  <a:pt x="1984" y="1500"/>
                </a:cubicBezTo>
                <a:cubicBezTo>
                  <a:pt x="3306" y="500"/>
                  <a:pt x="4709" y="0"/>
                  <a:pt x="6193" y="0"/>
                </a:cubicBezTo>
                <a:lnTo>
                  <a:pt x="65603" y="0"/>
                </a:lnTo>
                <a:cubicBezTo>
                  <a:pt x="66119" y="0"/>
                  <a:pt x="66587" y="129"/>
                  <a:pt x="67006" y="387"/>
                </a:cubicBezTo>
                <a:cubicBezTo>
                  <a:pt x="67425" y="645"/>
                  <a:pt x="67764" y="1064"/>
                  <a:pt x="68022" y="1645"/>
                </a:cubicBezTo>
                <a:cubicBezTo>
                  <a:pt x="68280" y="2225"/>
                  <a:pt x="68490" y="2951"/>
                  <a:pt x="68651" y="3822"/>
                </a:cubicBezTo>
                <a:cubicBezTo>
                  <a:pt x="68812" y="4693"/>
                  <a:pt x="68893" y="5773"/>
                  <a:pt x="68893" y="7063"/>
                </a:cubicBezTo>
                <a:cubicBezTo>
                  <a:pt x="68893" y="8225"/>
                  <a:pt x="68812" y="9241"/>
                  <a:pt x="68651" y="10111"/>
                </a:cubicBezTo>
                <a:cubicBezTo>
                  <a:pt x="68490" y="10982"/>
                  <a:pt x="68280" y="11692"/>
                  <a:pt x="68022" y="12240"/>
                </a:cubicBezTo>
                <a:cubicBezTo>
                  <a:pt x="67764" y="12788"/>
                  <a:pt x="67425" y="13192"/>
                  <a:pt x="67006" y="13450"/>
                </a:cubicBezTo>
                <a:cubicBezTo>
                  <a:pt x="66587" y="13708"/>
                  <a:pt x="66119" y="13837"/>
                  <a:pt x="65603" y="13837"/>
                </a:cubicBezTo>
                <a:lnTo>
                  <a:pt x="16643" y="13837"/>
                </a:lnTo>
                <a:lnTo>
                  <a:pt x="16643" y="53121"/>
                </a:lnTo>
                <a:lnTo>
                  <a:pt x="58636" y="53121"/>
                </a:lnTo>
                <a:cubicBezTo>
                  <a:pt x="59152" y="53121"/>
                  <a:pt x="59620" y="53266"/>
                  <a:pt x="60039" y="53556"/>
                </a:cubicBezTo>
                <a:cubicBezTo>
                  <a:pt x="60459" y="53847"/>
                  <a:pt x="60813" y="54250"/>
                  <a:pt x="61104" y="54766"/>
                </a:cubicBezTo>
                <a:cubicBezTo>
                  <a:pt x="61394" y="55282"/>
                  <a:pt x="61604" y="55992"/>
                  <a:pt x="61733" y="56895"/>
                </a:cubicBezTo>
                <a:cubicBezTo>
                  <a:pt x="61862" y="57798"/>
                  <a:pt x="61926" y="58862"/>
                  <a:pt x="61926" y="60088"/>
                </a:cubicBezTo>
                <a:cubicBezTo>
                  <a:pt x="61926" y="61249"/>
                  <a:pt x="61862" y="62249"/>
                  <a:pt x="61733" y="63087"/>
                </a:cubicBezTo>
                <a:cubicBezTo>
                  <a:pt x="61604" y="63926"/>
                  <a:pt x="61394" y="64603"/>
                  <a:pt x="61104" y="65119"/>
                </a:cubicBezTo>
                <a:cubicBezTo>
                  <a:pt x="60813" y="65635"/>
                  <a:pt x="60459" y="66006"/>
                  <a:pt x="60039" y="66232"/>
                </a:cubicBezTo>
                <a:cubicBezTo>
                  <a:pt x="59620" y="66458"/>
                  <a:pt x="59152" y="66571"/>
                  <a:pt x="58636" y="66571"/>
                </a:cubicBezTo>
                <a:lnTo>
                  <a:pt x="16643" y="66571"/>
                </a:lnTo>
                <a:lnTo>
                  <a:pt x="16643" y="111370"/>
                </a:lnTo>
                <a:lnTo>
                  <a:pt x="66280" y="111370"/>
                </a:lnTo>
                <a:cubicBezTo>
                  <a:pt x="66796" y="111370"/>
                  <a:pt x="67264" y="111499"/>
                  <a:pt x="67683" y="111757"/>
                </a:cubicBezTo>
                <a:cubicBezTo>
                  <a:pt x="68103" y="112015"/>
                  <a:pt x="68474" y="112419"/>
                  <a:pt x="68796" y="112967"/>
                </a:cubicBezTo>
                <a:cubicBezTo>
                  <a:pt x="69119" y="113515"/>
                  <a:pt x="69344" y="114225"/>
                  <a:pt x="69473" y="115096"/>
                </a:cubicBezTo>
                <a:cubicBezTo>
                  <a:pt x="69602" y="115966"/>
                  <a:pt x="69667" y="117047"/>
                  <a:pt x="69667" y="1183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050D0164-BD3D-412E-999D-9513A376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690" y="1696263"/>
            <a:ext cx="48573" cy="84116"/>
          </a:xfrm>
          <a:custGeom xmlns:a="http://schemas.openxmlformats.org/drawingml/2006/main">
            <a:pathLst>
              <a:path w="48573" h="84116">
                <a:moveTo>
                  <a:pt x="48573" y="79730"/>
                </a:moveTo>
                <a:cubicBezTo>
                  <a:pt x="48573" y="80547"/>
                  <a:pt x="48509" y="81235"/>
                  <a:pt x="48380" y="81794"/>
                </a:cubicBezTo>
                <a:cubicBezTo>
                  <a:pt x="48251" y="82353"/>
                  <a:pt x="48079" y="82805"/>
                  <a:pt x="47864" y="83149"/>
                </a:cubicBezTo>
                <a:cubicBezTo>
                  <a:pt x="47649" y="83493"/>
                  <a:pt x="47401" y="83740"/>
                  <a:pt x="47122" y="83891"/>
                </a:cubicBezTo>
                <a:cubicBezTo>
                  <a:pt x="46842" y="84041"/>
                  <a:pt x="46552" y="84116"/>
                  <a:pt x="46251" y="84116"/>
                </a:cubicBezTo>
                <a:lnTo>
                  <a:pt x="2645" y="84116"/>
                </a:lnTo>
                <a:cubicBezTo>
                  <a:pt x="2344" y="84116"/>
                  <a:pt x="2064" y="84041"/>
                  <a:pt x="1806" y="83891"/>
                </a:cubicBezTo>
                <a:cubicBezTo>
                  <a:pt x="1548" y="83740"/>
                  <a:pt x="1301" y="83493"/>
                  <a:pt x="1064" y="83149"/>
                </a:cubicBezTo>
                <a:cubicBezTo>
                  <a:pt x="828" y="82805"/>
                  <a:pt x="645" y="82353"/>
                  <a:pt x="516" y="81794"/>
                </a:cubicBezTo>
                <a:cubicBezTo>
                  <a:pt x="387" y="81235"/>
                  <a:pt x="323" y="80547"/>
                  <a:pt x="323" y="79730"/>
                </a:cubicBezTo>
                <a:cubicBezTo>
                  <a:pt x="323" y="78956"/>
                  <a:pt x="387" y="78289"/>
                  <a:pt x="516" y="77730"/>
                </a:cubicBezTo>
                <a:cubicBezTo>
                  <a:pt x="645" y="77171"/>
                  <a:pt x="806" y="76709"/>
                  <a:pt x="1000" y="76343"/>
                </a:cubicBezTo>
                <a:cubicBezTo>
                  <a:pt x="1193" y="75978"/>
                  <a:pt x="1430" y="75698"/>
                  <a:pt x="1709" y="75505"/>
                </a:cubicBezTo>
                <a:cubicBezTo>
                  <a:pt x="1989" y="75311"/>
                  <a:pt x="2301" y="75214"/>
                  <a:pt x="2645" y="75214"/>
                </a:cubicBezTo>
                <a:lnTo>
                  <a:pt x="20061" y="75214"/>
                </a:lnTo>
                <a:lnTo>
                  <a:pt x="20061" y="11676"/>
                </a:lnTo>
                <a:lnTo>
                  <a:pt x="3935" y="21352"/>
                </a:lnTo>
                <a:cubicBezTo>
                  <a:pt x="3118" y="21782"/>
                  <a:pt x="2462" y="22040"/>
                  <a:pt x="1967" y="22126"/>
                </a:cubicBezTo>
                <a:cubicBezTo>
                  <a:pt x="1473" y="22212"/>
                  <a:pt x="1075" y="22115"/>
                  <a:pt x="774" y="21835"/>
                </a:cubicBezTo>
                <a:cubicBezTo>
                  <a:pt x="473" y="21556"/>
                  <a:pt x="269" y="21093"/>
                  <a:pt x="161" y="20447"/>
                </a:cubicBezTo>
                <a:cubicBezTo>
                  <a:pt x="54" y="19799"/>
                  <a:pt x="0" y="18979"/>
                  <a:pt x="0" y="17987"/>
                </a:cubicBezTo>
                <a:cubicBezTo>
                  <a:pt x="0" y="17253"/>
                  <a:pt x="32" y="16628"/>
                  <a:pt x="97" y="16110"/>
                </a:cubicBezTo>
                <a:cubicBezTo>
                  <a:pt x="161" y="15593"/>
                  <a:pt x="258" y="15162"/>
                  <a:pt x="387" y="14816"/>
                </a:cubicBezTo>
                <a:cubicBezTo>
                  <a:pt x="516" y="14471"/>
                  <a:pt x="699" y="14169"/>
                  <a:pt x="935" y="13911"/>
                </a:cubicBezTo>
                <a:cubicBezTo>
                  <a:pt x="1172" y="13652"/>
                  <a:pt x="1484" y="13393"/>
                  <a:pt x="1871" y="13135"/>
                </a:cubicBezTo>
                <a:lnTo>
                  <a:pt x="21094" y="776"/>
                </a:lnTo>
                <a:cubicBezTo>
                  <a:pt x="21266" y="647"/>
                  <a:pt x="21481" y="540"/>
                  <a:pt x="21739" y="454"/>
                </a:cubicBezTo>
                <a:cubicBezTo>
                  <a:pt x="21997" y="366"/>
                  <a:pt x="22319" y="280"/>
                  <a:pt x="22706" y="194"/>
                </a:cubicBezTo>
                <a:cubicBezTo>
                  <a:pt x="23093" y="108"/>
                  <a:pt x="23545" y="54"/>
                  <a:pt x="24061" y="32"/>
                </a:cubicBezTo>
                <a:cubicBezTo>
                  <a:pt x="24577" y="11"/>
                  <a:pt x="25222" y="0"/>
                  <a:pt x="25996" y="0"/>
                </a:cubicBezTo>
                <a:cubicBezTo>
                  <a:pt x="27028" y="0"/>
                  <a:pt x="27888" y="43"/>
                  <a:pt x="28576" y="129"/>
                </a:cubicBezTo>
                <a:cubicBezTo>
                  <a:pt x="29264" y="215"/>
                  <a:pt x="29802" y="333"/>
                  <a:pt x="30189" y="484"/>
                </a:cubicBezTo>
                <a:cubicBezTo>
                  <a:pt x="30576" y="634"/>
                  <a:pt x="30834" y="829"/>
                  <a:pt x="30963" y="1066"/>
                </a:cubicBezTo>
                <a:cubicBezTo>
                  <a:pt x="31092" y="1303"/>
                  <a:pt x="31157" y="1550"/>
                  <a:pt x="31157" y="1808"/>
                </a:cubicBezTo>
                <a:lnTo>
                  <a:pt x="31157" y="75214"/>
                </a:lnTo>
                <a:lnTo>
                  <a:pt x="46251" y="75214"/>
                </a:lnTo>
                <a:cubicBezTo>
                  <a:pt x="46595" y="75214"/>
                  <a:pt x="46918" y="75311"/>
                  <a:pt x="47219" y="75505"/>
                </a:cubicBezTo>
                <a:cubicBezTo>
                  <a:pt x="47520" y="75698"/>
                  <a:pt x="47767" y="75978"/>
                  <a:pt x="47961" y="76343"/>
                </a:cubicBezTo>
                <a:cubicBezTo>
                  <a:pt x="48154" y="76709"/>
                  <a:pt x="48305" y="77171"/>
                  <a:pt x="48412" y="77730"/>
                </a:cubicBezTo>
                <a:cubicBezTo>
                  <a:pt x="48520" y="78289"/>
                  <a:pt x="48573" y="78956"/>
                  <a:pt x="48573" y="797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1EADB-8182-45BE-8B57-03EB281D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082" y="1545886"/>
            <a:ext cx="307814" cy="295924"/>
          </a:xfrm>
          <a:custGeom xmlns:a="http://schemas.openxmlformats.org/drawingml/2006/main">
            <a:pathLst>
              <a:path w="307814" h="295924">
                <a:moveTo>
                  <a:pt x="28403" y="295924"/>
                </a:moveTo>
                <a:cubicBezTo>
                  <a:pt x="13211" y="295924"/>
                  <a:pt x="0" y="283374"/>
                  <a:pt x="0" y="267521"/>
                </a:cubicBezTo>
                <a:lnTo>
                  <a:pt x="0" y="28403"/>
                </a:lnTo>
                <a:cubicBezTo>
                  <a:pt x="0" y="13211"/>
                  <a:pt x="13211" y="0"/>
                  <a:pt x="28403" y="0"/>
                </a:cubicBezTo>
                <a:lnTo>
                  <a:pt x="279411" y="0"/>
                </a:lnTo>
                <a:cubicBezTo>
                  <a:pt x="295264" y="0"/>
                  <a:pt x="307814" y="13211"/>
                  <a:pt x="307814" y="28403"/>
                </a:cubicBezTo>
                <a:lnTo>
                  <a:pt x="307814" y="267521"/>
                </a:lnTo>
                <a:cubicBezTo>
                  <a:pt x="307814" y="283374"/>
                  <a:pt x="295264" y="295924"/>
                  <a:pt x="279411" y="295924"/>
                </a:cubicBezTo>
                <a:lnTo>
                  <a:pt x="28403" y="295924"/>
                </a:lnTo>
                <a:close/>
              </a:path>
            </a:pathLst>
          </a:custGeom>
          <a:solidFill xmlns:a="http://schemas.openxmlformats.org/drawingml/2006/main">
            <a:srgbClr val="FEE5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62FA0-FDD0-4174-9469-70AF31E2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082" y="1545886"/>
            <a:ext cx="307814" cy="295924"/>
          </a:xfrm>
          <a:custGeom xmlns:a="http://schemas.openxmlformats.org/drawingml/2006/main">
            <a:pathLst>
              <a:path w="307814" h="295924" fill="none">
                <a:moveTo>
                  <a:pt x="28403" y="295924"/>
                </a:moveTo>
                <a:lnTo>
                  <a:pt x="279411" y="295924"/>
                </a:lnTo>
                <a:cubicBezTo>
                  <a:pt x="295264" y="295924"/>
                  <a:pt x="307814" y="283374"/>
                  <a:pt x="307814" y="267521"/>
                </a:cubicBezTo>
                <a:lnTo>
                  <a:pt x="307814" y="28403"/>
                </a:lnTo>
                <a:cubicBezTo>
                  <a:pt x="307814" y="13211"/>
                  <a:pt x="295264" y="0"/>
                  <a:pt x="279411" y="0"/>
                </a:cubicBezTo>
                <a:lnTo>
                  <a:pt x="28403" y="0"/>
                </a:lnTo>
                <a:cubicBezTo>
                  <a:pt x="13211" y="0"/>
                  <a:pt x="0" y="13211"/>
                  <a:pt x="0" y="28403"/>
                </a:cubicBezTo>
                <a:lnTo>
                  <a:pt x="0" y="267521"/>
                </a:lnTo>
                <a:cubicBezTo>
                  <a:pt x="0" y="283374"/>
                  <a:pt x="13211" y="295924"/>
                  <a:pt x="28403" y="29592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BF9000"/>
            </a:solidFill>
            <a:miter/>
          </a:ln>
        </p:spPr>
      </p:sp>
      <p:sp>
        <p:nvSpPr>
          <p:cNvPr id="50" name="Text E">
            <a:extLst xmlns:a="http://schemas.openxmlformats.org/drawingml/2006/main">
              <a:ext uri="{FF2B5EF4-FFF2-40B4-BE49-F238E27FC236}">
                <a16:creationId xmlns:a16="http://schemas.microsoft.com/office/drawing/2014/main" id="{62BD4576-6E85-4ED4-BFD3-E50BD79D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719" y="1628751"/>
            <a:ext cx="69667" cy="125207"/>
          </a:xfrm>
          <a:custGeom xmlns:a="http://schemas.openxmlformats.org/drawingml/2006/main">
            <a:pathLst>
              <a:path w="69667" h="125207">
                <a:moveTo>
                  <a:pt x="69667" y="118337"/>
                </a:moveTo>
                <a:cubicBezTo>
                  <a:pt x="69667" y="119498"/>
                  <a:pt x="69602" y="120514"/>
                  <a:pt x="69473" y="121385"/>
                </a:cubicBezTo>
                <a:cubicBezTo>
                  <a:pt x="69344" y="122256"/>
                  <a:pt x="69119" y="122981"/>
                  <a:pt x="68796" y="123562"/>
                </a:cubicBezTo>
                <a:cubicBezTo>
                  <a:pt x="68474" y="124143"/>
                  <a:pt x="68103" y="124562"/>
                  <a:pt x="67683" y="124820"/>
                </a:cubicBezTo>
                <a:cubicBezTo>
                  <a:pt x="67264" y="125078"/>
                  <a:pt x="66796" y="125207"/>
                  <a:pt x="66280" y="125207"/>
                </a:cubicBezTo>
                <a:lnTo>
                  <a:pt x="6193" y="125207"/>
                </a:lnTo>
                <a:cubicBezTo>
                  <a:pt x="4709" y="125207"/>
                  <a:pt x="3306" y="124707"/>
                  <a:pt x="1984" y="123707"/>
                </a:cubicBezTo>
                <a:cubicBezTo>
                  <a:pt x="661" y="122707"/>
                  <a:pt x="0" y="120949"/>
                  <a:pt x="0" y="118434"/>
                </a:cubicBezTo>
                <a:lnTo>
                  <a:pt x="0" y="6773"/>
                </a:lnTo>
                <a:cubicBezTo>
                  <a:pt x="0" y="4257"/>
                  <a:pt x="661" y="2500"/>
                  <a:pt x="1984" y="1500"/>
                </a:cubicBezTo>
                <a:cubicBezTo>
                  <a:pt x="3306" y="500"/>
                  <a:pt x="4709" y="0"/>
                  <a:pt x="6193" y="0"/>
                </a:cubicBezTo>
                <a:lnTo>
                  <a:pt x="65603" y="0"/>
                </a:lnTo>
                <a:cubicBezTo>
                  <a:pt x="66119" y="0"/>
                  <a:pt x="66587" y="129"/>
                  <a:pt x="67006" y="387"/>
                </a:cubicBezTo>
                <a:cubicBezTo>
                  <a:pt x="67425" y="645"/>
                  <a:pt x="67764" y="1064"/>
                  <a:pt x="68022" y="1645"/>
                </a:cubicBezTo>
                <a:cubicBezTo>
                  <a:pt x="68280" y="2225"/>
                  <a:pt x="68490" y="2951"/>
                  <a:pt x="68651" y="3822"/>
                </a:cubicBezTo>
                <a:cubicBezTo>
                  <a:pt x="68812" y="4693"/>
                  <a:pt x="68893" y="5773"/>
                  <a:pt x="68893" y="7063"/>
                </a:cubicBezTo>
                <a:cubicBezTo>
                  <a:pt x="68893" y="8225"/>
                  <a:pt x="68812" y="9241"/>
                  <a:pt x="68651" y="10111"/>
                </a:cubicBezTo>
                <a:cubicBezTo>
                  <a:pt x="68490" y="10982"/>
                  <a:pt x="68280" y="11692"/>
                  <a:pt x="68022" y="12240"/>
                </a:cubicBezTo>
                <a:cubicBezTo>
                  <a:pt x="67764" y="12788"/>
                  <a:pt x="67425" y="13192"/>
                  <a:pt x="67006" y="13450"/>
                </a:cubicBezTo>
                <a:cubicBezTo>
                  <a:pt x="66587" y="13708"/>
                  <a:pt x="66119" y="13837"/>
                  <a:pt x="65603" y="13837"/>
                </a:cubicBezTo>
                <a:lnTo>
                  <a:pt x="16643" y="13837"/>
                </a:lnTo>
                <a:lnTo>
                  <a:pt x="16643" y="53121"/>
                </a:lnTo>
                <a:lnTo>
                  <a:pt x="58636" y="53121"/>
                </a:lnTo>
                <a:cubicBezTo>
                  <a:pt x="59152" y="53121"/>
                  <a:pt x="59620" y="53266"/>
                  <a:pt x="60039" y="53556"/>
                </a:cubicBezTo>
                <a:cubicBezTo>
                  <a:pt x="60459" y="53847"/>
                  <a:pt x="60813" y="54250"/>
                  <a:pt x="61104" y="54766"/>
                </a:cubicBezTo>
                <a:cubicBezTo>
                  <a:pt x="61394" y="55282"/>
                  <a:pt x="61604" y="55992"/>
                  <a:pt x="61733" y="56895"/>
                </a:cubicBezTo>
                <a:cubicBezTo>
                  <a:pt x="61862" y="57798"/>
                  <a:pt x="61926" y="58862"/>
                  <a:pt x="61926" y="60088"/>
                </a:cubicBezTo>
                <a:cubicBezTo>
                  <a:pt x="61926" y="61249"/>
                  <a:pt x="61862" y="62249"/>
                  <a:pt x="61733" y="63087"/>
                </a:cubicBezTo>
                <a:cubicBezTo>
                  <a:pt x="61604" y="63926"/>
                  <a:pt x="61394" y="64603"/>
                  <a:pt x="61104" y="65119"/>
                </a:cubicBezTo>
                <a:cubicBezTo>
                  <a:pt x="60813" y="65635"/>
                  <a:pt x="60459" y="66006"/>
                  <a:pt x="60039" y="66232"/>
                </a:cubicBezTo>
                <a:cubicBezTo>
                  <a:pt x="59620" y="66458"/>
                  <a:pt x="59152" y="66571"/>
                  <a:pt x="58636" y="66571"/>
                </a:cubicBezTo>
                <a:lnTo>
                  <a:pt x="16643" y="66571"/>
                </a:lnTo>
                <a:lnTo>
                  <a:pt x="16643" y="111370"/>
                </a:lnTo>
                <a:lnTo>
                  <a:pt x="66280" y="111370"/>
                </a:lnTo>
                <a:cubicBezTo>
                  <a:pt x="66796" y="111370"/>
                  <a:pt x="67264" y="111499"/>
                  <a:pt x="67683" y="111757"/>
                </a:cubicBezTo>
                <a:cubicBezTo>
                  <a:pt x="68103" y="112015"/>
                  <a:pt x="68474" y="112419"/>
                  <a:pt x="68796" y="112967"/>
                </a:cubicBezTo>
                <a:cubicBezTo>
                  <a:pt x="69119" y="113515"/>
                  <a:pt x="69344" y="114225"/>
                  <a:pt x="69473" y="115096"/>
                </a:cubicBezTo>
                <a:cubicBezTo>
                  <a:pt x="69602" y="115966"/>
                  <a:pt x="69667" y="117047"/>
                  <a:pt x="69667" y="1183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2">
            <a:extLst xmlns:a="http://schemas.openxmlformats.org/drawingml/2006/main">
              <a:ext uri="{FF2B5EF4-FFF2-40B4-BE49-F238E27FC236}">
                <a16:creationId xmlns:a16="http://schemas.microsoft.com/office/drawing/2014/main" id="{4F0FD1EC-8D60-4124-A4E7-0C923147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869" y="1696939"/>
            <a:ext cx="52250" cy="84761"/>
          </a:xfrm>
          <a:custGeom xmlns:a="http://schemas.openxmlformats.org/drawingml/2006/main">
            <a:pathLst>
              <a:path w="52250" h="84761">
                <a:moveTo>
                  <a:pt x="52250" y="79988"/>
                </a:moveTo>
                <a:cubicBezTo>
                  <a:pt x="52250" y="80762"/>
                  <a:pt x="52196" y="81450"/>
                  <a:pt x="52089" y="82052"/>
                </a:cubicBezTo>
                <a:cubicBezTo>
                  <a:pt x="51981" y="82654"/>
                  <a:pt x="51831" y="83159"/>
                  <a:pt x="51637" y="83568"/>
                </a:cubicBezTo>
                <a:cubicBezTo>
                  <a:pt x="51444" y="83977"/>
                  <a:pt x="51186" y="84278"/>
                  <a:pt x="50863" y="84471"/>
                </a:cubicBezTo>
                <a:cubicBezTo>
                  <a:pt x="50541" y="84665"/>
                  <a:pt x="50186" y="84761"/>
                  <a:pt x="49799" y="84761"/>
                </a:cubicBezTo>
                <a:lnTo>
                  <a:pt x="3677" y="84761"/>
                </a:lnTo>
                <a:cubicBezTo>
                  <a:pt x="3075" y="84761"/>
                  <a:pt x="2548" y="84686"/>
                  <a:pt x="2096" y="84536"/>
                </a:cubicBezTo>
                <a:cubicBezTo>
                  <a:pt x="1645" y="84385"/>
                  <a:pt x="1258" y="84138"/>
                  <a:pt x="935" y="83794"/>
                </a:cubicBezTo>
                <a:cubicBezTo>
                  <a:pt x="613" y="83450"/>
                  <a:pt x="376" y="82955"/>
                  <a:pt x="226" y="82310"/>
                </a:cubicBezTo>
                <a:cubicBezTo>
                  <a:pt x="75" y="81665"/>
                  <a:pt x="0" y="80870"/>
                  <a:pt x="0" y="79923"/>
                </a:cubicBezTo>
                <a:cubicBezTo>
                  <a:pt x="0" y="79063"/>
                  <a:pt x="32" y="78311"/>
                  <a:pt x="97" y="77666"/>
                </a:cubicBezTo>
                <a:cubicBezTo>
                  <a:pt x="161" y="77021"/>
                  <a:pt x="301" y="76451"/>
                  <a:pt x="516" y="75956"/>
                </a:cubicBezTo>
                <a:cubicBezTo>
                  <a:pt x="731" y="75462"/>
                  <a:pt x="1000" y="74967"/>
                  <a:pt x="1322" y="74473"/>
                </a:cubicBezTo>
                <a:cubicBezTo>
                  <a:pt x="1645" y="73978"/>
                  <a:pt x="2064" y="73451"/>
                  <a:pt x="2580" y="72892"/>
                </a:cubicBezTo>
                <a:lnTo>
                  <a:pt x="18771" y="55711"/>
                </a:lnTo>
                <a:cubicBezTo>
                  <a:pt x="22513" y="51752"/>
                  <a:pt x="25512" y="48202"/>
                  <a:pt x="27770" y="45060"/>
                </a:cubicBezTo>
                <a:cubicBezTo>
                  <a:pt x="30028" y="41918"/>
                  <a:pt x="31769" y="39056"/>
                  <a:pt x="32995" y="36474"/>
                </a:cubicBezTo>
                <a:cubicBezTo>
                  <a:pt x="34221" y="33891"/>
                  <a:pt x="35027" y="31546"/>
                  <a:pt x="35414" y="29437"/>
                </a:cubicBezTo>
                <a:cubicBezTo>
                  <a:pt x="35801" y="27329"/>
                  <a:pt x="35995" y="25349"/>
                  <a:pt x="35995" y="23498"/>
                </a:cubicBezTo>
                <a:cubicBezTo>
                  <a:pt x="35995" y="21647"/>
                  <a:pt x="35694" y="19892"/>
                  <a:pt x="35091" y="18235"/>
                </a:cubicBezTo>
                <a:cubicBezTo>
                  <a:pt x="34489" y="16577"/>
                  <a:pt x="33619" y="15123"/>
                  <a:pt x="32479" y="13875"/>
                </a:cubicBezTo>
                <a:cubicBezTo>
                  <a:pt x="31339" y="12625"/>
                  <a:pt x="29909" y="11635"/>
                  <a:pt x="28189" y="10904"/>
                </a:cubicBezTo>
                <a:cubicBezTo>
                  <a:pt x="26469" y="10171"/>
                  <a:pt x="24491" y="9805"/>
                  <a:pt x="22255" y="9805"/>
                </a:cubicBezTo>
                <a:cubicBezTo>
                  <a:pt x="19631" y="9805"/>
                  <a:pt x="17277" y="10171"/>
                  <a:pt x="15191" y="10902"/>
                </a:cubicBezTo>
                <a:cubicBezTo>
                  <a:pt x="13106" y="11633"/>
                  <a:pt x="11278" y="12428"/>
                  <a:pt x="9708" y="13288"/>
                </a:cubicBezTo>
                <a:cubicBezTo>
                  <a:pt x="8139" y="14148"/>
                  <a:pt x="6827" y="14944"/>
                  <a:pt x="5773" y="15675"/>
                </a:cubicBezTo>
                <a:cubicBezTo>
                  <a:pt x="4720" y="16406"/>
                  <a:pt x="3935" y="16772"/>
                  <a:pt x="3419" y="16772"/>
                </a:cubicBezTo>
                <a:cubicBezTo>
                  <a:pt x="3118" y="16772"/>
                  <a:pt x="2849" y="16686"/>
                  <a:pt x="2613" y="16514"/>
                </a:cubicBezTo>
                <a:cubicBezTo>
                  <a:pt x="2376" y="16342"/>
                  <a:pt x="2182" y="16062"/>
                  <a:pt x="2032" y="15675"/>
                </a:cubicBezTo>
                <a:cubicBezTo>
                  <a:pt x="1881" y="15288"/>
                  <a:pt x="1763" y="14772"/>
                  <a:pt x="1677" y="14127"/>
                </a:cubicBezTo>
                <a:cubicBezTo>
                  <a:pt x="1591" y="13482"/>
                  <a:pt x="1548" y="12708"/>
                  <a:pt x="1548" y="11805"/>
                </a:cubicBezTo>
                <a:cubicBezTo>
                  <a:pt x="1548" y="11160"/>
                  <a:pt x="1570" y="10601"/>
                  <a:pt x="1613" y="10128"/>
                </a:cubicBezTo>
                <a:cubicBezTo>
                  <a:pt x="1656" y="9654"/>
                  <a:pt x="1731" y="9246"/>
                  <a:pt x="1838" y="8902"/>
                </a:cubicBezTo>
                <a:cubicBezTo>
                  <a:pt x="1946" y="8558"/>
                  <a:pt x="2086" y="8235"/>
                  <a:pt x="2258" y="7934"/>
                </a:cubicBezTo>
                <a:cubicBezTo>
                  <a:pt x="2430" y="7633"/>
                  <a:pt x="2774" y="7257"/>
                  <a:pt x="3290" y="6805"/>
                </a:cubicBezTo>
                <a:cubicBezTo>
                  <a:pt x="3806" y="6354"/>
                  <a:pt x="4698" y="5741"/>
                  <a:pt x="5967" y="4967"/>
                </a:cubicBezTo>
                <a:cubicBezTo>
                  <a:pt x="7235" y="4193"/>
                  <a:pt x="8827" y="3430"/>
                  <a:pt x="10740" y="2677"/>
                </a:cubicBezTo>
                <a:cubicBezTo>
                  <a:pt x="12654" y="1924"/>
                  <a:pt x="14761" y="1290"/>
                  <a:pt x="17062" y="774"/>
                </a:cubicBezTo>
                <a:cubicBezTo>
                  <a:pt x="19363" y="258"/>
                  <a:pt x="21782" y="0"/>
                  <a:pt x="24319" y="0"/>
                </a:cubicBezTo>
                <a:cubicBezTo>
                  <a:pt x="28361" y="0"/>
                  <a:pt x="31898" y="570"/>
                  <a:pt x="34930" y="1711"/>
                </a:cubicBezTo>
                <a:cubicBezTo>
                  <a:pt x="37962" y="2851"/>
                  <a:pt x="40478" y="4411"/>
                  <a:pt x="42477" y="6390"/>
                </a:cubicBezTo>
                <a:cubicBezTo>
                  <a:pt x="44477" y="8370"/>
                  <a:pt x="45972" y="10672"/>
                  <a:pt x="46961" y="13298"/>
                </a:cubicBezTo>
                <a:cubicBezTo>
                  <a:pt x="47950" y="15923"/>
                  <a:pt x="48444" y="18720"/>
                  <a:pt x="48444" y="21690"/>
                </a:cubicBezTo>
                <a:cubicBezTo>
                  <a:pt x="48444" y="24359"/>
                  <a:pt x="48208" y="27017"/>
                  <a:pt x="47735" y="29665"/>
                </a:cubicBezTo>
                <a:cubicBezTo>
                  <a:pt x="47262" y="32311"/>
                  <a:pt x="46262" y="35173"/>
                  <a:pt x="44735" y="38250"/>
                </a:cubicBezTo>
                <a:cubicBezTo>
                  <a:pt x="43209" y="41328"/>
                  <a:pt x="41005" y="44749"/>
                  <a:pt x="38123" y="48515"/>
                </a:cubicBezTo>
                <a:cubicBezTo>
                  <a:pt x="35242" y="52280"/>
                  <a:pt x="31415" y="56616"/>
                  <a:pt x="26641" y="61523"/>
                </a:cubicBezTo>
                <a:lnTo>
                  <a:pt x="13417" y="75343"/>
                </a:lnTo>
                <a:lnTo>
                  <a:pt x="49734" y="75343"/>
                </a:lnTo>
                <a:cubicBezTo>
                  <a:pt x="50078" y="75343"/>
                  <a:pt x="50412" y="75440"/>
                  <a:pt x="50734" y="75634"/>
                </a:cubicBezTo>
                <a:cubicBezTo>
                  <a:pt x="51057" y="75827"/>
                  <a:pt x="51336" y="76118"/>
                  <a:pt x="51573" y="76505"/>
                </a:cubicBezTo>
                <a:cubicBezTo>
                  <a:pt x="51809" y="76892"/>
                  <a:pt x="51981" y="77375"/>
                  <a:pt x="52089" y="77956"/>
                </a:cubicBezTo>
                <a:cubicBezTo>
                  <a:pt x="52196" y="78537"/>
                  <a:pt x="52250" y="79214"/>
                  <a:pt x="52250" y="799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00C908-A29C-415B-919B-15545069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474" y="1545886"/>
            <a:ext cx="307814" cy="295924"/>
          </a:xfrm>
          <a:custGeom xmlns:a="http://schemas.openxmlformats.org/drawingml/2006/main">
            <a:pathLst>
              <a:path w="307814" h="295924">
                <a:moveTo>
                  <a:pt x="28403" y="295924"/>
                </a:moveTo>
                <a:cubicBezTo>
                  <a:pt x="13211" y="295924"/>
                  <a:pt x="0" y="283374"/>
                  <a:pt x="0" y="267521"/>
                </a:cubicBezTo>
                <a:lnTo>
                  <a:pt x="0" y="28403"/>
                </a:lnTo>
                <a:cubicBezTo>
                  <a:pt x="0" y="13211"/>
                  <a:pt x="13211" y="0"/>
                  <a:pt x="28403" y="0"/>
                </a:cubicBezTo>
                <a:lnTo>
                  <a:pt x="279411" y="0"/>
                </a:lnTo>
                <a:cubicBezTo>
                  <a:pt x="295264" y="0"/>
                  <a:pt x="307814" y="13211"/>
                  <a:pt x="307814" y="28403"/>
                </a:cubicBezTo>
                <a:lnTo>
                  <a:pt x="307814" y="267521"/>
                </a:lnTo>
                <a:cubicBezTo>
                  <a:pt x="307814" y="283374"/>
                  <a:pt x="295264" y="295924"/>
                  <a:pt x="279411" y="295924"/>
                </a:cubicBezTo>
                <a:lnTo>
                  <a:pt x="28403" y="295924"/>
                </a:lnTo>
                <a:close/>
              </a:path>
            </a:pathLst>
          </a:custGeom>
          <a:solidFill xmlns:a="http://schemas.openxmlformats.org/drawingml/2006/main">
            <a:srgbClr val="FEE5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0E4BD-9B24-45EB-8189-9907A008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474" y="1545886"/>
            <a:ext cx="307814" cy="295924"/>
          </a:xfrm>
          <a:custGeom xmlns:a="http://schemas.openxmlformats.org/drawingml/2006/main">
            <a:pathLst>
              <a:path w="307814" h="295924" fill="none">
                <a:moveTo>
                  <a:pt x="28403" y="295924"/>
                </a:moveTo>
                <a:lnTo>
                  <a:pt x="279411" y="295924"/>
                </a:lnTo>
                <a:cubicBezTo>
                  <a:pt x="295264" y="295924"/>
                  <a:pt x="307814" y="283374"/>
                  <a:pt x="307814" y="267521"/>
                </a:cubicBezTo>
                <a:lnTo>
                  <a:pt x="307814" y="28403"/>
                </a:lnTo>
                <a:cubicBezTo>
                  <a:pt x="307814" y="13211"/>
                  <a:pt x="295264" y="0"/>
                  <a:pt x="279411" y="0"/>
                </a:cubicBezTo>
                <a:lnTo>
                  <a:pt x="28403" y="0"/>
                </a:lnTo>
                <a:cubicBezTo>
                  <a:pt x="13211" y="0"/>
                  <a:pt x="0" y="13211"/>
                  <a:pt x="0" y="28403"/>
                </a:cubicBezTo>
                <a:lnTo>
                  <a:pt x="0" y="267521"/>
                </a:lnTo>
                <a:cubicBezTo>
                  <a:pt x="0" y="283374"/>
                  <a:pt x="13211" y="295924"/>
                  <a:pt x="28403" y="29592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BF9000"/>
            </a:solidFill>
            <a:miter/>
          </a:ln>
        </p:spPr>
      </p:sp>
      <p:sp>
        <p:nvSpPr>
          <p:cNvPr id="54" name="Text E">
            <a:extLst xmlns:a="http://schemas.openxmlformats.org/drawingml/2006/main">
              <a:ext uri="{FF2B5EF4-FFF2-40B4-BE49-F238E27FC236}">
                <a16:creationId xmlns:a16="http://schemas.microsoft.com/office/drawing/2014/main" id="{E559AC19-4480-4349-B776-C40CCD46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954" y="1628751"/>
            <a:ext cx="69667" cy="125207"/>
          </a:xfrm>
          <a:custGeom xmlns:a="http://schemas.openxmlformats.org/drawingml/2006/main">
            <a:pathLst>
              <a:path w="69667" h="125207">
                <a:moveTo>
                  <a:pt x="69667" y="118337"/>
                </a:moveTo>
                <a:cubicBezTo>
                  <a:pt x="69667" y="119498"/>
                  <a:pt x="69602" y="120514"/>
                  <a:pt x="69473" y="121385"/>
                </a:cubicBezTo>
                <a:cubicBezTo>
                  <a:pt x="69344" y="122256"/>
                  <a:pt x="69119" y="122981"/>
                  <a:pt x="68796" y="123562"/>
                </a:cubicBezTo>
                <a:cubicBezTo>
                  <a:pt x="68474" y="124143"/>
                  <a:pt x="68103" y="124562"/>
                  <a:pt x="67683" y="124820"/>
                </a:cubicBezTo>
                <a:cubicBezTo>
                  <a:pt x="67264" y="125078"/>
                  <a:pt x="66796" y="125207"/>
                  <a:pt x="66280" y="125207"/>
                </a:cubicBezTo>
                <a:lnTo>
                  <a:pt x="6193" y="125207"/>
                </a:lnTo>
                <a:cubicBezTo>
                  <a:pt x="4709" y="125207"/>
                  <a:pt x="3306" y="124707"/>
                  <a:pt x="1984" y="123707"/>
                </a:cubicBezTo>
                <a:cubicBezTo>
                  <a:pt x="661" y="122707"/>
                  <a:pt x="0" y="120949"/>
                  <a:pt x="0" y="118434"/>
                </a:cubicBezTo>
                <a:lnTo>
                  <a:pt x="0" y="6773"/>
                </a:lnTo>
                <a:cubicBezTo>
                  <a:pt x="0" y="4257"/>
                  <a:pt x="661" y="2500"/>
                  <a:pt x="1984" y="1500"/>
                </a:cubicBezTo>
                <a:cubicBezTo>
                  <a:pt x="3306" y="500"/>
                  <a:pt x="4709" y="0"/>
                  <a:pt x="6193" y="0"/>
                </a:cubicBezTo>
                <a:lnTo>
                  <a:pt x="65603" y="0"/>
                </a:lnTo>
                <a:cubicBezTo>
                  <a:pt x="66119" y="0"/>
                  <a:pt x="66587" y="129"/>
                  <a:pt x="67006" y="387"/>
                </a:cubicBezTo>
                <a:cubicBezTo>
                  <a:pt x="67425" y="645"/>
                  <a:pt x="67764" y="1064"/>
                  <a:pt x="68022" y="1645"/>
                </a:cubicBezTo>
                <a:cubicBezTo>
                  <a:pt x="68280" y="2225"/>
                  <a:pt x="68490" y="2951"/>
                  <a:pt x="68651" y="3822"/>
                </a:cubicBezTo>
                <a:cubicBezTo>
                  <a:pt x="68812" y="4693"/>
                  <a:pt x="68893" y="5773"/>
                  <a:pt x="68893" y="7063"/>
                </a:cubicBezTo>
                <a:cubicBezTo>
                  <a:pt x="68893" y="8225"/>
                  <a:pt x="68812" y="9241"/>
                  <a:pt x="68651" y="10111"/>
                </a:cubicBezTo>
                <a:cubicBezTo>
                  <a:pt x="68490" y="10982"/>
                  <a:pt x="68280" y="11692"/>
                  <a:pt x="68022" y="12240"/>
                </a:cubicBezTo>
                <a:cubicBezTo>
                  <a:pt x="67764" y="12788"/>
                  <a:pt x="67425" y="13192"/>
                  <a:pt x="67006" y="13450"/>
                </a:cubicBezTo>
                <a:cubicBezTo>
                  <a:pt x="66587" y="13708"/>
                  <a:pt x="66119" y="13837"/>
                  <a:pt x="65603" y="13837"/>
                </a:cubicBezTo>
                <a:lnTo>
                  <a:pt x="16643" y="13837"/>
                </a:lnTo>
                <a:lnTo>
                  <a:pt x="16643" y="53121"/>
                </a:lnTo>
                <a:lnTo>
                  <a:pt x="58636" y="53121"/>
                </a:lnTo>
                <a:cubicBezTo>
                  <a:pt x="59152" y="53121"/>
                  <a:pt x="59620" y="53266"/>
                  <a:pt x="60039" y="53556"/>
                </a:cubicBezTo>
                <a:cubicBezTo>
                  <a:pt x="60459" y="53847"/>
                  <a:pt x="60813" y="54250"/>
                  <a:pt x="61104" y="54766"/>
                </a:cubicBezTo>
                <a:cubicBezTo>
                  <a:pt x="61394" y="55282"/>
                  <a:pt x="61604" y="55992"/>
                  <a:pt x="61733" y="56895"/>
                </a:cubicBezTo>
                <a:cubicBezTo>
                  <a:pt x="61862" y="57798"/>
                  <a:pt x="61926" y="58862"/>
                  <a:pt x="61926" y="60088"/>
                </a:cubicBezTo>
                <a:cubicBezTo>
                  <a:pt x="61926" y="61249"/>
                  <a:pt x="61862" y="62249"/>
                  <a:pt x="61733" y="63087"/>
                </a:cubicBezTo>
                <a:cubicBezTo>
                  <a:pt x="61604" y="63926"/>
                  <a:pt x="61394" y="64603"/>
                  <a:pt x="61104" y="65119"/>
                </a:cubicBezTo>
                <a:cubicBezTo>
                  <a:pt x="60813" y="65635"/>
                  <a:pt x="60459" y="66006"/>
                  <a:pt x="60039" y="66232"/>
                </a:cubicBezTo>
                <a:cubicBezTo>
                  <a:pt x="59620" y="66458"/>
                  <a:pt x="59152" y="66571"/>
                  <a:pt x="58636" y="66571"/>
                </a:cubicBezTo>
                <a:lnTo>
                  <a:pt x="16643" y="66571"/>
                </a:lnTo>
                <a:lnTo>
                  <a:pt x="16643" y="111370"/>
                </a:lnTo>
                <a:lnTo>
                  <a:pt x="66280" y="111370"/>
                </a:lnTo>
                <a:cubicBezTo>
                  <a:pt x="66796" y="111370"/>
                  <a:pt x="67264" y="111499"/>
                  <a:pt x="67683" y="111757"/>
                </a:cubicBezTo>
                <a:cubicBezTo>
                  <a:pt x="68103" y="112015"/>
                  <a:pt x="68474" y="112419"/>
                  <a:pt x="68796" y="112967"/>
                </a:cubicBezTo>
                <a:cubicBezTo>
                  <a:pt x="69119" y="113515"/>
                  <a:pt x="69344" y="114225"/>
                  <a:pt x="69473" y="115096"/>
                </a:cubicBezTo>
                <a:cubicBezTo>
                  <a:pt x="69602" y="115966"/>
                  <a:pt x="69667" y="117047"/>
                  <a:pt x="69667" y="1183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m">
            <a:extLst xmlns:a="http://schemas.openxmlformats.org/drawingml/2006/main">
              <a:ext uri="{FF2B5EF4-FFF2-40B4-BE49-F238E27FC236}">
                <a16:creationId xmlns:a16="http://schemas.microsoft.com/office/drawing/2014/main" id="{9143FA88-3B0E-4677-AB9B-69EB04B3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621" y="1719129"/>
            <a:ext cx="86116" cy="62958"/>
          </a:xfrm>
          <a:custGeom xmlns:a="http://schemas.openxmlformats.org/drawingml/2006/main">
            <a:pathLst>
              <a:path w="86116" h="62958">
                <a:moveTo>
                  <a:pt x="86116" y="60959"/>
                </a:moveTo>
                <a:cubicBezTo>
                  <a:pt x="86116" y="61303"/>
                  <a:pt x="86030" y="61593"/>
                  <a:pt x="85858" y="61829"/>
                </a:cubicBezTo>
                <a:cubicBezTo>
                  <a:pt x="85686" y="62066"/>
                  <a:pt x="85406" y="62270"/>
                  <a:pt x="85019" y="62442"/>
                </a:cubicBezTo>
                <a:cubicBezTo>
                  <a:pt x="84632" y="62614"/>
                  <a:pt x="84095" y="62743"/>
                  <a:pt x="83407" y="62829"/>
                </a:cubicBezTo>
                <a:cubicBezTo>
                  <a:pt x="82719" y="62915"/>
                  <a:pt x="81859" y="62958"/>
                  <a:pt x="80827" y="62958"/>
                </a:cubicBezTo>
                <a:cubicBezTo>
                  <a:pt x="79751" y="62958"/>
                  <a:pt x="78870" y="62915"/>
                  <a:pt x="78182" y="62829"/>
                </a:cubicBezTo>
                <a:cubicBezTo>
                  <a:pt x="77494" y="62743"/>
                  <a:pt x="76945" y="62614"/>
                  <a:pt x="76537" y="62442"/>
                </a:cubicBezTo>
                <a:cubicBezTo>
                  <a:pt x="76128" y="62270"/>
                  <a:pt x="75838" y="62066"/>
                  <a:pt x="75666" y="61829"/>
                </a:cubicBezTo>
                <a:cubicBezTo>
                  <a:pt x="75494" y="61593"/>
                  <a:pt x="75408" y="61303"/>
                  <a:pt x="75408" y="60959"/>
                </a:cubicBezTo>
                <a:lnTo>
                  <a:pt x="75408" y="25674"/>
                </a:lnTo>
                <a:cubicBezTo>
                  <a:pt x="75408" y="23222"/>
                  <a:pt x="75193" y="20986"/>
                  <a:pt x="74763" y="18965"/>
                </a:cubicBezTo>
                <a:cubicBezTo>
                  <a:pt x="74333" y="16944"/>
                  <a:pt x="73645" y="15202"/>
                  <a:pt x="72699" y="13740"/>
                </a:cubicBezTo>
                <a:cubicBezTo>
                  <a:pt x="71753" y="12278"/>
                  <a:pt x="70548" y="11160"/>
                  <a:pt x="69086" y="10386"/>
                </a:cubicBezTo>
                <a:cubicBezTo>
                  <a:pt x="67624" y="9611"/>
                  <a:pt x="65904" y="9224"/>
                  <a:pt x="63926" y="9224"/>
                </a:cubicBezTo>
                <a:cubicBezTo>
                  <a:pt x="61475" y="9224"/>
                  <a:pt x="59013" y="10171"/>
                  <a:pt x="56540" y="12063"/>
                </a:cubicBezTo>
                <a:cubicBezTo>
                  <a:pt x="54067" y="13955"/>
                  <a:pt x="51347" y="16729"/>
                  <a:pt x="48380" y="20384"/>
                </a:cubicBezTo>
                <a:lnTo>
                  <a:pt x="48380" y="60959"/>
                </a:lnTo>
                <a:cubicBezTo>
                  <a:pt x="48380" y="61303"/>
                  <a:pt x="48294" y="61593"/>
                  <a:pt x="48122" y="61829"/>
                </a:cubicBezTo>
                <a:cubicBezTo>
                  <a:pt x="47950" y="62066"/>
                  <a:pt x="47659" y="62270"/>
                  <a:pt x="47251" y="62442"/>
                </a:cubicBezTo>
                <a:cubicBezTo>
                  <a:pt x="46842" y="62614"/>
                  <a:pt x="46294" y="62743"/>
                  <a:pt x="45606" y="62829"/>
                </a:cubicBezTo>
                <a:cubicBezTo>
                  <a:pt x="44918" y="62915"/>
                  <a:pt x="44058" y="62958"/>
                  <a:pt x="43026" y="62958"/>
                </a:cubicBezTo>
                <a:cubicBezTo>
                  <a:pt x="42037" y="62958"/>
                  <a:pt x="41187" y="62915"/>
                  <a:pt x="40478" y="62829"/>
                </a:cubicBezTo>
                <a:cubicBezTo>
                  <a:pt x="39768" y="62743"/>
                  <a:pt x="39209" y="62614"/>
                  <a:pt x="38801" y="62442"/>
                </a:cubicBezTo>
                <a:cubicBezTo>
                  <a:pt x="38392" y="62270"/>
                  <a:pt x="38113" y="62066"/>
                  <a:pt x="37962" y="61829"/>
                </a:cubicBezTo>
                <a:cubicBezTo>
                  <a:pt x="37811" y="61593"/>
                  <a:pt x="37736" y="61303"/>
                  <a:pt x="37736" y="60959"/>
                </a:cubicBezTo>
                <a:lnTo>
                  <a:pt x="37736" y="25674"/>
                </a:lnTo>
                <a:cubicBezTo>
                  <a:pt x="37736" y="23222"/>
                  <a:pt x="37500" y="20986"/>
                  <a:pt x="37027" y="18965"/>
                </a:cubicBezTo>
                <a:cubicBezTo>
                  <a:pt x="36554" y="16944"/>
                  <a:pt x="35844" y="15202"/>
                  <a:pt x="34898" y="13740"/>
                </a:cubicBezTo>
                <a:cubicBezTo>
                  <a:pt x="33952" y="12278"/>
                  <a:pt x="32758" y="11160"/>
                  <a:pt x="31318" y="10386"/>
                </a:cubicBezTo>
                <a:cubicBezTo>
                  <a:pt x="29877" y="9611"/>
                  <a:pt x="28168" y="9224"/>
                  <a:pt x="26190" y="9224"/>
                </a:cubicBezTo>
                <a:cubicBezTo>
                  <a:pt x="23738" y="9224"/>
                  <a:pt x="21266" y="10171"/>
                  <a:pt x="18771" y="12063"/>
                </a:cubicBezTo>
                <a:cubicBezTo>
                  <a:pt x="16277" y="13955"/>
                  <a:pt x="13568" y="16729"/>
                  <a:pt x="10644" y="20384"/>
                </a:cubicBezTo>
                <a:lnTo>
                  <a:pt x="10644" y="60959"/>
                </a:lnTo>
                <a:cubicBezTo>
                  <a:pt x="10644" y="61303"/>
                  <a:pt x="10558" y="61593"/>
                  <a:pt x="10386" y="61829"/>
                </a:cubicBezTo>
                <a:cubicBezTo>
                  <a:pt x="10214" y="62066"/>
                  <a:pt x="9934" y="62270"/>
                  <a:pt x="9547" y="62442"/>
                </a:cubicBezTo>
                <a:cubicBezTo>
                  <a:pt x="9160" y="62614"/>
                  <a:pt x="8622" y="62743"/>
                  <a:pt x="7934" y="62829"/>
                </a:cubicBezTo>
                <a:cubicBezTo>
                  <a:pt x="7246" y="62915"/>
                  <a:pt x="6365" y="62958"/>
                  <a:pt x="5290" y="62958"/>
                </a:cubicBezTo>
                <a:cubicBezTo>
                  <a:pt x="4257" y="62958"/>
                  <a:pt x="3397" y="62915"/>
                  <a:pt x="2709" y="62829"/>
                </a:cubicBezTo>
                <a:cubicBezTo>
                  <a:pt x="2021" y="62743"/>
                  <a:pt x="1473" y="62614"/>
                  <a:pt x="1064" y="62442"/>
                </a:cubicBezTo>
                <a:cubicBezTo>
                  <a:pt x="656" y="62270"/>
                  <a:pt x="376" y="62066"/>
                  <a:pt x="226" y="61829"/>
                </a:cubicBezTo>
                <a:cubicBezTo>
                  <a:pt x="75" y="61593"/>
                  <a:pt x="0" y="61303"/>
                  <a:pt x="0" y="60959"/>
                </a:cubicBezTo>
                <a:lnTo>
                  <a:pt x="0" y="2903"/>
                </a:lnTo>
                <a:cubicBezTo>
                  <a:pt x="0" y="2559"/>
                  <a:pt x="65" y="2268"/>
                  <a:pt x="194" y="2032"/>
                </a:cubicBezTo>
                <a:cubicBezTo>
                  <a:pt x="323" y="1795"/>
                  <a:pt x="581" y="1580"/>
                  <a:pt x="968" y="1387"/>
                </a:cubicBezTo>
                <a:cubicBezTo>
                  <a:pt x="1355" y="1193"/>
                  <a:pt x="1849" y="1064"/>
                  <a:pt x="2451" y="1000"/>
                </a:cubicBezTo>
                <a:cubicBezTo>
                  <a:pt x="3053" y="935"/>
                  <a:pt x="3849" y="903"/>
                  <a:pt x="4838" y="903"/>
                </a:cubicBezTo>
                <a:cubicBezTo>
                  <a:pt x="5784" y="903"/>
                  <a:pt x="6569" y="935"/>
                  <a:pt x="7192" y="1000"/>
                </a:cubicBezTo>
                <a:cubicBezTo>
                  <a:pt x="7816" y="1064"/>
                  <a:pt x="8300" y="1193"/>
                  <a:pt x="8644" y="1387"/>
                </a:cubicBezTo>
                <a:cubicBezTo>
                  <a:pt x="8988" y="1580"/>
                  <a:pt x="9235" y="1795"/>
                  <a:pt x="9386" y="2032"/>
                </a:cubicBezTo>
                <a:cubicBezTo>
                  <a:pt x="9536" y="2268"/>
                  <a:pt x="9611" y="2559"/>
                  <a:pt x="9611" y="2903"/>
                </a:cubicBezTo>
                <a:lnTo>
                  <a:pt x="9611" y="10579"/>
                </a:lnTo>
                <a:cubicBezTo>
                  <a:pt x="12880" y="6924"/>
                  <a:pt x="16051" y="4247"/>
                  <a:pt x="19126" y="2548"/>
                </a:cubicBezTo>
                <a:cubicBezTo>
                  <a:pt x="22201" y="849"/>
                  <a:pt x="25308" y="0"/>
                  <a:pt x="28447" y="0"/>
                </a:cubicBezTo>
                <a:cubicBezTo>
                  <a:pt x="30856" y="0"/>
                  <a:pt x="33017" y="280"/>
                  <a:pt x="34930" y="839"/>
                </a:cubicBezTo>
                <a:cubicBezTo>
                  <a:pt x="36844" y="1398"/>
                  <a:pt x="38532" y="2182"/>
                  <a:pt x="39994" y="3193"/>
                </a:cubicBezTo>
                <a:cubicBezTo>
                  <a:pt x="41456" y="4204"/>
                  <a:pt x="42703" y="5408"/>
                  <a:pt x="43735" y="6805"/>
                </a:cubicBezTo>
                <a:cubicBezTo>
                  <a:pt x="44767" y="8203"/>
                  <a:pt x="45628" y="9762"/>
                  <a:pt x="46316" y="11482"/>
                </a:cubicBezTo>
                <a:cubicBezTo>
                  <a:pt x="48251" y="9375"/>
                  <a:pt x="50089" y="7590"/>
                  <a:pt x="51831" y="6128"/>
                </a:cubicBezTo>
                <a:cubicBezTo>
                  <a:pt x="53573" y="4666"/>
                  <a:pt x="55250" y="3483"/>
                  <a:pt x="56862" y="2580"/>
                </a:cubicBezTo>
                <a:cubicBezTo>
                  <a:pt x="58475" y="1677"/>
                  <a:pt x="60045" y="1021"/>
                  <a:pt x="61571" y="613"/>
                </a:cubicBezTo>
                <a:cubicBezTo>
                  <a:pt x="63098" y="204"/>
                  <a:pt x="64635" y="0"/>
                  <a:pt x="66184" y="0"/>
                </a:cubicBezTo>
                <a:cubicBezTo>
                  <a:pt x="69925" y="0"/>
                  <a:pt x="73064" y="656"/>
                  <a:pt x="75601" y="1967"/>
                </a:cubicBezTo>
                <a:cubicBezTo>
                  <a:pt x="78139" y="3279"/>
                  <a:pt x="80192" y="5031"/>
                  <a:pt x="81762" y="7225"/>
                </a:cubicBezTo>
                <a:cubicBezTo>
                  <a:pt x="83332" y="9418"/>
                  <a:pt x="84450" y="11987"/>
                  <a:pt x="85116" y="14933"/>
                </a:cubicBezTo>
                <a:cubicBezTo>
                  <a:pt x="85783" y="17879"/>
                  <a:pt x="86116" y="20986"/>
                  <a:pt x="86116" y="24254"/>
                </a:cubicBezTo>
                <a:lnTo>
                  <a:pt x="86116" y="60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73D1B-BA57-4A59-9D0C-A2093699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5" y="653489"/>
            <a:ext cx="6238191" cy="686307"/>
          </a:xfrm>
          <a:custGeom xmlns:a="http://schemas.openxmlformats.org/drawingml/2006/main">
            <a:pathLst>
              <a:path w="6238191" h="686307">
                <a:moveTo>
                  <a:pt x="77944" y="686307"/>
                </a:moveTo>
                <a:cubicBezTo>
                  <a:pt x="35009" y="686307"/>
                  <a:pt x="0" y="651298"/>
                  <a:pt x="0" y="608362"/>
                </a:cubicBezTo>
                <a:lnTo>
                  <a:pt x="0" y="77944"/>
                </a:lnTo>
                <a:cubicBezTo>
                  <a:pt x="0" y="35009"/>
                  <a:pt x="35009" y="0"/>
                  <a:pt x="77944" y="0"/>
                </a:cubicBezTo>
                <a:lnTo>
                  <a:pt x="6160247" y="0"/>
                </a:lnTo>
                <a:cubicBezTo>
                  <a:pt x="6203182" y="0"/>
                  <a:pt x="6238191" y="35009"/>
                  <a:pt x="6238191" y="77944"/>
                </a:cubicBezTo>
                <a:lnTo>
                  <a:pt x="6238191" y="608362"/>
                </a:lnTo>
                <a:cubicBezTo>
                  <a:pt x="6238191" y="651298"/>
                  <a:pt x="6203182" y="686307"/>
                  <a:pt x="6160247" y="686307"/>
                </a:cubicBezTo>
                <a:lnTo>
                  <a:pt x="77944" y="686307"/>
                </a:lnTo>
                <a:close/>
              </a:path>
            </a:pathLst>
          </a:custGeom>
          <a:solidFill xmlns:a="http://schemas.openxmlformats.org/drawingml/2006/main">
            <a:srgbClr val="F7CB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1AD6F8-5684-444B-97E3-9DDBA181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5" y="653489"/>
            <a:ext cx="6238191" cy="686307"/>
          </a:xfrm>
          <a:custGeom xmlns:a="http://schemas.openxmlformats.org/drawingml/2006/main">
            <a:pathLst>
              <a:path w="6238191" h="686307" fill="none">
                <a:moveTo>
                  <a:pt x="77944" y="686307"/>
                </a:moveTo>
                <a:lnTo>
                  <a:pt x="6160247" y="686307"/>
                </a:lnTo>
                <a:cubicBezTo>
                  <a:pt x="6203182" y="686307"/>
                  <a:pt x="6238191" y="651298"/>
                  <a:pt x="6238191" y="608362"/>
                </a:cubicBezTo>
                <a:lnTo>
                  <a:pt x="6238191" y="77944"/>
                </a:lnTo>
                <a:cubicBezTo>
                  <a:pt x="6238191" y="35009"/>
                  <a:pt x="6203182" y="0"/>
                  <a:pt x="6160247" y="0"/>
                </a:cubicBezTo>
                <a:lnTo>
                  <a:pt x="77944" y="0"/>
                </a:lnTo>
                <a:cubicBezTo>
                  <a:pt x="35009" y="0"/>
                  <a:pt x="0" y="35009"/>
                  <a:pt x="0" y="77944"/>
                </a:cubicBezTo>
                <a:lnTo>
                  <a:pt x="0" y="608362"/>
                </a:lnTo>
                <a:cubicBezTo>
                  <a:pt x="0" y="651298"/>
                  <a:pt x="35009" y="686307"/>
                  <a:pt x="77944" y="6863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C55A11"/>
            </a:solidFill>
            <a:miter/>
          </a:ln>
        </p:spPr>
      </p:sp>
      <p:sp>
        <p:nvSpPr>
          <p:cNvPr id="58" name="Text Encoder(GraphTransformer)">
            <a:extLst xmlns:a="http://schemas.openxmlformats.org/drawingml/2006/main">
              <a:ext uri="{FF2B5EF4-FFF2-40B4-BE49-F238E27FC236}">
                <a16:creationId xmlns:a16="http://schemas.microsoft.com/office/drawing/2014/main" id="{CF21568C-AEB3-4CC4-B7C0-E1761517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589" y="919023"/>
            <a:ext cx="2340077" cy="172619"/>
          </a:xfrm>
          <a:custGeom xmlns:a="http://schemas.openxmlformats.org/drawingml/2006/main">
            <a:pathLst>
              <a:path w="2340077" h="172619">
                <a:moveTo>
                  <a:pt x="69667" y="130529"/>
                </a:moveTo>
                <a:cubicBezTo>
                  <a:pt x="69667" y="131690"/>
                  <a:pt x="69602" y="132706"/>
                  <a:pt x="69473" y="133577"/>
                </a:cubicBezTo>
                <a:cubicBezTo>
                  <a:pt x="69344" y="134447"/>
                  <a:pt x="69119" y="135173"/>
                  <a:pt x="68796" y="135754"/>
                </a:cubicBezTo>
                <a:cubicBezTo>
                  <a:pt x="68474" y="136334"/>
                  <a:pt x="68103" y="136754"/>
                  <a:pt x="67683" y="137012"/>
                </a:cubicBezTo>
                <a:cubicBezTo>
                  <a:pt x="67264" y="137270"/>
                  <a:pt x="66796" y="137399"/>
                  <a:pt x="66280" y="137399"/>
                </a:cubicBezTo>
                <a:lnTo>
                  <a:pt x="6193" y="137399"/>
                </a:lnTo>
                <a:cubicBezTo>
                  <a:pt x="4709" y="137399"/>
                  <a:pt x="3306" y="136899"/>
                  <a:pt x="1984" y="135899"/>
                </a:cubicBezTo>
                <a:cubicBezTo>
                  <a:pt x="661" y="134899"/>
                  <a:pt x="0" y="133141"/>
                  <a:pt x="0" y="130625"/>
                </a:cubicBezTo>
                <a:lnTo>
                  <a:pt x="0" y="18965"/>
                </a:lnTo>
                <a:cubicBezTo>
                  <a:pt x="0" y="16449"/>
                  <a:pt x="661" y="14691"/>
                  <a:pt x="1984" y="13691"/>
                </a:cubicBezTo>
                <a:cubicBezTo>
                  <a:pt x="3306" y="12692"/>
                  <a:pt x="4709" y="12192"/>
                  <a:pt x="6193" y="12192"/>
                </a:cubicBezTo>
                <a:lnTo>
                  <a:pt x="65603" y="12192"/>
                </a:lnTo>
                <a:cubicBezTo>
                  <a:pt x="66119" y="12192"/>
                  <a:pt x="66587" y="12321"/>
                  <a:pt x="67006" y="12579"/>
                </a:cubicBezTo>
                <a:cubicBezTo>
                  <a:pt x="67425" y="12837"/>
                  <a:pt x="67764" y="13256"/>
                  <a:pt x="68022" y="13837"/>
                </a:cubicBezTo>
                <a:cubicBezTo>
                  <a:pt x="68280" y="14417"/>
                  <a:pt x="68490" y="15143"/>
                  <a:pt x="68651" y="16014"/>
                </a:cubicBezTo>
                <a:cubicBezTo>
                  <a:pt x="68812" y="16885"/>
                  <a:pt x="68893" y="17965"/>
                  <a:pt x="68893" y="19255"/>
                </a:cubicBezTo>
                <a:cubicBezTo>
                  <a:pt x="68893" y="20416"/>
                  <a:pt x="68812" y="21432"/>
                  <a:pt x="68651" y="22303"/>
                </a:cubicBezTo>
                <a:cubicBezTo>
                  <a:pt x="68490" y="23174"/>
                  <a:pt x="68280" y="23883"/>
                  <a:pt x="68022" y="24432"/>
                </a:cubicBezTo>
                <a:cubicBezTo>
                  <a:pt x="67764" y="24980"/>
                  <a:pt x="67425" y="25383"/>
                  <a:pt x="67006" y="25641"/>
                </a:cubicBezTo>
                <a:cubicBezTo>
                  <a:pt x="66587" y="25899"/>
                  <a:pt x="66119" y="26028"/>
                  <a:pt x="65603" y="26028"/>
                </a:cubicBezTo>
                <a:lnTo>
                  <a:pt x="16643" y="26028"/>
                </a:lnTo>
                <a:lnTo>
                  <a:pt x="16643" y="65313"/>
                </a:lnTo>
                <a:lnTo>
                  <a:pt x="58636" y="65313"/>
                </a:lnTo>
                <a:cubicBezTo>
                  <a:pt x="59152" y="65313"/>
                  <a:pt x="59620" y="65458"/>
                  <a:pt x="60039" y="65748"/>
                </a:cubicBezTo>
                <a:cubicBezTo>
                  <a:pt x="60459" y="66038"/>
                  <a:pt x="60813" y="66442"/>
                  <a:pt x="61104" y="66958"/>
                </a:cubicBezTo>
                <a:cubicBezTo>
                  <a:pt x="61394" y="67474"/>
                  <a:pt x="61604" y="68183"/>
                  <a:pt x="61733" y="69086"/>
                </a:cubicBezTo>
                <a:cubicBezTo>
                  <a:pt x="61862" y="69989"/>
                  <a:pt x="61926" y="71054"/>
                  <a:pt x="61926" y="72279"/>
                </a:cubicBezTo>
                <a:cubicBezTo>
                  <a:pt x="61926" y="73441"/>
                  <a:pt x="61862" y="74440"/>
                  <a:pt x="61733" y="75279"/>
                </a:cubicBezTo>
                <a:cubicBezTo>
                  <a:pt x="61604" y="76118"/>
                  <a:pt x="61394" y="76795"/>
                  <a:pt x="61104" y="77311"/>
                </a:cubicBezTo>
                <a:cubicBezTo>
                  <a:pt x="60813" y="77827"/>
                  <a:pt x="60459" y="78198"/>
                  <a:pt x="60039" y="78424"/>
                </a:cubicBezTo>
                <a:cubicBezTo>
                  <a:pt x="59620" y="78649"/>
                  <a:pt x="59152" y="78762"/>
                  <a:pt x="58636" y="78762"/>
                </a:cubicBezTo>
                <a:lnTo>
                  <a:pt x="16643" y="78762"/>
                </a:lnTo>
                <a:lnTo>
                  <a:pt x="16643" y="123562"/>
                </a:lnTo>
                <a:lnTo>
                  <a:pt x="66280" y="123562"/>
                </a:lnTo>
                <a:cubicBezTo>
                  <a:pt x="66796" y="123562"/>
                  <a:pt x="67264" y="123691"/>
                  <a:pt x="67683" y="123949"/>
                </a:cubicBezTo>
                <a:cubicBezTo>
                  <a:pt x="68103" y="124207"/>
                  <a:pt x="68474" y="124610"/>
                  <a:pt x="68796" y="125159"/>
                </a:cubicBezTo>
                <a:cubicBezTo>
                  <a:pt x="69119" y="125707"/>
                  <a:pt x="69344" y="126416"/>
                  <a:pt x="69473" y="127287"/>
                </a:cubicBezTo>
                <a:cubicBezTo>
                  <a:pt x="69602" y="128158"/>
                  <a:pt x="69667" y="129239"/>
                  <a:pt x="69667" y="130529"/>
                </a:cubicBezTo>
                <a:close/>
                <a:moveTo>
                  <a:pt x="169854" y="134980"/>
                </a:moveTo>
                <a:cubicBezTo>
                  <a:pt x="169854" y="135496"/>
                  <a:pt x="169725" y="135931"/>
                  <a:pt x="169467" y="136286"/>
                </a:cubicBezTo>
                <a:cubicBezTo>
                  <a:pt x="169209" y="136641"/>
                  <a:pt x="168790" y="136947"/>
                  <a:pt x="168209" y="137205"/>
                </a:cubicBezTo>
                <a:cubicBezTo>
                  <a:pt x="167629" y="137463"/>
                  <a:pt x="166822" y="137657"/>
                  <a:pt x="165790" y="137786"/>
                </a:cubicBezTo>
                <a:cubicBezTo>
                  <a:pt x="164758" y="137915"/>
                  <a:pt x="163468" y="137979"/>
                  <a:pt x="161920" y="137979"/>
                </a:cubicBezTo>
                <a:cubicBezTo>
                  <a:pt x="160307" y="137979"/>
                  <a:pt x="158985" y="137915"/>
                  <a:pt x="157953" y="137786"/>
                </a:cubicBezTo>
                <a:cubicBezTo>
                  <a:pt x="156920" y="137657"/>
                  <a:pt x="156114" y="137463"/>
                  <a:pt x="155534" y="137205"/>
                </a:cubicBezTo>
                <a:cubicBezTo>
                  <a:pt x="154953" y="136947"/>
                  <a:pt x="154534" y="136641"/>
                  <a:pt x="154276" y="136286"/>
                </a:cubicBezTo>
                <a:cubicBezTo>
                  <a:pt x="154018" y="135931"/>
                  <a:pt x="153889" y="135496"/>
                  <a:pt x="153889" y="134980"/>
                </a:cubicBezTo>
                <a:lnTo>
                  <a:pt x="153889" y="83987"/>
                </a:lnTo>
                <a:cubicBezTo>
                  <a:pt x="153889" y="79020"/>
                  <a:pt x="153502" y="75021"/>
                  <a:pt x="152728" y="71989"/>
                </a:cubicBezTo>
                <a:cubicBezTo>
                  <a:pt x="151953" y="68957"/>
                  <a:pt x="150825" y="66345"/>
                  <a:pt x="149341" y="64152"/>
                </a:cubicBezTo>
                <a:cubicBezTo>
                  <a:pt x="147857" y="61958"/>
                  <a:pt x="145938" y="60281"/>
                  <a:pt x="143584" y="59120"/>
                </a:cubicBezTo>
                <a:cubicBezTo>
                  <a:pt x="141229" y="57959"/>
                  <a:pt x="138504" y="57378"/>
                  <a:pt x="135408" y="57378"/>
                </a:cubicBezTo>
                <a:cubicBezTo>
                  <a:pt x="131408" y="57378"/>
                  <a:pt x="127409" y="58798"/>
                  <a:pt x="123409" y="61636"/>
                </a:cubicBezTo>
                <a:cubicBezTo>
                  <a:pt x="119410" y="64474"/>
                  <a:pt x="115217" y="68635"/>
                  <a:pt x="110831" y="74118"/>
                </a:cubicBezTo>
                <a:lnTo>
                  <a:pt x="110831" y="134980"/>
                </a:lnTo>
                <a:cubicBezTo>
                  <a:pt x="110831" y="135496"/>
                  <a:pt x="110702" y="135931"/>
                  <a:pt x="110444" y="136286"/>
                </a:cubicBezTo>
                <a:cubicBezTo>
                  <a:pt x="110186" y="136641"/>
                  <a:pt x="109766" y="136947"/>
                  <a:pt x="109186" y="137205"/>
                </a:cubicBezTo>
                <a:cubicBezTo>
                  <a:pt x="108605" y="137463"/>
                  <a:pt x="107799" y="137657"/>
                  <a:pt x="106767" y="137786"/>
                </a:cubicBezTo>
                <a:cubicBezTo>
                  <a:pt x="105735" y="137915"/>
                  <a:pt x="104412" y="137979"/>
                  <a:pt x="102800" y="137979"/>
                </a:cubicBezTo>
                <a:cubicBezTo>
                  <a:pt x="101251" y="137979"/>
                  <a:pt x="99961" y="137915"/>
                  <a:pt x="98929" y="137786"/>
                </a:cubicBezTo>
                <a:cubicBezTo>
                  <a:pt x="97897" y="137657"/>
                  <a:pt x="97075" y="137463"/>
                  <a:pt x="96462" y="137205"/>
                </a:cubicBezTo>
                <a:cubicBezTo>
                  <a:pt x="95849" y="136947"/>
                  <a:pt x="95430" y="136641"/>
                  <a:pt x="95204" y="136286"/>
                </a:cubicBezTo>
                <a:cubicBezTo>
                  <a:pt x="94978" y="135931"/>
                  <a:pt x="94865" y="135496"/>
                  <a:pt x="94865" y="134980"/>
                </a:cubicBezTo>
                <a:lnTo>
                  <a:pt x="94865" y="47896"/>
                </a:lnTo>
                <a:cubicBezTo>
                  <a:pt x="94865" y="47380"/>
                  <a:pt x="94962" y="46945"/>
                  <a:pt x="95156" y="46590"/>
                </a:cubicBezTo>
                <a:cubicBezTo>
                  <a:pt x="95349" y="46235"/>
                  <a:pt x="95736" y="45912"/>
                  <a:pt x="96317" y="45622"/>
                </a:cubicBezTo>
                <a:cubicBezTo>
                  <a:pt x="96897" y="45332"/>
                  <a:pt x="97639" y="45138"/>
                  <a:pt x="98542" y="45042"/>
                </a:cubicBezTo>
                <a:cubicBezTo>
                  <a:pt x="99445" y="44945"/>
                  <a:pt x="100639" y="44896"/>
                  <a:pt x="102122" y="44896"/>
                </a:cubicBezTo>
                <a:cubicBezTo>
                  <a:pt x="103541" y="44896"/>
                  <a:pt x="104719" y="44945"/>
                  <a:pt x="105654" y="45042"/>
                </a:cubicBezTo>
                <a:cubicBezTo>
                  <a:pt x="106589" y="45138"/>
                  <a:pt x="107315" y="45332"/>
                  <a:pt x="107831" y="45622"/>
                </a:cubicBezTo>
                <a:cubicBezTo>
                  <a:pt x="108347" y="45912"/>
                  <a:pt x="108718" y="46235"/>
                  <a:pt x="108944" y="46590"/>
                </a:cubicBezTo>
                <a:cubicBezTo>
                  <a:pt x="109170" y="46945"/>
                  <a:pt x="109283" y="47380"/>
                  <a:pt x="109283" y="47896"/>
                </a:cubicBezTo>
                <a:lnTo>
                  <a:pt x="109283" y="59410"/>
                </a:lnTo>
                <a:cubicBezTo>
                  <a:pt x="114185" y="53927"/>
                  <a:pt x="119071" y="49912"/>
                  <a:pt x="123942" y="47364"/>
                </a:cubicBezTo>
                <a:cubicBezTo>
                  <a:pt x="128812" y="44816"/>
                  <a:pt x="133730" y="43542"/>
                  <a:pt x="138697" y="43542"/>
                </a:cubicBezTo>
                <a:cubicBezTo>
                  <a:pt x="144503" y="43542"/>
                  <a:pt x="149389" y="44526"/>
                  <a:pt x="153357" y="46493"/>
                </a:cubicBezTo>
                <a:cubicBezTo>
                  <a:pt x="157324" y="48460"/>
                  <a:pt x="160533" y="51089"/>
                  <a:pt x="162984" y="54379"/>
                </a:cubicBezTo>
                <a:cubicBezTo>
                  <a:pt x="165435" y="57669"/>
                  <a:pt x="167193" y="61523"/>
                  <a:pt x="168257" y="65942"/>
                </a:cubicBezTo>
                <a:cubicBezTo>
                  <a:pt x="169322" y="70360"/>
                  <a:pt x="169854" y="75666"/>
                  <a:pt x="169854" y="81859"/>
                </a:cubicBezTo>
                <a:lnTo>
                  <a:pt x="169854" y="134980"/>
                </a:lnTo>
                <a:close/>
                <a:moveTo>
                  <a:pt x="261505" y="121820"/>
                </a:moveTo>
                <a:cubicBezTo>
                  <a:pt x="261505" y="122917"/>
                  <a:pt x="261472" y="123868"/>
                  <a:pt x="261408" y="124675"/>
                </a:cubicBezTo>
                <a:cubicBezTo>
                  <a:pt x="261343" y="125481"/>
                  <a:pt x="261231" y="126158"/>
                  <a:pt x="261069" y="126707"/>
                </a:cubicBezTo>
                <a:cubicBezTo>
                  <a:pt x="260908" y="127255"/>
                  <a:pt x="260714" y="127739"/>
                  <a:pt x="260489" y="128158"/>
                </a:cubicBezTo>
                <a:cubicBezTo>
                  <a:pt x="260263" y="128577"/>
                  <a:pt x="259747" y="129190"/>
                  <a:pt x="258941" y="129997"/>
                </a:cubicBezTo>
                <a:cubicBezTo>
                  <a:pt x="258134" y="130803"/>
                  <a:pt x="256763" y="131803"/>
                  <a:pt x="254828" y="132996"/>
                </a:cubicBezTo>
                <a:cubicBezTo>
                  <a:pt x="252893" y="134189"/>
                  <a:pt x="250716" y="135254"/>
                  <a:pt x="248297" y="136189"/>
                </a:cubicBezTo>
                <a:cubicBezTo>
                  <a:pt x="245878" y="137124"/>
                  <a:pt x="243249" y="137882"/>
                  <a:pt x="240411" y="138463"/>
                </a:cubicBezTo>
                <a:cubicBezTo>
                  <a:pt x="237573" y="139044"/>
                  <a:pt x="234638" y="139334"/>
                  <a:pt x="231606" y="139334"/>
                </a:cubicBezTo>
                <a:cubicBezTo>
                  <a:pt x="225349" y="139334"/>
                  <a:pt x="219801" y="138300"/>
                  <a:pt x="214963" y="136231"/>
                </a:cubicBezTo>
                <a:cubicBezTo>
                  <a:pt x="210125" y="134163"/>
                  <a:pt x="206078" y="131141"/>
                  <a:pt x="202820" y="127166"/>
                </a:cubicBezTo>
                <a:cubicBezTo>
                  <a:pt x="199562" y="123191"/>
                  <a:pt x="197079" y="118311"/>
                  <a:pt x="195370" y="112525"/>
                </a:cubicBezTo>
                <a:cubicBezTo>
                  <a:pt x="193660" y="106740"/>
                  <a:pt x="192805" y="100067"/>
                  <a:pt x="192805" y="92505"/>
                </a:cubicBezTo>
                <a:cubicBezTo>
                  <a:pt x="192805" y="83908"/>
                  <a:pt x="193854" y="76523"/>
                  <a:pt x="195950" y="70350"/>
                </a:cubicBezTo>
                <a:cubicBezTo>
                  <a:pt x="198047" y="64178"/>
                  <a:pt x="200917" y="59120"/>
                  <a:pt x="204562" y="55177"/>
                </a:cubicBezTo>
                <a:cubicBezTo>
                  <a:pt x="208206" y="51234"/>
                  <a:pt x="212496" y="48309"/>
                  <a:pt x="217431" y="46402"/>
                </a:cubicBezTo>
                <a:cubicBezTo>
                  <a:pt x="222365" y="44495"/>
                  <a:pt x="227703" y="43542"/>
                  <a:pt x="233444" y="43542"/>
                </a:cubicBezTo>
                <a:cubicBezTo>
                  <a:pt x="236218" y="43542"/>
                  <a:pt x="238911" y="43800"/>
                  <a:pt x="241524" y="44316"/>
                </a:cubicBezTo>
                <a:cubicBezTo>
                  <a:pt x="244136" y="44832"/>
                  <a:pt x="246539" y="45509"/>
                  <a:pt x="248732" y="46348"/>
                </a:cubicBezTo>
                <a:cubicBezTo>
                  <a:pt x="250926" y="47186"/>
                  <a:pt x="252877" y="48154"/>
                  <a:pt x="254586" y="49251"/>
                </a:cubicBezTo>
                <a:cubicBezTo>
                  <a:pt x="256296" y="50347"/>
                  <a:pt x="257538" y="51283"/>
                  <a:pt x="258312" y="52057"/>
                </a:cubicBezTo>
                <a:cubicBezTo>
                  <a:pt x="259086" y="52831"/>
                  <a:pt x="259618" y="53444"/>
                  <a:pt x="259908" y="53895"/>
                </a:cubicBezTo>
                <a:cubicBezTo>
                  <a:pt x="260198" y="54347"/>
                  <a:pt x="260440" y="54879"/>
                  <a:pt x="260634" y="55492"/>
                </a:cubicBezTo>
                <a:cubicBezTo>
                  <a:pt x="260827" y="56104"/>
                  <a:pt x="260956" y="56798"/>
                  <a:pt x="261021" y="57572"/>
                </a:cubicBezTo>
                <a:cubicBezTo>
                  <a:pt x="261085" y="58346"/>
                  <a:pt x="261118" y="59314"/>
                  <a:pt x="261118" y="60475"/>
                </a:cubicBezTo>
                <a:cubicBezTo>
                  <a:pt x="261118" y="62990"/>
                  <a:pt x="260827" y="64748"/>
                  <a:pt x="260247" y="65748"/>
                </a:cubicBezTo>
                <a:cubicBezTo>
                  <a:pt x="259666" y="66748"/>
                  <a:pt x="258957" y="67248"/>
                  <a:pt x="258118" y="67248"/>
                </a:cubicBezTo>
                <a:cubicBezTo>
                  <a:pt x="257150" y="67248"/>
                  <a:pt x="256038" y="66716"/>
                  <a:pt x="254780" y="65651"/>
                </a:cubicBezTo>
                <a:cubicBezTo>
                  <a:pt x="253522" y="64587"/>
                  <a:pt x="251925" y="63410"/>
                  <a:pt x="249990" y="62120"/>
                </a:cubicBezTo>
                <a:cubicBezTo>
                  <a:pt x="248055" y="60830"/>
                  <a:pt x="245717" y="59652"/>
                  <a:pt x="242975" y="58588"/>
                </a:cubicBezTo>
                <a:cubicBezTo>
                  <a:pt x="240234" y="57524"/>
                  <a:pt x="236992" y="56991"/>
                  <a:pt x="233251" y="56991"/>
                </a:cubicBezTo>
                <a:cubicBezTo>
                  <a:pt x="225575" y="56991"/>
                  <a:pt x="219688" y="59952"/>
                  <a:pt x="215592" y="65872"/>
                </a:cubicBezTo>
                <a:cubicBezTo>
                  <a:pt x="211496" y="71791"/>
                  <a:pt x="209448" y="80377"/>
                  <a:pt x="209448" y="91631"/>
                </a:cubicBezTo>
                <a:cubicBezTo>
                  <a:pt x="209448" y="97260"/>
                  <a:pt x="209980" y="102192"/>
                  <a:pt x="211045" y="106429"/>
                </a:cubicBezTo>
                <a:cubicBezTo>
                  <a:pt x="212109" y="110667"/>
                  <a:pt x="213673" y="114209"/>
                  <a:pt x="215737" y="117055"/>
                </a:cubicBezTo>
                <a:cubicBezTo>
                  <a:pt x="217802" y="119901"/>
                  <a:pt x="220333" y="122020"/>
                  <a:pt x="223333" y="123411"/>
                </a:cubicBezTo>
                <a:cubicBezTo>
                  <a:pt x="226333" y="124802"/>
                  <a:pt x="229768" y="125497"/>
                  <a:pt x="233638" y="125497"/>
                </a:cubicBezTo>
                <a:cubicBezTo>
                  <a:pt x="237315" y="125497"/>
                  <a:pt x="240540" y="124917"/>
                  <a:pt x="243314" y="123756"/>
                </a:cubicBezTo>
                <a:cubicBezTo>
                  <a:pt x="246088" y="122594"/>
                  <a:pt x="248491" y="121320"/>
                  <a:pt x="250522" y="119934"/>
                </a:cubicBezTo>
                <a:cubicBezTo>
                  <a:pt x="252554" y="118547"/>
                  <a:pt x="254264" y="117289"/>
                  <a:pt x="255651" y="116160"/>
                </a:cubicBezTo>
                <a:cubicBezTo>
                  <a:pt x="257038" y="115031"/>
                  <a:pt x="258118" y="114467"/>
                  <a:pt x="258892" y="114467"/>
                </a:cubicBezTo>
                <a:cubicBezTo>
                  <a:pt x="259344" y="114467"/>
                  <a:pt x="259731" y="114596"/>
                  <a:pt x="260053" y="114854"/>
                </a:cubicBezTo>
                <a:cubicBezTo>
                  <a:pt x="260376" y="115112"/>
                  <a:pt x="260650" y="115547"/>
                  <a:pt x="260876" y="116160"/>
                </a:cubicBezTo>
                <a:cubicBezTo>
                  <a:pt x="261102" y="116773"/>
                  <a:pt x="261263" y="117547"/>
                  <a:pt x="261360" y="118482"/>
                </a:cubicBezTo>
                <a:cubicBezTo>
                  <a:pt x="261456" y="119417"/>
                  <a:pt x="261505" y="120530"/>
                  <a:pt x="261505" y="121820"/>
                </a:cubicBezTo>
                <a:close/>
                <a:moveTo>
                  <a:pt x="363712" y="90519"/>
                </a:moveTo>
                <a:cubicBezTo>
                  <a:pt x="363712" y="97620"/>
                  <a:pt x="362777" y="104158"/>
                  <a:pt x="360906" y="110131"/>
                </a:cubicBezTo>
                <a:cubicBezTo>
                  <a:pt x="359035" y="116103"/>
                  <a:pt x="356245" y="121254"/>
                  <a:pt x="352536" y="125582"/>
                </a:cubicBezTo>
                <a:cubicBezTo>
                  <a:pt x="348827" y="129908"/>
                  <a:pt x="344183" y="133281"/>
                  <a:pt x="338603" y="135702"/>
                </a:cubicBezTo>
                <a:cubicBezTo>
                  <a:pt x="333023" y="138123"/>
                  <a:pt x="326556" y="139334"/>
                  <a:pt x="319203" y="139334"/>
                </a:cubicBezTo>
                <a:cubicBezTo>
                  <a:pt x="312042" y="139334"/>
                  <a:pt x="305801" y="138268"/>
                  <a:pt x="300480" y="136138"/>
                </a:cubicBezTo>
                <a:cubicBezTo>
                  <a:pt x="295158" y="134007"/>
                  <a:pt x="290723" y="130908"/>
                  <a:pt x="287175" y="126840"/>
                </a:cubicBezTo>
                <a:cubicBezTo>
                  <a:pt x="283627" y="122772"/>
                  <a:pt x="280983" y="117832"/>
                  <a:pt x="279241" y="112020"/>
                </a:cubicBezTo>
                <a:cubicBezTo>
                  <a:pt x="277499" y="106209"/>
                  <a:pt x="276628" y="99622"/>
                  <a:pt x="276628" y="92260"/>
                </a:cubicBezTo>
                <a:cubicBezTo>
                  <a:pt x="276628" y="85159"/>
                  <a:pt x="277548" y="78621"/>
                  <a:pt x="279386" y="72648"/>
                </a:cubicBezTo>
                <a:cubicBezTo>
                  <a:pt x="281225" y="66675"/>
                  <a:pt x="283998" y="61526"/>
                  <a:pt x="287707" y="57200"/>
                </a:cubicBezTo>
                <a:cubicBezTo>
                  <a:pt x="291417" y="52872"/>
                  <a:pt x="296045" y="49514"/>
                  <a:pt x="301592" y="47125"/>
                </a:cubicBezTo>
                <a:cubicBezTo>
                  <a:pt x="307140" y="44736"/>
                  <a:pt x="313623" y="43542"/>
                  <a:pt x="321041" y="43542"/>
                </a:cubicBezTo>
                <a:cubicBezTo>
                  <a:pt x="328201" y="43542"/>
                  <a:pt x="334442" y="44607"/>
                  <a:pt x="339764" y="46738"/>
                </a:cubicBezTo>
                <a:cubicBezTo>
                  <a:pt x="345086" y="48869"/>
                  <a:pt x="349521" y="51968"/>
                  <a:pt x="353069" y="56036"/>
                </a:cubicBezTo>
                <a:cubicBezTo>
                  <a:pt x="356616" y="60104"/>
                  <a:pt x="359277" y="65044"/>
                  <a:pt x="361051" y="70855"/>
                </a:cubicBezTo>
                <a:cubicBezTo>
                  <a:pt x="362825" y="76667"/>
                  <a:pt x="363712" y="83221"/>
                  <a:pt x="363712" y="90519"/>
                </a:cubicBezTo>
                <a:moveTo>
                  <a:pt x="346876" y="91583"/>
                </a:moveTo>
                <a:cubicBezTo>
                  <a:pt x="346876" y="86868"/>
                  <a:pt x="346441" y="82411"/>
                  <a:pt x="345570" y="78212"/>
                </a:cubicBezTo>
                <a:cubicBezTo>
                  <a:pt x="344699" y="74013"/>
                  <a:pt x="343264" y="70331"/>
                  <a:pt x="341264" y="67166"/>
                </a:cubicBezTo>
                <a:cubicBezTo>
                  <a:pt x="339264" y="64001"/>
                  <a:pt x="336555" y="61499"/>
                  <a:pt x="333136" y="59658"/>
                </a:cubicBezTo>
                <a:cubicBezTo>
                  <a:pt x="329717" y="57816"/>
                  <a:pt x="325460" y="56895"/>
                  <a:pt x="320364" y="56895"/>
                </a:cubicBezTo>
                <a:cubicBezTo>
                  <a:pt x="315655" y="56895"/>
                  <a:pt x="311607" y="57734"/>
                  <a:pt x="308220" y="59413"/>
                </a:cubicBezTo>
                <a:cubicBezTo>
                  <a:pt x="304834" y="61093"/>
                  <a:pt x="302044" y="63467"/>
                  <a:pt x="299851" y="66537"/>
                </a:cubicBezTo>
                <a:cubicBezTo>
                  <a:pt x="297658" y="69605"/>
                  <a:pt x="296029" y="73239"/>
                  <a:pt x="294964" y="77438"/>
                </a:cubicBezTo>
                <a:cubicBezTo>
                  <a:pt x="293900" y="81635"/>
                  <a:pt x="293368" y="86221"/>
                  <a:pt x="293368" y="91196"/>
                </a:cubicBezTo>
                <a:cubicBezTo>
                  <a:pt x="293368" y="95975"/>
                  <a:pt x="293803" y="100465"/>
                  <a:pt x="294674" y="104664"/>
                </a:cubicBezTo>
                <a:cubicBezTo>
                  <a:pt x="295545" y="108863"/>
                  <a:pt x="296996" y="112528"/>
                  <a:pt x="299028" y="115661"/>
                </a:cubicBezTo>
                <a:cubicBezTo>
                  <a:pt x="301060" y="118794"/>
                  <a:pt x="303786" y="121281"/>
                  <a:pt x="307205" y="123124"/>
                </a:cubicBezTo>
                <a:cubicBezTo>
                  <a:pt x="310623" y="124964"/>
                  <a:pt x="314881" y="125884"/>
                  <a:pt x="319977" y="125884"/>
                </a:cubicBezTo>
                <a:cubicBezTo>
                  <a:pt x="324621" y="125884"/>
                  <a:pt x="328653" y="125045"/>
                  <a:pt x="332072" y="123365"/>
                </a:cubicBezTo>
                <a:cubicBezTo>
                  <a:pt x="335491" y="121686"/>
                  <a:pt x="338297" y="119329"/>
                  <a:pt x="340490" y="116293"/>
                </a:cubicBezTo>
                <a:cubicBezTo>
                  <a:pt x="342683" y="113255"/>
                  <a:pt x="344296" y="109638"/>
                  <a:pt x="345328" y="105441"/>
                </a:cubicBezTo>
                <a:cubicBezTo>
                  <a:pt x="346360" y="101242"/>
                  <a:pt x="346876" y="96623"/>
                  <a:pt x="346876" y="91583"/>
                </a:cubicBezTo>
                <a:close/>
                <a:moveTo>
                  <a:pt x="461758" y="134977"/>
                </a:moveTo>
                <a:cubicBezTo>
                  <a:pt x="461758" y="135493"/>
                  <a:pt x="461645" y="135945"/>
                  <a:pt x="461420" y="136334"/>
                </a:cubicBezTo>
                <a:cubicBezTo>
                  <a:pt x="461194" y="136721"/>
                  <a:pt x="460807" y="137028"/>
                  <a:pt x="460258" y="137253"/>
                </a:cubicBezTo>
                <a:cubicBezTo>
                  <a:pt x="459710" y="137479"/>
                  <a:pt x="458984" y="137657"/>
                  <a:pt x="458081" y="137786"/>
                </a:cubicBezTo>
                <a:cubicBezTo>
                  <a:pt x="457178" y="137915"/>
                  <a:pt x="456082" y="137979"/>
                  <a:pt x="454791" y="137979"/>
                </a:cubicBezTo>
                <a:cubicBezTo>
                  <a:pt x="453437" y="137979"/>
                  <a:pt x="452308" y="137915"/>
                  <a:pt x="451405" y="137786"/>
                </a:cubicBezTo>
                <a:cubicBezTo>
                  <a:pt x="450502" y="137659"/>
                  <a:pt x="449760" y="137483"/>
                  <a:pt x="449179" y="137260"/>
                </a:cubicBezTo>
                <a:cubicBezTo>
                  <a:pt x="448599" y="137034"/>
                  <a:pt x="448180" y="136728"/>
                  <a:pt x="447922" y="136343"/>
                </a:cubicBezTo>
                <a:cubicBezTo>
                  <a:pt x="447664" y="135958"/>
                  <a:pt x="447535" y="135510"/>
                  <a:pt x="447535" y="134998"/>
                </a:cubicBezTo>
                <a:lnTo>
                  <a:pt x="447535" y="123547"/>
                </a:lnTo>
                <a:cubicBezTo>
                  <a:pt x="442955" y="128518"/>
                  <a:pt x="438197" y="132392"/>
                  <a:pt x="433262" y="135170"/>
                </a:cubicBezTo>
                <a:cubicBezTo>
                  <a:pt x="428328" y="137946"/>
                  <a:pt x="422925" y="139334"/>
                  <a:pt x="417055" y="139334"/>
                </a:cubicBezTo>
                <a:cubicBezTo>
                  <a:pt x="410669" y="139334"/>
                  <a:pt x="405218" y="138091"/>
                  <a:pt x="400703" y="135606"/>
                </a:cubicBezTo>
                <a:cubicBezTo>
                  <a:pt x="396187" y="133120"/>
                  <a:pt x="392527" y="129763"/>
                  <a:pt x="389721" y="125533"/>
                </a:cubicBezTo>
                <a:cubicBezTo>
                  <a:pt x="386915" y="121302"/>
                  <a:pt x="384867" y="116330"/>
                  <a:pt x="383576" y="110617"/>
                </a:cubicBezTo>
                <a:cubicBezTo>
                  <a:pt x="382286" y="104903"/>
                  <a:pt x="381641" y="98880"/>
                  <a:pt x="381641" y="92551"/>
                </a:cubicBezTo>
                <a:cubicBezTo>
                  <a:pt x="381641" y="85062"/>
                  <a:pt x="382448" y="78299"/>
                  <a:pt x="384060" y="72261"/>
                </a:cubicBezTo>
                <a:cubicBezTo>
                  <a:pt x="385673" y="66224"/>
                  <a:pt x="388060" y="61074"/>
                  <a:pt x="391220" y="56813"/>
                </a:cubicBezTo>
                <a:cubicBezTo>
                  <a:pt x="394381" y="52550"/>
                  <a:pt x="398300" y="49272"/>
                  <a:pt x="402977" y="46980"/>
                </a:cubicBezTo>
                <a:cubicBezTo>
                  <a:pt x="407653" y="44688"/>
                  <a:pt x="413056" y="43542"/>
                  <a:pt x="419184" y="43542"/>
                </a:cubicBezTo>
                <a:cubicBezTo>
                  <a:pt x="424280" y="43542"/>
                  <a:pt x="428941" y="44656"/>
                  <a:pt x="433166" y="46883"/>
                </a:cubicBezTo>
                <a:cubicBezTo>
                  <a:pt x="437391" y="49111"/>
                  <a:pt x="441568" y="52387"/>
                  <a:pt x="445696" y="56713"/>
                </a:cubicBezTo>
                <a:lnTo>
                  <a:pt x="445696" y="6005"/>
                </a:lnTo>
                <a:cubicBezTo>
                  <a:pt x="445696" y="5554"/>
                  <a:pt x="445809" y="5118"/>
                  <a:pt x="446035" y="4699"/>
                </a:cubicBezTo>
                <a:cubicBezTo>
                  <a:pt x="446261" y="4278"/>
                  <a:pt x="446696" y="3954"/>
                  <a:pt x="447341" y="3728"/>
                </a:cubicBezTo>
                <a:cubicBezTo>
                  <a:pt x="447986" y="3500"/>
                  <a:pt x="448809" y="3306"/>
                  <a:pt x="449808" y="3145"/>
                </a:cubicBezTo>
                <a:cubicBezTo>
                  <a:pt x="450808" y="2983"/>
                  <a:pt x="452082" y="2903"/>
                  <a:pt x="453630" y="2903"/>
                </a:cubicBezTo>
                <a:cubicBezTo>
                  <a:pt x="455243" y="2903"/>
                  <a:pt x="456565" y="2983"/>
                  <a:pt x="457598" y="3145"/>
                </a:cubicBezTo>
                <a:cubicBezTo>
                  <a:pt x="458630" y="3306"/>
                  <a:pt x="459436" y="3499"/>
                  <a:pt x="460016" y="3725"/>
                </a:cubicBezTo>
                <a:cubicBezTo>
                  <a:pt x="460597" y="3951"/>
                  <a:pt x="461032" y="4275"/>
                  <a:pt x="461323" y="4696"/>
                </a:cubicBezTo>
                <a:cubicBezTo>
                  <a:pt x="461613" y="5115"/>
                  <a:pt x="461758" y="5551"/>
                  <a:pt x="461758" y="6002"/>
                </a:cubicBezTo>
                <a:lnTo>
                  <a:pt x="461758" y="134977"/>
                </a:lnTo>
                <a:moveTo>
                  <a:pt x="445696" y="73761"/>
                </a:moveTo>
                <a:cubicBezTo>
                  <a:pt x="441374" y="68397"/>
                  <a:pt x="437197" y="64310"/>
                  <a:pt x="433166" y="61500"/>
                </a:cubicBezTo>
                <a:cubicBezTo>
                  <a:pt x="429134" y="58688"/>
                  <a:pt x="424925" y="57282"/>
                  <a:pt x="420539" y="57282"/>
                </a:cubicBezTo>
                <a:cubicBezTo>
                  <a:pt x="416475" y="57282"/>
                  <a:pt x="413024" y="58251"/>
                  <a:pt x="410185" y="60191"/>
                </a:cubicBezTo>
                <a:cubicBezTo>
                  <a:pt x="407347" y="62128"/>
                  <a:pt x="405041" y="64679"/>
                  <a:pt x="403267" y="67844"/>
                </a:cubicBezTo>
                <a:cubicBezTo>
                  <a:pt x="401493" y="71008"/>
                  <a:pt x="400203" y="74594"/>
                  <a:pt x="399397" y="78599"/>
                </a:cubicBezTo>
                <a:cubicBezTo>
                  <a:pt x="398590" y="82604"/>
                  <a:pt x="398187" y="86674"/>
                  <a:pt x="398187" y="90809"/>
                </a:cubicBezTo>
                <a:cubicBezTo>
                  <a:pt x="398187" y="95201"/>
                  <a:pt x="398526" y="99497"/>
                  <a:pt x="399203" y="103696"/>
                </a:cubicBezTo>
                <a:cubicBezTo>
                  <a:pt x="399880" y="107895"/>
                  <a:pt x="401058" y="111625"/>
                  <a:pt x="402735" y="114887"/>
                </a:cubicBezTo>
                <a:cubicBezTo>
                  <a:pt x="404412" y="118148"/>
                  <a:pt x="406637" y="120765"/>
                  <a:pt x="409411" y="122737"/>
                </a:cubicBezTo>
                <a:cubicBezTo>
                  <a:pt x="412185" y="124706"/>
                  <a:pt x="415668" y="125691"/>
                  <a:pt x="419861" y="125691"/>
                </a:cubicBezTo>
                <a:cubicBezTo>
                  <a:pt x="421990" y="125691"/>
                  <a:pt x="424038" y="125400"/>
                  <a:pt x="426006" y="124820"/>
                </a:cubicBezTo>
                <a:cubicBezTo>
                  <a:pt x="427973" y="124237"/>
                  <a:pt x="429989" y="123268"/>
                  <a:pt x="432053" y="121911"/>
                </a:cubicBezTo>
                <a:cubicBezTo>
                  <a:pt x="434117" y="120554"/>
                  <a:pt x="436278" y="118794"/>
                  <a:pt x="438536" y="116629"/>
                </a:cubicBezTo>
                <a:cubicBezTo>
                  <a:pt x="440794" y="114464"/>
                  <a:pt x="443180" y="111798"/>
                  <a:pt x="445696" y="108631"/>
                </a:cubicBezTo>
                <a:lnTo>
                  <a:pt x="445696" y="73761"/>
                </a:lnTo>
                <a:close/>
                <a:moveTo>
                  <a:pt x="565504" y="87664"/>
                </a:moveTo>
                <a:cubicBezTo>
                  <a:pt x="565504" y="90180"/>
                  <a:pt x="564875" y="91970"/>
                  <a:pt x="563617" y="93034"/>
                </a:cubicBezTo>
                <a:cubicBezTo>
                  <a:pt x="562359" y="94099"/>
                  <a:pt x="560924" y="94631"/>
                  <a:pt x="559311" y="94631"/>
                </a:cubicBezTo>
                <a:lnTo>
                  <a:pt x="502223" y="94631"/>
                </a:lnTo>
                <a:cubicBezTo>
                  <a:pt x="502223" y="99483"/>
                  <a:pt x="502707" y="103850"/>
                  <a:pt x="503675" y="107733"/>
                </a:cubicBezTo>
                <a:cubicBezTo>
                  <a:pt x="504642" y="111615"/>
                  <a:pt x="506255" y="114947"/>
                  <a:pt x="508513" y="117729"/>
                </a:cubicBezTo>
                <a:cubicBezTo>
                  <a:pt x="510770" y="120511"/>
                  <a:pt x="513705" y="122647"/>
                  <a:pt x="517318" y="124137"/>
                </a:cubicBezTo>
                <a:cubicBezTo>
                  <a:pt x="520930" y="125624"/>
                  <a:pt x="525349" y="126368"/>
                  <a:pt x="530574" y="126368"/>
                </a:cubicBezTo>
                <a:cubicBezTo>
                  <a:pt x="534702" y="126368"/>
                  <a:pt x="538379" y="126029"/>
                  <a:pt x="541604" y="125352"/>
                </a:cubicBezTo>
                <a:cubicBezTo>
                  <a:pt x="544830" y="124675"/>
                  <a:pt x="547620" y="123917"/>
                  <a:pt x="549974" y="123078"/>
                </a:cubicBezTo>
                <a:cubicBezTo>
                  <a:pt x="552329" y="122240"/>
                  <a:pt x="554264" y="121482"/>
                  <a:pt x="555780" y="120804"/>
                </a:cubicBezTo>
                <a:cubicBezTo>
                  <a:pt x="557296" y="120127"/>
                  <a:pt x="558441" y="119788"/>
                  <a:pt x="559215" y="119788"/>
                </a:cubicBezTo>
                <a:cubicBezTo>
                  <a:pt x="559666" y="119788"/>
                  <a:pt x="560069" y="119901"/>
                  <a:pt x="560424" y="120127"/>
                </a:cubicBezTo>
                <a:cubicBezTo>
                  <a:pt x="560779" y="120353"/>
                  <a:pt x="561053" y="120691"/>
                  <a:pt x="561247" y="121143"/>
                </a:cubicBezTo>
                <a:cubicBezTo>
                  <a:pt x="561440" y="121595"/>
                  <a:pt x="561585" y="122223"/>
                  <a:pt x="561682" y="123030"/>
                </a:cubicBezTo>
                <a:cubicBezTo>
                  <a:pt x="561779" y="123836"/>
                  <a:pt x="561827" y="124820"/>
                  <a:pt x="561827" y="125981"/>
                </a:cubicBezTo>
                <a:cubicBezTo>
                  <a:pt x="561827" y="126820"/>
                  <a:pt x="561795" y="127545"/>
                  <a:pt x="561730" y="128158"/>
                </a:cubicBezTo>
                <a:cubicBezTo>
                  <a:pt x="561666" y="128771"/>
                  <a:pt x="561585" y="129319"/>
                  <a:pt x="561488" y="129803"/>
                </a:cubicBezTo>
                <a:cubicBezTo>
                  <a:pt x="561392" y="130287"/>
                  <a:pt x="561230" y="130722"/>
                  <a:pt x="561005" y="131109"/>
                </a:cubicBezTo>
                <a:cubicBezTo>
                  <a:pt x="560779" y="131496"/>
                  <a:pt x="560489" y="131867"/>
                  <a:pt x="560134" y="132222"/>
                </a:cubicBezTo>
                <a:cubicBezTo>
                  <a:pt x="559779" y="132577"/>
                  <a:pt x="558731" y="133157"/>
                  <a:pt x="556989" y="133964"/>
                </a:cubicBezTo>
                <a:cubicBezTo>
                  <a:pt x="555247" y="134770"/>
                  <a:pt x="552990" y="135560"/>
                  <a:pt x="550216" y="136334"/>
                </a:cubicBezTo>
                <a:cubicBezTo>
                  <a:pt x="547442" y="137108"/>
                  <a:pt x="544233" y="137802"/>
                  <a:pt x="540588" y="138415"/>
                </a:cubicBezTo>
                <a:cubicBezTo>
                  <a:pt x="536944" y="139027"/>
                  <a:pt x="533057" y="139334"/>
                  <a:pt x="528929" y="139334"/>
                </a:cubicBezTo>
                <a:cubicBezTo>
                  <a:pt x="521769" y="139334"/>
                  <a:pt x="515495" y="138333"/>
                  <a:pt x="510109" y="136331"/>
                </a:cubicBezTo>
                <a:cubicBezTo>
                  <a:pt x="504723" y="134330"/>
                  <a:pt x="500191" y="131359"/>
                  <a:pt x="496514" y="127420"/>
                </a:cubicBezTo>
                <a:cubicBezTo>
                  <a:pt x="492838" y="123481"/>
                  <a:pt x="490064" y="118542"/>
                  <a:pt x="488193" y="112601"/>
                </a:cubicBezTo>
                <a:cubicBezTo>
                  <a:pt x="486322" y="106660"/>
                  <a:pt x="485387" y="99751"/>
                  <a:pt x="485387" y="91873"/>
                </a:cubicBezTo>
                <a:cubicBezTo>
                  <a:pt x="485387" y="84382"/>
                  <a:pt x="486355" y="77651"/>
                  <a:pt x="488290" y="71678"/>
                </a:cubicBezTo>
                <a:cubicBezTo>
                  <a:pt x="490225" y="65705"/>
                  <a:pt x="493015" y="60636"/>
                  <a:pt x="496660" y="56471"/>
                </a:cubicBezTo>
                <a:cubicBezTo>
                  <a:pt x="500304" y="52307"/>
                  <a:pt x="504707" y="49111"/>
                  <a:pt x="509867" y="46883"/>
                </a:cubicBezTo>
                <a:cubicBezTo>
                  <a:pt x="515028" y="44656"/>
                  <a:pt x="520801" y="43542"/>
                  <a:pt x="527187" y="43542"/>
                </a:cubicBezTo>
                <a:cubicBezTo>
                  <a:pt x="534025" y="43542"/>
                  <a:pt x="539847" y="44638"/>
                  <a:pt x="544652" y="46832"/>
                </a:cubicBezTo>
                <a:cubicBezTo>
                  <a:pt x="549458" y="49025"/>
                  <a:pt x="553409" y="51976"/>
                  <a:pt x="556505" y="55685"/>
                </a:cubicBezTo>
                <a:cubicBezTo>
                  <a:pt x="559602" y="59394"/>
                  <a:pt x="561875" y="63748"/>
                  <a:pt x="563327" y="68748"/>
                </a:cubicBezTo>
                <a:cubicBezTo>
                  <a:pt x="564778" y="73747"/>
                  <a:pt x="565504" y="79085"/>
                  <a:pt x="565504" y="84761"/>
                </a:cubicBezTo>
                <a:lnTo>
                  <a:pt x="565504" y="87664"/>
                </a:lnTo>
                <a:moveTo>
                  <a:pt x="549442" y="82923"/>
                </a:moveTo>
                <a:cubicBezTo>
                  <a:pt x="549635" y="74537"/>
                  <a:pt x="547781" y="67957"/>
                  <a:pt x="543878" y="63184"/>
                </a:cubicBezTo>
                <a:cubicBezTo>
                  <a:pt x="539976" y="58411"/>
                  <a:pt x="534186" y="56024"/>
                  <a:pt x="526510" y="56024"/>
                </a:cubicBezTo>
                <a:cubicBezTo>
                  <a:pt x="522575" y="56024"/>
                  <a:pt x="519124" y="56766"/>
                  <a:pt x="516157" y="58249"/>
                </a:cubicBezTo>
                <a:cubicBezTo>
                  <a:pt x="513189" y="59733"/>
                  <a:pt x="510706" y="61700"/>
                  <a:pt x="508706" y="64152"/>
                </a:cubicBezTo>
                <a:cubicBezTo>
                  <a:pt x="506706" y="66603"/>
                  <a:pt x="505158" y="69457"/>
                  <a:pt x="504062" y="72715"/>
                </a:cubicBezTo>
                <a:cubicBezTo>
                  <a:pt x="502965" y="75972"/>
                  <a:pt x="502352" y="79375"/>
                  <a:pt x="502223" y="82923"/>
                </a:cubicBezTo>
                <a:lnTo>
                  <a:pt x="549442" y="82923"/>
                </a:lnTo>
                <a:close/>
                <a:moveTo>
                  <a:pt x="640773" y="53605"/>
                </a:moveTo>
                <a:cubicBezTo>
                  <a:pt x="640773" y="55024"/>
                  <a:pt x="640741" y="56217"/>
                  <a:pt x="640677" y="57185"/>
                </a:cubicBezTo>
                <a:cubicBezTo>
                  <a:pt x="640612" y="58153"/>
                  <a:pt x="640483" y="58910"/>
                  <a:pt x="640290" y="59459"/>
                </a:cubicBezTo>
                <a:cubicBezTo>
                  <a:pt x="640096" y="60007"/>
                  <a:pt x="639854" y="60426"/>
                  <a:pt x="639564" y="60717"/>
                </a:cubicBezTo>
                <a:cubicBezTo>
                  <a:pt x="639274" y="61007"/>
                  <a:pt x="638870" y="61152"/>
                  <a:pt x="638354" y="61152"/>
                </a:cubicBezTo>
                <a:cubicBezTo>
                  <a:pt x="637838" y="61152"/>
                  <a:pt x="637209" y="61007"/>
                  <a:pt x="636468" y="60717"/>
                </a:cubicBezTo>
                <a:cubicBezTo>
                  <a:pt x="635726" y="60426"/>
                  <a:pt x="634887" y="60136"/>
                  <a:pt x="633952" y="59846"/>
                </a:cubicBezTo>
                <a:cubicBezTo>
                  <a:pt x="633017" y="59556"/>
                  <a:pt x="631968" y="59281"/>
                  <a:pt x="630807" y="59023"/>
                </a:cubicBezTo>
                <a:cubicBezTo>
                  <a:pt x="629646" y="58765"/>
                  <a:pt x="628388" y="58636"/>
                  <a:pt x="627034" y="58636"/>
                </a:cubicBezTo>
                <a:cubicBezTo>
                  <a:pt x="625421" y="58636"/>
                  <a:pt x="623840" y="58959"/>
                  <a:pt x="622292" y="59604"/>
                </a:cubicBezTo>
                <a:cubicBezTo>
                  <a:pt x="620744" y="60249"/>
                  <a:pt x="619115" y="61313"/>
                  <a:pt x="617406" y="62797"/>
                </a:cubicBezTo>
                <a:cubicBezTo>
                  <a:pt x="615697" y="64281"/>
                  <a:pt x="613906" y="66248"/>
                  <a:pt x="612036" y="68699"/>
                </a:cubicBezTo>
                <a:cubicBezTo>
                  <a:pt x="610165" y="71151"/>
                  <a:pt x="608101" y="74150"/>
                  <a:pt x="605843" y="77698"/>
                </a:cubicBezTo>
                <a:lnTo>
                  <a:pt x="605843" y="134980"/>
                </a:lnTo>
                <a:cubicBezTo>
                  <a:pt x="605843" y="135496"/>
                  <a:pt x="605714" y="135931"/>
                  <a:pt x="605456" y="136286"/>
                </a:cubicBezTo>
                <a:cubicBezTo>
                  <a:pt x="605198" y="136641"/>
                  <a:pt x="604779" y="136947"/>
                  <a:pt x="604198" y="137205"/>
                </a:cubicBezTo>
                <a:cubicBezTo>
                  <a:pt x="603618" y="137463"/>
                  <a:pt x="602811" y="137657"/>
                  <a:pt x="601779" y="137786"/>
                </a:cubicBezTo>
                <a:cubicBezTo>
                  <a:pt x="600747" y="137915"/>
                  <a:pt x="599425" y="137979"/>
                  <a:pt x="597812" y="137979"/>
                </a:cubicBezTo>
                <a:cubicBezTo>
                  <a:pt x="596264" y="137979"/>
                  <a:pt x="594974" y="137915"/>
                  <a:pt x="593942" y="137786"/>
                </a:cubicBezTo>
                <a:cubicBezTo>
                  <a:pt x="592910" y="137657"/>
                  <a:pt x="592087" y="137463"/>
                  <a:pt x="591474" y="137205"/>
                </a:cubicBezTo>
                <a:cubicBezTo>
                  <a:pt x="590862" y="136947"/>
                  <a:pt x="590442" y="136641"/>
                  <a:pt x="590217" y="136286"/>
                </a:cubicBezTo>
                <a:cubicBezTo>
                  <a:pt x="589991" y="135931"/>
                  <a:pt x="589878" y="135496"/>
                  <a:pt x="589878" y="134980"/>
                </a:cubicBezTo>
                <a:lnTo>
                  <a:pt x="589878" y="47896"/>
                </a:lnTo>
                <a:cubicBezTo>
                  <a:pt x="589878" y="47380"/>
                  <a:pt x="589975" y="46945"/>
                  <a:pt x="590168" y="46590"/>
                </a:cubicBezTo>
                <a:cubicBezTo>
                  <a:pt x="590362" y="46235"/>
                  <a:pt x="590749" y="45912"/>
                  <a:pt x="591329" y="45622"/>
                </a:cubicBezTo>
                <a:cubicBezTo>
                  <a:pt x="591910" y="45332"/>
                  <a:pt x="592652" y="45138"/>
                  <a:pt x="593555" y="45042"/>
                </a:cubicBezTo>
                <a:cubicBezTo>
                  <a:pt x="594458" y="44945"/>
                  <a:pt x="595651" y="44896"/>
                  <a:pt x="597135" y="44896"/>
                </a:cubicBezTo>
                <a:cubicBezTo>
                  <a:pt x="598554" y="44896"/>
                  <a:pt x="599731" y="44945"/>
                  <a:pt x="600667" y="45042"/>
                </a:cubicBezTo>
                <a:cubicBezTo>
                  <a:pt x="601602" y="45138"/>
                  <a:pt x="602328" y="45332"/>
                  <a:pt x="602844" y="45622"/>
                </a:cubicBezTo>
                <a:cubicBezTo>
                  <a:pt x="603360" y="45912"/>
                  <a:pt x="603731" y="46235"/>
                  <a:pt x="603956" y="46590"/>
                </a:cubicBezTo>
                <a:cubicBezTo>
                  <a:pt x="604182" y="46945"/>
                  <a:pt x="604295" y="47380"/>
                  <a:pt x="604295" y="47896"/>
                </a:cubicBezTo>
                <a:lnTo>
                  <a:pt x="604295" y="60572"/>
                </a:lnTo>
                <a:cubicBezTo>
                  <a:pt x="606682" y="57088"/>
                  <a:pt x="608923" y="54250"/>
                  <a:pt x="611020" y="52057"/>
                </a:cubicBezTo>
                <a:cubicBezTo>
                  <a:pt x="613116" y="49863"/>
                  <a:pt x="615100" y="48138"/>
                  <a:pt x="616971" y="46880"/>
                </a:cubicBezTo>
                <a:cubicBezTo>
                  <a:pt x="618841" y="45622"/>
                  <a:pt x="620696" y="44751"/>
                  <a:pt x="622534" y="44268"/>
                </a:cubicBezTo>
                <a:cubicBezTo>
                  <a:pt x="624373" y="43784"/>
                  <a:pt x="626227" y="43542"/>
                  <a:pt x="628098" y="43542"/>
                </a:cubicBezTo>
                <a:cubicBezTo>
                  <a:pt x="628936" y="43542"/>
                  <a:pt x="629888" y="43590"/>
                  <a:pt x="630952" y="43687"/>
                </a:cubicBezTo>
                <a:cubicBezTo>
                  <a:pt x="632017" y="43784"/>
                  <a:pt x="633129" y="43961"/>
                  <a:pt x="634291" y="44219"/>
                </a:cubicBezTo>
                <a:cubicBezTo>
                  <a:pt x="635452" y="44477"/>
                  <a:pt x="636500" y="44767"/>
                  <a:pt x="637435" y="45090"/>
                </a:cubicBezTo>
                <a:cubicBezTo>
                  <a:pt x="638371" y="45412"/>
                  <a:pt x="639032" y="45735"/>
                  <a:pt x="639419" y="46058"/>
                </a:cubicBezTo>
                <a:cubicBezTo>
                  <a:pt x="639806" y="46380"/>
                  <a:pt x="640064" y="46687"/>
                  <a:pt x="640193" y="46977"/>
                </a:cubicBezTo>
                <a:cubicBezTo>
                  <a:pt x="640322" y="47267"/>
                  <a:pt x="640435" y="47638"/>
                  <a:pt x="640532" y="48090"/>
                </a:cubicBezTo>
                <a:cubicBezTo>
                  <a:pt x="640628" y="48541"/>
                  <a:pt x="640693" y="49202"/>
                  <a:pt x="640725" y="50073"/>
                </a:cubicBezTo>
                <a:cubicBezTo>
                  <a:pt x="640757" y="50944"/>
                  <a:pt x="640773" y="52121"/>
                  <a:pt x="640773" y="53605"/>
                </a:cubicBezTo>
                <a:close/>
                <a:moveTo>
                  <a:pt x="736716" y="3970"/>
                </a:moveTo>
                <a:cubicBezTo>
                  <a:pt x="730587" y="16952"/>
                  <a:pt x="726024" y="30273"/>
                  <a:pt x="723024" y="43932"/>
                </a:cubicBezTo>
                <a:cubicBezTo>
                  <a:pt x="720025" y="57589"/>
                  <a:pt x="718525" y="71328"/>
                  <a:pt x="718525" y="85148"/>
                </a:cubicBezTo>
                <a:cubicBezTo>
                  <a:pt x="718525" y="99033"/>
                  <a:pt x="720057" y="112789"/>
                  <a:pt x="723121" y="126416"/>
                </a:cubicBezTo>
                <a:cubicBezTo>
                  <a:pt x="726185" y="140041"/>
                  <a:pt x="730652" y="153408"/>
                  <a:pt x="736522" y="166517"/>
                </a:cubicBezTo>
                <a:cubicBezTo>
                  <a:pt x="736845" y="167293"/>
                  <a:pt x="737022" y="167955"/>
                  <a:pt x="737054" y="168504"/>
                </a:cubicBezTo>
                <a:cubicBezTo>
                  <a:pt x="737086" y="169052"/>
                  <a:pt x="736877" y="169504"/>
                  <a:pt x="736425" y="169858"/>
                </a:cubicBezTo>
                <a:cubicBezTo>
                  <a:pt x="735974" y="170215"/>
                  <a:pt x="735280" y="170474"/>
                  <a:pt x="734345" y="170636"/>
                </a:cubicBezTo>
                <a:cubicBezTo>
                  <a:pt x="733410" y="170797"/>
                  <a:pt x="732136" y="170877"/>
                  <a:pt x="730523" y="170877"/>
                </a:cubicBezTo>
                <a:cubicBezTo>
                  <a:pt x="729362" y="170877"/>
                  <a:pt x="728362" y="170845"/>
                  <a:pt x="727523" y="170781"/>
                </a:cubicBezTo>
                <a:cubicBezTo>
                  <a:pt x="726685" y="170716"/>
                  <a:pt x="725959" y="170587"/>
                  <a:pt x="725346" y="170394"/>
                </a:cubicBezTo>
                <a:cubicBezTo>
                  <a:pt x="724734" y="170200"/>
                  <a:pt x="724234" y="169973"/>
                  <a:pt x="723847" y="169713"/>
                </a:cubicBezTo>
                <a:cubicBezTo>
                  <a:pt x="723460" y="169455"/>
                  <a:pt x="723169" y="169165"/>
                  <a:pt x="722976" y="168842"/>
                </a:cubicBezTo>
                <a:cubicBezTo>
                  <a:pt x="719492" y="162257"/>
                  <a:pt x="716428" y="155589"/>
                  <a:pt x="713784" y="148840"/>
                </a:cubicBezTo>
                <a:cubicBezTo>
                  <a:pt x="711139" y="142091"/>
                  <a:pt x="708913" y="135230"/>
                  <a:pt x="707107" y="128255"/>
                </a:cubicBezTo>
                <a:cubicBezTo>
                  <a:pt x="705301" y="121280"/>
                  <a:pt x="703946" y="114225"/>
                  <a:pt x="703043" y="107089"/>
                </a:cubicBezTo>
                <a:cubicBezTo>
                  <a:pt x="702140" y="99953"/>
                  <a:pt x="701689" y="92736"/>
                  <a:pt x="701689" y="85439"/>
                </a:cubicBezTo>
                <a:cubicBezTo>
                  <a:pt x="701689" y="78141"/>
                  <a:pt x="702189" y="70941"/>
                  <a:pt x="703188" y="63837"/>
                </a:cubicBezTo>
                <a:cubicBezTo>
                  <a:pt x="704188" y="56733"/>
                  <a:pt x="705607" y="49678"/>
                  <a:pt x="707446" y="42671"/>
                </a:cubicBezTo>
                <a:cubicBezTo>
                  <a:pt x="709284" y="35664"/>
                  <a:pt x="711526" y="28770"/>
                  <a:pt x="714171" y="21989"/>
                </a:cubicBezTo>
                <a:cubicBezTo>
                  <a:pt x="716815" y="15207"/>
                  <a:pt x="719783" y="8492"/>
                  <a:pt x="723072" y="1841"/>
                </a:cubicBezTo>
                <a:cubicBezTo>
                  <a:pt x="723137" y="1583"/>
                  <a:pt x="723314" y="1358"/>
                  <a:pt x="723605" y="1164"/>
                </a:cubicBezTo>
                <a:cubicBezTo>
                  <a:pt x="723895" y="969"/>
                  <a:pt x="724298" y="774"/>
                  <a:pt x="724814" y="581"/>
                </a:cubicBezTo>
                <a:cubicBezTo>
                  <a:pt x="725330" y="387"/>
                  <a:pt x="726040" y="242"/>
                  <a:pt x="726943" y="145"/>
                </a:cubicBezTo>
                <a:cubicBezTo>
                  <a:pt x="727846" y="48"/>
                  <a:pt x="729007" y="0"/>
                  <a:pt x="730426" y="0"/>
                </a:cubicBezTo>
                <a:cubicBezTo>
                  <a:pt x="731910" y="0"/>
                  <a:pt x="733103" y="97"/>
                  <a:pt x="734006" y="290"/>
                </a:cubicBezTo>
                <a:cubicBezTo>
                  <a:pt x="734909" y="484"/>
                  <a:pt x="735619" y="743"/>
                  <a:pt x="736135" y="1067"/>
                </a:cubicBezTo>
                <a:cubicBezTo>
                  <a:pt x="736651" y="1390"/>
                  <a:pt x="736941" y="1809"/>
                  <a:pt x="737006" y="2325"/>
                </a:cubicBezTo>
                <a:cubicBezTo>
                  <a:pt x="737070" y="2841"/>
                  <a:pt x="736974" y="3390"/>
                  <a:pt x="736716" y="3970"/>
                </a:cubicBezTo>
                <a:close/>
                <a:moveTo>
                  <a:pt x="859556" y="29221"/>
                </a:moveTo>
                <a:cubicBezTo>
                  <a:pt x="859556" y="30447"/>
                  <a:pt x="859492" y="31528"/>
                  <a:pt x="859363" y="32463"/>
                </a:cubicBezTo>
                <a:cubicBezTo>
                  <a:pt x="859234" y="33398"/>
                  <a:pt x="859040" y="34172"/>
                  <a:pt x="858782" y="34785"/>
                </a:cubicBezTo>
                <a:cubicBezTo>
                  <a:pt x="858524" y="35398"/>
                  <a:pt x="858202" y="35833"/>
                  <a:pt x="857815" y="36091"/>
                </a:cubicBezTo>
                <a:cubicBezTo>
                  <a:pt x="857428" y="36349"/>
                  <a:pt x="857008" y="36478"/>
                  <a:pt x="856557" y="36478"/>
                </a:cubicBezTo>
                <a:cubicBezTo>
                  <a:pt x="855783" y="36478"/>
                  <a:pt x="854493" y="35866"/>
                  <a:pt x="852686" y="34640"/>
                </a:cubicBezTo>
                <a:cubicBezTo>
                  <a:pt x="850880" y="33414"/>
                  <a:pt x="848461" y="32060"/>
                  <a:pt x="845429" y="30576"/>
                </a:cubicBezTo>
                <a:cubicBezTo>
                  <a:pt x="842398" y="29092"/>
                  <a:pt x="838769" y="27738"/>
                  <a:pt x="834544" y="26512"/>
                </a:cubicBezTo>
                <a:cubicBezTo>
                  <a:pt x="830319" y="25287"/>
                  <a:pt x="825303" y="24674"/>
                  <a:pt x="819498" y="24674"/>
                </a:cubicBezTo>
                <a:cubicBezTo>
                  <a:pt x="812596" y="24674"/>
                  <a:pt x="806403" y="25932"/>
                  <a:pt x="800920" y="28447"/>
                </a:cubicBezTo>
                <a:cubicBezTo>
                  <a:pt x="795437" y="30963"/>
                  <a:pt x="790792" y="34446"/>
                  <a:pt x="786987" y="38897"/>
                </a:cubicBezTo>
                <a:cubicBezTo>
                  <a:pt x="783181" y="43348"/>
                  <a:pt x="780262" y="48638"/>
                  <a:pt x="778230" y="54766"/>
                </a:cubicBezTo>
                <a:cubicBezTo>
                  <a:pt x="776198" y="60894"/>
                  <a:pt x="775182" y="67538"/>
                  <a:pt x="775182" y="74698"/>
                </a:cubicBezTo>
                <a:cubicBezTo>
                  <a:pt x="775182" y="82697"/>
                  <a:pt x="776295" y="89793"/>
                  <a:pt x="778520" y="95986"/>
                </a:cubicBezTo>
                <a:cubicBezTo>
                  <a:pt x="780746" y="102178"/>
                  <a:pt x="783826" y="107403"/>
                  <a:pt x="787761" y="111661"/>
                </a:cubicBezTo>
                <a:cubicBezTo>
                  <a:pt x="791696" y="115918"/>
                  <a:pt x="796388" y="119143"/>
                  <a:pt x="801839" y="121337"/>
                </a:cubicBezTo>
                <a:cubicBezTo>
                  <a:pt x="807290" y="123530"/>
                  <a:pt x="813273" y="124626"/>
                  <a:pt x="819788" y="124626"/>
                </a:cubicBezTo>
                <a:cubicBezTo>
                  <a:pt x="823658" y="124626"/>
                  <a:pt x="827577" y="124159"/>
                  <a:pt x="831544" y="123223"/>
                </a:cubicBezTo>
                <a:cubicBezTo>
                  <a:pt x="835512" y="122288"/>
                  <a:pt x="839205" y="120885"/>
                  <a:pt x="842623" y="119014"/>
                </a:cubicBezTo>
                <a:lnTo>
                  <a:pt x="842623" y="82536"/>
                </a:lnTo>
                <a:lnTo>
                  <a:pt x="813596" y="82536"/>
                </a:lnTo>
                <a:cubicBezTo>
                  <a:pt x="812499" y="82536"/>
                  <a:pt x="811676" y="81988"/>
                  <a:pt x="811128" y="80891"/>
                </a:cubicBezTo>
                <a:cubicBezTo>
                  <a:pt x="810580" y="79794"/>
                  <a:pt x="810306" y="78085"/>
                  <a:pt x="810306" y="75763"/>
                </a:cubicBezTo>
                <a:cubicBezTo>
                  <a:pt x="810306" y="74537"/>
                  <a:pt x="810370" y="73489"/>
                  <a:pt x="810499" y="72618"/>
                </a:cubicBezTo>
                <a:cubicBezTo>
                  <a:pt x="810628" y="71747"/>
                  <a:pt x="810838" y="71038"/>
                  <a:pt x="811128" y="70489"/>
                </a:cubicBezTo>
                <a:cubicBezTo>
                  <a:pt x="811418" y="69941"/>
                  <a:pt x="811757" y="69538"/>
                  <a:pt x="812144" y="69280"/>
                </a:cubicBezTo>
                <a:cubicBezTo>
                  <a:pt x="812531" y="69022"/>
                  <a:pt x="813015" y="68893"/>
                  <a:pt x="813596" y="68893"/>
                </a:cubicBezTo>
                <a:lnTo>
                  <a:pt x="853364" y="68893"/>
                </a:lnTo>
                <a:cubicBezTo>
                  <a:pt x="854073" y="68893"/>
                  <a:pt x="854783" y="69022"/>
                  <a:pt x="855492" y="69280"/>
                </a:cubicBezTo>
                <a:cubicBezTo>
                  <a:pt x="856202" y="69538"/>
                  <a:pt x="856847" y="69925"/>
                  <a:pt x="857428" y="70441"/>
                </a:cubicBezTo>
                <a:cubicBezTo>
                  <a:pt x="858008" y="70957"/>
                  <a:pt x="858460" y="71667"/>
                  <a:pt x="858782" y="72570"/>
                </a:cubicBezTo>
                <a:cubicBezTo>
                  <a:pt x="859105" y="73473"/>
                  <a:pt x="859266" y="74505"/>
                  <a:pt x="859266" y="75666"/>
                </a:cubicBezTo>
                <a:lnTo>
                  <a:pt x="859266" y="123368"/>
                </a:lnTo>
                <a:cubicBezTo>
                  <a:pt x="859266" y="125046"/>
                  <a:pt x="858976" y="126497"/>
                  <a:pt x="858395" y="127723"/>
                </a:cubicBezTo>
                <a:cubicBezTo>
                  <a:pt x="857815" y="128948"/>
                  <a:pt x="856589" y="130029"/>
                  <a:pt x="854718" y="130964"/>
                </a:cubicBezTo>
                <a:cubicBezTo>
                  <a:pt x="852848" y="131899"/>
                  <a:pt x="850429" y="132915"/>
                  <a:pt x="847461" y="134012"/>
                </a:cubicBezTo>
                <a:cubicBezTo>
                  <a:pt x="844494" y="135109"/>
                  <a:pt x="841430" y="136044"/>
                  <a:pt x="838269" y="136818"/>
                </a:cubicBezTo>
                <a:cubicBezTo>
                  <a:pt x="835108" y="137592"/>
                  <a:pt x="831915" y="138173"/>
                  <a:pt x="828690" y="138560"/>
                </a:cubicBezTo>
                <a:cubicBezTo>
                  <a:pt x="825465" y="138947"/>
                  <a:pt x="822272" y="139140"/>
                  <a:pt x="819111" y="139140"/>
                </a:cubicBezTo>
                <a:cubicBezTo>
                  <a:pt x="809435" y="139140"/>
                  <a:pt x="800791" y="137641"/>
                  <a:pt x="793179" y="134641"/>
                </a:cubicBezTo>
                <a:cubicBezTo>
                  <a:pt x="785567" y="131641"/>
                  <a:pt x="779133" y="127368"/>
                  <a:pt x="773876" y="121820"/>
                </a:cubicBezTo>
                <a:cubicBezTo>
                  <a:pt x="768618" y="116273"/>
                  <a:pt x="764603" y="109629"/>
                  <a:pt x="761829" y="101888"/>
                </a:cubicBezTo>
                <a:cubicBezTo>
                  <a:pt x="759055" y="94147"/>
                  <a:pt x="757668" y="85503"/>
                  <a:pt x="757668" y="75956"/>
                </a:cubicBezTo>
                <a:cubicBezTo>
                  <a:pt x="757668" y="66022"/>
                  <a:pt x="759168" y="57024"/>
                  <a:pt x="762168" y="48960"/>
                </a:cubicBezTo>
                <a:cubicBezTo>
                  <a:pt x="765167" y="40897"/>
                  <a:pt x="769393" y="34027"/>
                  <a:pt x="774843" y="28351"/>
                </a:cubicBezTo>
                <a:cubicBezTo>
                  <a:pt x="780294" y="22674"/>
                  <a:pt x="786841" y="18271"/>
                  <a:pt x="794485" y="15143"/>
                </a:cubicBezTo>
                <a:cubicBezTo>
                  <a:pt x="802129" y="12014"/>
                  <a:pt x="810596" y="10450"/>
                  <a:pt x="819885" y="10450"/>
                </a:cubicBezTo>
                <a:cubicBezTo>
                  <a:pt x="824658" y="10450"/>
                  <a:pt x="829142" y="10869"/>
                  <a:pt x="833334" y="11708"/>
                </a:cubicBezTo>
                <a:cubicBezTo>
                  <a:pt x="837527" y="12546"/>
                  <a:pt x="841253" y="13530"/>
                  <a:pt x="844510" y="14659"/>
                </a:cubicBezTo>
                <a:cubicBezTo>
                  <a:pt x="847768" y="15788"/>
                  <a:pt x="850509" y="17014"/>
                  <a:pt x="852735" y="18336"/>
                </a:cubicBezTo>
                <a:cubicBezTo>
                  <a:pt x="854960" y="19658"/>
                  <a:pt x="856492" y="20739"/>
                  <a:pt x="857331" y="21577"/>
                </a:cubicBezTo>
                <a:cubicBezTo>
                  <a:pt x="858169" y="22416"/>
                  <a:pt x="858750" y="23384"/>
                  <a:pt x="859073" y="24480"/>
                </a:cubicBezTo>
                <a:cubicBezTo>
                  <a:pt x="859395" y="25577"/>
                  <a:pt x="859556" y="27157"/>
                  <a:pt x="859556" y="29221"/>
                </a:cubicBezTo>
                <a:close/>
                <a:moveTo>
                  <a:pt x="939604" y="53605"/>
                </a:moveTo>
                <a:cubicBezTo>
                  <a:pt x="939604" y="55024"/>
                  <a:pt x="939572" y="56217"/>
                  <a:pt x="939508" y="57185"/>
                </a:cubicBezTo>
                <a:cubicBezTo>
                  <a:pt x="939443" y="58153"/>
                  <a:pt x="939314" y="58910"/>
                  <a:pt x="939121" y="59459"/>
                </a:cubicBezTo>
                <a:cubicBezTo>
                  <a:pt x="938927" y="60007"/>
                  <a:pt x="938685" y="60426"/>
                  <a:pt x="938395" y="60717"/>
                </a:cubicBezTo>
                <a:cubicBezTo>
                  <a:pt x="938105" y="61007"/>
                  <a:pt x="937702" y="61152"/>
                  <a:pt x="937185" y="61152"/>
                </a:cubicBezTo>
                <a:cubicBezTo>
                  <a:pt x="936669" y="61152"/>
                  <a:pt x="936040" y="61007"/>
                  <a:pt x="935299" y="60717"/>
                </a:cubicBezTo>
                <a:cubicBezTo>
                  <a:pt x="934557" y="60426"/>
                  <a:pt x="933718" y="60136"/>
                  <a:pt x="932783" y="59846"/>
                </a:cubicBezTo>
                <a:cubicBezTo>
                  <a:pt x="931848" y="59556"/>
                  <a:pt x="930799" y="59281"/>
                  <a:pt x="929638" y="59023"/>
                </a:cubicBezTo>
                <a:cubicBezTo>
                  <a:pt x="928477" y="58765"/>
                  <a:pt x="927219" y="58636"/>
                  <a:pt x="925865" y="58636"/>
                </a:cubicBezTo>
                <a:cubicBezTo>
                  <a:pt x="924252" y="58636"/>
                  <a:pt x="922672" y="58959"/>
                  <a:pt x="921123" y="59604"/>
                </a:cubicBezTo>
                <a:cubicBezTo>
                  <a:pt x="919575" y="60249"/>
                  <a:pt x="917946" y="61313"/>
                  <a:pt x="916237" y="62797"/>
                </a:cubicBezTo>
                <a:cubicBezTo>
                  <a:pt x="914528" y="64281"/>
                  <a:pt x="912738" y="66248"/>
                  <a:pt x="910867" y="68699"/>
                </a:cubicBezTo>
                <a:cubicBezTo>
                  <a:pt x="908996" y="71151"/>
                  <a:pt x="906932" y="74150"/>
                  <a:pt x="904674" y="77698"/>
                </a:cubicBezTo>
                <a:lnTo>
                  <a:pt x="904674" y="134980"/>
                </a:lnTo>
                <a:cubicBezTo>
                  <a:pt x="904674" y="135496"/>
                  <a:pt x="904545" y="135931"/>
                  <a:pt x="904287" y="136286"/>
                </a:cubicBezTo>
                <a:cubicBezTo>
                  <a:pt x="904029" y="136641"/>
                  <a:pt x="903610" y="136947"/>
                  <a:pt x="903029" y="137205"/>
                </a:cubicBezTo>
                <a:cubicBezTo>
                  <a:pt x="902449" y="137463"/>
                  <a:pt x="901642" y="137657"/>
                  <a:pt x="900610" y="137786"/>
                </a:cubicBezTo>
                <a:cubicBezTo>
                  <a:pt x="899578" y="137915"/>
                  <a:pt x="898256" y="137979"/>
                  <a:pt x="896643" y="137979"/>
                </a:cubicBezTo>
                <a:cubicBezTo>
                  <a:pt x="895095" y="137979"/>
                  <a:pt x="893805" y="137915"/>
                  <a:pt x="892773" y="137786"/>
                </a:cubicBezTo>
                <a:cubicBezTo>
                  <a:pt x="891741" y="137657"/>
                  <a:pt x="890918" y="137463"/>
                  <a:pt x="890305" y="137205"/>
                </a:cubicBezTo>
                <a:cubicBezTo>
                  <a:pt x="889693" y="136947"/>
                  <a:pt x="889273" y="136641"/>
                  <a:pt x="889048" y="136286"/>
                </a:cubicBezTo>
                <a:cubicBezTo>
                  <a:pt x="888822" y="135931"/>
                  <a:pt x="888709" y="135496"/>
                  <a:pt x="888709" y="134980"/>
                </a:cubicBezTo>
                <a:lnTo>
                  <a:pt x="888709" y="47896"/>
                </a:lnTo>
                <a:cubicBezTo>
                  <a:pt x="888709" y="47380"/>
                  <a:pt x="888806" y="46945"/>
                  <a:pt x="888999" y="46590"/>
                </a:cubicBezTo>
                <a:cubicBezTo>
                  <a:pt x="889193" y="46235"/>
                  <a:pt x="889580" y="45912"/>
                  <a:pt x="890160" y="45622"/>
                </a:cubicBezTo>
                <a:cubicBezTo>
                  <a:pt x="890741" y="45332"/>
                  <a:pt x="891483" y="45138"/>
                  <a:pt x="892386" y="45042"/>
                </a:cubicBezTo>
                <a:cubicBezTo>
                  <a:pt x="893289" y="44945"/>
                  <a:pt x="894482" y="44896"/>
                  <a:pt x="895966" y="44896"/>
                </a:cubicBezTo>
                <a:cubicBezTo>
                  <a:pt x="897385" y="44896"/>
                  <a:pt x="898562" y="44945"/>
                  <a:pt x="899498" y="45042"/>
                </a:cubicBezTo>
                <a:cubicBezTo>
                  <a:pt x="900433" y="45138"/>
                  <a:pt x="901159" y="45332"/>
                  <a:pt x="901675" y="45622"/>
                </a:cubicBezTo>
                <a:cubicBezTo>
                  <a:pt x="902191" y="45912"/>
                  <a:pt x="902562" y="46235"/>
                  <a:pt x="902787" y="46590"/>
                </a:cubicBezTo>
                <a:cubicBezTo>
                  <a:pt x="903013" y="46945"/>
                  <a:pt x="903126" y="47380"/>
                  <a:pt x="903126" y="47896"/>
                </a:cubicBezTo>
                <a:lnTo>
                  <a:pt x="903126" y="60572"/>
                </a:lnTo>
                <a:cubicBezTo>
                  <a:pt x="905513" y="57088"/>
                  <a:pt x="907754" y="54250"/>
                  <a:pt x="909851" y="52057"/>
                </a:cubicBezTo>
                <a:cubicBezTo>
                  <a:pt x="911947" y="49863"/>
                  <a:pt x="913931" y="48138"/>
                  <a:pt x="915802" y="46880"/>
                </a:cubicBezTo>
                <a:cubicBezTo>
                  <a:pt x="917672" y="45622"/>
                  <a:pt x="919527" y="44751"/>
                  <a:pt x="921365" y="44268"/>
                </a:cubicBezTo>
                <a:cubicBezTo>
                  <a:pt x="923204" y="43784"/>
                  <a:pt x="925058" y="43542"/>
                  <a:pt x="926929" y="43542"/>
                </a:cubicBezTo>
                <a:cubicBezTo>
                  <a:pt x="927768" y="43542"/>
                  <a:pt x="928719" y="43590"/>
                  <a:pt x="929783" y="43687"/>
                </a:cubicBezTo>
                <a:cubicBezTo>
                  <a:pt x="930848" y="43784"/>
                  <a:pt x="931960" y="43961"/>
                  <a:pt x="933122" y="44219"/>
                </a:cubicBezTo>
                <a:cubicBezTo>
                  <a:pt x="934283" y="44477"/>
                  <a:pt x="935331" y="44767"/>
                  <a:pt x="936266" y="45090"/>
                </a:cubicBezTo>
                <a:cubicBezTo>
                  <a:pt x="937202" y="45412"/>
                  <a:pt x="937863" y="45735"/>
                  <a:pt x="938250" y="46058"/>
                </a:cubicBezTo>
                <a:cubicBezTo>
                  <a:pt x="938637" y="46380"/>
                  <a:pt x="938895" y="46687"/>
                  <a:pt x="939024" y="46977"/>
                </a:cubicBezTo>
                <a:cubicBezTo>
                  <a:pt x="939153" y="47267"/>
                  <a:pt x="939266" y="47638"/>
                  <a:pt x="939363" y="48090"/>
                </a:cubicBezTo>
                <a:cubicBezTo>
                  <a:pt x="939459" y="48541"/>
                  <a:pt x="939524" y="49202"/>
                  <a:pt x="939556" y="50073"/>
                </a:cubicBezTo>
                <a:cubicBezTo>
                  <a:pt x="939588" y="50944"/>
                  <a:pt x="939604" y="52121"/>
                  <a:pt x="939604" y="53605"/>
                </a:cubicBezTo>
                <a:close/>
                <a:moveTo>
                  <a:pt x="1023471" y="135076"/>
                </a:moveTo>
                <a:cubicBezTo>
                  <a:pt x="1023471" y="135850"/>
                  <a:pt x="1023213" y="136431"/>
                  <a:pt x="1022697" y="136818"/>
                </a:cubicBezTo>
                <a:cubicBezTo>
                  <a:pt x="1022181" y="137205"/>
                  <a:pt x="1021471" y="137495"/>
                  <a:pt x="1020568" y="137689"/>
                </a:cubicBezTo>
                <a:cubicBezTo>
                  <a:pt x="1019665" y="137882"/>
                  <a:pt x="1018343" y="137979"/>
                  <a:pt x="1016601" y="137979"/>
                </a:cubicBezTo>
                <a:cubicBezTo>
                  <a:pt x="1014924" y="137979"/>
                  <a:pt x="1013586" y="137882"/>
                  <a:pt x="1012586" y="137689"/>
                </a:cubicBezTo>
                <a:cubicBezTo>
                  <a:pt x="1011586" y="137495"/>
                  <a:pt x="1010860" y="137205"/>
                  <a:pt x="1010409" y="136818"/>
                </a:cubicBezTo>
                <a:cubicBezTo>
                  <a:pt x="1009957" y="136431"/>
                  <a:pt x="1009731" y="135850"/>
                  <a:pt x="1009731" y="135076"/>
                </a:cubicBezTo>
                <a:lnTo>
                  <a:pt x="1009731" y="126368"/>
                </a:lnTo>
                <a:cubicBezTo>
                  <a:pt x="1005925" y="130432"/>
                  <a:pt x="1001684" y="133609"/>
                  <a:pt x="997007" y="135899"/>
                </a:cubicBezTo>
                <a:cubicBezTo>
                  <a:pt x="992331" y="138189"/>
                  <a:pt x="987380" y="139334"/>
                  <a:pt x="982155" y="139334"/>
                </a:cubicBezTo>
                <a:cubicBezTo>
                  <a:pt x="977575" y="139334"/>
                  <a:pt x="973430" y="138735"/>
                  <a:pt x="969721" y="137538"/>
                </a:cubicBezTo>
                <a:cubicBezTo>
                  <a:pt x="966012" y="136340"/>
                  <a:pt x="962851" y="134609"/>
                  <a:pt x="960239" y="132343"/>
                </a:cubicBezTo>
                <a:cubicBezTo>
                  <a:pt x="957626" y="130077"/>
                  <a:pt x="955594" y="127294"/>
                  <a:pt x="954143" y="123994"/>
                </a:cubicBezTo>
                <a:cubicBezTo>
                  <a:pt x="952692" y="120692"/>
                  <a:pt x="951966" y="116937"/>
                  <a:pt x="951966" y="112728"/>
                </a:cubicBezTo>
                <a:cubicBezTo>
                  <a:pt x="951966" y="107809"/>
                  <a:pt x="952966" y="103538"/>
                  <a:pt x="954965" y="99913"/>
                </a:cubicBezTo>
                <a:cubicBezTo>
                  <a:pt x="956965" y="96287"/>
                  <a:pt x="959836" y="93276"/>
                  <a:pt x="963577" y="90881"/>
                </a:cubicBezTo>
                <a:cubicBezTo>
                  <a:pt x="967318" y="88487"/>
                  <a:pt x="971898" y="86691"/>
                  <a:pt x="977317" y="85493"/>
                </a:cubicBezTo>
                <a:cubicBezTo>
                  <a:pt x="982735" y="84296"/>
                  <a:pt x="988831" y="83697"/>
                  <a:pt x="995604" y="83697"/>
                </a:cubicBezTo>
                <a:lnTo>
                  <a:pt x="1007603" y="83697"/>
                </a:lnTo>
                <a:lnTo>
                  <a:pt x="1007603" y="76948"/>
                </a:lnTo>
                <a:cubicBezTo>
                  <a:pt x="1007603" y="73606"/>
                  <a:pt x="1007248" y="70650"/>
                  <a:pt x="1006538" y="68079"/>
                </a:cubicBezTo>
                <a:cubicBezTo>
                  <a:pt x="1005829" y="65507"/>
                  <a:pt x="1004684" y="63369"/>
                  <a:pt x="1003103" y="61666"/>
                </a:cubicBezTo>
                <a:cubicBezTo>
                  <a:pt x="1001523" y="59963"/>
                  <a:pt x="999475" y="58678"/>
                  <a:pt x="996959" y="57811"/>
                </a:cubicBezTo>
                <a:cubicBezTo>
                  <a:pt x="994443" y="56942"/>
                  <a:pt x="991347" y="56508"/>
                  <a:pt x="987670" y="56508"/>
                </a:cubicBezTo>
                <a:cubicBezTo>
                  <a:pt x="983735" y="56508"/>
                  <a:pt x="980203" y="56970"/>
                  <a:pt x="977075" y="57895"/>
                </a:cubicBezTo>
                <a:cubicBezTo>
                  <a:pt x="973946" y="58821"/>
                  <a:pt x="971205" y="59842"/>
                  <a:pt x="968850" y="60959"/>
                </a:cubicBezTo>
                <a:cubicBezTo>
                  <a:pt x="966496" y="62075"/>
                  <a:pt x="964528" y="63096"/>
                  <a:pt x="962948" y="64022"/>
                </a:cubicBezTo>
                <a:cubicBezTo>
                  <a:pt x="961368" y="64947"/>
                  <a:pt x="960190" y="65409"/>
                  <a:pt x="959416" y="65409"/>
                </a:cubicBezTo>
                <a:cubicBezTo>
                  <a:pt x="958900" y="65409"/>
                  <a:pt x="958449" y="65280"/>
                  <a:pt x="958062" y="65022"/>
                </a:cubicBezTo>
                <a:cubicBezTo>
                  <a:pt x="957675" y="64764"/>
                  <a:pt x="957336" y="64377"/>
                  <a:pt x="957046" y="63861"/>
                </a:cubicBezTo>
                <a:cubicBezTo>
                  <a:pt x="956755" y="63345"/>
                  <a:pt x="956546" y="62684"/>
                  <a:pt x="956417" y="61878"/>
                </a:cubicBezTo>
                <a:cubicBezTo>
                  <a:pt x="956288" y="61071"/>
                  <a:pt x="956223" y="60184"/>
                  <a:pt x="956223" y="59217"/>
                </a:cubicBezTo>
                <a:cubicBezTo>
                  <a:pt x="956223" y="57604"/>
                  <a:pt x="956336" y="56330"/>
                  <a:pt x="956562" y="55395"/>
                </a:cubicBezTo>
                <a:cubicBezTo>
                  <a:pt x="956788" y="54460"/>
                  <a:pt x="957336" y="53573"/>
                  <a:pt x="958207" y="52734"/>
                </a:cubicBezTo>
                <a:cubicBezTo>
                  <a:pt x="959078" y="51895"/>
                  <a:pt x="960577" y="50919"/>
                  <a:pt x="962706" y="49804"/>
                </a:cubicBezTo>
                <a:cubicBezTo>
                  <a:pt x="964835" y="48687"/>
                  <a:pt x="967286" y="47667"/>
                  <a:pt x="970060" y="46744"/>
                </a:cubicBezTo>
                <a:cubicBezTo>
                  <a:pt x="972834" y="45821"/>
                  <a:pt x="975865" y="45057"/>
                  <a:pt x="979155" y="44452"/>
                </a:cubicBezTo>
                <a:cubicBezTo>
                  <a:pt x="982445" y="43845"/>
                  <a:pt x="985767" y="43542"/>
                  <a:pt x="989121" y="43542"/>
                </a:cubicBezTo>
                <a:cubicBezTo>
                  <a:pt x="995379" y="43542"/>
                  <a:pt x="1000700" y="44251"/>
                  <a:pt x="1005087" y="45671"/>
                </a:cubicBezTo>
                <a:cubicBezTo>
                  <a:pt x="1009473" y="47090"/>
                  <a:pt x="1013021" y="49170"/>
                  <a:pt x="1015730" y="51912"/>
                </a:cubicBezTo>
                <a:cubicBezTo>
                  <a:pt x="1018440" y="54653"/>
                  <a:pt x="1020407" y="58056"/>
                  <a:pt x="1021633" y="62120"/>
                </a:cubicBezTo>
                <a:cubicBezTo>
                  <a:pt x="1022858" y="66184"/>
                  <a:pt x="1023471" y="70925"/>
                  <a:pt x="1023471" y="76343"/>
                </a:cubicBezTo>
                <a:lnTo>
                  <a:pt x="1023471" y="135076"/>
                </a:lnTo>
                <a:moveTo>
                  <a:pt x="1007603" y="95211"/>
                </a:moveTo>
                <a:lnTo>
                  <a:pt x="993959" y="95211"/>
                </a:lnTo>
                <a:cubicBezTo>
                  <a:pt x="989573" y="95211"/>
                  <a:pt x="985767" y="95585"/>
                  <a:pt x="982542" y="96333"/>
                </a:cubicBezTo>
                <a:cubicBezTo>
                  <a:pt x="979317" y="97079"/>
                  <a:pt x="976640" y="98182"/>
                  <a:pt x="974511" y="99641"/>
                </a:cubicBezTo>
                <a:cubicBezTo>
                  <a:pt x="972382" y="101101"/>
                  <a:pt x="970818" y="102853"/>
                  <a:pt x="969818" y="104899"/>
                </a:cubicBezTo>
                <a:cubicBezTo>
                  <a:pt x="968818" y="106944"/>
                  <a:pt x="968318" y="109296"/>
                  <a:pt x="968318" y="111957"/>
                </a:cubicBezTo>
                <a:cubicBezTo>
                  <a:pt x="968318" y="116501"/>
                  <a:pt x="969753" y="120119"/>
                  <a:pt x="972624" y="122812"/>
                </a:cubicBezTo>
                <a:cubicBezTo>
                  <a:pt x="975495" y="125505"/>
                  <a:pt x="979510" y="126852"/>
                  <a:pt x="984671" y="126852"/>
                </a:cubicBezTo>
                <a:cubicBezTo>
                  <a:pt x="988863" y="126852"/>
                  <a:pt x="992750" y="125781"/>
                  <a:pt x="996330" y="123641"/>
                </a:cubicBezTo>
                <a:cubicBezTo>
                  <a:pt x="999910" y="121498"/>
                  <a:pt x="1003668" y="118220"/>
                  <a:pt x="1007603" y="113807"/>
                </a:cubicBezTo>
                <a:lnTo>
                  <a:pt x="1007603" y="95211"/>
                </a:lnTo>
                <a:close/>
                <a:moveTo>
                  <a:pt x="1132906" y="90132"/>
                </a:moveTo>
                <a:cubicBezTo>
                  <a:pt x="1132906" y="97749"/>
                  <a:pt x="1132083" y="104593"/>
                  <a:pt x="1130438" y="110663"/>
                </a:cubicBezTo>
                <a:cubicBezTo>
                  <a:pt x="1128793" y="116732"/>
                  <a:pt x="1126374" y="121883"/>
                  <a:pt x="1123181" y="126114"/>
                </a:cubicBezTo>
                <a:cubicBezTo>
                  <a:pt x="1119988" y="130343"/>
                  <a:pt x="1116037" y="133604"/>
                  <a:pt x="1111328" y="135896"/>
                </a:cubicBezTo>
                <a:cubicBezTo>
                  <a:pt x="1106619" y="138188"/>
                  <a:pt x="1101233" y="139334"/>
                  <a:pt x="1095169" y="139334"/>
                </a:cubicBezTo>
                <a:cubicBezTo>
                  <a:pt x="1092589" y="139334"/>
                  <a:pt x="1090202" y="139076"/>
                  <a:pt x="1088009" y="138560"/>
                </a:cubicBezTo>
                <a:cubicBezTo>
                  <a:pt x="1085816" y="138044"/>
                  <a:pt x="1083671" y="137237"/>
                  <a:pt x="1081575" y="136141"/>
                </a:cubicBezTo>
                <a:cubicBezTo>
                  <a:pt x="1079478" y="135042"/>
                  <a:pt x="1077398" y="133653"/>
                  <a:pt x="1075334" y="131974"/>
                </a:cubicBezTo>
                <a:cubicBezTo>
                  <a:pt x="1073269" y="130295"/>
                  <a:pt x="1071076" y="128325"/>
                  <a:pt x="1068754" y="126066"/>
                </a:cubicBezTo>
                <a:lnTo>
                  <a:pt x="1068754" y="169529"/>
                </a:lnTo>
                <a:cubicBezTo>
                  <a:pt x="1068754" y="170043"/>
                  <a:pt x="1068625" y="170493"/>
                  <a:pt x="1068367" y="170880"/>
                </a:cubicBezTo>
                <a:cubicBezTo>
                  <a:pt x="1068109" y="171267"/>
                  <a:pt x="1067690" y="171589"/>
                  <a:pt x="1067109" y="171845"/>
                </a:cubicBezTo>
                <a:cubicBezTo>
                  <a:pt x="1066528" y="172103"/>
                  <a:pt x="1065722" y="172297"/>
                  <a:pt x="1064690" y="172426"/>
                </a:cubicBezTo>
                <a:cubicBezTo>
                  <a:pt x="1063658" y="172555"/>
                  <a:pt x="1062336" y="172619"/>
                  <a:pt x="1060723" y="172619"/>
                </a:cubicBezTo>
                <a:cubicBezTo>
                  <a:pt x="1059175" y="172619"/>
                  <a:pt x="1057885" y="172555"/>
                  <a:pt x="1056852" y="172426"/>
                </a:cubicBezTo>
                <a:cubicBezTo>
                  <a:pt x="1055820" y="172297"/>
                  <a:pt x="1054998" y="172103"/>
                  <a:pt x="1054385" y="171845"/>
                </a:cubicBezTo>
                <a:cubicBezTo>
                  <a:pt x="1053772" y="171587"/>
                  <a:pt x="1053353" y="171264"/>
                  <a:pt x="1053127" y="170877"/>
                </a:cubicBezTo>
                <a:cubicBezTo>
                  <a:pt x="1052901" y="170490"/>
                  <a:pt x="1052789" y="170039"/>
                  <a:pt x="1052789" y="169523"/>
                </a:cubicBezTo>
                <a:lnTo>
                  <a:pt x="1052789" y="47896"/>
                </a:lnTo>
                <a:cubicBezTo>
                  <a:pt x="1052789" y="47315"/>
                  <a:pt x="1052885" y="46848"/>
                  <a:pt x="1053079" y="46493"/>
                </a:cubicBezTo>
                <a:cubicBezTo>
                  <a:pt x="1053272" y="46138"/>
                  <a:pt x="1053659" y="45832"/>
                  <a:pt x="1054240" y="45574"/>
                </a:cubicBezTo>
                <a:cubicBezTo>
                  <a:pt x="1054821" y="45316"/>
                  <a:pt x="1055562" y="45138"/>
                  <a:pt x="1056465" y="45042"/>
                </a:cubicBezTo>
                <a:cubicBezTo>
                  <a:pt x="1057369" y="44945"/>
                  <a:pt x="1058465" y="44896"/>
                  <a:pt x="1059755" y="44896"/>
                </a:cubicBezTo>
                <a:cubicBezTo>
                  <a:pt x="1061110" y="44896"/>
                  <a:pt x="1062223" y="44945"/>
                  <a:pt x="1063093" y="45042"/>
                </a:cubicBezTo>
                <a:cubicBezTo>
                  <a:pt x="1063964" y="45138"/>
                  <a:pt x="1064690" y="45316"/>
                  <a:pt x="1065271" y="45574"/>
                </a:cubicBezTo>
                <a:cubicBezTo>
                  <a:pt x="1065851" y="45832"/>
                  <a:pt x="1066254" y="46139"/>
                  <a:pt x="1066480" y="46496"/>
                </a:cubicBezTo>
                <a:cubicBezTo>
                  <a:pt x="1066706" y="46851"/>
                  <a:pt x="1066819" y="47318"/>
                  <a:pt x="1066819" y="47899"/>
                </a:cubicBezTo>
                <a:lnTo>
                  <a:pt x="1066819" y="59619"/>
                </a:lnTo>
                <a:cubicBezTo>
                  <a:pt x="1069463" y="56908"/>
                  <a:pt x="1072011" y="54551"/>
                  <a:pt x="1074463" y="52550"/>
                </a:cubicBezTo>
                <a:cubicBezTo>
                  <a:pt x="1076914" y="50548"/>
                  <a:pt x="1079381" y="48886"/>
                  <a:pt x="1081865" y="47563"/>
                </a:cubicBezTo>
                <a:cubicBezTo>
                  <a:pt x="1084348" y="46239"/>
                  <a:pt x="1086896" y="45238"/>
                  <a:pt x="1089509" y="44561"/>
                </a:cubicBezTo>
                <a:cubicBezTo>
                  <a:pt x="1092121" y="43881"/>
                  <a:pt x="1094879" y="43542"/>
                  <a:pt x="1097782" y="43542"/>
                </a:cubicBezTo>
                <a:cubicBezTo>
                  <a:pt x="1104103" y="43542"/>
                  <a:pt x="1109490" y="44768"/>
                  <a:pt x="1113941" y="47222"/>
                </a:cubicBezTo>
                <a:cubicBezTo>
                  <a:pt x="1118392" y="49675"/>
                  <a:pt x="1122020" y="53033"/>
                  <a:pt x="1124826" y="57297"/>
                </a:cubicBezTo>
                <a:cubicBezTo>
                  <a:pt x="1127632" y="61558"/>
                  <a:pt x="1129680" y="66514"/>
                  <a:pt x="1130970" y="72165"/>
                </a:cubicBezTo>
                <a:cubicBezTo>
                  <a:pt x="1132260" y="77813"/>
                  <a:pt x="1132906" y="83802"/>
                  <a:pt x="1132906" y="90132"/>
                </a:cubicBezTo>
                <a:moveTo>
                  <a:pt x="1116069" y="91970"/>
                </a:moveTo>
                <a:cubicBezTo>
                  <a:pt x="1116069" y="87513"/>
                  <a:pt x="1115731" y="83201"/>
                  <a:pt x="1115053" y="79034"/>
                </a:cubicBezTo>
                <a:cubicBezTo>
                  <a:pt x="1114376" y="74868"/>
                  <a:pt x="1113215" y="71170"/>
                  <a:pt x="1111570" y="67940"/>
                </a:cubicBezTo>
                <a:cubicBezTo>
                  <a:pt x="1109925" y="64711"/>
                  <a:pt x="1107716" y="62128"/>
                  <a:pt x="1104942" y="60191"/>
                </a:cubicBezTo>
                <a:cubicBezTo>
                  <a:pt x="1102168" y="58251"/>
                  <a:pt x="1098717" y="57282"/>
                  <a:pt x="1094589" y="57282"/>
                </a:cubicBezTo>
                <a:cubicBezTo>
                  <a:pt x="1092525" y="57282"/>
                  <a:pt x="1090493" y="57589"/>
                  <a:pt x="1088493" y="58204"/>
                </a:cubicBezTo>
                <a:cubicBezTo>
                  <a:pt x="1086493" y="58817"/>
                  <a:pt x="1084461" y="59785"/>
                  <a:pt x="1082397" y="61110"/>
                </a:cubicBezTo>
                <a:cubicBezTo>
                  <a:pt x="1080333" y="62434"/>
                  <a:pt x="1078172" y="64179"/>
                  <a:pt x="1075914" y="66344"/>
                </a:cubicBezTo>
                <a:cubicBezTo>
                  <a:pt x="1073656" y="68509"/>
                  <a:pt x="1071270" y="71175"/>
                  <a:pt x="1068754" y="74342"/>
                </a:cubicBezTo>
                <a:lnTo>
                  <a:pt x="1068754" y="109018"/>
                </a:lnTo>
                <a:cubicBezTo>
                  <a:pt x="1073140" y="114382"/>
                  <a:pt x="1077301" y="118486"/>
                  <a:pt x="1081236" y="121330"/>
                </a:cubicBezTo>
                <a:cubicBezTo>
                  <a:pt x="1085171" y="124173"/>
                  <a:pt x="1089299" y="125594"/>
                  <a:pt x="1093621" y="125594"/>
                </a:cubicBezTo>
                <a:cubicBezTo>
                  <a:pt x="1097621" y="125594"/>
                  <a:pt x="1101055" y="124625"/>
                  <a:pt x="1103926" y="122688"/>
                </a:cubicBezTo>
                <a:cubicBezTo>
                  <a:pt x="1106797" y="120749"/>
                  <a:pt x="1109119" y="118165"/>
                  <a:pt x="1110893" y="114935"/>
                </a:cubicBezTo>
                <a:cubicBezTo>
                  <a:pt x="1112667" y="111706"/>
                  <a:pt x="1113973" y="108089"/>
                  <a:pt x="1114811" y="104083"/>
                </a:cubicBezTo>
                <a:cubicBezTo>
                  <a:pt x="1115650" y="100078"/>
                  <a:pt x="1116069" y="96040"/>
                  <a:pt x="1116069" y="91970"/>
                </a:cubicBezTo>
                <a:close/>
                <a:moveTo>
                  <a:pt x="1231813" y="134980"/>
                </a:moveTo>
                <a:cubicBezTo>
                  <a:pt x="1231813" y="135496"/>
                  <a:pt x="1231684" y="135931"/>
                  <a:pt x="1231426" y="136286"/>
                </a:cubicBezTo>
                <a:cubicBezTo>
                  <a:pt x="1231168" y="136641"/>
                  <a:pt x="1230749" y="136947"/>
                  <a:pt x="1230168" y="137205"/>
                </a:cubicBezTo>
                <a:cubicBezTo>
                  <a:pt x="1229588" y="137463"/>
                  <a:pt x="1228782" y="137657"/>
                  <a:pt x="1227750" y="137786"/>
                </a:cubicBezTo>
                <a:cubicBezTo>
                  <a:pt x="1226717" y="137915"/>
                  <a:pt x="1225427" y="137979"/>
                  <a:pt x="1223879" y="137979"/>
                </a:cubicBezTo>
                <a:cubicBezTo>
                  <a:pt x="1222266" y="137979"/>
                  <a:pt x="1220944" y="137915"/>
                  <a:pt x="1219912" y="137786"/>
                </a:cubicBezTo>
                <a:cubicBezTo>
                  <a:pt x="1218880" y="137657"/>
                  <a:pt x="1218074" y="137463"/>
                  <a:pt x="1217493" y="137205"/>
                </a:cubicBezTo>
                <a:cubicBezTo>
                  <a:pt x="1216912" y="136947"/>
                  <a:pt x="1216493" y="136641"/>
                  <a:pt x="1216235" y="136286"/>
                </a:cubicBezTo>
                <a:cubicBezTo>
                  <a:pt x="1215977" y="135931"/>
                  <a:pt x="1215848" y="135496"/>
                  <a:pt x="1215848" y="134980"/>
                </a:cubicBezTo>
                <a:lnTo>
                  <a:pt x="1215848" y="83987"/>
                </a:lnTo>
                <a:cubicBezTo>
                  <a:pt x="1215848" y="79020"/>
                  <a:pt x="1215461" y="75021"/>
                  <a:pt x="1214687" y="71989"/>
                </a:cubicBezTo>
                <a:cubicBezTo>
                  <a:pt x="1213913" y="68957"/>
                  <a:pt x="1212784" y="66345"/>
                  <a:pt x="1211300" y="64152"/>
                </a:cubicBezTo>
                <a:cubicBezTo>
                  <a:pt x="1209817" y="61958"/>
                  <a:pt x="1207898" y="60281"/>
                  <a:pt x="1205543" y="59120"/>
                </a:cubicBezTo>
                <a:cubicBezTo>
                  <a:pt x="1203189" y="57959"/>
                  <a:pt x="1200463" y="57378"/>
                  <a:pt x="1197367" y="57378"/>
                </a:cubicBezTo>
                <a:cubicBezTo>
                  <a:pt x="1193368" y="57378"/>
                  <a:pt x="1189368" y="58798"/>
                  <a:pt x="1185369" y="61636"/>
                </a:cubicBezTo>
                <a:cubicBezTo>
                  <a:pt x="1181369" y="64474"/>
                  <a:pt x="1177176" y="68635"/>
                  <a:pt x="1172790" y="74118"/>
                </a:cubicBezTo>
                <a:lnTo>
                  <a:pt x="1172790" y="134980"/>
                </a:lnTo>
                <a:cubicBezTo>
                  <a:pt x="1172790" y="135496"/>
                  <a:pt x="1172661" y="135931"/>
                  <a:pt x="1172403" y="136286"/>
                </a:cubicBezTo>
                <a:cubicBezTo>
                  <a:pt x="1172145" y="136641"/>
                  <a:pt x="1171726" y="136947"/>
                  <a:pt x="1171145" y="137205"/>
                </a:cubicBezTo>
                <a:cubicBezTo>
                  <a:pt x="1170565" y="137463"/>
                  <a:pt x="1169758" y="137657"/>
                  <a:pt x="1168726" y="137786"/>
                </a:cubicBezTo>
                <a:cubicBezTo>
                  <a:pt x="1167694" y="137915"/>
                  <a:pt x="1166372" y="137979"/>
                  <a:pt x="1164759" y="137979"/>
                </a:cubicBezTo>
                <a:cubicBezTo>
                  <a:pt x="1163211" y="137979"/>
                  <a:pt x="1161921" y="137915"/>
                  <a:pt x="1160889" y="137786"/>
                </a:cubicBezTo>
                <a:cubicBezTo>
                  <a:pt x="1159857" y="137657"/>
                  <a:pt x="1159034" y="137463"/>
                  <a:pt x="1158421" y="137205"/>
                </a:cubicBezTo>
                <a:cubicBezTo>
                  <a:pt x="1157808" y="136947"/>
                  <a:pt x="1157389" y="136641"/>
                  <a:pt x="1157163" y="136286"/>
                </a:cubicBezTo>
                <a:cubicBezTo>
                  <a:pt x="1156938" y="135929"/>
                  <a:pt x="1156825" y="135493"/>
                  <a:pt x="1156825" y="134977"/>
                </a:cubicBezTo>
                <a:lnTo>
                  <a:pt x="1156825" y="5615"/>
                </a:lnTo>
                <a:cubicBezTo>
                  <a:pt x="1156825" y="5099"/>
                  <a:pt x="1156938" y="4647"/>
                  <a:pt x="1157163" y="4260"/>
                </a:cubicBezTo>
                <a:cubicBezTo>
                  <a:pt x="1157389" y="3871"/>
                  <a:pt x="1157808" y="3548"/>
                  <a:pt x="1158421" y="3290"/>
                </a:cubicBezTo>
                <a:cubicBezTo>
                  <a:pt x="1159034" y="3032"/>
                  <a:pt x="1159857" y="2838"/>
                  <a:pt x="1160889" y="2709"/>
                </a:cubicBezTo>
                <a:cubicBezTo>
                  <a:pt x="1161921" y="2580"/>
                  <a:pt x="1163211" y="2516"/>
                  <a:pt x="1164759" y="2516"/>
                </a:cubicBezTo>
                <a:cubicBezTo>
                  <a:pt x="1166372" y="2516"/>
                  <a:pt x="1167694" y="2580"/>
                  <a:pt x="1168726" y="2709"/>
                </a:cubicBezTo>
                <a:cubicBezTo>
                  <a:pt x="1169758" y="2838"/>
                  <a:pt x="1170565" y="3033"/>
                  <a:pt x="1171145" y="3293"/>
                </a:cubicBezTo>
                <a:cubicBezTo>
                  <a:pt x="1171726" y="3551"/>
                  <a:pt x="1172145" y="3873"/>
                  <a:pt x="1172403" y="4260"/>
                </a:cubicBezTo>
                <a:cubicBezTo>
                  <a:pt x="1172661" y="4647"/>
                  <a:pt x="1172790" y="5100"/>
                  <a:pt x="1172790" y="5618"/>
                </a:cubicBezTo>
                <a:lnTo>
                  <a:pt x="1172790" y="57862"/>
                </a:lnTo>
                <a:cubicBezTo>
                  <a:pt x="1177370" y="53024"/>
                  <a:pt x="1181982" y="49428"/>
                  <a:pt x="1186627" y="47074"/>
                </a:cubicBezTo>
                <a:cubicBezTo>
                  <a:pt x="1191271" y="44719"/>
                  <a:pt x="1195948" y="43542"/>
                  <a:pt x="1200657" y="43542"/>
                </a:cubicBezTo>
                <a:cubicBezTo>
                  <a:pt x="1206462" y="43542"/>
                  <a:pt x="1211349" y="44526"/>
                  <a:pt x="1215316" y="46493"/>
                </a:cubicBezTo>
                <a:cubicBezTo>
                  <a:pt x="1219283" y="48460"/>
                  <a:pt x="1222492" y="51089"/>
                  <a:pt x="1224943" y="54379"/>
                </a:cubicBezTo>
                <a:cubicBezTo>
                  <a:pt x="1227395" y="57669"/>
                  <a:pt x="1229153" y="61523"/>
                  <a:pt x="1230217" y="65942"/>
                </a:cubicBezTo>
                <a:cubicBezTo>
                  <a:pt x="1231281" y="70360"/>
                  <a:pt x="1231813" y="75698"/>
                  <a:pt x="1231813" y="81955"/>
                </a:cubicBezTo>
                <a:lnTo>
                  <a:pt x="1231813" y="134980"/>
                </a:lnTo>
                <a:close/>
                <a:moveTo>
                  <a:pt x="1385758" y="19352"/>
                </a:moveTo>
                <a:cubicBezTo>
                  <a:pt x="1385758" y="20578"/>
                  <a:pt x="1385693" y="21642"/>
                  <a:pt x="1385564" y="22545"/>
                </a:cubicBezTo>
                <a:cubicBezTo>
                  <a:pt x="1385435" y="23448"/>
                  <a:pt x="1385226" y="24174"/>
                  <a:pt x="1384935" y="24722"/>
                </a:cubicBezTo>
                <a:cubicBezTo>
                  <a:pt x="1384645" y="25270"/>
                  <a:pt x="1384290" y="25674"/>
                  <a:pt x="1383871" y="25932"/>
                </a:cubicBezTo>
                <a:cubicBezTo>
                  <a:pt x="1383452" y="26190"/>
                  <a:pt x="1382984" y="26319"/>
                  <a:pt x="1382468" y="26319"/>
                </a:cubicBezTo>
                <a:lnTo>
                  <a:pt x="1347247" y="26319"/>
                </a:lnTo>
                <a:lnTo>
                  <a:pt x="1347247" y="134883"/>
                </a:lnTo>
                <a:cubicBezTo>
                  <a:pt x="1347247" y="135399"/>
                  <a:pt x="1347118" y="135850"/>
                  <a:pt x="1346860" y="136237"/>
                </a:cubicBezTo>
                <a:cubicBezTo>
                  <a:pt x="1346602" y="136625"/>
                  <a:pt x="1346151" y="136931"/>
                  <a:pt x="1345506" y="137157"/>
                </a:cubicBezTo>
                <a:cubicBezTo>
                  <a:pt x="1344861" y="137382"/>
                  <a:pt x="1344006" y="137576"/>
                  <a:pt x="1342942" y="137737"/>
                </a:cubicBezTo>
                <a:cubicBezTo>
                  <a:pt x="1341877" y="137899"/>
                  <a:pt x="1340539" y="137979"/>
                  <a:pt x="1338926" y="137979"/>
                </a:cubicBezTo>
                <a:cubicBezTo>
                  <a:pt x="1337378" y="137979"/>
                  <a:pt x="1336056" y="137899"/>
                  <a:pt x="1334959" y="137737"/>
                </a:cubicBezTo>
                <a:cubicBezTo>
                  <a:pt x="1333862" y="137576"/>
                  <a:pt x="1332992" y="137382"/>
                  <a:pt x="1332346" y="137157"/>
                </a:cubicBezTo>
                <a:cubicBezTo>
                  <a:pt x="1331701" y="136931"/>
                  <a:pt x="1331250" y="136625"/>
                  <a:pt x="1330992" y="136237"/>
                </a:cubicBezTo>
                <a:cubicBezTo>
                  <a:pt x="1330734" y="135850"/>
                  <a:pt x="1330605" y="135399"/>
                  <a:pt x="1330605" y="134883"/>
                </a:cubicBezTo>
                <a:lnTo>
                  <a:pt x="1330605" y="26319"/>
                </a:lnTo>
                <a:lnTo>
                  <a:pt x="1295384" y="26319"/>
                </a:lnTo>
                <a:cubicBezTo>
                  <a:pt x="1294868" y="26319"/>
                  <a:pt x="1294401" y="26190"/>
                  <a:pt x="1293981" y="25932"/>
                </a:cubicBezTo>
                <a:cubicBezTo>
                  <a:pt x="1293562" y="25674"/>
                  <a:pt x="1293223" y="25270"/>
                  <a:pt x="1292965" y="24722"/>
                </a:cubicBezTo>
                <a:cubicBezTo>
                  <a:pt x="1292707" y="24174"/>
                  <a:pt x="1292498" y="23448"/>
                  <a:pt x="1292336" y="22545"/>
                </a:cubicBezTo>
                <a:cubicBezTo>
                  <a:pt x="1292175" y="21642"/>
                  <a:pt x="1292094" y="20578"/>
                  <a:pt x="1292094" y="19352"/>
                </a:cubicBezTo>
                <a:cubicBezTo>
                  <a:pt x="1292094" y="18126"/>
                  <a:pt x="1292175" y="17046"/>
                  <a:pt x="1292336" y="16110"/>
                </a:cubicBezTo>
                <a:cubicBezTo>
                  <a:pt x="1292498" y="15175"/>
                  <a:pt x="1292707" y="14417"/>
                  <a:pt x="1292965" y="13837"/>
                </a:cubicBezTo>
                <a:cubicBezTo>
                  <a:pt x="1293223" y="13256"/>
                  <a:pt x="1293562" y="12837"/>
                  <a:pt x="1293981" y="12579"/>
                </a:cubicBezTo>
                <a:cubicBezTo>
                  <a:pt x="1294401" y="12321"/>
                  <a:pt x="1294868" y="12192"/>
                  <a:pt x="1295384" y="12192"/>
                </a:cubicBezTo>
                <a:lnTo>
                  <a:pt x="1382468" y="12192"/>
                </a:lnTo>
                <a:cubicBezTo>
                  <a:pt x="1382984" y="12192"/>
                  <a:pt x="1383452" y="12321"/>
                  <a:pt x="1383871" y="12579"/>
                </a:cubicBezTo>
                <a:cubicBezTo>
                  <a:pt x="1384290" y="12837"/>
                  <a:pt x="1384645" y="13256"/>
                  <a:pt x="1384935" y="13837"/>
                </a:cubicBezTo>
                <a:cubicBezTo>
                  <a:pt x="1385226" y="14417"/>
                  <a:pt x="1385435" y="15175"/>
                  <a:pt x="1385564" y="16110"/>
                </a:cubicBezTo>
                <a:cubicBezTo>
                  <a:pt x="1385693" y="17046"/>
                  <a:pt x="1385758" y="18126"/>
                  <a:pt x="1385758" y="19352"/>
                </a:cubicBezTo>
                <a:close/>
                <a:moveTo>
                  <a:pt x="1452848" y="53605"/>
                </a:moveTo>
                <a:cubicBezTo>
                  <a:pt x="1452848" y="55024"/>
                  <a:pt x="1452816" y="56217"/>
                  <a:pt x="1452752" y="57185"/>
                </a:cubicBezTo>
                <a:cubicBezTo>
                  <a:pt x="1452687" y="58153"/>
                  <a:pt x="1452558" y="58910"/>
                  <a:pt x="1452365" y="59459"/>
                </a:cubicBezTo>
                <a:cubicBezTo>
                  <a:pt x="1452171" y="60007"/>
                  <a:pt x="1451929" y="60426"/>
                  <a:pt x="1451639" y="60717"/>
                </a:cubicBezTo>
                <a:cubicBezTo>
                  <a:pt x="1451349" y="61007"/>
                  <a:pt x="1450945" y="61152"/>
                  <a:pt x="1450429" y="61152"/>
                </a:cubicBezTo>
                <a:cubicBezTo>
                  <a:pt x="1449913" y="61152"/>
                  <a:pt x="1449284" y="61007"/>
                  <a:pt x="1448543" y="60717"/>
                </a:cubicBezTo>
                <a:cubicBezTo>
                  <a:pt x="1447801" y="60426"/>
                  <a:pt x="1446962" y="60136"/>
                  <a:pt x="1446027" y="59846"/>
                </a:cubicBezTo>
                <a:cubicBezTo>
                  <a:pt x="1445091" y="59556"/>
                  <a:pt x="1444043" y="59281"/>
                  <a:pt x="1442882" y="59023"/>
                </a:cubicBezTo>
                <a:cubicBezTo>
                  <a:pt x="1441721" y="58765"/>
                  <a:pt x="1440463" y="58636"/>
                  <a:pt x="1439108" y="58636"/>
                </a:cubicBezTo>
                <a:cubicBezTo>
                  <a:pt x="1437496" y="58636"/>
                  <a:pt x="1435915" y="58959"/>
                  <a:pt x="1434367" y="59604"/>
                </a:cubicBezTo>
                <a:cubicBezTo>
                  <a:pt x="1432819" y="60249"/>
                  <a:pt x="1431190" y="61313"/>
                  <a:pt x="1429481" y="62797"/>
                </a:cubicBezTo>
                <a:cubicBezTo>
                  <a:pt x="1427771" y="64281"/>
                  <a:pt x="1425981" y="66248"/>
                  <a:pt x="1424111" y="68699"/>
                </a:cubicBezTo>
                <a:cubicBezTo>
                  <a:pt x="1422240" y="71151"/>
                  <a:pt x="1420176" y="74150"/>
                  <a:pt x="1417918" y="77698"/>
                </a:cubicBezTo>
                <a:lnTo>
                  <a:pt x="1417918" y="134980"/>
                </a:lnTo>
                <a:cubicBezTo>
                  <a:pt x="1417918" y="135496"/>
                  <a:pt x="1417789" y="135931"/>
                  <a:pt x="1417531" y="136286"/>
                </a:cubicBezTo>
                <a:cubicBezTo>
                  <a:pt x="1417273" y="136641"/>
                  <a:pt x="1416854" y="136947"/>
                  <a:pt x="1416273" y="137205"/>
                </a:cubicBezTo>
                <a:cubicBezTo>
                  <a:pt x="1415693" y="137463"/>
                  <a:pt x="1414886" y="137657"/>
                  <a:pt x="1413854" y="137786"/>
                </a:cubicBezTo>
                <a:cubicBezTo>
                  <a:pt x="1412822" y="137915"/>
                  <a:pt x="1411500" y="137979"/>
                  <a:pt x="1409887" y="137979"/>
                </a:cubicBezTo>
                <a:cubicBezTo>
                  <a:pt x="1408339" y="137979"/>
                  <a:pt x="1407049" y="137915"/>
                  <a:pt x="1406017" y="137786"/>
                </a:cubicBezTo>
                <a:cubicBezTo>
                  <a:pt x="1404985" y="137657"/>
                  <a:pt x="1404162" y="137463"/>
                  <a:pt x="1403549" y="137205"/>
                </a:cubicBezTo>
                <a:cubicBezTo>
                  <a:pt x="1402937" y="136947"/>
                  <a:pt x="1402517" y="136641"/>
                  <a:pt x="1402291" y="136286"/>
                </a:cubicBezTo>
                <a:cubicBezTo>
                  <a:pt x="1402066" y="135931"/>
                  <a:pt x="1401953" y="135496"/>
                  <a:pt x="1401953" y="134980"/>
                </a:cubicBezTo>
                <a:lnTo>
                  <a:pt x="1401953" y="47896"/>
                </a:lnTo>
                <a:cubicBezTo>
                  <a:pt x="1401953" y="47380"/>
                  <a:pt x="1402050" y="46945"/>
                  <a:pt x="1402243" y="46590"/>
                </a:cubicBezTo>
                <a:cubicBezTo>
                  <a:pt x="1402437" y="46235"/>
                  <a:pt x="1402824" y="45912"/>
                  <a:pt x="1403404" y="45622"/>
                </a:cubicBezTo>
                <a:cubicBezTo>
                  <a:pt x="1403985" y="45332"/>
                  <a:pt x="1404727" y="45138"/>
                  <a:pt x="1405630" y="45042"/>
                </a:cubicBezTo>
                <a:cubicBezTo>
                  <a:pt x="1406533" y="44945"/>
                  <a:pt x="1407726" y="44896"/>
                  <a:pt x="1409210" y="44896"/>
                </a:cubicBezTo>
                <a:cubicBezTo>
                  <a:pt x="1410629" y="44896"/>
                  <a:pt x="1411806" y="44945"/>
                  <a:pt x="1412741" y="45042"/>
                </a:cubicBezTo>
                <a:cubicBezTo>
                  <a:pt x="1413677" y="45138"/>
                  <a:pt x="1414403" y="45332"/>
                  <a:pt x="1414919" y="45622"/>
                </a:cubicBezTo>
                <a:cubicBezTo>
                  <a:pt x="1415435" y="45912"/>
                  <a:pt x="1415806" y="46235"/>
                  <a:pt x="1416031" y="46590"/>
                </a:cubicBezTo>
                <a:cubicBezTo>
                  <a:pt x="1416257" y="46945"/>
                  <a:pt x="1416370" y="47380"/>
                  <a:pt x="1416370" y="47896"/>
                </a:cubicBezTo>
                <a:lnTo>
                  <a:pt x="1416370" y="60572"/>
                </a:lnTo>
                <a:cubicBezTo>
                  <a:pt x="1418757" y="57088"/>
                  <a:pt x="1420998" y="54250"/>
                  <a:pt x="1423095" y="52057"/>
                </a:cubicBezTo>
                <a:cubicBezTo>
                  <a:pt x="1425191" y="49863"/>
                  <a:pt x="1427175" y="48138"/>
                  <a:pt x="1429045" y="46880"/>
                </a:cubicBezTo>
                <a:cubicBezTo>
                  <a:pt x="1430916" y="45622"/>
                  <a:pt x="1432771" y="44751"/>
                  <a:pt x="1434609" y="44268"/>
                </a:cubicBezTo>
                <a:cubicBezTo>
                  <a:pt x="1436448" y="43784"/>
                  <a:pt x="1438302" y="43542"/>
                  <a:pt x="1440173" y="43542"/>
                </a:cubicBezTo>
                <a:cubicBezTo>
                  <a:pt x="1441011" y="43542"/>
                  <a:pt x="1441963" y="43590"/>
                  <a:pt x="1443027" y="43687"/>
                </a:cubicBezTo>
                <a:cubicBezTo>
                  <a:pt x="1444092" y="43784"/>
                  <a:pt x="1445204" y="43961"/>
                  <a:pt x="1446365" y="44219"/>
                </a:cubicBezTo>
                <a:cubicBezTo>
                  <a:pt x="1447527" y="44477"/>
                  <a:pt x="1448575" y="44767"/>
                  <a:pt x="1449510" y="45090"/>
                </a:cubicBezTo>
                <a:cubicBezTo>
                  <a:pt x="1450445" y="45412"/>
                  <a:pt x="1451107" y="45735"/>
                  <a:pt x="1451494" y="46058"/>
                </a:cubicBezTo>
                <a:cubicBezTo>
                  <a:pt x="1451881" y="46380"/>
                  <a:pt x="1452139" y="46687"/>
                  <a:pt x="1452268" y="46977"/>
                </a:cubicBezTo>
                <a:cubicBezTo>
                  <a:pt x="1452397" y="47267"/>
                  <a:pt x="1452510" y="47638"/>
                  <a:pt x="1452606" y="48090"/>
                </a:cubicBezTo>
                <a:cubicBezTo>
                  <a:pt x="1452703" y="48541"/>
                  <a:pt x="1452768" y="49202"/>
                  <a:pt x="1452800" y="50073"/>
                </a:cubicBezTo>
                <a:cubicBezTo>
                  <a:pt x="1452832" y="50944"/>
                  <a:pt x="1452848" y="52121"/>
                  <a:pt x="1452848" y="53605"/>
                </a:cubicBezTo>
                <a:close/>
                <a:moveTo>
                  <a:pt x="1536715" y="135076"/>
                </a:moveTo>
                <a:cubicBezTo>
                  <a:pt x="1536715" y="135850"/>
                  <a:pt x="1536457" y="136431"/>
                  <a:pt x="1535941" y="136818"/>
                </a:cubicBezTo>
                <a:cubicBezTo>
                  <a:pt x="1535425" y="137205"/>
                  <a:pt x="1534716" y="137495"/>
                  <a:pt x="1533812" y="137689"/>
                </a:cubicBezTo>
                <a:cubicBezTo>
                  <a:pt x="1532909" y="137882"/>
                  <a:pt x="1531587" y="137979"/>
                  <a:pt x="1529845" y="137979"/>
                </a:cubicBezTo>
                <a:cubicBezTo>
                  <a:pt x="1528168" y="137979"/>
                  <a:pt x="1526830" y="137882"/>
                  <a:pt x="1525830" y="137689"/>
                </a:cubicBezTo>
                <a:cubicBezTo>
                  <a:pt x="1524830" y="137495"/>
                  <a:pt x="1524104" y="137205"/>
                  <a:pt x="1523653" y="136818"/>
                </a:cubicBezTo>
                <a:cubicBezTo>
                  <a:pt x="1523201" y="136431"/>
                  <a:pt x="1522975" y="135850"/>
                  <a:pt x="1522975" y="135076"/>
                </a:cubicBezTo>
                <a:lnTo>
                  <a:pt x="1522975" y="126368"/>
                </a:lnTo>
                <a:cubicBezTo>
                  <a:pt x="1519169" y="130432"/>
                  <a:pt x="1514928" y="133609"/>
                  <a:pt x="1510251" y="135899"/>
                </a:cubicBezTo>
                <a:cubicBezTo>
                  <a:pt x="1505575" y="138189"/>
                  <a:pt x="1500624" y="139334"/>
                  <a:pt x="1495399" y="139334"/>
                </a:cubicBezTo>
                <a:cubicBezTo>
                  <a:pt x="1490819" y="139334"/>
                  <a:pt x="1486674" y="138735"/>
                  <a:pt x="1482965" y="137538"/>
                </a:cubicBezTo>
                <a:cubicBezTo>
                  <a:pt x="1479256" y="136340"/>
                  <a:pt x="1476095" y="134609"/>
                  <a:pt x="1473483" y="132343"/>
                </a:cubicBezTo>
                <a:cubicBezTo>
                  <a:pt x="1470870" y="130077"/>
                  <a:pt x="1468838" y="127294"/>
                  <a:pt x="1467387" y="123994"/>
                </a:cubicBezTo>
                <a:cubicBezTo>
                  <a:pt x="1465936" y="120692"/>
                  <a:pt x="1465210" y="116937"/>
                  <a:pt x="1465210" y="112728"/>
                </a:cubicBezTo>
                <a:cubicBezTo>
                  <a:pt x="1465210" y="107809"/>
                  <a:pt x="1466210" y="103538"/>
                  <a:pt x="1468209" y="99913"/>
                </a:cubicBezTo>
                <a:cubicBezTo>
                  <a:pt x="1470209" y="96287"/>
                  <a:pt x="1473080" y="93276"/>
                  <a:pt x="1476821" y="90881"/>
                </a:cubicBezTo>
                <a:cubicBezTo>
                  <a:pt x="1480562" y="88487"/>
                  <a:pt x="1485142" y="86691"/>
                  <a:pt x="1490561" y="85493"/>
                </a:cubicBezTo>
                <a:cubicBezTo>
                  <a:pt x="1495979" y="84296"/>
                  <a:pt x="1502075" y="83697"/>
                  <a:pt x="1508848" y="83697"/>
                </a:cubicBezTo>
                <a:lnTo>
                  <a:pt x="1520847" y="83697"/>
                </a:lnTo>
                <a:lnTo>
                  <a:pt x="1520847" y="76948"/>
                </a:lnTo>
                <a:cubicBezTo>
                  <a:pt x="1520847" y="73606"/>
                  <a:pt x="1520492" y="70650"/>
                  <a:pt x="1519782" y="68079"/>
                </a:cubicBezTo>
                <a:cubicBezTo>
                  <a:pt x="1519073" y="65507"/>
                  <a:pt x="1517928" y="63369"/>
                  <a:pt x="1516347" y="61666"/>
                </a:cubicBezTo>
                <a:cubicBezTo>
                  <a:pt x="1514767" y="59963"/>
                  <a:pt x="1512719" y="58678"/>
                  <a:pt x="1510203" y="57811"/>
                </a:cubicBezTo>
                <a:cubicBezTo>
                  <a:pt x="1507687" y="56942"/>
                  <a:pt x="1504591" y="56508"/>
                  <a:pt x="1500914" y="56508"/>
                </a:cubicBezTo>
                <a:cubicBezTo>
                  <a:pt x="1496979" y="56508"/>
                  <a:pt x="1493448" y="56970"/>
                  <a:pt x="1490319" y="57895"/>
                </a:cubicBezTo>
                <a:cubicBezTo>
                  <a:pt x="1487190" y="58821"/>
                  <a:pt x="1484449" y="59842"/>
                  <a:pt x="1482094" y="60959"/>
                </a:cubicBezTo>
                <a:cubicBezTo>
                  <a:pt x="1479740" y="62075"/>
                  <a:pt x="1477773" y="63096"/>
                  <a:pt x="1476192" y="64022"/>
                </a:cubicBezTo>
                <a:cubicBezTo>
                  <a:pt x="1474612" y="64947"/>
                  <a:pt x="1473434" y="65409"/>
                  <a:pt x="1472660" y="65409"/>
                </a:cubicBezTo>
                <a:cubicBezTo>
                  <a:pt x="1472144" y="65409"/>
                  <a:pt x="1471693" y="65280"/>
                  <a:pt x="1471306" y="65022"/>
                </a:cubicBezTo>
                <a:cubicBezTo>
                  <a:pt x="1470919" y="64764"/>
                  <a:pt x="1470580" y="64377"/>
                  <a:pt x="1470290" y="63861"/>
                </a:cubicBezTo>
                <a:cubicBezTo>
                  <a:pt x="1470000" y="63345"/>
                  <a:pt x="1469790" y="62684"/>
                  <a:pt x="1469661" y="61878"/>
                </a:cubicBezTo>
                <a:cubicBezTo>
                  <a:pt x="1469532" y="61071"/>
                  <a:pt x="1469467" y="60184"/>
                  <a:pt x="1469467" y="59217"/>
                </a:cubicBezTo>
                <a:cubicBezTo>
                  <a:pt x="1469467" y="57604"/>
                  <a:pt x="1469580" y="56330"/>
                  <a:pt x="1469806" y="55395"/>
                </a:cubicBezTo>
                <a:cubicBezTo>
                  <a:pt x="1470032" y="54460"/>
                  <a:pt x="1470580" y="53573"/>
                  <a:pt x="1471451" y="52734"/>
                </a:cubicBezTo>
                <a:cubicBezTo>
                  <a:pt x="1472322" y="51895"/>
                  <a:pt x="1473822" y="50919"/>
                  <a:pt x="1475950" y="49804"/>
                </a:cubicBezTo>
                <a:cubicBezTo>
                  <a:pt x="1478079" y="48687"/>
                  <a:pt x="1480530" y="47667"/>
                  <a:pt x="1483304" y="46744"/>
                </a:cubicBezTo>
                <a:cubicBezTo>
                  <a:pt x="1486078" y="45821"/>
                  <a:pt x="1489110" y="45057"/>
                  <a:pt x="1492399" y="44452"/>
                </a:cubicBezTo>
                <a:cubicBezTo>
                  <a:pt x="1495689" y="43845"/>
                  <a:pt x="1499011" y="43542"/>
                  <a:pt x="1502366" y="43542"/>
                </a:cubicBezTo>
                <a:cubicBezTo>
                  <a:pt x="1508623" y="43542"/>
                  <a:pt x="1513944" y="44251"/>
                  <a:pt x="1518331" y="45671"/>
                </a:cubicBezTo>
                <a:cubicBezTo>
                  <a:pt x="1522717" y="47090"/>
                  <a:pt x="1526265" y="49170"/>
                  <a:pt x="1528974" y="51912"/>
                </a:cubicBezTo>
                <a:cubicBezTo>
                  <a:pt x="1531684" y="54653"/>
                  <a:pt x="1533651" y="58056"/>
                  <a:pt x="1534877" y="62120"/>
                </a:cubicBezTo>
                <a:cubicBezTo>
                  <a:pt x="1536102" y="66184"/>
                  <a:pt x="1536715" y="70925"/>
                  <a:pt x="1536715" y="76343"/>
                </a:cubicBezTo>
                <a:lnTo>
                  <a:pt x="1536715" y="135076"/>
                </a:lnTo>
                <a:moveTo>
                  <a:pt x="1520847" y="95211"/>
                </a:moveTo>
                <a:lnTo>
                  <a:pt x="1507204" y="95211"/>
                </a:lnTo>
                <a:cubicBezTo>
                  <a:pt x="1502817" y="95211"/>
                  <a:pt x="1499011" y="95585"/>
                  <a:pt x="1495786" y="96333"/>
                </a:cubicBezTo>
                <a:cubicBezTo>
                  <a:pt x="1492561" y="97079"/>
                  <a:pt x="1489884" y="98182"/>
                  <a:pt x="1487755" y="99641"/>
                </a:cubicBezTo>
                <a:cubicBezTo>
                  <a:pt x="1485626" y="101101"/>
                  <a:pt x="1484062" y="102853"/>
                  <a:pt x="1483062" y="104899"/>
                </a:cubicBezTo>
                <a:cubicBezTo>
                  <a:pt x="1482062" y="106944"/>
                  <a:pt x="1481562" y="109296"/>
                  <a:pt x="1481562" y="111957"/>
                </a:cubicBezTo>
                <a:cubicBezTo>
                  <a:pt x="1481562" y="116501"/>
                  <a:pt x="1482998" y="120119"/>
                  <a:pt x="1485868" y="122812"/>
                </a:cubicBezTo>
                <a:cubicBezTo>
                  <a:pt x="1488739" y="125505"/>
                  <a:pt x="1492754" y="126852"/>
                  <a:pt x="1497915" y="126852"/>
                </a:cubicBezTo>
                <a:cubicBezTo>
                  <a:pt x="1502108" y="126852"/>
                  <a:pt x="1505994" y="125781"/>
                  <a:pt x="1509574" y="123641"/>
                </a:cubicBezTo>
                <a:cubicBezTo>
                  <a:pt x="1513154" y="121498"/>
                  <a:pt x="1516912" y="118220"/>
                  <a:pt x="1520847" y="113807"/>
                </a:cubicBezTo>
                <a:lnTo>
                  <a:pt x="1520847" y="95211"/>
                </a:lnTo>
                <a:close/>
                <a:moveTo>
                  <a:pt x="1641021" y="134980"/>
                </a:moveTo>
                <a:cubicBezTo>
                  <a:pt x="1641021" y="135496"/>
                  <a:pt x="1640892" y="135931"/>
                  <a:pt x="1640634" y="136286"/>
                </a:cubicBezTo>
                <a:cubicBezTo>
                  <a:pt x="1640376" y="136641"/>
                  <a:pt x="1639957" y="136947"/>
                  <a:pt x="1639376" y="137205"/>
                </a:cubicBezTo>
                <a:cubicBezTo>
                  <a:pt x="1638796" y="137463"/>
                  <a:pt x="1637989" y="137657"/>
                  <a:pt x="1636957" y="137786"/>
                </a:cubicBezTo>
                <a:cubicBezTo>
                  <a:pt x="1635925" y="137915"/>
                  <a:pt x="1634635" y="137979"/>
                  <a:pt x="1633087" y="137979"/>
                </a:cubicBezTo>
                <a:cubicBezTo>
                  <a:pt x="1631474" y="137979"/>
                  <a:pt x="1630152" y="137915"/>
                  <a:pt x="1629120" y="137786"/>
                </a:cubicBezTo>
                <a:cubicBezTo>
                  <a:pt x="1628088" y="137657"/>
                  <a:pt x="1627281" y="137463"/>
                  <a:pt x="1626701" y="137205"/>
                </a:cubicBezTo>
                <a:cubicBezTo>
                  <a:pt x="1626120" y="136947"/>
                  <a:pt x="1625701" y="136641"/>
                  <a:pt x="1625443" y="136286"/>
                </a:cubicBezTo>
                <a:cubicBezTo>
                  <a:pt x="1625185" y="135931"/>
                  <a:pt x="1625056" y="135496"/>
                  <a:pt x="1625056" y="134980"/>
                </a:cubicBezTo>
                <a:lnTo>
                  <a:pt x="1625056" y="83987"/>
                </a:lnTo>
                <a:cubicBezTo>
                  <a:pt x="1625056" y="79020"/>
                  <a:pt x="1624669" y="75021"/>
                  <a:pt x="1623895" y="71989"/>
                </a:cubicBezTo>
                <a:cubicBezTo>
                  <a:pt x="1623121" y="68957"/>
                  <a:pt x="1621992" y="66345"/>
                  <a:pt x="1620508" y="64152"/>
                </a:cubicBezTo>
                <a:cubicBezTo>
                  <a:pt x="1619024" y="61958"/>
                  <a:pt x="1617105" y="60281"/>
                  <a:pt x="1614751" y="59120"/>
                </a:cubicBezTo>
                <a:cubicBezTo>
                  <a:pt x="1612396" y="57959"/>
                  <a:pt x="1609671" y="57378"/>
                  <a:pt x="1606575" y="57378"/>
                </a:cubicBezTo>
                <a:cubicBezTo>
                  <a:pt x="1602575" y="57378"/>
                  <a:pt x="1598576" y="58798"/>
                  <a:pt x="1594577" y="61636"/>
                </a:cubicBezTo>
                <a:cubicBezTo>
                  <a:pt x="1590577" y="64474"/>
                  <a:pt x="1586384" y="68635"/>
                  <a:pt x="1581998" y="74118"/>
                </a:cubicBezTo>
                <a:lnTo>
                  <a:pt x="1581998" y="134980"/>
                </a:lnTo>
                <a:cubicBezTo>
                  <a:pt x="1581998" y="135496"/>
                  <a:pt x="1581869" y="135931"/>
                  <a:pt x="1581611" y="136286"/>
                </a:cubicBezTo>
                <a:cubicBezTo>
                  <a:pt x="1581353" y="136641"/>
                  <a:pt x="1580933" y="136947"/>
                  <a:pt x="1580353" y="137205"/>
                </a:cubicBezTo>
                <a:cubicBezTo>
                  <a:pt x="1579772" y="137463"/>
                  <a:pt x="1578966" y="137657"/>
                  <a:pt x="1577934" y="137786"/>
                </a:cubicBezTo>
                <a:cubicBezTo>
                  <a:pt x="1576902" y="137915"/>
                  <a:pt x="1575579" y="137979"/>
                  <a:pt x="1573967" y="137979"/>
                </a:cubicBezTo>
                <a:cubicBezTo>
                  <a:pt x="1572419" y="137979"/>
                  <a:pt x="1571128" y="137915"/>
                  <a:pt x="1570096" y="137786"/>
                </a:cubicBezTo>
                <a:cubicBezTo>
                  <a:pt x="1569064" y="137657"/>
                  <a:pt x="1568242" y="137463"/>
                  <a:pt x="1567629" y="137205"/>
                </a:cubicBezTo>
                <a:cubicBezTo>
                  <a:pt x="1567016" y="136947"/>
                  <a:pt x="1566597" y="136641"/>
                  <a:pt x="1566371" y="136286"/>
                </a:cubicBezTo>
                <a:cubicBezTo>
                  <a:pt x="1566145" y="135931"/>
                  <a:pt x="1566032" y="135496"/>
                  <a:pt x="1566032" y="134980"/>
                </a:cubicBezTo>
                <a:lnTo>
                  <a:pt x="1566032" y="47896"/>
                </a:lnTo>
                <a:cubicBezTo>
                  <a:pt x="1566032" y="47380"/>
                  <a:pt x="1566129" y="46945"/>
                  <a:pt x="1566323" y="46590"/>
                </a:cubicBezTo>
                <a:cubicBezTo>
                  <a:pt x="1566516" y="46235"/>
                  <a:pt x="1566903" y="45912"/>
                  <a:pt x="1567484" y="45622"/>
                </a:cubicBezTo>
                <a:cubicBezTo>
                  <a:pt x="1568064" y="45332"/>
                  <a:pt x="1568806" y="45138"/>
                  <a:pt x="1569709" y="45042"/>
                </a:cubicBezTo>
                <a:cubicBezTo>
                  <a:pt x="1570612" y="44945"/>
                  <a:pt x="1571806" y="44896"/>
                  <a:pt x="1573289" y="44896"/>
                </a:cubicBezTo>
                <a:cubicBezTo>
                  <a:pt x="1574709" y="44896"/>
                  <a:pt x="1575886" y="44945"/>
                  <a:pt x="1576821" y="45042"/>
                </a:cubicBezTo>
                <a:cubicBezTo>
                  <a:pt x="1577756" y="45138"/>
                  <a:pt x="1578482" y="45332"/>
                  <a:pt x="1578998" y="45622"/>
                </a:cubicBezTo>
                <a:cubicBezTo>
                  <a:pt x="1579514" y="45912"/>
                  <a:pt x="1579885" y="46235"/>
                  <a:pt x="1580111" y="46590"/>
                </a:cubicBezTo>
                <a:cubicBezTo>
                  <a:pt x="1580337" y="46945"/>
                  <a:pt x="1580450" y="47380"/>
                  <a:pt x="1580450" y="47896"/>
                </a:cubicBezTo>
                <a:lnTo>
                  <a:pt x="1580450" y="59410"/>
                </a:lnTo>
                <a:cubicBezTo>
                  <a:pt x="1585352" y="53927"/>
                  <a:pt x="1590238" y="49912"/>
                  <a:pt x="1595109" y="47364"/>
                </a:cubicBezTo>
                <a:cubicBezTo>
                  <a:pt x="1599979" y="44816"/>
                  <a:pt x="1604898" y="43542"/>
                  <a:pt x="1609865" y="43542"/>
                </a:cubicBezTo>
                <a:cubicBezTo>
                  <a:pt x="1615670" y="43542"/>
                  <a:pt x="1620556" y="44526"/>
                  <a:pt x="1624524" y="46493"/>
                </a:cubicBezTo>
                <a:cubicBezTo>
                  <a:pt x="1628491" y="48460"/>
                  <a:pt x="1631700" y="51089"/>
                  <a:pt x="1634151" y="54379"/>
                </a:cubicBezTo>
                <a:cubicBezTo>
                  <a:pt x="1636602" y="57669"/>
                  <a:pt x="1638360" y="61523"/>
                  <a:pt x="1639425" y="65942"/>
                </a:cubicBezTo>
                <a:cubicBezTo>
                  <a:pt x="1640489" y="70360"/>
                  <a:pt x="1641021" y="75666"/>
                  <a:pt x="1641021" y="81859"/>
                </a:cubicBezTo>
                <a:lnTo>
                  <a:pt x="1641021" y="134980"/>
                </a:lnTo>
                <a:close/>
                <a:moveTo>
                  <a:pt x="1724738" y="111343"/>
                </a:moveTo>
                <a:cubicBezTo>
                  <a:pt x="1724738" y="115798"/>
                  <a:pt x="1723915" y="119769"/>
                  <a:pt x="1722270" y="123257"/>
                </a:cubicBezTo>
                <a:cubicBezTo>
                  <a:pt x="1720625" y="126742"/>
                  <a:pt x="1718287" y="129680"/>
                  <a:pt x="1715255" y="132071"/>
                </a:cubicBezTo>
                <a:cubicBezTo>
                  <a:pt x="1712224" y="134460"/>
                  <a:pt x="1708611" y="136267"/>
                  <a:pt x="1704418" y="137492"/>
                </a:cubicBezTo>
                <a:cubicBezTo>
                  <a:pt x="1700225" y="138720"/>
                  <a:pt x="1695613" y="139334"/>
                  <a:pt x="1690582" y="139334"/>
                </a:cubicBezTo>
                <a:cubicBezTo>
                  <a:pt x="1687485" y="139334"/>
                  <a:pt x="1684534" y="139092"/>
                  <a:pt x="1681728" y="138608"/>
                </a:cubicBezTo>
                <a:cubicBezTo>
                  <a:pt x="1678922" y="138124"/>
                  <a:pt x="1676406" y="137511"/>
                  <a:pt x="1674181" y="136770"/>
                </a:cubicBezTo>
                <a:cubicBezTo>
                  <a:pt x="1671955" y="136028"/>
                  <a:pt x="1670069" y="135254"/>
                  <a:pt x="1668520" y="134447"/>
                </a:cubicBezTo>
                <a:cubicBezTo>
                  <a:pt x="1666972" y="133641"/>
                  <a:pt x="1665843" y="132915"/>
                  <a:pt x="1665134" y="132270"/>
                </a:cubicBezTo>
                <a:cubicBezTo>
                  <a:pt x="1664424" y="131625"/>
                  <a:pt x="1663908" y="130722"/>
                  <a:pt x="1663586" y="129561"/>
                </a:cubicBezTo>
                <a:cubicBezTo>
                  <a:pt x="1663263" y="128400"/>
                  <a:pt x="1663102" y="126820"/>
                  <a:pt x="1663102" y="124820"/>
                </a:cubicBezTo>
                <a:cubicBezTo>
                  <a:pt x="1663102" y="123594"/>
                  <a:pt x="1663166" y="122562"/>
                  <a:pt x="1663295" y="121724"/>
                </a:cubicBezTo>
                <a:cubicBezTo>
                  <a:pt x="1663424" y="120885"/>
                  <a:pt x="1663586" y="120208"/>
                  <a:pt x="1663779" y="119692"/>
                </a:cubicBezTo>
                <a:cubicBezTo>
                  <a:pt x="1663973" y="119176"/>
                  <a:pt x="1664247" y="118805"/>
                  <a:pt x="1664602" y="118579"/>
                </a:cubicBezTo>
                <a:cubicBezTo>
                  <a:pt x="1664956" y="118353"/>
                  <a:pt x="1665360" y="118240"/>
                  <a:pt x="1665811" y="118240"/>
                </a:cubicBezTo>
                <a:cubicBezTo>
                  <a:pt x="1666521" y="118240"/>
                  <a:pt x="1667569" y="118676"/>
                  <a:pt x="1668956" y="119546"/>
                </a:cubicBezTo>
                <a:cubicBezTo>
                  <a:pt x="1670343" y="120417"/>
                  <a:pt x="1672052" y="121369"/>
                  <a:pt x="1674084" y="122401"/>
                </a:cubicBezTo>
                <a:cubicBezTo>
                  <a:pt x="1676116" y="123433"/>
                  <a:pt x="1678519" y="124384"/>
                  <a:pt x="1681293" y="125255"/>
                </a:cubicBezTo>
                <a:cubicBezTo>
                  <a:pt x="1684066" y="126126"/>
                  <a:pt x="1687260" y="126562"/>
                  <a:pt x="1690872" y="126562"/>
                </a:cubicBezTo>
                <a:cubicBezTo>
                  <a:pt x="1693581" y="126562"/>
                  <a:pt x="1696032" y="126271"/>
                  <a:pt x="1698226" y="125691"/>
                </a:cubicBezTo>
                <a:cubicBezTo>
                  <a:pt x="1700419" y="125108"/>
                  <a:pt x="1702322" y="124251"/>
                  <a:pt x="1703934" y="123121"/>
                </a:cubicBezTo>
                <a:cubicBezTo>
                  <a:pt x="1705547" y="121990"/>
                  <a:pt x="1706789" y="120551"/>
                  <a:pt x="1707660" y="118806"/>
                </a:cubicBezTo>
                <a:cubicBezTo>
                  <a:pt x="1708531" y="117060"/>
                  <a:pt x="1708966" y="114992"/>
                  <a:pt x="1708966" y="112601"/>
                </a:cubicBezTo>
                <a:cubicBezTo>
                  <a:pt x="1708966" y="110148"/>
                  <a:pt x="1708337" y="108081"/>
                  <a:pt x="1707079" y="106402"/>
                </a:cubicBezTo>
                <a:cubicBezTo>
                  <a:pt x="1705821" y="104723"/>
                  <a:pt x="1704160" y="103238"/>
                  <a:pt x="1702096" y="101948"/>
                </a:cubicBezTo>
                <a:cubicBezTo>
                  <a:pt x="1700032" y="100656"/>
                  <a:pt x="1697710" y="99510"/>
                  <a:pt x="1695129" y="98510"/>
                </a:cubicBezTo>
                <a:cubicBezTo>
                  <a:pt x="1692549" y="97508"/>
                  <a:pt x="1689888" y="96459"/>
                  <a:pt x="1687147" y="95363"/>
                </a:cubicBezTo>
                <a:cubicBezTo>
                  <a:pt x="1684405" y="94264"/>
                  <a:pt x="1681728" y="93020"/>
                  <a:pt x="1679116" y="91631"/>
                </a:cubicBezTo>
                <a:cubicBezTo>
                  <a:pt x="1676503" y="90242"/>
                  <a:pt x="1674165" y="88547"/>
                  <a:pt x="1672101" y="86545"/>
                </a:cubicBezTo>
                <a:cubicBezTo>
                  <a:pt x="1670036" y="84544"/>
                  <a:pt x="1668375" y="82155"/>
                  <a:pt x="1667117" y="79379"/>
                </a:cubicBezTo>
                <a:cubicBezTo>
                  <a:pt x="1665860" y="76603"/>
                  <a:pt x="1665231" y="73278"/>
                  <a:pt x="1665231" y="69404"/>
                </a:cubicBezTo>
                <a:cubicBezTo>
                  <a:pt x="1665231" y="65981"/>
                  <a:pt x="1665892" y="62704"/>
                  <a:pt x="1667214" y="59574"/>
                </a:cubicBezTo>
                <a:cubicBezTo>
                  <a:pt x="1668537" y="56441"/>
                  <a:pt x="1670520" y="53697"/>
                  <a:pt x="1673165" y="51340"/>
                </a:cubicBezTo>
                <a:cubicBezTo>
                  <a:pt x="1675810" y="48982"/>
                  <a:pt x="1679116" y="47093"/>
                  <a:pt x="1683083" y="45674"/>
                </a:cubicBezTo>
                <a:cubicBezTo>
                  <a:pt x="1687050" y="44252"/>
                  <a:pt x="1691678" y="43542"/>
                  <a:pt x="1696968" y="43542"/>
                </a:cubicBezTo>
                <a:cubicBezTo>
                  <a:pt x="1699290" y="43542"/>
                  <a:pt x="1701612" y="43738"/>
                  <a:pt x="1703934" y="44131"/>
                </a:cubicBezTo>
                <a:cubicBezTo>
                  <a:pt x="1706257" y="44525"/>
                  <a:pt x="1708353" y="45015"/>
                  <a:pt x="1710224" y="45604"/>
                </a:cubicBezTo>
                <a:cubicBezTo>
                  <a:pt x="1712094" y="46193"/>
                  <a:pt x="1713691" y="46831"/>
                  <a:pt x="1715013" y="47518"/>
                </a:cubicBezTo>
                <a:cubicBezTo>
                  <a:pt x="1716336" y="48205"/>
                  <a:pt x="1717336" y="48811"/>
                  <a:pt x="1718013" y="49335"/>
                </a:cubicBezTo>
                <a:cubicBezTo>
                  <a:pt x="1718690" y="49859"/>
                  <a:pt x="1719142" y="50315"/>
                  <a:pt x="1719368" y="50702"/>
                </a:cubicBezTo>
                <a:cubicBezTo>
                  <a:pt x="1719593" y="51089"/>
                  <a:pt x="1719755" y="51524"/>
                  <a:pt x="1719851" y="52008"/>
                </a:cubicBezTo>
                <a:cubicBezTo>
                  <a:pt x="1719948" y="52492"/>
                  <a:pt x="1720045" y="53089"/>
                  <a:pt x="1720142" y="53798"/>
                </a:cubicBezTo>
                <a:cubicBezTo>
                  <a:pt x="1720238" y="54508"/>
                  <a:pt x="1720287" y="55379"/>
                  <a:pt x="1720287" y="56411"/>
                </a:cubicBezTo>
                <a:cubicBezTo>
                  <a:pt x="1720287" y="57507"/>
                  <a:pt x="1720238" y="58459"/>
                  <a:pt x="1720142" y="59265"/>
                </a:cubicBezTo>
                <a:cubicBezTo>
                  <a:pt x="1720045" y="60072"/>
                  <a:pt x="1719884" y="60733"/>
                  <a:pt x="1719658" y="61249"/>
                </a:cubicBezTo>
                <a:cubicBezTo>
                  <a:pt x="1719432" y="61765"/>
                  <a:pt x="1719158" y="62136"/>
                  <a:pt x="1718835" y="62362"/>
                </a:cubicBezTo>
                <a:cubicBezTo>
                  <a:pt x="1718513" y="62587"/>
                  <a:pt x="1718158" y="62700"/>
                  <a:pt x="1717771" y="62700"/>
                </a:cubicBezTo>
                <a:cubicBezTo>
                  <a:pt x="1717191" y="62700"/>
                  <a:pt x="1716352" y="62340"/>
                  <a:pt x="1715255" y="61621"/>
                </a:cubicBezTo>
                <a:cubicBezTo>
                  <a:pt x="1714159" y="60901"/>
                  <a:pt x="1712740" y="60132"/>
                  <a:pt x="1710998" y="59314"/>
                </a:cubicBezTo>
                <a:cubicBezTo>
                  <a:pt x="1709256" y="58495"/>
                  <a:pt x="1707208" y="57726"/>
                  <a:pt x="1704854" y="57007"/>
                </a:cubicBezTo>
                <a:cubicBezTo>
                  <a:pt x="1702499" y="56287"/>
                  <a:pt x="1699806" y="55927"/>
                  <a:pt x="1696774" y="55927"/>
                </a:cubicBezTo>
                <a:cubicBezTo>
                  <a:pt x="1694065" y="55927"/>
                  <a:pt x="1691678" y="56234"/>
                  <a:pt x="1689614" y="56849"/>
                </a:cubicBezTo>
                <a:cubicBezTo>
                  <a:pt x="1687550" y="57462"/>
                  <a:pt x="1685857" y="58334"/>
                  <a:pt x="1684534" y="59465"/>
                </a:cubicBezTo>
                <a:cubicBezTo>
                  <a:pt x="1683212" y="60596"/>
                  <a:pt x="1682212" y="61937"/>
                  <a:pt x="1681535" y="63489"/>
                </a:cubicBezTo>
                <a:cubicBezTo>
                  <a:pt x="1680857" y="65040"/>
                  <a:pt x="1680519" y="66720"/>
                  <a:pt x="1680519" y="68530"/>
                </a:cubicBezTo>
                <a:cubicBezTo>
                  <a:pt x="1680519" y="71048"/>
                  <a:pt x="1681164" y="73162"/>
                  <a:pt x="1682454" y="74874"/>
                </a:cubicBezTo>
                <a:cubicBezTo>
                  <a:pt x="1683744" y="76585"/>
                  <a:pt x="1685421" y="78087"/>
                  <a:pt x="1687485" y="79379"/>
                </a:cubicBezTo>
                <a:cubicBezTo>
                  <a:pt x="1689550" y="80669"/>
                  <a:pt x="1691904" y="81831"/>
                  <a:pt x="1694549" y="82866"/>
                </a:cubicBezTo>
                <a:cubicBezTo>
                  <a:pt x="1697194" y="83898"/>
                  <a:pt x="1699887" y="84963"/>
                  <a:pt x="1702628" y="86062"/>
                </a:cubicBezTo>
                <a:cubicBezTo>
                  <a:pt x="1705370" y="87158"/>
                  <a:pt x="1708079" y="88385"/>
                  <a:pt x="1710756" y="89741"/>
                </a:cubicBezTo>
                <a:cubicBezTo>
                  <a:pt x="1713433" y="91098"/>
                  <a:pt x="1715804" y="92745"/>
                  <a:pt x="1717868" y="94682"/>
                </a:cubicBezTo>
                <a:cubicBezTo>
                  <a:pt x="1719932" y="96619"/>
                  <a:pt x="1721593" y="98945"/>
                  <a:pt x="1722851" y="101658"/>
                </a:cubicBezTo>
                <a:cubicBezTo>
                  <a:pt x="1724109" y="104369"/>
                  <a:pt x="1724738" y="107598"/>
                  <a:pt x="1724738" y="111343"/>
                </a:cubicBezTo>
                <a:close/>
                <a:moveTo>
                  <a:pt x="1795253" y="12095"/>
                </a:moveTo>
                <a:cubicBezTo>
                  <a:pt x="1795253" y="13321"/>
                  <a:pt x="1795189" y="14304"/>
                  <a:pt x="1795060" y="15046"/>
                </a:cubicBezTo>
                <a:cubicBezTo>
                  <a:pt x="1794931" y="15788"/>
                  <a:pt x="1794785" y="16385"/>
                  <a:pt x="1794624" y="16836"/>
                </a:cubicBezTo>
                <a:cubicBezTo>
                  <a:pt x="1794463" y="17288"/>
                  <a:pt x="1794253" y="17594"/>
                  <a:pt x="1793995" y="17755"/>
                </a:cubicBezTo>
                <a:cubicBezTo>
                  <a:pt x="1793737" y="17917"/>
                  <a:pt x="1793415" y="17997"/>
                  <a:pt x="1793028" y="17997"/>
                </a:cubicBezTo>
                <a:cubicBezTo>
                  <a:pt x="1792576" y="17997"/>
                  <a:pt x="1792012" y="17852"/>
                  <a:pt x="1791334" y="17562"/>
                </a:cubicBezTo>
                <a:cubicBezTo>
                  <a:pt x="1790657" y="17272"/>
                  <a:pt x="1789834" y="16949"/>
                  <a:pt x="1788867" y="16594"/>
                </a:cubicBezTo>
                <a:cubicBezTo>
                  <a:pt x="1787899" y="16239"/>
                  <a:pt x="1786754" y="15917"/>
                  <a:pt x="1785432" y="15627"/>
                </a:cubicBezTo>
                <a:cubicBezTo>
                  <a:pt x="1784110" y="15336"/>
                  <a:pt x="1782578" y="15191"/>
                  <a:pt x="1780836" y="15191"/>
                </a:cubicBezTo>
                <a:cubicBezTo>
                  <a:pt x="1778449" y="15191"/>
                  <a:pt x="1776417" y="15577"/>
                  <a:pt x="1774740" y="16349"/>
                </a:cubicBezTo>
                <a:cubicBezTo>
                  <a:pt x="1773063" y="17121"/>
                  <a:pt x="1771708" y="18327"/>
                  <a:pt x="1770676" y="19966"/>
                </a:cubicBezTo>
                <a:cubicBezTo>
                  <a:pt x="1769644" y="21605"/>
                  <a:pt x="1768902" y="23726"/>
                  <a:pt x="1768451" y="26331"/>
                </a:cubicBezTo>
                <a:cubicBezTo>
                  <a:pt x="1767999" y="28935"/>
                  <a:pt x="1767773" y="32102"/>
                  <a:pt x="1767773" y="35831"/>
                </a:cubicBezTo>
                <a:lnTo>
                  <a:pt x="1767773" y="45283"/>
                </a:lnTo>
                <a:lnTo>
                  <a:pt x="1787222" y="45283"/>
                </a:lnTo>
                <a:cubicBezTo>
                  <a:pt x="1787738" y="45283"/>
                  <a:pt x="1788173" y="45396"/>
                  <a:pt x="1788528" y="45622"/>
                </a:cubicBezTo>
                <a:cubicBezTo>
                  <a:pt x="1788883" y="45848"/>
                  <a:pt x="1789206" y="46235"/>
                  <a:pt x="1789496" y="46783"/>
                </a:cubicBezTo>
                <a:cubicBezTo>
                  <a:pt x="1789786" y="47332"/>
                  <a:pt x="1790012" y="48025"/>
                  <a:pt x="1790173" y="48864"/>
                </a:cubicBezTo>
                <a:cubicBezTo>
                  <a:pt x="1790334" y="49702"/>
                  <a:pt x="1790415" y="50734"/>
                  <a:pt x="1790415" y="51960"/>
                </a:cubicBezTo>
                <a:cubicBezTo>
                  <a:pt x="1790415" y="54282"/>
                  <a:pt x="1790125" y="55959"/>
                  <a:pt x="1789544" y="56991"/>
                </a:cubicBezTo>
                <a:cubicBezTo>
                  <a:pt x="1788964" y="58024"/>
                  <a:pt x="1788190" y="58540"/>
                  <a:pt x="1787222" y="58540"/>
                </a:cubicBezTo>
                <a:lnTo>
                  <a:pt x="1767773" y="58540"/>
                </a:lnTo>
                <a:lnTo>
                  <a:pt x="1767773" y="134977"/>
                </a:lnTo>
                <a:cubicBezTo>
                  <a:pt x="1767773" y="135493"/>
                  <a:pt x="1767644" y="135929"/>
                  <a:pt x="1767386" y="136286"/>
                </a:cubicBezTo>
                <a:cubicBezTo>
                  <a:pt x="1767128" y="136641"/>
                  <a:pt x="1766693" y="136947"/>
                  <a:pt x="1766080" y="137205"/>
                </a:cubicBezTo>
                <a:cubicBezTo>
                  <a:pt x="1765467" y="137463"/>
                  <a:pt x="1764645" y="137657"/>
                  <a:pt x="1763613" y="137786"/>
                </a:cubicBezTo>
                <a:cubicBezTo>
                  <a:pt x="1762581" y="137915"/>
                  <a:pt x="1761290" y="137979"/>
                  <a:pt x="1759742" y="137979"/>
                </a:cubicBezTo>
                <a:cubicBezTo>
                  <a:pt x="1758194" y="137979"/>
                  <a:pt x="1756904" y="137915"/>
                  <a:pt x="1755872" y="137786"/>
                </a:cubicBezTo>
                <a:cubicBezTo>
                  <a:pt x="1754840" y="137657"/>
                  <a:pt x="1754017" y="137463"/>
                  <a:pt x="1753405" y="137205"/>
                </a:cubicBezTo>
                <a:cubicBezTo>
                  <a:pt x="1752792" y="136947"/>
                  <a:pt x="1752356" y="136641"/>
                  <a:pt x="1752098" y="136286"/>
                </a:cubicBezTo>
                <a:cubicBezTo>
                  <a:pt x="1751840" y="135929"/>
                  <a:pt x="1751711" y="135493"/>
                  <a:pt x="1751711" y="134977"/>
                </a:cubicBezTo>
                <a:lnTo>
                  <a:pt x="1751711" y="58540"/>
                </a:lnTo>
                <a:lnTo>
                  <a:pt x="1739423" y="58540"/>
                </a:lnTo>
                <a:cubicBezTo>
                  <a:pt x="1738391" y="58540"/>
                  <a:pt x="1737617" y="58024"/>
                  <a:pt x="1737101" y="56991"/>
                </a:cubicBezTo>
                <a:cubicBezTo>
                  <a:pt x="1736584" y="55959"/>
                  <a:pt x="1736326" y="54282"/>
                  <a:pt x="1736326" y="51960"/>
                </a:cubicBezTo>
                <a:cubicBezTo>
                  <a:pt x="1736326" y="50734"/>
                  <a:pt x="1736391" y="49702"/>
                  <a:pt x="1736520" y="48864"/>
                </a:cubicBezTo>
                <a:cubicBezTo>
                  <a:pt x="1736649" y="48025"/>
                  <a:pt x="1736842" y="47332"/>
                  <a:pt x="1737101" y="46783"/>
                </a:cubicBezTo>
                <a:cubicBezTo>
                  <a:pt x="1737359" y="46235"/>
                  <a:pt x="1737681" y="45848"/>
                  <a:pt x="1738068" y="45622"/>
                </a:cubicBezTo>
                <a:cubicBezTo>
                  <a:pt x="1738455" y="45396"/>
                  <a:pt x="1738907" y="45283"/>
                  <a:pt x="1739423" y="45283"/>
                </a:cubicBezTo>
                <a:lnTo>
                  <a:pt x="1751711" y="45283"/>
                </a:lnTo>
                <a:lnTo>
                  <a:pt x="1751711" y="36306"/>
                </a:lnTo>
                <a:cubicBezTo>
                  <a:pt x="1751711" y="30255"/>
                  <a:pt x="1752276" y="25057"/>
                  <a:pt x="1753405" y="20713"/>
                </a:cubicBezTo>
                <a:cubicBezTo>
                  <a:pt x="1754533" y="16368"/>
                  <a:pt x="1756259" y="12813"/>
                  <a:pt x="1758581" y="10045"/>
                </a:cubicBezTo>
                <a:cubicBezTo>
                  <a:pt x="1760903" y="7277"/>
                  <a:pt x="1763822" y="5234"/>
                  <a:pt x="1767338" y="3916"/>
                </a:cubicBezTo>
                <a:cubicBezTo>
                  <a:pt x="1770853" y="2595"/>
                  <a:pt x="1774998" y="1935"/>
                  <a:pt x="1779771" y="1935"/>
                </a:cubicBezTo>
                <a:cubicBezTo>
                  <a:pt x="1782029" y="1935"/>
                  <a:pt x="1784222" y="2145"/>
                  <a:pt x="1786351" y="2564"/>
                </a:cubicBezTo>
                <a:cubicBezTo>
                  <a:pt x="1788480" y="2983"/>
                  <a:pt x="1790125" y="3435"/>
                  <a:pt x="1791286" y="3919"/>
                </a:cubicBezTo>
                <a:cubicBezTo>
                  <a:pt x="1792447" y="4403"/>
                  <a:pt x="1793221" y="4838"/>
                  <a:pt x="1793608" y="5225"/>
                </a:cubicBezTo>
                <a:cubicBezTo>
                  <a:pt x="1793995" y="5612"/>
                  <a:pt x="1794318" y="6112"/>
                  <a:pt x="1794576" y="6725"/>
                </a:cubicBezTo>
                <a:cubicBezTo>
                  <a:pt x="1794834" y="7338"/>
                  <a:pt x="1795011" y="8079"/>
                  <a:pt x="1795108" y="8950"/>
                </a:cubicBezTo>
                <a:cubicBezTo>
                  <a:pt x="1795205" y="9821"/>
                  <a:pt x="1795253" y="10869"/>
                  <a:pt x="1795253" y="12095"/>
                </a:cubicBezTo>
                <a:close/>
                <a:moveTo>
                  <a:pt x="1888978" y="90519"/>
                </a:moveTo>
                <a:cubicBezTo>
                  <a:pt x="1888978" y="97620"/>
                  <a:pt x="1888043" y="104158"/>
                  <a:pt x="1886172" y="110131"/>
                </a:cubicBezTo>
                <a:cubicBezTo>
                  <a:pt x="1884301" y="116103"/>
                  <a:pt x="1881512" y="121254"/>
                  <a:pt x="1877802" y="125582"/>
                </a:cubicBezTo>
                <a:cubicBezTo>
                  <a:pt x="1874093" y="129908"/>
                  <a:pt x="1869449" y="133281"/>
                  <a:pt x="1863869" y="135702"/>
                </a:cubicBezTo>
                <a:cubicBezTo>
                  <a:pt x="1858289" y="138123"/>
                  <a:pt x="1851822" y="139334"/>
                  <a:pt x="1844469" y="139334"/>
                </a:cubicBezTo>
                <a:cubicBezTo>
                  <a:pt x="1837309" y="139334"/>
                  <a:pt x="1831068" y="138268"/>
                  <a:pt x="1825746" y="136138"/>
                </a:cubicBezTo>
                <a:cubicBezTo>
                  <a:pt x="1820424" y="134007"/>
                  <a:pt x="1815989" y="130908"/>
                  <a:pt x="1812441" y="126840"/>
                </a:cubicBezTo>
                <a:cubicBezTo>
                  <a:pt x="1808893" y="122772"/>
                  <a:pt x="1806249" y="117832"/>
                  <a:pt x="1804507" y="112020"/>
                </a:cubicBezTo>
                <a:cubicBezTo>
                  <a:pt x="1802765" y="106209"/>
                  <a:pt x="1801895" y="99622"/>
                  <a:pt x="1801895" y="92260"/>
                </a:cubicBezTo>
                <a:cubicBezTo>
                  <a:pt x="1801895" y="85159"/>
                  <a:pt x="1802814" y="78621"/>
                  <a:pt x="1804652" y="72648"/>
                </a:cubicBezTo>
                <a:cubicBezTo>
                  <a:pt x="1806491" y="66675"/>
                  <a:pt x="1809264" y="61526"/>
                  <a:pt x="1812974" y="57200"/>
                </a:cubicBezTo>
                <a:cubicBezTo>
                  <a:pt x="1816683" y="52872"/>
                  <a:pt x="1821311" y="49514"/>
                  <a:pt x="1826859" y="47125"/>
                </a:cubicBezTo>
                <a:cubicBezTo>
                  <a:pt x="1832406" y="44736"/>
                  <a:pt x="1838889" y="43542"/>
                  <a:pt x="1846307" y="43542"/>
                </a:cubicBezTo>
                <a:cubicBezTo>
                  <a:pt x="1853467" y="43542"/>
                  <a:pt x="1859708" y="44607"/>
                  <a:pt x="1865030" y="46738"/>
                </a:cubicBezTo>
                <a:cubicBezTo>
                  <a:pt x="1870352" y="48869"/>
                  <a:pt x="1874787" y="51968"/>
                  <a:pt x="1878335" y="56036"/>
                </a:cubicBezTo>
                <a:cubicBezTo>
                  <a:pt x="1881882" y="60104"/>
                  <a:pt x="1884543" y="65044"/>
                  <a:pt x="1886317" y="70855"/>
                </a:cubicBezTo>
                <a:cubicBezTo>
                  <a:pt x="1888091" y="76667"/>
                  <a:pt x="1888978" y="83221"/>
                  <a:pt x="1888978" y="90519"/>
                </a:cubicBezTo>
                <a:moveTo>
                  <a:pt x="1872142" y="91583"/>
                </a:moveTo>
                <a:cubicBezTo>
                  <a:pt x="1872142" y="86868"/>
                  <a:pt x="1871707" y="82411"/>
                  <a:pt x="1870836" y="78212"/>
                </a:cubicBezTo>
                <a:cubicBezTo>
                  <a:pt x="1869965" y="74013"/>
                  <a:pt x="1868530" y="70331"/>
                  <a:pt x="1866530" y="67166"/>
                </a:cubicBezTo>
                <a:cubicBezTo>
                  <a:pt x="1864530" y="64001"/>
                  <a:pt x="1861821" y="61499"/>
                  <a:pt x="1858402" y="59658"/>
                </a:cubicBezTo>
                <a:cubicBezTo>
                  <a:pt x="1854983" y="57816"/>
                  <a:pt x="1850726" y="56895"/>
                  <a:pt x="1845630" y="56895"/>
                </a:cubicBezTo>
                <a:cubicBezTo>
                  <a:pt x="1840921" y="56895"/>
                  <a:pt x="1836873" y="57734"/>
                  <a:pt x="1833487" y="59413"/>
                </a:cubicBezTo>
                <a:cubicBezTo>
                  <a:pt x="1830100" y="61093"/>
                  <a:pt x="1827310" y="63467"/>
                  <a:pt x="1825117" y="66537"/>
                </a:cubicBezTo>
                <a:cubicBezTo>
                  <a:pt x="1822924" y="69605"/>
                  <a:pt x="1821295" y="73239"/>
                  <a:pt x="1820230" y="77438"/>
                </a:cubicBezTo>
                <a:cubicBezTo>
                  <a:pt x="1819166" y="81635"/>
                  <a:pt x="1818634" y="86221"/>
                  <a:pt x="1818634" y="91196"/>
                </a:cubicBezTo>
                <a:cubicBezTo>
                  <a:pt x="1818634" y="95975"/>
                  <a:pt x="1819069" y="100465"/>
                  <a:pt x="1819940" y="104664"/>
                </a:cubicBezTo>
                <a:cubicBezTo>
                  <a:pt x="1820811" y="108863"/>
                  <a:pt x="1822262" y="112528"/>
                  <a:pt x="1824294" y="115661"/>
                </a:cubicBezTo>
                <a:cubicBezTo>
                  <a:pt x="1826326" y="118794"/>
                  <a:pt x="1829052" y="121281"/>
                  <a:pt x="1832471" y="123124"/>
                </a:cubicBezTo>
                <a:cubicBezTo>
                  <a:pt x="1835889" y="124964"/>
                  <a:pt x="1840147" y="125884"/>
                  <a:pt x="1845243" y="125884"/>
                </a:cubicBezTo>
                <a:cubicBezTo>
                  <a:pt x="1849887" y="125884"/>
                  <a:pt x="1853919" y="125045"/>
                  <a:pt x="1857338" y="123365"/>
                </a:cubicBezTo>
                <a:cubicBezTo>
                  <a:pt x="1860757" y="121686"/>
                  <a:pt x="1863563" y="119329"/>
                  <a:pt x="1865756" y="116293"/>
                </a:cubicBezTo>
                <a:cubicBezTo>
                  <a:pt x="1867949" y="113255"/>
                  <a:pt x="1869562" y="109638"/>
                  <a:pt x="1870594" y="105441"/>
                </a:cubicBezTo>
                <a:cubicBezTo>
                  <a:pt x="1871626" y="101242"/>
                  <a:pt x="1872142" y="96623"/>
                  <a:pt x="1872142" y="91583"/>
                </a:cubicBezTo>
                <a:close/>
                <a:moveTo>
                  <a:pt x="1963318" y="53605"/>
                </a:moveTo>
                <a:cubicBezTo>
                  <a:pt x="1963318" y="55024"/>
                  <a:pt x="1963286" y="56217"/>
                  <a:pt x="1963221" y="57185"/>
                </a:cubicBezTo>
                <a:cubicBezTo>
                  <a:pt x="1963157" y="58153"/>
                  <a:pt x="1963028" y="58910"/>
                  <a:pt x="1962834" y="59459"/>
                </a:cubicBezTo>
                <a:cubicBezTo>
                  <a:pt x="1962641" y="60007"/>
                  <a:pt x="1962399" y="60426"/>
                  <a:pt x="1962108" y="60717"/>
                </a:cubicBezTo>
                <a:cubicBezTo>
                  <a:pt x="1961818" y="61007"/>
                  <a:pt x="1961415" y="61152"/>
                  <a:pt x="1960899" y="61152"/>
                </a:cubicBezTo>
                <a:cubicBezTo>
                  <a:pt x="1960383" y="61152"/>
                  <a:pt x="1959754" y="61007"/>
                  <a:pt x="1959012" y="60717"/>
                </a:cubicBezTo>
                <a:cubicBezTo>
                  <a:pt x="1958270" y="60426"/>
                  <a:pt x="1957432" y="60136"/>
                  <a:pt x="1956496" y="59846"/>
                </a:cubicBezTo>
                <a:cubicBezTo>
                  <a:pt x="1955561" y="59556"/>
                  <a:pt x="1954513" y="59281"/>
                  <a:pt x="1953352" y="59023"/>
                </a:cubicBezTo>
                <a:cubicBezTo>
                  <a:pt x="1952190" y="58765"/>
                  <a:pt x="1950933" y="58636"/>
                  <a:pt x="1949578" y="58636"/>
                </a:cubicBezTo>
                <a:cubicBezTo>
                  <a:pt x="1947965" y="58636"/>
                  <a:pt x="1946385" y="58959"/>
                  <a:pt x="1944837" y="59604"/>
                </a:cubicBezTo>
                <a:cubicBezTo>
                  <a:pt x="1943289" y="60249"/>
                  <a:pt x="1941660" y="61313"/>
                  <a:pt x="1939950" y="62797"/>
                </a:cubicBezTo>
                <a:cubicBezTo>
                  <a:pt x="1938241" y="64281"/>
                  <a:pt x="1936451" y="66248"/>
                  <a:pt x="1934580" y="68699"/>
                </a:cubicBezTo>
                <a:cubicBezTo>
                  <a:pt x="1932710" y="71151"/>
                  <a:pt x="1930645" y="74150"/>
                  <a:pt x="1928388" y="77698"/>
                </a:cubicBezTo>
                <a:lnTo>
                  <a:pt x="1928388" y="134980"/>
                </a:lnTo>
                <a:cubicBezTo>
                  <a:pt x="1928388" y="135496"/>
                  <a:pt x="1928259" y="135931"/>
                  <a:pt x="1928001" y="136286"/>
                </a:cubicBezTo>
                <a:cubicBezTo>
                  <a:pt x="1927743" y="136641"/>
                  <a:pt x="1927323" y="136947"/>
                  <a:pt x="1926743" y="137205"/>
                </a:cubicBezTo>
                <a:cubicBezTo>
                  <a:pt x="1926162" y="137463"/>
                  <a:pt x="1925356" y="137657"/>
                  <a:pt x="1924324" y="137786"/>
                </a:cubicBezTo>
                <a:cubicBezTo>
                  <a:pt x="1923292" y="137915"/>
                  <a:pt x="1921969" y="137979"/>
                  <a:pt x="1920357" y="137979"/>
                </a:cubicBezTo>
                <a:cubicBezTo>
                  <a:pt x="1918808" y="137979"/>
                  <a:pt x="1917518" y="137915"/>
                  <a:pt x="1916486" y="137786"/>
                </a:cubicBezTo>
                <a:cubicBezTo>
                  <a:pt x="1915454" y="137657"/>
                  <a:pt x="1914632" y="137463"/>
                  <a:pt x="1914019" y="137205"/>
                </a:cubicBezTo>
                <a:cubicBezTo>
                  <a:pt x="1913406" y="136947"/>
                  <a:pt x="1912987" y="136641"/>
                  <a:pt x="1912761" y="136286"/>
                </a:cubicBezTo>
                <a:cubicBezTo>
                  <a:pt x="1912535" y="135931"/>
                  <a:pt x="1912422" y="135496"/>
                  <a:pt x="1912422" y="134980"/>
                </a:cubicBezTo>
                <a:lnTo>
                  <a:pt x="1912422" y="47896"/>
                </a:lnTo>
                <a:cubicBezTo>
                  <a:pt x="1912422" y="47380"/>
                  <a:pt x="1912519" y="46945"/>
                  <a:pt x="1912713" y="46590"/>
                </a:cubicBezTo>
                <a:cubicBezTo>
                  <a:pt x="1912906" y="46235"/>
                  <a:pt x="1913293" y="45912"/>
                  <a:pt x="1913874" y="45622"/>
                </a:cubicBezTo>
                <a:cubicBezTo>
                  <a:pt x="1914454" y="45332"/>
                  <a:pt x="1915196" y="45138"/>
                  <a:pt x="1916099" y="45042"/>
                </a:cubicBezTo>
                <a:cubicBezTo>
                  <a:pt x="1917002" y="44945"/>
                  <a:pt x="1918196" y="44896"/>
                  <a:pt x="1919679" y="44896"/>
                </a:cubicBezTo>
                <a:cubicBezTo>
                  <a:pt x="1921098" y="44896"/>
                  <a:pt x="1922276" y="44945"/>
                  <a:pt x="1923211" y="45042"/>
                </a:cubicBezTo>
                <a:cubicBezTo>
                  <a:pt x="1924146" y="45138"/>
                  <a:pt x="1924872" y="45332"/>
                  <a:pt x="1925388" y="45622"/>
                </a:cubicBezTo>
                <a:cubicBezTo>
                  <a:pt x="1925904" y="45912"/>
                  <a:pt x="1926275" y="46235"/>
                  <a:pt x="1926501" y="46590"/>
                </a:cubicBezTo>
                <a:cubicBezTo>
                  <a:pt x="1926727" y="46945"/>
                  <a:pt x="1926839" y="47380"/>
                  <a:pt x="1926839" y="47896"/>
                </a:cubicBezTo>
                <a:lnTo>
                  <a:pt x="1926839" y="60572"/>
                </a:lnTo>
                <a:cubicBezTo>
                  <a:pt x="1929226" y="57088"/>
                  <a:pt x="1931468" y="54250"/>
                  <a:pt x="1933564" y="52057"/>
                </a:cubicBezTo>
                <a:cubicBezTo>
                  <a:pt x="1935661" y="49863"/>
                  <a:pt x="1937644" y="48138"/>
                  <a:pt x="1939515" y="46880"/>
                </a:cubicBezTo>
                <a:cubicBezTo>
                  <a:pt x="1941386" y="45622"/>
                  <a:pt x="1943240" y="44751"/>
                  <a:pt x="1945079" y="44268"/>
                </a:cubicBezTo>
                <a:cubicBezTo>
                  <a:pt x="1946917" y="43784"/>
                  <a:pt x="1948772" y="43542"/>
                  <a:pt x="1950642" y="43542"/>
                </a:cubicBezTo>
                <a:cubicBezTo>
                  <a:pt x="1951481" y="43542"/>
                  <a:pt x="1952432" y="43590"/>
                  <a:pt x="1953497" y="43687"/>
                </a:cubicBezTo>
                <a:cubicBezTo>
                  <a:pt x="1954561" y="43784"/>
                  <a:pt x="1955674" y="43961"/>
                  <a:pt x="1956835" y="44219"/>
                </a:cubicBezTo>
                <a:cubicBezTo>
                  <a:pt x="1957996" y="44477"/>
                  <a:pt x="1959044" y="44767"/>
                  <a:pt x="1959980" y="45090"/>
                </a:cubicBezTo>
                <a:cubicBezTo>
                  <a:pt x="1960915" y="45412"/>
                  <a:pt x="1961576" y="45735"/>
                  <a:pt x="1961963" y="46058"/>
                </a:cubicBezTo>
                <a:cubicBezTo>
                  <a:pt x="1962350" y="46380"/>
                  <a:pt x="1962608" y="46687"/>
                  <a:pt x="1962737" y="46977"/>
                </a:cubicBezTo>
                <a:cubicBezTo>
                  <a:pt x="1962866" y="47267"/>
                  <a:pt x="1962979" y="47638"/>
                  <a:pt x="1963076" y="48090"/>
                </a:cubicBezTo>
                <a:cubicBezTo>
                  <a:pt x="1963173" y="48541"/>
                  <a:pt x="1963237" y="49202"/>
                  <a:pt x="1963269" y="50073"/>
                </a:cubicBezTo>
                <a:cubicBezTo>
                  <a:pt x="1963302" y="50944"/>
                  <a:pt x="1963318" y="52121"/>
                  <a:pt x="1963318" y="53605"/>
                </a:cubicBezTo>
                <a:close/>
                <a:moveTo>
                  <a:pt x="2110756" y="134980"/>
                </a:moveTo>
                <a:cubicBezTo>
                  <a:pt x="2110756" y="135496"/>
                  <a:pt x="2110627" y="135931"/>
                  <a:pt x="2110369" y="136286"/>
                </a:cubicBezTo>
                <a:cubicBezTo>
                  <a:pt x="2110111" y="136641"/>
                  <a:pt x="2109691" y="136947"/>
                  <a:pt x="2109111" y="137205"/>
                </a:cubicBezTo>
                <a:cubicBezTo>
                  <a:pt x="2108530" y="137463"/>
                  <a:pt x="2107724" y="137657"/>
                  <a:pt x="2106692" y="137786"/>
                </a:cubicBezTo>
                <a:cubicBezTo>
                  <a:pt x="2105660" y="137915"/>
                  <a:pt x="2104369" y="137979"/>
                  <a:pt x="2102821" y="137979"/>
                </a:cubicBezTo>
                <a:cubicBezTo>
                  <a:pt x="2101209" y="137979"/>
                  <a:pt x="2099886" y="137915"/>
                  <a:pt x="2098854" y="137786"/>
                </a:cubicBezTo>
                <a:cubicBezTo>
                  <a:pt x="2097822" y="137657"/>
                  <a:pt x="2097000" y="137463"/>
                  <a:pt x="2096387" y="137205"/>
                </a:cubicBezTo>
                <a:cubicBezTo>
                  <a:pt x="2095774" y="136947"/>
                  <a:pt x="2095339" y="136641"/>
                  <a:pt x="2095081" y="136286"/>
                </a:cubicBezTo>
                <a:cubicBezTo>
                  <a:pt x="2094822" y="135931"/>
                  <a:pt x="2094693" y="135496"/>
                  <a:pt x="2094693" y="134980"/>
                </a:cubicBezTo>
                <a:lnTo>
                  <a:pt x="2094693" y="82052"/>
                </a:lnTo>
                <a:cubicBezTo>
                  <a:pt x="2094693" y="78375"/>
                  <a:pt x="2094371" y="75021"/>
                  <a:pt x="2093726" y="71989"/>
                </a:cubicBezTo>
                <a:cubicBezTo>
                  <a:pt x="2093081" y="68957"/>
                  <a:pt x="2092049" y="66345"/>
                  <a:pt x="2090630" y="64152"/>
                </a:cubicBezTo>
                <a:cubicBezTo>
                  <a:pt x="2089210" y="61958"/>
                  <a:pt x="2087404" y="60281"/>
                  <a:pt x="2085211" y="59120"/>
                </a:cubicBezTo>
                <a:cubicBezTo>
                  <a:pt x="2083018" y="57959"/>
                  <a:pt x="2080438" y="57378"/>
                  <a:pt x="2077470" y="57378"/>
                </a:cubicBezTo>
                <a:cubicBezTo>
                  <a:pt x="2073793" y="57378"/>
                  <a:pt x="2070100" y="58798"/>
                  <a:pt x="2066391" y="61636"/>
                </a:cubicBezTo>
                <a:cubicBezTo>
                  <a:pt x="2062682" y="64474"/>
                  <a:pt x="2058602" y="68635"/>
                  <a:pt x="2054151" y="74118"/>
                </a:cubicBezTo>
                <a:lnTo>
                  <a:pt x="2054151" y="134980"/>
                </a:lnTo>
                <a:cubicBezTo>
                  <a:pt x="2054151" y="135496"/>
                  <a:pt x="2054022" y="135931"/>
                  <a:pt x="2053764" y="136286"/>
                </a:cubicBezTo>
                <a:cubicBezTo>
                  <a:pt x="2053506" y="136641"/>
                  <a:pt x="2053071" y="136947"/>
                  <a:pt x="2052458" y="137205"/>
                </a:cubicBezTo>
                <a:cubicBezTo>
                  <a:pt x="2051845" y="137463"/>
                  <a:pt x="2051023" y="137657"/>
                  <a:pt x="2049991" y="137786"/>
                </a:cubicBezTo>
                <a:cubicBezTo>
                  <a:pt x="2048958" y="137915"/>
                  <a:pt x="2047668" y="137979"/>
                  <a:pt x="2046120" y="137979"/>
                </a:cubicBezTo>
                <a:cubicBezTo>
                  <a:pt x="2044637" y="137979"/>
                  <a:pt x="2043363" y="137915"/>
                  <a:pt x="2042298" y="137786"/>
                </a:cubicBezTo>
                <a:cubicBezTo>
                  <a:pt x="2041234" y="137657"/>
                  <a:pt x="2040395" y="137463"/>
                  <a:pt x="2039782" y="137205"/>
                </a:cubicBezTo>
                <a:cubicBezTo>
                  <a:pt x="2039170" y="136947"/>
                  <a:pt x="2038750" y="136641"/>
                  <a:pt x="2038525" y="136286"/>
                </a:cubicBezTo>
                <a:cubicBezTo>
                  <a:pt x="2038299" y="135931"/>
                  <a:pt x="2038186" y="135496"/>
                  <a:pt x="2038186" y="134980"/>
                </a:cubicBezTo>
                <a:lnTo>
                  <a:pt x="2038186" y="82052"/>
                </a:lnTo>
                <a:cubicBezTo>
                  <a:pt x="2038186" y="78375"/>
                  <a:pt x="2037831" y="75021"/>
                  <a:pt x="2037122" y="71989"/>
                </a:cubicBezTo>
                <a:cubicBezTo>
                  <a:pt x="2036412" y="68957"/>
                  <a:pt x="2035348" y="66345"/>
                  <a:pt x="2033928" y="64152"/>
                </a:cubicBezTo>
                <a:cubicBezTo>
                  <a:pt x="2032509" y="61958"/>
                  <a:pt x="2030719" y="60281"/>
                  <a:pt x="2028558" y="59120"/>
                </a:cubicBezTo>
                <a:cubicBezTo>
                  <a:pt x="2026397" y="57959"/>
                  <a:pt x="2023833" y="57378"/>
                  <a:pt x="2020866" y="57378"/>
                </a:cubicBezTo>
                <a:cubicBezTo>
                  <a:pt x="2017189" y="57378"/>
                  <a:pt x="2013480" y="58798"/>
                  <a:pt x="2009739" y="61636"/>
                </a:cubicBezTo>
                <a:cubicBezTo>
                  <a:pt x="2005997" y="64474"/>
                  <a:pt x="2001933" y="68635"/>
                  <a:pt x="1997547" y="74118"/>
                </a:cubicBezTo>
                <a:lnTo>
                  <a:pt x="1997547" y="134980"/>
                </a:lnTo>
                <a:cubicBezTo>
                  <a:pt x="1997547" y="135496"/>
                  <a:pt x="1997418" y="135931"/>
                  <a:pt x="1997160" y="136286"/>
                </a:cubicBezTo>
                <a:cubicBezTo>
                  <a:pt x="1996902" y="136641"/>
                  <a:pt x="1996482" y="136947"/>
                  <a:pt x="1995902" y="137205"/>
                </a:cubicBezTo>
                <a:cubicBezTo>
                  <a:pt x="1995321" y="137463"/>
                  <a:pt x="1994515" y="137657"/>
                  <a:pt x="1993483" y="137786"/>
                </a:cubicBezTo>
                <a:cubicBezTo>
                  <a:pt x="1992451" y="137915"/>
                  <a:pt x="1991128" y="137979"/>
                  <a:pt x="1989516" y="137979"/>
                </a:cubicBezTo>
                <a:cubicBezTo>
                  <a:pt x="1987968" y="137979"/>
                  <a:pt x="1986678" y="137915"/>
                  <a:pt x="1985645" y="137786"/>
                </a:cubicBezTo>
                <a:cubicBezTo>
                  <a:pt x="1984613" y="137657"/>
                  <a:pt x="1983791" y="137463"/>
                  <a:pt x="1983178" y="137205"/>
                </a:cubicBezTo>
                <a:cubicBezTo>
                  <a:pt x="1982565" y="136947"/>
                  <a:pt x="1982146" y="136641"/>
                  <a:pt x="1981920" y="136286"/>
                </a:cubicBezTo>
                <a:cubicBezTo>
                  <a:pt x="1981694" y="135931"/>
                  <a:pt x="1981582" y="135496"/>
                  <a:pt x="1981582" y="134980"/>
                </a:cubicBezTo>
                <a:lnTo>
                  <a:pt x="1981582" y="47896"/>
                </a:lnTo>
                <a:cubicBezTo>
                  <a:pt x="1981582" y="47380"/>
                  <a:pt x="1981678" y="46945"/>
                  <a:pt x="1981872" y="46590"/>
                </a:cubicBezTo>
                <a:cubicBezTo>
                  <a:pt x="1982065" y="46235"/>
                  <a:pt x="1982452" y="45912"/>
                  <a:pt x="1983033" y="45622"/>
                </a:cubicBezTo>
                <a:cubicBezTo>
                  <a:pt x="1983613" y="45332"/>
                  <a:pt x="1984355" y="45138"/>
                  <a:pt x="1985258" y="45042"/>
                </a:cubicBezTo>
                <a:cubicBezTo>
                  <a:pt x="1986161" y="44945"/>
                  <a:pt x="1987355" y="44896"/>
                  <a:pt x="1988838" y="44896"/>
                </a:cubicBezTo>
                <a:cubicBezTo>
                  <a:pt x="1990258" y="44896"/>
                  <a:pt x="1991435" y="44945"/>
                  <a:pt x="1992370" y="45042"/>
                </a:cubicBezTo>
                <a:cubicBezTo>
                  <a:pt x="1993306" y="45138"/>
                  <a:pt x="1994031" y="45332"/>
                  <a:pt x="1994547" y="45622"/>
                </a:cubicBezTo>
                <a:cubicBezTo>
                  <a:pt x="1995063" y="45912"/>
                  <a:pt x="1995434" y="46235"/>
                  <a:pt x="1995660" y="46590"/>
                </a:cubicBezTo>
                <a:cubicBezTo>
                  <a:pt x="1995886" y="46945"/>
                  <a:pt x="1995999" y="47380"/>
                  <a:pt x="1995999" y="47896"/>
                </a:cubicBezTo>
                <a:lnTo>
                  <a:pt x="1995999" y="59410"/>
                </a:lnTo>
                <a:cubicBezTo>
                  <a:pt x="2000901" y="53927"/>
                  <a:pt x="2005659" y="49912"/>
                  <a:pt x="2010271" y="47364"/>
                </a:cubicBezTo>
                <a:cubicBezTo>
                  <a:pt x="2014883" y="44816"/>
                  <a:pt x="2019544" y="43542"/>
                  <a:pt x="2024252" y="43542"/>
                </a:cubicBezTo>
                <a:cubicBezTo>
                  <a:pt x="2027865" y="43542"/>
                  <a:pt x="2031106" y="43961"/>
                  <a:pt x="2033977" y="44800"/>
                </a:cubicBezTo>
                <a:cubicBezTo>
                  <a:pt x="2036847" y="45638"/>
                  <a:pt x="2039379" y="46816"/>
                  <a:pt x="2041572" y="48331"/>
                </a:cubicBezTo>
                <a:cubicBezTo>
                  <a:pt x="2043766" y="49847"/>
                  <a:pt x="2045636" y="51653"/>
                  <a:pt x="2047185" y="53750"/>
                </a:cubicBezTo>
                <a:cubicBezTo>
                  <a:pt x="2048733" y="55846"/>
                  <a:pt x="2050023" y="58185"/>
                  <a:pt x="2051055" y="60765"/>
                </a:cubicBezTo>
                <a:cubicBezTo>
                  <a:pt x="2053958" y="57604"/>
                  <a:pt x="2056715" y="54927"/>
                  <a:pt x="2059328" y="52734"/>
                </a:cubicBezTo>
                <a:cubicBezTo>
                  <a:pt x="2061940" y="50541"/>
                  <a:pt x="2064456" y="48767"/>
                  <a:pt x="2066875" y="47412"/>
                </a:cubicBezTo>
                <a:cubicBezTo>
                  <a:pt x="2069294" y="46058"/>
                  <a:pt x="2071649" y="45074"/>
                  <a:pt x="2073939" y="44461"/>
                </a:cubicBezTo>
                <a:cubicBezTo>
                  <a:pt x="2076229" y="43848"/>
                  <a:pt x="2078535" y="43542"/>
                  <a:pt x="2080857" y="43542"/>
                </a:cubicBezTo>
                <a:cubicBezTo>
                  <a:pt x="2086469" y="43542"/>
                  <a:pt x="2091178" y="44526"/>
                  <a:pt x="2094984" y="46493"/>
                </a:cubicBezTo>
                <a:cubicBezTo>
                  <a:pt x="2098790" y="48460"/>
                  <a:pt x="2101870" y="51089"/>
                  <a:pt x="2104224" y="54379"/>
                </a:cubicBezTo>
                <a:cubicBezTo>
                  <a:pt x="2106579" y="57669"/>
                  <a:pt x="2108256" y="61523"/>
                  <a:pt x="2109256" y="65942"/>
                </a:cubicBezTo>
                <a:cubicBezTo>
                  <a:pt x="2110256" y="70360"/>
                  <a:pt x="2110756" y="75021"/>
                  <a:pt x="2110756" y="79923"/>
                </a:cubicBezTo>
                <a:lnTo>
                  <a:pt x="2110756" y="134980"/>
                </a:lnTo>
                <a:close/>
                <a:moveTo>
                  <a:pt x="2214226" y="87664"/>
                </a:moveTo>
                <a:cubicBezTo>
                  <a:pt x="2214226" y="90180"/>
                  <a:pt x="2213597" y="91970"/>
                  <a:pt x="2212339" y="93034"/>
                </a:cubicBezTo>
                <a:cubicBezTo>
                  <a:pt x="2211081" y="94099"/>
                  <a:pt x="2209646" y="94631"/>
                  <a:pt x="2208033" y="94631"/>
                </a:cubicBezTo>
                <a:lnTo>
                  <a:pt x="2150945" y="94631"/>
                </a:lnTo>
                <a:cubicBezTo>
                  <a:pt x="2150945" y="99483"/>
                  <a:pt x="2151429" y="103850"/>
                  <a:pt x="2152396" y="107733"/>
                </a:cubicBezTo>
                <a:cubicBezTo>
                  <a:pt x="2153364" y="111615"/>
                  <a:pt x="2154976" y="114947"/>
                  <a:pt x="2157234" y="117729"/>
                </a:cubicBezTo>
                <a:cubicBezTo>
                  <a:pt x="2159492" y="120511"/>
                  <a:pt x="2162427" y="122647"/>
                  <a:pt x="2166039" y="124137"/>
                </a:cubicBezTo>
                <a:cubicBezTo>
                  <a:pt x="2169652" y="125624"/>
                  <a:pt x="2174070" y="126368"/>
                  <a:pt x="2179295" y="126368"/>
                </a:cubicBezTo>
                <a:cubicBezTo>
                  <a:pt x="2183424" y="126368"/>
                  <a:pt x="2187101" y="126029"/>
                  <a:pt x="2190326" y="125352"/>
                </a:cubicBezTo>
                <a:cubicBezTo>
                  <a:pt x="2193551" y="124675"/>
                  <a:pt x="2196341" y="123917"/>
                  <a:pt x="2198696" y="123078"/>
                </a:cubicBezTo>
                <a:cubicBezTo>
                  <a:pt x="2201050" y="122240"/>
                  <a:pt x="2202985" y="121482"/>
                  <a:pt x="2204501" y="120804"/>
                </a:cubicBezTo>
                <a:cubicBezTo>
                  <a:pt x="2206017" y="120127"/>
                  <a:pt x="2207162" y="119788"/>
                  <a:pt x="2207936" y="119788"/>
                </a:cubicBezTo>
                <a:cubicBezTo>
                  <a:pt x="2208388" y="119788"/>
                  <a:pt x="2208791" y="119901"/>
                  <a:pt x="2209146" y="120127"/>
                </a:cubicBezTo>
                <a:cubicBezTo>
                  <a:pt x="2209500" y="120353"/>
                  <a:pt x="2209775" y="120691"/>
                  <a:pt x="2209968" y="121143"/>
                </a:cubicBezTo>
                <a:cubicBezTo>
                  <a:pt x="2210162" y="121595"/>
                  <a:pt x="2210307" y="122223"/>
                  <a:pt x="2210404" y="123030"/>
                </a:cubicBezTo>
                <a:cubicBezTo>
                  <a:pt x="2210500" y="123836"/>
                  <a:pt x="2210549" y="124820"/>
                  <a:pt x="2210549" y="125981"/>
                </a:cubicBezTo>
                <a:cubicBezTo>
                  <a:pt x="2210549" y="126820"/>
                  <a:pt x="2210516" y="127545"/>
                  <a:pt x="2210452" y="128158"/>
                </a:cubicBezTo>
                <a:cubicBezTo>
                  <a:pt x="2210387" y="128771"/>
                  <a:pt x="2210307" y="129319"/>
                  <a:pt x="2210210" y="129803"/>
                </a:cubicBezTo>
                <a:cubicBezTo>
                  <a:pt x="2210113" y="130287"/>
                  <a:pt x="2209952" y="130722"/>
                  <a:pt x="2209726" y="131109"/>
                </a:cubicBezTo>
                <a:cubicBezTo>
                  <a:pt x="2209500" y="131496"/>
                  <a:pt x="2209210" y="131867"/>
                  <a:pt x="2208855" y="132222"/>
                </a:cubicBezTo>
                <a:cubicBezTo>
                  <a:pt x="2208501" y="132577"/>
                  <a:pt x="2207452" y="133157"/>
                  <a:pt x="2205711" y="133964"/>
                </a:cubicBezTo>
                <a:cubicBezTo>
                  <a:pt x="2203969" y="134770"/>
                  <a:pt x="2201711" y="135560"/>
                  <a:pt x="2198938" y="136334"/>
                </a:cubicBezTo>
                <a:cubicBezTo>
                  <a:pt x="2196164" y="137108"/>
                  <a:pt x="2192955" y="137802"/>
                  <a:pt x="2189310" y="138415"/>
                </a:cubicBezTo>
                <a:cubicBezTo>
                  <a:pt x="2185665" y="139027"/>
                  <a:pt x="2181779" y="139334"/>
                  <a:pt x="2177650" y="139334"/>
                </a:cubicBezTo>
                <a:cubicBezTo>
                  <a:pt x="2170490" y="139334"/>
                  <a:pt x="2164217" y="138333"/>
                  <a:pt x="2158831" y="136331"/>
                </a:cubicBezTo>
                <a:cubicBezTo>
                  <a:pt x="2153444" y="134330"/>
                  <a:pt x="2148913" y="131359"/>
                  <a:pt x="2145236" y="127420"/>
                </a:cubicBezTo>
                <a:cubicBezTo>
                  <a:pt x="2141559" y="123481"/>
                  <a:pt x="2138785" y="118542"/>
                  <a:pt x="2136915" y="112601"/>
                </a:cubicBezTo>
                <a:cubicBezTo>
                  <a:pt x="2135044" y="106660"/>
                  <a:pt x="2134109" y="99751"/>
                  <a:pt x="2134109" y="91873"/>
                </a:cubicBezTo>
                <a:cubicBezTo>
                  <a:pt x="2134109" y="84382"/>
                  <a:pt x="2135076" y="77651"/>
                  <a:pt x="2137011" y="71678"/>
                </a:cubicBezTo>
                <a:cubicBezTo>
                  <a:pt x="2138947" y="65705"/>
                  <a:pt x="2141736" y="60636"/>
                  <a:pt x="2145381" y="56471"/>
                </a:cubicBezTo>
                <a:cubicBezTo>
                  <a:pt x="2149026" y="52307"/>
                  <a:pt x="2153428" y="49111"/>
                  <a:pt x="2158589" y="46883"/>
                </a:cubicBezTo>
                <a:cubicBezTo>
                  <a:pt x="2163749" y="44656"/>
                  <a:pt x="2169523" y="43542"/>
                  <a:pt x="2175909" y="43542"/>
                </a:cubicBezTo>
                <a:cubicBezTo>
                  <a:pt x="2182746" y="43542"/>
                  <a:pt x="2188568" y="44638"/>
                  <a:pt x="2193374" y="46832"/>
                </a:cubicBezTo>
                <a:cubicBezTo>
                  <a:pt x="2198180" y="49025"/>
                  <a:pt x="2202131" y="51976"/>
                  <a:pt x="2205227" y="55685"/>
                </a:cubicBezTo>
                <a:cubicBezTo>
                  <a:pt x="2208323" y="59394"/>
                  <a:pt x="2210597" y="63748"/>
                  <a:pt x="2212048" y="68748"/>
                </a:cubicBezTo>
                <a:cubicBezTo>
                  <a:pt x="2213500" y="73747"/>
                  <a:pt x="2214226" y="79085"/>
                  <a:pt x="2214226" y="84761"/>
                </a:cubicBezTo>
                <a:lnTo>
                  <a:pt x="2214226" y="87664"/>
                </a:lnTo>
                <a:moveTo>
                  <a:pt x="2198163" y="82923"/>
                </a:moveTo>
                <a:cubicBezTo>
                  <a:pt x="2198357" y="74537"/>
                  <a:pt x="2196502" y="67957"/>
                  <a:pt x="2192600" y="63184"/>
                </a:cubicBezTo>
                <a:cubicBezTo>
                  <a:pt x="2188697" y="58411"/>
                  <a:pt x="2182908" y="56024"/>
                  <a:pt x="2175231" y="56024"/>
                </a:cubicBezTo>
                <a:cubicBezTo>
                  <a:pt x="2171297" y="56024"/>
                  <a:pt x="2167845" y="56766"/>
                  <a:pt x="2164878" y="58249"/>
                </a:cubicBezTo>
                <a:cubicBezTo>
                  <a:pt x="2161911" y="59733"/>
                  <a:pt x="2159427" y="61700"/>
                  <a:pt x="2157428" y="64152"/>
                </a:cubicBezTo>
                <a:cubicBezTo>
                  <a:pt x="2155428" y="66603"/>
                  <a:pt x="2153880" y="69457"/>
                  <a:pt x="2152783" y="72715"/>
                </a:cubicBezTo>
                <a:cubicBezTo>
                  <a:pt x="2151687" y="75972"/>
                  <a:pt x="2151074" y="79375"/>
                  <a:pt x="2150945" y="82923"/>
                </a:cubicBezTo>
                <a:lnTo>
                  <a:pt x="2198163" y="82923"/>
                </a:lnTo>
                <a:close/>
                <a:moveTo>
                  <a:pt x="2289495" y="53605"/>
                </a:moveTo>
                <a:cubicBezTo>
                  <a:pt x="2289495" y="55024"/>
                  <a:pt x="2289463" y="56217"/>
                  <a:pt x="2289398" y="57185"/>
                </a:cubicBezTo>
                <a:cubicBezTo>
                  <a:pt x="2289334" y="58153"/>
                  <a:pt x="2289205" y="58910"/>
                  <a:pt x="2289011" y="59459"/>
                </a:cubicBezTo>
                <a:cubicBezTo>
                  <a:pt x="2288818" y="60007"/>
                  <a:pt x="2288576" y="60426"/>
                  <a:pt x="2288286" y="60717"/>
                </a:cubicBezTo>
                <a:cubicBezTo>
                  <a:pt x="2287995" y="61007"/>
                  <a:pt x="2287592" y="61152"/>
                  <a:pt x="2287076" y="61152"/>
                </a:cubicBezTo>
                <a:cubicBezTo>
                  <a:pt x="2286560" y="61152"/>
                  <a:pt x="2285931" y="61007"/>
                  <a:pt x="2285189" y="60717"/>
                </a:cubicBezTo>
                <a:cubicBezTo>
                  <a:pt x="2284448" y="60426"/>
                  <a:pt x="2283609" y="60136"/>
                  <a:pt x="2282674" y="59846"/>
                </a:cubicBezTo>
                <a:cubicBezTo>
                  <a:pt x="2281738" y="59556"/>
                  <a:pt x="2280690" y="59281"/>
                  <a:pt x="2279529" y="59023"/>
                </a:cubicBezTo>
                <a:cubicBezTo>
                  <a:pt x="2278368" y="58765"/>
                  <a:pt x="2277110" y="58636"/>
                  <a:pt x="2275755" y="58636"/>
                </a:cubicBezTo>
                <a:cubicBezTo>
                  <a:pt x="2274143" y="58636"/>
                  <a:pt x="2272562" y="58959"/>
                  <a:pt x="2271014" y="59604"/>
                </a:cubicBezTo>
                <a:cubicBezTo>
                  <a:pt x="2269466" y="60249"/>
                  <a:pt x="2267837" y="61313"/>
                  <a:pt x="2266128" y="62797"/>
                </a:cubicBezTo>
                <a:cubicBezTo>
                  <a:pt x="2264418" y="64281"/>
                  <a:pt x="2262628" y="66248"/>
                  <a:pt x="2260758" y="68699"/>
                </a:cubicBezTo>
                <a:cubicBezTo>
                  <a:pt x="2258887" y="71151"/>
                  <a:pt x="2256823" y="74150"/>
                  <a:pt x="2254565" y="77698"/>
                </a:cubicBezTo>
                <a:lnTo>
                  <a:pt x="2254565" y="134980"/>
                </a:lnTo>
                <a:cubicBezTo>
                  <a:pt x="2254565" y="135496"/>
                  <a:pt x="2254436" y="135931"/>
                  <a:pt x="2254178" y="136286"/>
                </a:cubicBezTo>
                <a:cubicBezTo>
                  <a:pt x="2253920" y="136641"/>
                  <a:pt x="2253501" y="136947"/>
                  <a:pt x="2252920" y="137205"/>
                </a:cubicBezTo>
                <a:cubicBezTo>
                  <a:pt x="2252340" y="137463"/>
                  <a:pt x="2251533" y="137657"/>
                  <a:pt x="2250501" y="137786"/>
                </a:cubicBezTo>
                <a:cubicBezTo>
                  <a:pt x="2249469" y="137915"/>
                  <a:pt x="2248147" y="137979"/>
                  <a:pt x="2246534" y="137979"/>
                </a:cubicBezTo>
                <a:cubicBezTo>
                  <a:pt x="2244986" y="137979"/>
                  <a:pt x="2243696" y="137915"/>
                  <a:pt x="2242664" y="137786"/>
                </a:cubicBezTo>
                <a:cubicBezTo>
                  <a:pt x="2241631" y="137657"/>
                  <a:pt x="2240809" y="137463"/>
                  <a:pt x="2240196" y="137205"/>
                </a:cubicBezTo>
                <a:cubicBezTo>
                  <a:pt x="2239583" y="136947"/>
                  <a:pt x="2239164" y="136641"/>
                  <a:pt x="2238938" y="136286"/>
                </a:cubicBezTo>
                <a:cubicBezTo>
                  <a:pt x="2238713" y="135931"/>
                  <a:pt x="2238600" y="135496"/>
                  <a:pt x="2238600" y="134980"/>
                </a:cubicBezTo>
                <a:lnTo>
                  <a:pt x="2238600" y="47896"/>
                </a:lnTo>
                <a:cubicBezTo>
                  <a:pt x="2238600" y="47380"/>
                  <a:pt x="2238696" y="46945"/>
                  <a:pt x="2238890" y="46590"/>
                </a:cubicBezTo>
                <a:cubicBezTo>
                  <a:pt x="2239083" y="46235"/>
                  <a:pt x="2239470" y="45912"/>
                  <a:pt x="2240051" y="45622"/>
                </a:cubicBezTo>
                <a:cubicBezTo>
                  <a:pt x="2240632" y="45332"/>
                  <a:pt x="2241373" y="45138"/>
                  <a:pt x="2242277" y="45042"/>
                </a:cubicBezTo>
                <a:cubicBezTo>
                  <a:pt x="2243180" y="44945"/>
                  <a:pt x="2244373" y="44896"/>
                  <a:pt x="2245857" y="44896"/>
                </a:cubicBezTo>
                <a:cubicBezTo>
                  <a:pt x="2247276" y="44896"/>
                  <a:pt x="2248453" y="44945"/>
                  <a:pt x="2249388" y="45042"/>
                </a:cubicBezTo>
                <a:cubicBezTo>
                  <a:pt x="2250324" y="45138"/>
                  <a:pt x="2251049" y="45332"/>
                  <a:pt x="2251565" y="45622"/>
                </a:cubicBezTo>
                <a:cubicBezTo>
                  <a:pt x="2252081" y="45912"/>
                  <a:pt x="2252452" y="46235"/>
                  <a:pt x="2252678" y="46590"/>
                </a:cubicBezTo>
                <a:cubicBezTo>
                  <a:pt x="2252904" y="46945"/>
                  <a:pt x="2253017" y="47380"/>
                  <a:pt x="2253017" y="47896"/>
                </a:cubicBezTo>
                <a:lnTo>
                  <a:pt x="2253017" y="60572"/>
                </a:lnTo>
                <a:cubicBezTo>
                  <a:pt x="2255404" y="57088"/>
                  <a:pt x="2257645" y="54250"/>
                  <a:pt x="2259742" y="52057"/>
                </a:cubicBezTo>
                <a:cubicBezTo>
                  <a:pt x="2261838" y="49863"/>
                  <a:pt x="2263822" y="48138"/>
                  <a:pt x="2265692" y="46880"/>
                </a:cubicBezTo>
                <a:cubicBezTo>
                  <a:pt x="2267563" y="45622"/>
                  <a:pt x="2269418" y="44751"/>
                  <a:pt x="2271256" y="44268"/>
                </a:cubicBezTo>
                <a:cubicBezTo>
                  <a:pt x="2273094" y="43784"/>
                  <a:pt x="2274949" y="43542"/>
                  <a:pt x="2276820" y="43542"/>
                </a:cubicBezTo>
                <a:cubicBezTo>
                  <a:pt x="2277658" y="43542"/>
                  <a:pt x="2278610" y="43590"/>
                  <a:pt x="2279674" y="43687"/>
                </a:cubicBezTo>
                <a:cubicBezTo>
                  <a:pt x="2280738" y="43784"/>
                  <a:pt x="2281851" y="43961"/>
                  <a:pt x="2283012" y="44219"/>
                </a:cubicBezTo>
                <a:cubicBezTo>
                  <a:pt x="2284173" y="44477"/>
                  <a:pt x="2285222" y="44767"/>
                  <a:pt x="2286157" y="45090"/>
                </a:cubicBezTo>
                <a:cubicBezTo>
                  <a:pt x="2287092" y="45412"/>
                  <a:pt x="2287754" y="45735"/>
                  <a:pt x="2288141" y="46058"/>
                </a:cubicBezTo>
                <a:cubicBezTo>
                  <a:pt x="2288528" y="46380"/>
                  <a:pt x="2288786" y="46687"/>
                  <a:pt x="2288915" y="46977"/>
                </a:cubicBezTo>
                <a:cubicBezTo>
                  <a:pt x="2289044" y="47267"/>
                  <a:pt x="2289157" y="47638"/>
                  <a:pt x="2289253" y="48090"/>
                </a:cubicBezTo>
                <a:cubicBezTo>
                  <a:pt x="2289350" y="48541"/>
                  <a:pt x="2289415" y="49202"/>
                  <a:pt x="2289447" y="50073"/>
                </a:cubicBezTo>
                <a:cubicBezTo>
                  <a:pt x="2289479" y="50944"/>
                  <a:pt x="2289495" y="52121"/>
                  <a:pt x="2289495" y="53605"/>
                </a:cubicBezTo>
                <a:close/>
                <a:moveTo>
                  <a:pt x="2340077" y="85439"/>
                </a:moveTo>
                <a:cubicBezTo>
                  <a:pt x="2340077" y="92736"/>
                  <a:pt x="2339625" y="99953"/>
                  <a:pt x="2338722" y="107089"/>
                </a:cubicBezTo>
                <a:cubicBezTo>
                  <a:pt x="2337819" y="114225"/>
                  <a:pt x="2336464" y="121280"/>
                  <a:pt x="2334658" y="128255"/>
                </a:cubicBezTo>
                <a:cubicBezTo>
                  <a:pt x="2332852" y="135230"/>
                  <a:pt x="2330643" y="142091"/>
                  <a:pt x="2328030" y="148840"/>
                </a:cubicBezTo>
                <a:cubicBezTo>
                  <a:pt x="2325417" y="155589"/>
                  <a:pt x="2322370" y="162257"/>
                  <a:pt x="2318886" y="168842"/>
                </a:cubicBezTo>
                <a:cubicBezTo>
                  <a:pt x="2318693" y="169165"/>
                  <a:pt x="2318402" y="169455"/>
                  <a:pt x="2318015" y="169713"/>
                </a:cubicBezTo>
                <a:cubicBezTo>
                  <a:pt x="2317628" y="169973"/>
                  <a:pt x="2317128" y="170200"/>
                  <a:pt x="2316516" y="170394"/>
                </a:cubicBezTo>
                <a:cubicBezTo>
                  <a:pt x="2315903" y="170587"/>
                  <a:pt x="2315177" y="170716"/>
                  <a:pt x="2314339" y="170781"/>
                </a:cubicBezTo>
                <a:cubicBezTo>
                  <a:pt x="2313500" y="170845"/>
                  <a:pt x="2312500" y="170877"/>
                  <a:pt x="2311339" y="170877"/>
                </a:cubicBezTo>
                <a:cubicBezTo>
                  <a:pt x="2309662" y="170877"/>
                  <a:pt x="2308356" y="170797"/>
                  <a:pt x="2307420" y="170636"/>
                </a:cubicBezTo>
                <a:cubicBezTo>
                  <a:pt x="2306485" y="170474"/>
                  <a:pt x="2305808" y="170215"/>
                  <a:pt x="2305388" y="169858"/>
                </a:cubicBezTo>
                <a:cubicBezTo>
                  <a:pt x="2304969" y="169504"/>
                  <a:pt x="2304775" y="169052"/>
                  <a:pt x="2304808" y="168504"/>
                </a:cubicBezTo>
                <a:cubicBezTo>
                  <a:pt x="2304840" y="167955"/>
                  <a:pt x="2305017" y="167293"/>
                  <a:pt x="2305340" y="166517"/>
                </a:cubicBezTo>
                <a:cubicBezTo>
                  <a:pt x="2311274" y="153473"/>
                  <a:pt x="2315758" y="140122"/>
                  <a:pt x="2318789" y="126465"/>
                </a:cubicBezTo>
                <a:cubicBezTo>
                  <a:pt x="2321821" y="112806"/>
                  <a:pt x="2323337" y="99033"/>
                  <a:pt x="2323337" y="85148"/>
                </a:cubicBezTo>
                <a:cubicBezTo>
                  <a:pt x="2323337" y="71328"/>
                  <a:pt x="2321821" y="57589"/>
                  <a:pt x="2318789" y="43932"/>
                </a:cubicBezTo>
                <a:cubicBezTo>
                  <a:pt x="2315758" y="30273"/>
                  <a:pt x="2311210" y="16952"/>
                  <a:pt x="2305146" y="3970"/>
                </a:cubicBezTo>
                <a:cubicBezTo>
                  <a:pt x="2304888" y="3390"/>
                  <a:pt x="2304792" y="2841"/>
                  <a:pt x="2304856" y="2325"/>
                </a:cubicBezTo>
                <a:cubicBezTo>
                  <a:pt x="2304921" y="1809"/>
                  <a:pt x="2305211" y="1390"/>
                  <a:pt x="2305727" y="1067"/>
                </a:cubicBezTo>
                <a:cubicBezTo>
                  <a:pt x="2306243" y="743"/>
                  <a:pt x="2306953" y="484"/>
                  <a:pt x="2307856" y="290"/>
                </a:cubicBezTo>
                <a:cubicBezTo>
                  <a:pt x="2308759" y="97"/>
                  <a:pt x="2309952" y="0"/>
                  <a:pt x="2311436" y="0"/>
                </a:cubicBezTo>
                <a:cubicBezTo>
                  <a:pt x="2312790" y="0"/>
                  <a:pt x="2313919" y="48"/>
                  <a:pt x="2314822" y="145"/>
                </a:cubicBezTo>
                <a:cubicBezTo>
                  <a:pt x="2315725" y="242"/>
                  <a:pt x="2316451" y="387"/>
                  <a:pt x="2316999" y="581"/>
                </a:cubicBezTo>
                <a:cubicBezTo>
                  <a:pt x="2317548" y="774"/>
                  <a:pt x="2317951" y="969"/>
                  <a:pt x="2318209" y="1164"/>
                </a:cubicBezTo>
                <a:cubicBezTo>
                  <a:pt x="2318467" y="1358"/>
                  <a:pt x="2318660" y="1583"/>
                  <a:pt x="2318789" y="1841"/>
                </a:cubicBezTo>
                <a:cubicBezTo>
                  <a:pt x="2325434" y="15079"/>
                  <a:pt x="2330643" y="28689"/>
                  <a:pt x="2334416" y="42671"/>
                </a:cubicBezTo>
                <a:cubicBezTo>
                  <a:pt x="2338190" y="56653"/>
                  <a:pt x="2340077" y="70909"/>
                  <a:pt x="2340077" y="854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8F076-3DD9-48FA-A6B3-4DB9979F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66" y="1417080"/>
            <a:ext cx="10" cy="127485"/>
          </a:xfrm>
          <a:custGeom xmlns:a="http://schemas.openxmlformats.org/drawingml/2006/main">
            <a:pathLst>
              <a:path w="1" h="127485" fill="none">
                <a:moveTo>
                  <a:pt x="0" y="1274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EA6AD-9A85-45D1-A51D-EF9D5ED6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10" y="1339796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DA57F-1444-42DE-84A5-057C06E1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377" y="1417080"/>
            <a:ext cx="10" cy="127485"/>
          </a:xfrm>
          <a:custGeom xmlns:a="http://schemas.openxmlformats.org/drawingml/2006/main">
            <a:pathLst>
              <a:path w="1" h="127485" fill="none">
                <a:moveTo>
                  <a:pt x="0" y="1274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113C0-CF7C-4943-9FCA-390BCFB9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121" y="1339796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97126-6090-4FC5-B32C-317D43B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939" y="1417080"/>
            <a:ext cx="10" cy="127485"/>
          </a:xfrm>
          <a:custGeom xmlns:a="http://schemas.openxmlformats.org/drawingml/2006/main">
            <a:pathLst>
              <a:path w="1" h="127485" fill="none">
                <a:moveTo>
                  <a:pt x="0" y="1274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E80A6-E379-4AFB-AA9A-2805221C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83" y="1339796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FEDF2-ED75-457E-8097-9231E401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989" y="1417080"/>
            <a:ext cx="10" cy="128806"/>
          </a:xfrm>
          <a:custGeom xmlns:a="http://schemas.openxmlformats.org/drawingml/2006/main">
            <a:pathLst>
              <a:path w="1" h="128806" fill="none">
                <a:moveTo>
                  <a:pt x="0" y="1288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79A2E-ECA5-4F4F-89C1-E0589EE7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0733" y="1339796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BFEF0-87A7-4D23-BA1F-B02EBB42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369" y="1417080"/>
            <a:ext cx="10" cy="128806"/>
          </a:xfrm>
          <a:custGeom xmlns:a="http://schemas.openxmlformats.org/drawingml/2006/main">
            <a:pathLst>
              <a:path w="1" h="128806" fill="none">
                <a:moveTo>
                  <a:pt x="0" y="1288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30D4AE-2F9D-4679-9010-6274C8F2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124" y="1339796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D1F9D-F826-4FF8-B539-616018C1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987" y="47108"/>
            <a:ext cx="1801968" cy="365282"/>
          </a:xfrm>
          <a:custGeom xmlns:a="http://schemas.openxmlformats.org/drawingml/2006/main">
            <a:pathLst>
              <a:path w="1801968" h="365282">
                <a:moveTo>
                  <a:pt x="69357" y="365282"/>
                </a:moveTo>
                <a:cubicBezTo>
                  <a:pt x="31046" y="365282"/>
                  <a:pt x="0" y="334236"/>
                  <a:pt x="0" y="295924"/>
                </a:cubicBezTo>
                <a:lnTo>
                  <a:pt x="0" y="69357"/>
                </a:lnTo>
                <a:cubicBezTo>
                  <a:pt x="0" y="31046"/>
                  <a:pt x="31046" y="0"/>
                  <a:pt x="69357" y="0"/>
                </a:cubicBezTo>
                <a:lnTo>
                  <a:pt x="1732611" y="0"/>
                </a:lnTo>
                <a:cubicBezTo>
                  <a:pt x="1770922" y="0"/>
                  <a:pt x="1801968" y="31046"/>
                  <a:pt x="1801968" y="69357"/>
                </a:cubicBezTo>
                <a:lnTo>
                  <a:pt x="1801968" y="295924"/>
                </a:lnTo>
                <a:cubicBezTo>
                  <a:pt x="1801968" y="334236"/>
                  <a:pt x="1770922" y="365282"/>
                  <a:pt x="1732611" y="365282"/>
                </a:cubicBezTo>
                <a:lnTo>
                  <a:pt x="69357" y="365282"/>
                </a:lnTo>
                <a:close/>
              </a:path>
            </a:pathLst>
          </a:custGeom>
          <a:solidFill xmlns:a="http://schemas.openxmlformats.org/drawingml/2006/main">
            <a:srgbClr val="FEE5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E31A2-4419-4C95-9CB4-221A7E9E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987" y="47108"/>
            <a:ext cx="1801968" cy="365282"/>
          </a:xfrm>
          <a:custGeom xmlns:a="http://schemas.openxmlformats.org/drawingml/2006/main">
            <a:pathLst>
              <a:path w="1801968" h="365282" fill="none">
                <a:moveTo>
                  <a:pt x="69357" y="365282"/>
                </a:moveTo>
                <a:lnTo>
                  <a:pt x="1732611" y="365282"/>
                </a:lnTo>
                <a:cubicBezTo>
                  <a:pt x="1770922" y="365282"/>
                  <a:pt x="1801968" y="334236"/>
                  <a:pt x="1801968" y="295924"/>
                </a:cubicBezTo>
                <a:lnTo>
                  <a:pt x="1801968" y="69357"/>
                </a:lnTo>
                <a:cubicBezTo>
                  <a:pt x="1801968" y="31046"/>
                  <a:pt x="1770922" y="0"/>
                  <a:pt x="1732611" y="0"/>
                </a:cubicBezTo>
                <a:lnTo>
                  <a:pt x="69357" y="0"/>
                </a:lnTo>
                <a:cubicBezTo>
                  <a:pt x="31046" y="0"/>
                  <a:pt x="0" y="31046"/>
                  <a:pt x="0" y="69357"/>
                </a:cubicBezTo>
                <a:lnTo>
                  <a:pt x="0" y="295924"/>
                </a:lnTo>
                <a:cubicBezTo>
                  <a:pt x="0" y="334236"/>
                  <a:pt x="31046" y="365282"/>
                  <a:pt x="69357" y="3652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BF9000"/>
            </a:solidFill>
            <a:miter/>
          </a:ln>
        </p:spPr>
      </p:sp>
      <p:sp>
        <p:nvSpPr>
          <p:cNvPr id="71" name="Text IRRepresentation">
            <a:extLst xmlns:a="http://schemas.openxmlformats.org/drawingml/2006/main">
              <a:ext uri="{FF2B5EF4-FFF2-40B4-BE49-F238E27FC236}">
                <a16:creationId xmlns:a16="http://schemas.microsoft.com/office/drawing/2014/main" id="{AA98B246-A3DF-4C69-B04B-CF434FF8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292" y="161032"/>
            <a:ext cx="1411468" cy="163717"/>
          </a:xfrm>
          <a:custGeom xmlns:a="http://schemas.openxmlformats.org/drawingml/2006/main">
            <a:pathLst>
              <a:path w="1411468" h="163717">
                <a:moveTo>
                  <a:pt x="16643" y="125981"/>
                </a:moveTo>
                <a:cubicBezTo>
                  <a:pt x="16643" y="126497"/>
                  <a:pt x="16514" y="126949"/>
                  <a:pt x="16256" y="127336"/>
                </a:cubicBezTo>
                <a:cubicBezTo>
                  <a:pt x="15998" y="127723"/>
                  <a:pt x="15546" y="128029"/>
                  <a:pt x="14901" y="128255"/>
                </a:cubicBezTo>
                <a:cubicBezTo>
                  <a:pt x="14256" y="128481"/>
                  <a:pt x="13401" y="128674"/>
                  <a:pt x="12337" y="128835"/>
                </a:cubicBezTo>
                <a:cubicBezTo>
                  <a:pt x="11272" y="128997"/>
                  <a:pt x="9934" y="129077"/>
                  <a:pt x="8321" y="129077"/>
                </a:cubicBezTo>
                <a:cubicBezTo>
                  <a:pt x="6773" y="129077"/>
                  <a:pt x="5451" y="128997"/>
                  <a:pt x="4354" y="128835"/>
                </a:cubicBezTo>
                <a:cubicBezTo>
                  <a:pt x="3258" y="128674"/>
                  <a:pt x="2387" y="128481"/>
                  <a:pt x="1742" y="128255"/>
                </a:cubicBezTo>
                <a:cubicBezTo>
                  <a:pt x="1097" y="128029"/>
                  <a:pt x="645" y="127723"/>
                  <a:pt x="387" y="127336"/>
                </a:cubicBezTo>
                <a:cubicBezTo>
                  <a:pt x="129" y="126949"/>
                  <a:pt x="0" y="126497"/>
                  <a:pt x="0" y="125981"/>
                </a:cubicBezTo>
                <a:lnTo>
                  <a:pt x="0" y="5806"/>
                </a:lnTo>
                <a:cubicBezTo>
                  <a:pt x="0" y="5290"/>
                  <a:pt x="145" y="4838"/>
                  <a:pt x="435" y="4451"/>
                </a:cubicBezTo>
                <a:cubicBezTo>
                  <a:pt x="726" y="4064"/>
                  <a:pt x="1209" y="3757"/>
                  <a:pt x="1887" y="3532"/>
                </a:cubicBezTo>
                <a:cubicBezTo>
                  <a:pt x="2564" y="3306"/>
                  <a:pt x="3435" y="3112"/>
                  <a:pt x="4499" y="2951"/>
                </a:cubicBezTo>
                <a:cubicBezTo>
                  <a:pt x="5564" y="2790"/>
                  <a:pt x="6838" y="2709"/>
                  <a:pt x="8321" y="2709"/>
                </a:cubicBezTo>
                <a:cubicBezTo>
                  <a:pt x="9934" y="2709"/>
                  <a:pt x="11272" y="2790"/>
                  <a:pt x="12337" y="2951"/>
                </a:cubicBezTo>
                <a:cubicBezTo>
                  <a:pt x="13401" y="3112"/>
                  <a:pt x="14256" y="3306"/>
                  <a:pt x="14901" y="3532"/>
                </a:cubicBezTo>
                <a:cubicBezTo>
                  <a:pt x="15546" y="3757"/>
                  <a:pt x="15998" y="4064"/>
                  <a:pt x="16256" y="4451"/>
                </a:cubicBezTo>
                <a:cubicBezTo>
                  <a:pt x="16514" y="4838"/>
                  <a:pt x="16643" y="5290"/>
                  <a:pt x="16643" y="5806"/>
                </a:cubicBezTo>
                <a:lnTo>
                  <a:pt x="16643" y="125981"/>
                </a:lnTo>
                <a:close/>
                <a:moveTo>
                  <a:pt x="133441" y="125981"/>
                </a:moveTo>
                <a:cubicBezTo>
                  <a:pt x="133441" y="126497"/>
                  <a:pt x="133344" y="126949"/>
                  <a:pt x="133151" y="127336"/>
                </a:cubicBezTo>
                <a:cubicBezTo>
                  <a:pt x="132957" y="127723"/>
                  <a:pt x="132538" y="128045"/>
                  <a:pt x="131893" y="128303"/>
                </a:cubicBezTo>
                <a:cubicBezTo>
                  <a:pt x="131248" y="128561"/>
                  <a:pt x="130345" y="128755"/>
                  <a:pt x="129183" y="128884"/>
                </a:cubicBezTo>
                <a:cubicBezTo>
                  <a:pt x="128022" y="129013"/>
                  <a:pt x="126474" y="129077"/>
                  <a:pt x="124539" y="129077"/>
                </a:cubicBezTo>
                <a:cubicBezTo>
                  <a:pt x="122862" y="129077"/>
                  <a:pt x="121491" y="129013"/>
                  <a:pt x="120427" y="128884"/>
                </a:cubicBezTo>
                <a:cubicBezTo>
                  <a:pt x="119362" y="128755"/>
                  <a:pt x="118508" y="128545"/>
                  <a:pt x="117863" y="128255"/>
                </a:cubicBezTo>
                <a:cubicBezTo>
                  <a:pt x="117218" y="127965"/>
                  <a:pt x="116718" y="127561"/>
                  <a:pt x="116363" y="127045"/>
                </a:cubicBezTo>
                <a:cubicBezTo>
                  <a:pt x="116008" y="126529"/>
                  <a:pt x="115702" y="125884"/>
                  <a:pt x="115444" y="125110"/>
                </a:cubicBezTo>
                <a:lnTo>
                  <a:pt x="103929" y="95598"/>
                </a:lnTo>
                <a:cubicBezTo>
                  <a:pt x="102575" y="92244"/>
                  <a:pt x="101172" y="89164"/>
                  <a:pt x="99720" y="86358"/>
                </a:cubicBezTo>
                <a:cubicBezTo>
                  <a:pt x="98269" y="83552"/>
                  <a:pt x="96543" y="81133"/>
                  <a:pt x="94544" y="79101"/>
                </a:cubicBezTo>
                <a:cubicBezTo>
                  <a:pt x="92544" y="77069"/>
                  <a:pt x="90189" y="75489"/>
                  <a:pt x="87480" y="74360"/>
                </a:cubicBezTo>
                <a:cubicBezTo>
                  <a:pt x="84771" y="73231"/>
                  <a:pt x="81513" y="72666"/>
                  <a:pt x="77707" y="72666"/>
                </a:cubicBezTo>
                <a:lnTo>
                  <a:pt x="66580" y="72666"/>
                </a:lnTo>
                <a:lnTo>
                  <a:pt x="66580" y="125981"/>
                </a:lnTo>
                <a:cubicBezTo>
                  <a:pt x="66580" y="126497"/>
                  <a:pt x="66435" y="126949"/>
                  <a:pt x="66145" y="127336"/>
                </a:cubicBezTo>
                <a:cubicBezTo>
                  <a:pt x="65854" y="127723"/>
                  <a:pt x="65403" y="128029"/>
                  <a:pt x="64790" y="128255"/>
                </a:cubicBezTo>
                <a:cubicBezTo>
                  <a:pt x="64177" y="128481"/>
                  <a:pt x="63339" y="128674"/>
                  <a:pt x="62274" y="128835"/>
                </a:cubicBezTo>
                <a:cubicBezTo>
                  <a:pt x="61210" y="128997"/>
                  <a:pt x="59871" y="129077"/>
                  <a:pt x="58259" y="129077"/>
                </a:cubicBezTo>
                <a:cubicBezTo>
                  <a:pt x="56646" y="129077"/>
                  <a:pt x="55308" y="128997"/>
                  <a:pt x="54243" y="128835"/>
                </a:cubicBezTo>
                <a:cubicBezTo>
                  <a:pt x="53179" y="128674"/>
                  <a:pt x="52324" y="128481"/>
                  <a:pt x="51679" y="128255"/>
                </a:cubicBezTo>
                <a:cubicBezTo>
                  <a:pt x="51034" y="128029"/>
                  <a:pt x="50582" y="127723"/>
                  <a:pt x="50324" y="127336"/>
                </a:cubicBezTo>
                <a:cubicBezTo>
                  <a:pt x="50066" y="126949"/>
                  <a:pt x="49937" y="126497"/>
                  <a:pt x="49937" y="125981"/>
                </a:cubicBezTo>
                <a:lnTo>
                  <a:pt x="49937" y="10063"/>
                </a:lnTo>
                <a:cubicBezTo>
                  <a:pt x="49937" y="7547"/>
                  <a:pt x="50599" y="5789"/>
                  <a:pt x="51921" y="4790"/>
                </a:cubicBezTo>
                <a:cubicBezTo>
                  <a:pt x="53243" y="3790"/>
                  <a:pt x="54646" y="3290"/>
                  <a:pt x="56130" y="3290"/>
                </a:cubicBezTo>
                <a:lnTo>
                  <a:pt x="82739" y="3290"/>
                </a:lnTo>
                <a:cubicBezTo>
                  <a:pt x="85900" y="3290"/>
                  <a:pt x="88528" y="3370"/>
                  <a:pt x="90625" y="3532"/>
                </a:cubicBezTo>
                <a:cubicBezTo>
                  <a:pt x="92721" y="3693"/>
                  <a:pt x="94608" y="3870"/>
                  <a:pt x="96285" y="4064"/>
                </a:cubicBezTo>
                <a:cubicBezTo>
                  <a:pt x="101123" y="4902"/>
                  <a:pt x="105397" y="6225"/>
                  <a:pt x="109106" y="8031"/>
                </a:cubicBezTo>
                <a:cubicBezTo>
                  <a:pt x="112815" y="9837"/>
                  <a:pt x="115927" y="12127"/>
                  <a:pt x="118443" y="14901"/>
                </a:cubicBezTo>
                <a:cubicBezTo>
                  <a:pt x="120959" y="17675"/>
                  <a:pt x="122846" y="20852"/>
                  <a:pt x="124104" y="24432"/>
                </a:cubicBezTo>
                <a:cubicBezTo>
                  <a:pt x="125361" y="28012"/>
                  <a:pt x="125990" y="31963"/>
                  <a:pt x="125990" y="36285"/>
                </a:cubicBezTo>
                <a:cubicBezTo>
                  <a:pt x="125990" y="40478"/>
                  <a:pt x="125426" y="44235"/>
                  <a:pt x="124297" y="47557"/>
                </a:cubicBezTo>
                <a:cubicBezTo>
                  <a:pt x="123168" y="50879"/>
                  <a:pt x="121539" y="53814"/>
                  <a:pt x="119411" y="56362"/>
                </a:cubicBezTo>
                <a:cubicBezTo>
                  <a:pt x="117282" y="58910"/>
                  <a:pt x="114734" y="61120"/>
                  <a:pt x="111767" y="62990"/>
                </a:cubicBezTo>
                <a:cubicBezTo>
                  <a:pt x="108799" y="64861"/>
                  <a:pt x="105477" y="66442"/>
                  <a:pt x="101800" y="67732"/>
                </a:cubicBezTo>
                <a:cubicBezTo>
                  <a:pt x="103865" y="68635"/>
                  <a:pt x="105735" y="69780"/>
                  <a:pt x="107413" y="71167"/>
                </a:cubicBezTo>
                <a:cubicBezTo>
                  <a:pt x="109090" y="72554"/>
                  <a:pt x="110654" y="74215"/>
                  <a:pt x="112105" y="76150"/>
                </a:cubicBezTo>
                <a:cubicBezTo>
                  <a:pt x="113557" y="78085"/>
                  <a:pt x="114928" y="80310"/>
                  <a:pt x="116218" y="82826"/>
                </a:cubicBezTo>
                <a:cubicBezTo>
                  <a:pt x="117508" y="85342"/>
                  <a:pt x="118798" y="88180"/>
                  <a:pt x="120088" y="91341"/>
                </a:cubicBezTo>
                <a:lnTo>
                  <a:pt x="131312" y="118918"/>
                </a:lnTo>
                <a:cubicBezTo>
                  <a:pt x="132215" y="121240"/>
                  <a:pt x="132796" y="122869"/>
                  <a:pt x="133054" y="123804"/>
                </a:cubicBezTo>
                <a:cubicBezTo>
                  <a:pt x="133312" y="124739"/>
                  <a:pt x="133441" y="125465"/>
                  <a:pt x="133441" y="125981"/>
                </a:cubicBezTo>
                <a:moveTo>
                  <a:pt x="108380" y="38027"/>
                </a:moveTo>
                <a:cubicBezTo>
                  <a:pt x="108380" y="33124"/>
                  <a:pt x="107284" y="28979"/>
                  <a:pt x="105090" y="25593"/>
                </a:cubicBezTo>
                <a:cubicBezTo>
                  <a:pt x="102897" y="22206"/>
                  <a:pt x="99220" y="19771"/>
                  <a:pt x="94060" y="18288"/>
                </a:cubicBezTo>
                <a:cubicBezTo>
                  <a:pt x="92447" y="17836"/>
                  <a:pt x="90625" y="17513"/>
                  <a:pt x="88593" y="17320"/>
                </a:cubicBezTo>
                <a:cubicBezTo>
                  <a:pt x="86561" y="17126"/>
                  <a:pt x="83900" y="17030"/>
                  <a:pt x="80610" y="17030"/>
                </a:cubicBezTo>
                <a:lnTo>
                  <a:pt x="66580" y="17030"/>
                </a:lnTo>
                <a:lnTo>
                  <a:pt x="66580" y="59217"/>
                </a:lnTo>
                <a:lnTo>
                  <a:pt x="82836" y="59217"/>
                </a:lnTo>
                <a:cubicBezTo>
                  <a:pt x="87222" y="59217"/>
                  <a:pt x="91012" y="58685"/>
                  <a:pt x="94205" y="57620"/>
                </a:cubicBezTo>
                <a:cubicBezTo>
                  <a:pt x="97398" y="56556"/>
                  <a:pt x="100059" y="55072"/>
                  <a:pt x="102188" y="53169"/>
                </a:cubicBezTo>
                <a:cubicBezTo>
                  <a:pt x="104316" y="51266"/>
                  <a:pt x="105881" y="49025"/>
                  <a:pt x="106880" y="46445"/>
                </a:cubicBezTo>
                <a:cubicBezTo>
                  <a:pt x="107880" y="43864"/>
                  <a:pt x="108380" y="41058"/>
                  <a:pt x="108380" y="38027"/>
                </a:cubicBezTo>
                <a:close/>
                <a:moveTo>
                  <a:pt x="285947" y="125981"/>
                </a:moveTo>
                <a:cubicBezTo>
                  <a:pt x="285947" y="126497"/>
                  <a:pt x="285850" y="126949"/>
                  <a:pt x="285657" y="127336"/>
                </a:cubicBezTo>
                <a:cubicBezTo>
                  <a:pt x="285463" y="127723"/>
                  <a:pt x="285044" y="128045"/>
                  <a:pt x="284399" y="128303"/>
                </a:cubicBezTo>
                <a:cubicBezTo>
                  <a:pt x="283754" y="128561"/>
                  <a:pt x="282851" y="128755"/>
                  <a:pt x="281690" y="128884"/>
                </a:cubicBezTo>
                <a:cubicBezTo>
                  <a:pt x="280529" y="129013"/>
                  <a:pt x="278980" y="129077"/>
                  <a:pt x="277045" y="129077"/>
                </a:cubicBezTo>
                <a:cubicBezTo>
                  <a:pt x="275368" y="129077"/>
                  <a:pt x="273997" y="129013"/>
                  <a:pt x="272933" y="128884"/>
                </a:cubicBezTo>
                <a:cubicBezTo>
                  <a:pt x="271869" y="128755"/>
                  <a:pt x="271014" y="128545"/>
                  <a:pt x="270369" y="128255"/>
                </a:cubicBezTo>
                <a:cubicBezTo>
                  <a:pt x="269724" y="127965"/>
                  <a:pt x="269224" y="127561"/>
                  <a:pt x="268869" y="127045"/>
                </a:cubicBezTo>
                <a:cubicBezTo>
                  <a:pt x="268514" y="126529"/>
                  <a:pt x="268208" y="125884"/>
                  <a:pt x="267950" y="125110"/>
                </a:cubicBezTo>
                <a:lnTo>
                  <a:pt x="256435" y="95598"/>
                </a:lnTo>
                <a:cubicBezTo>
                  <a:pt x="255081" y="92244"/>
                  <a:pt x="253678" y="89164"/>
                  <a:pt x="252226" y="86358"/>
                </a:cubicBezTo>
                <a:cubicBezTo>
                  <a:pt x="250775" y="83552"/>
                  <a:pt x="249050" y="81133"/>
                  <a:pt x="247050" y="79101"/>
                </a:cubicBezTo>
                <a:cubicBezTo>
                  <a:pt x="245050" y="77069"/>
                  <a:pt x="242696" y="75489"/>
                  <a:pt x="239986" y="74360"/>
                </a:cubicBezTo>
                <a:cubicBezTo>
                  <a:pt x="237277" y="73231"/>
                  <a:pt x="234020" y="72666"/>
                  <a:pt x="230214" y="72666"/>
                </a:cubicBezTo>
                <a:lnTo>
                  <a:pt x="219086" y="72666"/>
                </a:lnTo>
                <a:lnTo>
                  <a:pt x="219086" y="125981"/>
                </a:lnTo>
                <a:cubicBezTo>
                  <a:pt x="219086" y="126497"/>
                  <a:pt x="218941" y="126949"/>
                  <a:pt x="218651" y="127336"/>
                </a:cubicBezTo>
                <a:cubicBezTo>
                  <a:pt x="218361" y="127723"/>
                  <a:pt x="217909" y="128029"/>
                  <a:pt x="217296" y="128255"/>
                </a:cubicBezTo>
                <a:cubicBezTo>
                  <a:pt x="216683" y="128481"/>
                  <a:pt x="215845" y="128674"/>
                  <a:pt x="214780" y="128835"/>
                </a:cubicBezTo>
                <a:cubicBezTo>
                  <a:pt x="213716" y="128997"/>
                  <a:pt x="212378" y="129077"/>
                  <a:pt x="210765" y="129077"/>
                </a:cubicBezTo>
                <a:cubicBezTo>
                  <a:pt x="209152" y="129077"/>
                  <a:pt x="207814" y="128997"/>
                  <a:pt x="206749" y="128835"/>
                </a:cubicBezTo>
                <a:cubicBezTo>
                  <a:pt x="205685" y="128674"/>
                  <a:pt x="204830" y="128481"/>
                  <a:pt x="204185" y="128255"/>
                </a:cubicBezTo>
                <a:cubicBezTo>
                  <a:pt x="203540" y="128029"/>
                  <a:pt x="203089" y="127723"/>
                  <a:pt x="202831" y="127336"/>
                </a:cubicBezTo>
                <a:cubicBezTo>
                  <a:pt x="202573" y="126949"/>
                  <a:pt x="202444" y="126497"/>
                  <a:pt x="202444" y="125981"/>
                </a:cubicBezTo>
                <a:lnTo>
                  <a:pt x="202444" y="10063"/>
                </a:lnTo>
                <a:cubicBezTo>
                  <a:pt x="202444" y="7547"/>
                  <a:pt x="203105" y="5789"/>
                  <a:pt x="204427" y="4790"/>
                </a:cubicBezTo>
                <a:cubicBezTo>
                  <a:pt x="205750" y="3790"/>
                  <a:pt x="207153" y="3290"/>
                  <a:pt x="208636" y="3290"/>
                </a:cubicBezTo>
                <a:lnTo>
                  <a:pt x="235245" y="3290"/>
                </a:lnTo>
                <a:cubicBezTo>
                  <a:pt x="238406" y="3290"/>
                  <a:pt x="241035" y="3370"/>
                  <a:pt x="243131" y="3532"/>
                </a:cubicBezTo>
                <a:cubicBezTo>
                  <a:pt x="245228" y="3693"/>
                  <a:pt x="247114" y="3870"/>
                  <a:pt x="248791" y="4064"/>
                </a:cubicBezTo>
                <a:cubicBezTo>
                  <a:pt x="253629" y="4902"/>
                  <a:pt x="257903" y="6225"/>
                  <a:pt x="261612" y="8031"/>
                </a:cubicBezTo>
                <a:cubicBezTo>
                  <a:pt x="265321" y="9837"/>
                  <a:pt x="268434" y="12127"/>
                  <a:pt x="270949" y="14901"/>
                </a:cubicBezTo>
                <a:cubicBezTo>
                  <a:pt x="273465" y="17675"/>
                  <a:pt x="275352" y="20852"/>
                  <a:pt x="276610" y="24432"/>
                </a:cubicBezTo>
                <a:cubicBezTo>
                  <a:pt x="277868" y="28012"/>
                  <a:pt x="278497" y="31963"/>
                  <a:pt x="278497" y="36285"/>
                </a:cubicBezTo>
                <a:cubicBezTo>
                  <a:pt x="278497" y="40478"/>
                  <a:pt x="277932" y="44235"/>
                  <a:pt x="276803" y="47557"/>
                </a:cubicBezTo>
                <a:cubicBezTo>
                  <a:pt x="275675" y="50879"/>
                  <a:pt x="274046" y="53814"/>
                  <a:pt x="271917" y="56362"/>
                </a:cubicBezTo>
                <a:cubicBezTo>
                  <a:pt x="269788" y="58910"/>
                  <a:pt x="267240" y="61120"/>
                  <a:pt x="264273" y="62990"/>
                </a:cubicBezTo>
                <a:cubicBezTo>
                  <a:pt x="261306" y="64861"/>
                  <a:pt x="257984" y="66442"/>
                  <a:pt x="254307" y="67732"/>
                </a:cubicBezTo>
                <a:cubicBezTo>
                  <a:pt x="256371" y="68635"/>
                  <a:pt x="258242" y="69780"/>
                  <a:pt x="259919" y="71167"/>
                </a:cubicBezTo>
                <a:cubicBezTo>
                  <a:pt x="261596" y="72554"/>
                  <a:pt x="263160" y="74215"/>
                  <a:pt x="264612" y="76150"/>
                </a:cubicBezTo>
                <a:cubicBezTo>
                  <a:pt x="266063" y="78085"/>
                  <a:pt x="267434" y="80310"/>
                  <a:pt x="268724" y="82826"/>
                </a:cubicBezTo>
                <a:cubicBezTo>
                  <a:pt x="270014" y="85342"/>
                  <a:pt x="271304" y="88180"/>
                  <a:pt x="272594" y="91341"/>
                </a:cubicBezTo>
                <a:lnTo>
                  <a:pt x="283818" y="118918"/>
                </a:lnTo>
                <a:cubicBezTo>
                  <a:pt x="284722" y="121240"/>
                  <a:pt x="285302" y="122869"/>
                  <a:pt x="285560" y="123804"/>
                </a:cubicBezTo>
                <a:cubicBezTo>
                  <a:pt x="285818" y="124739"/>
                  <a:pt x="285947" y="125465"/>
                  <a:pt x="285947" y="125981"/>
                </a:cubicBezTo>
                <a:moveTo>
                  <a:pt x="260886" y="38027"/>
                </a:moveTo>
                <a:cubicBezTo>
                  <a:pt x="260886" y="33124"/>
                  <a:pt x="259790" y="28979"/>
                  <a:pt x="257597" y="25593"/>
                </a:cubicBezTo>
                <a:cubicBezTo>
                  <a:pt x="255403" y="22206"/>
                  <a:pt x="251727" y="19771"/>
                  <a:pt x="246566" y="18288"/>
                </a:cubicBezTo>
                <a:cubicBezTo>
                  <a:pt x="244953" y="17836"/>
                  <a:pt x="243131" y="17513"/>
                  <a:pt x="241099" y="17320"/>
                </a:cubicBezTo>
                <a:cubicBezTo>
                  <a:pt x="239067" y="17126"/>
                  <a:pt x="236406" y="17030"/>
                  <a:pt x="233116" y="17030"/>
                </a:cubicBezTo>
                <a:lnTo>
                  <a:pt x="219086" y="17030"/>
                </a:lnTo>
                <a:lnTo>
                  <a:pt x="219086" y="59217"/>
                </a:lnTo>
                <a:lnTo>
                  <a:pt x="235342" y="59217"/>
                </a:lnTo>
                <a:cubicBezTo>
                  <a:pt x="239728" y="59217"/>
                  <a:pt x="243518" y="58685"/>
                  <a:pt x="246711" y="57620"/>
                </a:cubicBezTo>
                <a:cubicBezTo>
                  <a:pt x="249904" y="56556"/>
                  <a:pt x="252565" y="55072"/>
                  <a:pt x="254694" y="53169"/>
                </a:cubicBezTo>
                <a:cubicBezTo>
                  <a:pt x="256823" y="51266"/>
                  <a:pt x="258387" y="49025"/>
                  <a:pt x="259387" y="46445"/>
                </a:cubicBezTo>
                <a:cubicBezTo>
                  <a:pt x="260387" y="43864"/>
                  <a:pt x="260886" y="41058"/>
                  <a:pt x="260886" y="38027"/>
                </a:cubicBezTo>
                <a:close/>
                <a:moveTo>
                  <a:pt x="382519" y="78762"/>
                </a:moveTo>
                <a:cubicBezTo>
                  <a:pt x="382519" y="81278"/>
                  <a:pt x="381891" y="83068"/>
                  <a:pt x="380633" y="84132"/>
                </a:cubicBezTo>
                <a:cubicBezTo>
                  <a:pt x="379375" y="85197"/>
                  <a:pt x="377939" y="85729"/>
                  <a:pt x="376327" y="85729"/>
                </a:cubicBezTo>
                <a:lnTo>
                  <a:pt x="319239" y="85729"/>
                </a:lnTo>
                <a:cubicBezTo>
                  <a:pt x="319239" y="90581"/>
                  <a:pt x="319722" y="94948"/>
                  <a:pt x="320690" y="98831"/>
                </a:cubicBezTo>
                <a:cubicBezTo>
                  <a:pt x="321658" y="102713"/>
                  <a:pt x="323270" y="106045"/>
                  <a:pt x="325528" y="108827"/>
                </a:cubicBezTo>
                <a:cubicBezTo>
                  <a:pt x="327786" y="111609"/>
                  <a:pt x="330721" y="113745"/>
                  <a:pt x="334333" y="115235"/>
                </a:cubicBezTo>
                <a:cubicBezTo>
                  <a:pt x="337946" y="116722"/>
                  <a:pt x="342364" y="117466"/>
                  <a:pt x="347589" y="117466"/>
                </a:cubicBezTo>
                <a:cubicBezTo>
                  <a:pt x="351718" y="117466"/>
                  <a:pt x="355395" y="117127"/>
                  <a:pt x="358620" y="116450"/>
                </a:cubicBezTo>
                <a:cubicBezTo>
                  <a:pt x="361845" y="115773"/>
                  <a:pt x="364635" y="115015"/>
                  <a:pt x="366990" y="114176"/>
                </a:cubicBezTo>
                <a:cubicBezTo>
                  <a:pt x="369344" y="113338"/>
                  <a:pt x="371279" y="112580"/>
                  <a:pt x="372795" y="111902"/>
                </a:cubicBezTo>
                <a:cubicBezTo>
                  <a:pt x="374311" y="111225"/>
                  <a:pt x="375456" y="110886"/>
                  <a:pt x="376230" y="110886"/>
                </a:cubicBezTo>
                <a:cubicBezTo>
                  <a:pt x="376682" y="110886"/>
                  <a:pt x="377085" y="110999"/>
                  <a:pt x="377440" y="111225"/>
                </a:cubicBezTo>
                <a:cubicBezTo>
                  <a:pt x="377794" y="111451"/>
                  <a:pt x="378069" y="111790"/>
                  <a:pt x="378262" y="112241"/>
                </a:cubicBezTo>
                <a:cubicBezTo>
                  <a:pt x="378456" y="112693"/>
                  <a:pt x="378601" y="113322"/>
                  <a:pt x="378697" y="114128"/>
                </a:cubicBezTo>
                <a:cubicBezTo>
                  <a:pt x="378794" y="114934"/>
                  <a:pt x="378843" y="115918"/>
                  <a:pt x="378843" y="117079"/>
                </a:cubicBezTo>
                <a:cubicBezTo>
                  <a:pt x="378843" y="117918"/>
                  <a:pt x="378810" y="118643"/>
                  <a:pt x="378746" y="119256"/>
                </a:cubicBezTo>
                <a:cubicBezTo>
                  <a:pt x="378681" y="119869"/>
                  <a:pt x="378601" y="120417"/>
                  <a:pt x="378504" y="120901"/>
                </a:cubicBezTo>
                <a:cubicBezTo>
                  <a:pt x="378407" y="121385"/>
                  <a:pt x="378246" y="121820"/>
                  <a:pt x="378020" y="122207"/>
                </a:cubicBezTo>
                <a:cubicBezTo>
                  <a:pt x="377794" y="122594"/>
                  <a:pt x="377504" y="122965"/>
                  <a:pt x="377149" y="123320"/>
                </a:cubicBezTo>
                <a:cubicBezTo>
                  <a:pt x="376795" y="123675"/>
                  <a:pt x="375746" y="124255"/>
                  <a:pt x="374005" y="125062"/>
                </a:cubicBezTo>
                <a:cubicBezTo>
                  <a:pt x="372263" y="125868"/>
                  <a:pt x="370005" y="126658"/>
                  <a:pt x="367231" y="127432"/>
                </a:cubicBezTo>
                <a:cubicBezTo>
                  <a:pt x="364458" y="128206"/>
                  <a:pt x="361248" y="128900"/>
                  <a:pt x="357604" y="129513"/>
                </a:cubicBezTo>
                <a:cubicBezTo>
                  <a:pt x="353959" y="130126"/>
                  <a:pt x="350073" y="130432"/>
                  <a:pt x="345944" y="130432"/>
                </a:cubicBezTo>
                <a:cubicBezTo>
                  <a:pt x="338784" y="130432"/>
                  <a:pt x="332511" y="129431"/>
                  <a:pt x="327125" y="127429"/>
                </a:cubicBezTo>
                <a:cubicBezTo>
                  <a:pt x="321738" y="125428"/>
                  <a:pt x="317207" y="122457"/>
                  <a:pt x="313530" y="118518"/>
                </a:cubicBezTo>
                <a:cubicBezTo>
                  <a:pt x="309853" y="114579"/>
                  <a:pt x="307079" y="109640"/>
                  <a:pt x="305209" y="103699"/>
                </a:cubicBezTo>
                <a:cubicBezTo>
                  <a:pt x="303338" y="97758"/>
                  <a:pt x="302403" y="90849"/>
                  <a:pt x="302403" y="82971"/>
                </a:cubicBezTo>
                <a:cubicBezTo>
                  <a:pt x="302403" y="75481"/>
                  <a:pt x="303370" y="68749"/>
                  <a:pt x="305305" y="62776"/>
                </a:cubicBezTo>
                <a:cubicBezTo>
                  <a:pt x="307240" y="56803"/>
                  <a:pt x="310030" y="51734"/>
                  <a:pt x="313675" y="47569"/>
                </a:cubicBezTo>
                <a:cubicBezTo>
                  <a:pt x="317320" y="43405"/>
                  <a:pt x="321722" y="40209"/>
                  <a:pt x="326883" y="37981"/>
                </a:cubicBezTo>
                <a:cubicBezTo>
                  <a:pt x="332043" y="35754"/>
                  <a:pt x="337817" y="34640"/>
                  <a:pt x="344203" y="34640"/>
                </a:cubicBezTo>
                <a:cubicBezTo>
                  <a:pt x="351040" y="34640"/>
                  <a:pt x="356862" y="35737"/>
                  <a:pt x="361668" y="37930"/>
                </a:cubicBezTo>
                <a:cubicBezTo>
                  <a:pt x="366473" y="40123"/>
                  <a:pt x="370425" y="43074"/>
                  <a:pt x="373521" y="46783"/>
                </a:cubicBezTo>
                <a:cubicBezTo>
                  <a:pt x="376617" y="50492"/>
                  <a:pt x="378891" y="54847"/>
                  <a:pt x="380342" y="59846"/>
                </a:cubicBezTo>
                <a:cubicBezTo>
                  <a:pt x="381794" y="64845"/>
                  <a:pt x="382519" y="70183"/>
                  <a:pt x="382519" y="75860"/>
                </a:cubicBezTo>
                <a:lnTo>
                  <a:pt x="382519" y="78762"/>
                </a:lnTo>
                <a:moveTo>
                  <a:pt x="366457" y="74021"/>
                </a:moveTo>
                <a:cubicBezTo>
                  <a:pt x="366651" y="65635"/>
                  <a:pt x="364796" y="59056"/>
                  <a:pt x="360894" y="54282"/>
                </a:cubicBezTo>
                <a:cubicBezTo>
                  <a:pt x="356991" y="49509"/>
                  <a:pt x="351202" y="47122"/>
                  <a:pt x="343525" y="47122"/>
                </a:cubicBezTo>
                <a:cubicBezTo>
                  <a:pt x="339590" y="47122"/>
                  <a:pt x="336139" y="47864"/>
                  <a:pt x="333172" y="49347"/>
                </a:cubicBezTo>
                <a:cubicBezTo>
                  <a:pt x="330205" y="50831"/>
                  <a:pt x="327721" y="52798"/>
                  <a:pt x="325722" y="55250"/>
                </a:cubicBezTo>
                <a:cubicBezTo>
                  <a:pt x="323722" y="57701"/>
                  <a:pt x="322174" y="60555"/>
                  <a:pt x="321077" y="63813"/>
                </a:cubicBezTo>
                <a:cubicBezTo>
                  <a:pt x="319981" y="67071"/>
                  <a:pt x="319368" y="70473"/>
                  <a:pt x="319239" y="74021"/>
                </a:cubicBezTo>
                <a:lnTo>
                  <a:pt x="366457" y="74021"/>
                </a:lnTo>
                <a:close/>
                <a:moveTo>
                  <a:pt x="487010" y="81230"/>
                </a:moveTo>
                <a:cubicBezTo>
                  <a:pt x="487010" y="88847"/>
                  <a:pt x="486188" y="95691"/>
                  <a:pt x="484543" y="101761"/>
                </a:cubicBezTo>
                <a:cubicBezTo>
                  <a:pt x="482898" y="107830"/>
                  <a:pt x="480479" y="112981"/>
                  <a:pt x="477286" y="117212"/>
                </a:cubicBezTo>
                <a:cubicBezTo>
                  <a:pt x="474093" y="121441"/>
                  <a:pt x="470142" y="124702"/>
                  <a:pt x="465433" y="126994"/>
                </a:cubicBezTo>
                <a:cubicBezTo>
                  <a:pt x="460724" y="129286"/>
                  <a:pt x="455338" y="130432"/>
                  <a:pt x="449274" y="130432"/>
                </a:cubicBezTo>
                <a:cubicBezTo>
                  <a:pt x="446694" y="130432"/>
                  <a:pt x="444307" y="130174"/>
                  <a:pt x="442114" y="129658"/>
                </a:cubicBezTo>
                <a:cubicBezTo>
                  <a:pt x="439921" y="129142"/>
                  <a:pt x="437776" y="128335"/>
                  <a:pt x="435680" y="127239"/>
                </a:cubicBezTo>
                <a:cubicBezTo>
                  <a:pt x="433583" y="126140"/>
                  <a:pt x="431503" y="124751"/>
                  <a:pt x="429439" y="123072"/>
                </a:cubicBezTo>
                <a:cubicBezTo>
                  <a:pt x="427374" y="121393"/>
                  <a:pt x="425181" y="119423"/>
                  <a:pt x="422859" y="117164"/>
                </a:cubicBezTo>
                <a:lnTo>
                  <a:pt x="422859" y="160627"/>
                </a:lnTo>
                <a:cubicBezTo>
                  <a:pt x="422859" y="161141"/>
                  <a:pt x="422730" y="161592"/>
                  <a:pt x="422472" y="161979"/>
                </a:cubicBezTo>
                <a:cubicBezTo>
                  <a:pt x="422214" y="162366"/>
                  <a:pt x="421795" y="162687"/>
                  <a:pt x="421214" y="162943"/>
                </a:cubicBezTo>
                <a:cubicBezTo>
                  <a:pt x="420633" y="163201"/>
                  <a:pt x="419827" y="163395"/>
                  <a:pt x="418795" y="163524"/>
                </a:cubicBezTo>
                <a:cubicBezTo>
                  <a:pt x="417763" y="163653"/>
                  <a:pt x="416441" y="163717"/>
                  <a:pt x="414828" y="163717"/>
                </a:cubicBezTo>
                <a:cubicBezTo>
                  <a:pt x="413280" y="163717"/>
                  <a:pt x="411990" y="163653"/>
                  <a:pt x="410957" y="163524"/>
                </a:cubicBezTo>
                <a:cubicBezTo>
                  <a:pt x="409925" y="163395"/>
                  <a:pt x="409103" y="163201"/>
                  <a:pt x="408490" y="162943"/>
                </a:cubicBezTo>
                <a:cubicBezTo>
                  <a:pt x="407877" y="162685"/>
                  <a:pt x="407458" y="162363"/>
                  <a:pt x="407232" y="161976"/>
                </a:cubicBezTo>
                <a:cubicBezTo>
                  <a:pt x="407006" y="161589"/>
                  <a:pt x="406894" y="161137"/>
                  <a:pt x="406894" y="160621"/>
                </a:cubicBezTo>
                <a:lnTo>
                  <a:pt x="406894" y="38994"/>
                </a:lnTo>
                <a:cubicBezTo>
                  <a:pt x="406894" y="38414"/>
                  <a:pt x="406990" y="37946"/>
                  <a:pt x="407184" y="37591"/>
                </a:cubicBezTo>
                <a:cubicBezTo>
                  <a:pt x="407377" y="37236"/>
                  <a:pt x="407764" y="36930"/>
                  <a:pt x="408345" y="36672"/>
                </a:cubicBezTo>
                <a:cubicBezTo>
                  <a:pt x="408926" y="36414"/>
                  <a:pt x="409667" y="36236"/>
                  <a:pt x="410570" y="36140"/>
                </a:cubicBezTo>
                <a:cubicBezTo>
                  <a:pt x="411474" y="36043"/>
                  <a:pt x="412570" y="35995"/>
                  <a:pt x="413860" y="35995"/>
                </a:cubicBezTo>
                <a:cubicBezTo>
                  <a:pt x="415215" y="35995"/>
                  <a:pt x="416328" y="36043"/>
                  <a:pt x="417198" y="36140"/>
                </a:cubicBezTo>
                <a:cubicBezTo>
                  <a:pt x="418069" y="36236"/>
                  <a:pt x="418795" y="36414"/>
                  <a:pt x="419376" y="36672"/>
                </a:cubicBezTo>
                <a:cubicBezTo>
                  <a:pt x="419956" y="36930"/>
                  <a:pt x="420359" y="37237"/>
                  <a:pt x="420585" y="37594"/>
                </a:cubicBezTo>
                <a:cubicBezTo>
                  <a:pt x="420811" y="37949"/>
                  <a:pt x="420924" y="38417"/>
                  <a:pt x="420924" y="38997"/>
                </a:cubicBezTo>
                <a:lnTo>
                  <a:pt x="420924" y="50717"/>
                </a:lnTo>
                <a:cubicBezTo>
                  <a:pt x="423568" y="48006"/>
                  <a:pt x="426116" y="45649"/>
                  <a:pt x="428568" y="43648"/>
                </a:cubicBezTo>
                <a:cubicBezTo>
                  <a:pt x="431019" y="41646"/>
                  <a:pt x="433486" y="39984"/>
                  <a:pt x="435970" y="38661"/>
                </a:cubicBezTo>
                <a:cubicBezTo>
                  <a:pt x="438453" y="37337"/>
                  <a:pt x="441001" y="36336"/>
                  <a:pt x="443614" y="35659"/>
                </a:cubicBezTo>
                <a:cubicBezTo>
                  <a:pt x="446226" y="34980"/>
                  <a:pt x="448984" y="34640"/>
                  <a:pt x="451887" y="34640"/>
                </a:cubicBezTo>
                <a:cubicBezTo>
                  <a:pt x="458208" y="34640"/>
                  <a:pt x="463595" y="35867"/>
                  <a:pt x="468046" y="38320"/>
                </a:cubicBezTo>
                <a:cubicBezTo>
                  <a:pt x="472497" y="40773"/>
                  <a:pt x="476125" y="44131"/>
                  <a:pt x="478931" y="48395"/>
                </a:cubicBezTo>
                <a:cubicBezTo>
                  <a:pt x="481737" y="52656"/>
                  <a:pt x="483785" y="57612"/>
                  <a:pt x="485075" y="63263"/>
                </a:cubicBezTo>
                <a:cubicBezTo>
                  <a:pt x="486365" y="68911"/>
                  <a:pt x="487010" y="74900"/>
                  <a:pt x="487010" y="81230"/>
                </a:cubicBezTo>
                <a:moveTo>
                  <a:pt x="470174" y="83068"/>
                </a:moveTo>
                <a:cubicBezTo>
                  <a:pt x="470174" y="78611"/>
                  <a:pt x="469836" y="74299"/>
                  <a:pt x="469158" y="70133"/>
                </a:cubicBezTo>
                <a:cubicBezTo>
                  <a:pt x="468481" y="65966"/>
                  <a:pt x="467320" y="62268"/>
                  <a:pt x="465675" y="59038"/>
                </a:cubicBezTo>
                <a:cubicBezTo>
                  <a:pt x="464030" y="55809"/>
                  <a:pt x="461821" y="53226"/>
                  <a:pt x="459047" y="51289"/>
                </a:cubicBezTo>
                <a:cubicBezTo>
                  <a:pt x="456273" y="49349"/>
                  <a:pt x="452822" y="48380"/>
                  <a:pt x="448694" y="48380"/>
                </a:cubicBezTo>
                <a:cubicBezTo>
                  <a:pt x="446630" y="48380"/>
                  <a:pt x="444598" y="48687"/>
                  <a:pt x="442598" y="49302"/>
                </a:cubicBezTo>
                <a:cubicBezTo>
                  <a:pt x="440598" y="49915"/>
                  <a:pt x="438566" y="50883"/>
                  <a:pt x="436502" y="52208"/>
                </a:cubicBezTo>
                <a:cubicBezTo>
                  <a:pt x="434438" y="53532"/>
                  <a:pt x="432277" y="55277"/>
                  <a:pt x="430019" y="57442"/>
                </a:cubicBezTo>
                <a:cubicBezTo>
                  <a:pt x="427761" y="59607"/>
                  <a:pt x="425375" y="62273"/>
                  <a:pt x="422859" y="65440"/>
                </a:cubicBezTo>
                <a:lnTo>
                  <a:pt x="422859" y="100116"/>
                </a:lnTo>
                <a:cubicBezTo>
                  <a:pt x="427245" y="105480"/>
                  <a:pt x="431406" y="109584"/>
                  <a:pt x="435341" y="112429"/>
                </a:cubicBezTo>
                <a:cubicBezTo>
                  <a:pt x="439276" y="115271"/>
                  <a:pt x="443404" y="116692"/>
                  <a:pt x="447726" y="116692"/>
                </a:cubicBezTo>
                <a:cubicBezTo>
                  <a:pt x="451726" y="116692"/>
                  <a:pt x="455160" y="115723"/>
                  <a:pt x="458031" y="113786"/>
                </a:cubicBezTo>
                <a:cubicBezTo>
                  <a:pt x="460902" y="111847"/>
                  <a:pt x="463224" y="109263"/>
                  <a:pt x="464998" y="106033"/>
                </a:cubicBezTo>
                <a:cubicBezTo>
                  <a:pt x="466772" y="102804"/>
                  <a:pt x="468078" y="99187"/>
                  <a:pt x="468916" y="95181"/>
                </a:cubicBezTo>
                <a:cubicBezTo>
                  <a:pt x="469755" y="91176"/>
                  <a:pt x="470174" y="87138"/>
                  <a:pt x="470174" y="83068"/>
                </a:cubicBezTo>
                <a:close/>
                <a:moveTo>
                  <a:pt x="561825" y="44703"/>
                </a:moveTo>
                <a:cubicBezTo>
                  <a:pt x="561825" y="46122"/>
                  <a:pt x="561793" y="47315"/>
                  <a:pt x="561728" y="48283"/>
                </a:cubicBezTo>
                <a:cubicBezTo>
                  <a:pt x="561664" y="49251"/>
                  <a:pt x="561535" y="50009"/>
                  <a:pt x="561341" y="50557"/>
                </a:cubicBezTo>
                <a:cubicBezTo>
                  <a:pt x="561148" y="51105"/>
                  <a:pt x="560906" y="51524"/>
                  <a:pt x="560615" y="51815"/>
                </a:cubicBezTo>
                <a:cubicBezTo>
                  <a:pt x="560325" y="52105"/>
                  <a:pt x="559922" y="52250"/>
                  <a:pt x="559406" y="52250"/>
                </a:cubicBezTo>
                <a:cubicBezTo>
                  <a:pt x="558890" y="52250"/>
                  <a:pt x="558261" y="52105"/>
                  <a:pt x="557519" y="51815"/>
                </a:cubicBezTo>
                <a:cubicBezTo>
                  <a:pt x="556777" y="51524"/>
                  <a:pt x="555939" y="51234"/>
                  <a:pt x="555003" y="50944"/>
                </a:cubicBezTo>
                <a:cubicBezTo>
                  <a:pt x="554068" y="50654"/>
                  <a:pt x="553020" y="50379"/>
                  <a:pt x="551859" y="50121"/>
                </a:cubicBezTo>
                <a:cubicBezTo>
                  <a:pt x="550698" y="49863"/>
                  <a:pt x="549440" y="49734"/>
                  <a:pt x="548085" y="49734"/>
                </a:cubicBezTo>
                <a:cubicBezTo>
                  <a:pt x="546472" y="49734"/>
                  <a:pt x="544892" y="50057"/>
                  <a:pt x="543344" y="50702"/>
                </a:cubicBezTo>
                <a:cubicBezTo>
                  <a:pt x="541796" y="51347"/>
                  <a:pt x="540167" y="52411"/>
                  <a:pt x="538458" y="53895"/>
                </a:cubicBezTo>
                <a:cubicBezTo>
                  <a:pt x="536748" y="55379"/>
                  <a:pt x="534958" y="57346"/>
                  <a:pt x="533087" y="59797"/>
                </a:cubicBezTo>
                <a:cubicBezTo>
                  <a:pt x="531217" y="62249"/>
                  <a:pt x="529152" y="65248"/>
                  <a:pt x="526895" y="68796"/>
                </a:cubicBezTo>
                <a:lnTo>
                  <a:pt x="526895" y="126078"/>
                </a:lnTo>
                <a:cubicBezTo>
                  <a:pt x="526895" y="126594"/>
                  <a:pt x="526766" y="127029"/>
                  <a:pt x="526508" y="127384"/>
                </a:cubicBezTo>
                <a:cubicBezTo>
                  <a:pt x="526250" y="127739"/>
                  <a:pt x="525830" y="128045"/>
                  <a:pt x="525250" y="128303"/>
                </a:cubicBezTo>
                <a:cubicBezTo>
                  <a:pt x="524669" y="128561"/>
                  <a:pt x="523863" y="128755"/>
                  <a:pt x="522831" y="128884"/>
                </a:cubicBezTo>
                <a:cubicBezTo>
                  <a:pt x="521799" y="129013"/>
                  <a:pt x="520476" y="129077"/>
                  <a:pt x="518864" y="129077"/>
                </a:cubicBezTo>
                <a:cubicBezTo>
                  <a:pt x="517316" y="129077"/>
                  <a:pt x="516025" y="129013"/>
                  <a:pt x="514993" y="128884"/>
                </a:cubicBezTo>
                <a:cubicBezTo>
                  <a:pt x="513961" y="128755"/>
                  <a:pt x="513139" y="128561"/>
                  <a:pt x="512526" y="128303"/>
                </a:cubicBezTo>
                <a:cubicBezTo>
                  <a:pt x="511913" y="128045"/>
                  <a:pt x="511494" y="127739"/>
                  <a:pt x="511268" y="127384"/>
                </a:cubicBezTo>
                <a:cubicBezTo>
                  <a:pt x="511042" y="127029"/>
                  <a:pt x="510929" y="126594"/>
                  <a:pt x="510929" y="126078"/>
                </a:cubicBezTo>
                <a:lnTo>
                  <a:pt x="510929" y="38994"/>
                </a:lnTo>
                <a:cubicBezTo>
                  <a:pt x="510929" y="38478"/>
                  <a:pt x="511026" y="38043"/>
                  <a:pt x="511220" y="37688"/>
                </a:cubicBezTo>
                <a:cubicBezTo>
                  <a:pt x="511413" y="37333"/>
                  <a:pt x="511800" y="37011"/>
                  <a:pt x="512381" y="36720"/>
                </a:cubicBezTo>
                <a:cubicBezTo>
                  <a:pt x="512961" y="36430"/>
                  <a:pt x="513703" y="36236"/>
                  <a:pt x="514606" y="36140"/>
                </a:cubicBezTo>
                <a:cubicBezTo>
                  <a:pt x="515509" y="36043"/>
                  <a:pt x="516703" y="35995"/>
                  <a:pt x="518186" y="35995"/>
                </a:cubicBezTo>
                <a:cubicBezTo>
                  <a:pt x="519606" y="35995"/>
                  <a:pt x="520783" y="36043"/>
                  <a:pt x="521718" y="36140"/>
                </a:cubicBezTo>
                <a:cubicBezTo>
                  <a:pt x="522653" y="36236"/>
                  <a:pt x="523379" y="36430"/>
                  <a:pt x="523895" y="36720"/>
                </a:cubicBezTo>
                <a:cubicBezTo>
                  <a:pt x="524411" y="37011"/>
                  <a:pt x="524782" y="37333"/>
                  <a:pt x="525008" y="37688"/>
                </a:cubicBezTo>
                <a:cubicBezTo>
                  <a:pt x="525234" y="38043"/>
                  <a:pt x="525347" y="38478"/>
                  <a:pt x="525347" y="38994"/>
                </a:cubicBezTo>
                <a:lnTo>
                  <a:pt x="525347" y="51670"/>
                </a:lnTo>
                <a:cubicBezTo>
                  <a:pt x="527733" y="48186"/>
                  <a:pt x="529975" y="45348"/>
                  <a:pt x="532071" y="43155"/>
                </a:cubicBezTo>
                <a:cubicBezTo>
                  <a:pt x="534168" y="40962"/>
                  <a:pt x="536151" y="39236"/>
                  <a:pt x="538022" y="37978"/>
                </a:cubicBezTo>
                <a:cubicBezTo>
                  <a:pt x="539893" y="36720"/>
                  <a:pt x="541747" y="35849"/>
                  <a:pt x="543586" y="35366"/>
                </a:cubicBezTo>
                <a:cubicBezTo>
                  <a:pt x="545424" y="34882"/>
                  <a:pt x="547279" y="34640"/>
                  <a:pt x="549149" y="34640"/>
                </a:cubicBezTo>
                <a:cubicBezTo>
                  <a:pt x="549988" y="34640"/>
                  <a:pt x="550940" y="34688"/>
                  <a:pt x="552004" y="34785"/>
                </a:cubicBezTo>
                <a:cubicBezTo>
                  <a:pt x="553068" y="34882"/>
                  <a:pt x="554181" y="35059"/>
                  <a:pt x="555342" y="35317"/>
                </a:cubicBezTo>
                <a:cubicBezTo>
                  <a:pt x="556503" y="35575"/>
                  <a:pt x="557551" y="35866"/>
                  <a:pt x="558487" y="36188"/>
                </a:cubicBezTo>
                <a:cubicBezTo>
                  <a:pt x="559422" y="36511"/>
                  <a:pt x="560083" y="36833"/>
                  <a:pt x="560470" y="37156"/>
                </a:cubicBezTo>
                <a:cubicBezTo>
                  <a:pt x="560857" y="37478"/>
                  <a:pt x="561115" y="37785"/>
                  <a:pt x="561244" y="38075"/>
                </a:cubicBezTo>
                <a:cubicBezTo>
                  <a:pt x="561373" y="38365"/>
                  <a:pt x="561486" y="38736"/>
                  <a:pt x="561583" y="39188"/>
                </a:cubicBezTo>
                <a:cubicBezTo>
                  <a:pt x="561680" y="39639"/>
                  <a:pt x="561744" y="40300"/>
                  <a:pt x="561777" y="41171"/>
                </a:cubicBezTo>
                <a:cubicBezTo>
                  <a:pt x="561809" y="42042"/>
                  <a:pt x="561825" y="43219"/>
                  <a:pt x="561825" y="44703"/>
                </a:cubicBezTo>
                <a:close/>
                <a:moveTo>
                  <a:pt x="654400" y="78762"/>
                </a:moveTo>
                <a:cubicBezTo>
                  <a:pt x="654400" y="81278"/>
                  <a:pt x="653771" y="83068"/>
                  <a:pt x="652513" y="84132"/>
                </a:cubicBezTo>
                <a:cubicBezTo>
                  <a:pt x="651255" y="85197"/>
                  <a:pt x="649820" y="85729"/>
                  <a:pt x="648207" y="85729"/>
                </a:cubicBezTo>
                <a:lnTo>
                  <a:pt x="591119" y="85729"/>
                </a:lnTo>
                <a:cubicBezTo>
                  <a:pt x="591119" y="90581"/>
                  <a:pt x="591603" y="94948"/>
                  <a:pt x="592571" y="98831"/>
                </a:cubicBezTo>
                <a:cubicBezTo>
                  <a:pt x="593538" y="102713"/>
                  <a:pt x="595151" y="106045"/>
                  <a:pt x="597409" y="108827"/>
                </a:cubicBezTo>
                <a:cubicBezTo>
                  <a:pt x="599666" y="111609"/>
                  <a:pt x="602601" y="113745"/>
                  <a:pt x="606214" y="115235"/>
                </a:cubicBezTo>
                <a:cubicBezTo>
                  <a:pt x="609826" y="116722"/>
                  <a:pt x="614245" y="117466"/>
                  <a:pt x="619470" y="117466"/>
                </a:cubicBezTo>
                <a:cubicBezTo>
                  <a:pt x="623598" y="117466"/>
                  <a:pt x="627275" y="117127"/>
                  <a:pt x="630500" y="116450"/>
                </a:cubicBezTo>
                <a:cubicBezTo>
                  <a:pt x="633726" y="115773"/>
                  <a:pt x="636516" y="115015"/>
                  <a:pt x="638870" y="114176"/>
                </a:cubicBezTo>
                <a:cubicBezTo>
                  <a:pt x="641225" y="113338"/>
                  <a:pt x="643160" y="112580"/>
                  <a:pt x="644676" y="111902"/>
                </a:cubicBezTo>
                <a:cubicBezTo>
                  <a:pt x="646192" y="111225"/>
                  <a:pt x="647337" y="110886"/>
                  <a:pt x="648111" y="110886"/>
                </a:cubicBezTo>
                <a:cubicBezTo>
                  <a:pt x="648562" y="110886"/>
                  <a:pt x="648965" y="110999"/>
                  <a:pt x="649320" y="111225"/>
                </a:cubicBezTo>
                <a:cubicBezTo>
                  <a:pt x="649675" y="111451"/>
                  <a:pt x="649949" y="111790"/>
                  <a:pt x="650143" y="112241"/>
                </a:cubicBezTo>
                <a:cubicBezTo>
                  <a:pt x="650336" y="112693"/>
                  <a:pt x="650481" y="113322"/>
                  <a:pt x="650578" y="114128"/>
                </a:cubicBezTo>
                <a:cubicBezTo>
                  <a:pt x="650675" y="114934"/>
                  <a:pt x="650723" y="115918"/>
                  <a:pt x="650723" y="117079"/>
                </a:cubicBezTo>
                <a:cubicBezTo>
                  <a:pt x="650723" y="117918"/>
                  <a:pt x="650691" y="118643"/>
                  <a:pt x="650626" y="119256"/>
                </a:cubicBezTo>
                <a:cubicBezTo>
                  <a:pt x="650562" y="119869"/>
                  <a:pt x="650481" y="120417"/>
                  <a:pt x="650384" y="120901"/>
                </a:cubicBezTo>
                <a:cubicBezTo>
                  <a:pt x="650288" y="121385"/>
                  <a:pt x="650126" y="121820"/>
                  <a:pt x="649901" y="122207"/>
                </a:cubicBezTo>
                <a:cubicBezTo>
                  <a:pt x="649675" y="122594"/>
                  <a:pt x="649385" y="122965"/>
                  <a:pt x="649030" y="123320"/>
                </a:cubicBezTo>
                <a:cubicBezTo>
                  <a:pt x="648675" y="123675"/>
                  <a:pt x="647627" y="124255"/>
                  <a:pt x="645885" y="125062"/>
                </a:cubicBezTo>
                <a:cubicBezTo>
                  <a:pt x="644143" y="125868"/>
                  <a:pt x="641886" y="126658"/>
                  <a:pt x="639112" y="127432"/>
                </a:cubicBezTo>
                <a:cubicBezTo>
                  <a:pt x="636338" y="128206"/>
                  <a:pt x="633129" y="128900"/>
                  <a:pt x="629484" y="129513"/>
                </a:cubicBezTo>
                <a:cubicBezTo>
                  <a:pt x="625840" y="130126"/>
                  <a:pt x="621953" y="130432"/>
                  <a:pt x="617825" y="130432"/>
                </a:cubicBezTo>
                <a:cubicBezTo>
                  <a:pt x="610665" y="130432"/>
                  <a:pt x="604391" y="129431"/>
                  <a:pt x="599005" y="127429"/>
                </a:cubicBezTo>
                <a:cubicBezTo>
                  <a:pt x="593619" y="125428"/>
                  <a:pt x="589087" y="122457"/>
                  <a:pt x="585410" y="118518"/>
                </a:cubicBezTo>
                <a:cubicBezTo>
                  <a:pt x="581734" y="114579"/>
                  <a:pt x="578960" y="109640"/>
                  <a:pt x="577089" y="103699"/>
                </a:cubicBezTo>
                <a:cubicBezTo>
                  <a:pt x="575218" y="97758"/>
                  <a:pt x="574283" y="90849"/>
                  <a:pt x="574283" y="82971"/>
                </a:cubicBezTo>
                <a:cubicBezTo>
                  <a:pt x="574283" y="75481"/>
                  <a:pt x="575251" y="68749"/>
                  <a:pt x="577186" y="62776"/>
                </a:cubicBezTo>
                <a:cubicBezTo>
                  <a:pt x="579121" y="56803"/>
                  <a:pt x="581911" y="51734"/>
                  <a:pt x="585556" y="47569"/>
                </a:cubicBezTo>
                <a:cubicBezTo>
                  <a:pt x="589200" y="43405"/>
                  <a:pt x="593603" y="40209"/>
                  <a:pt x="598763" y="37981"/>
                </a:cubicBezTo>
                <a:cubicBezTo>
                  <a:pt x="603924" y="35754"/>
                  <a:pt x="609697" y="34640"/>
                  <a:pt x="616083" y="34640"/>
                </a:cubicBezTo>
                <a:cubicBezTo>
                  <a:pt x="622921" y="34640"/>
                  <a:pt x="628743" y="35737"/>
                  <a:pt x="633548" y="37930"/>
                </a:cubicBezTo>
                <a:cubicBezTo>
                  <a:pt x="638354" y="40123"/>
                  <a:pt x="642305" y="43074"/>
                  <a:pt x="645401" y="46783"/>
                </a:cubicBezTo>
                <a:cubicBezTo>
                  <a:pt x="648498" y="50492"/>
                  <a:pt x="650772" y="54847"/>
                  <a:pt x="652223" y="59846"/>
                </a:cubicBezTo>
                <a:cubicBezTo>
                  <a:pt x="653674" y="64845"/>
                  <a:pt x="654400" y="70183"/>
                  <a:pt x="654400" y="75860"/>
                </a:cubicBezTo>
                <a:lnTo>
                  <a:pt x="654400" y="78762"/>
                </a:lnTo>
                <a:moveTo>
                  <a:pt x="638338" y="74021"/>
                </a:moveTo>
                <a:cubicBezTo>
                  <a:pt x="638531" y="65635"/>
                  <a:pt x="636677" y="59056"/>
                  <a:pt x="632774" y="54282"/>
                </a:cubicBezTo>
                <a:cubicBezTo>
                  <a:pt x="628872" y="49509"/>
                  <a:pt x="623082" y="47122"/>
                  <a:pt x="615406" y="47122"/>
                </a:cubicBezTo>
                <a:cubicBezTo>
                  <a:pt x="611471" y="47122"/>
                  <a:pt x="608020" y="47864"/>
                  <a:pt x="605053" y="49347"/>
                </a:cubicBezTo>
                <a:cubicBezTo>
                  <a:pt x="602085" y="50831"/>
                  <a:pt x="599602" y="52798"/>
                  <a:pt x="597602" y="55250"/>
                </a:cubicBezTo>
                <a:cubicBezTo>
                  <a:pt x="595602" y="57701"/>
                  <a:pt x="594054" y="60555"/>
                  <a:pt x="592958" y="63813"/>
                </a:cubicBezTo>
                <a:cubicBezTo>
                  <a:pt x="591861" y="67071"/>
                  <a:pt x="591248" y="70473"/>
                  <a:pt x="591119" y="74021"/>
                </a:cubicBezTo>
                <a:lnTo>
                  <a:pt x="638338" y="74021"/>
                </a:lnTo>
                <a:close/>
                <a:moveTo>
                  <a:pt x="733443" y="102441"/>
                </a:moveTo>
                <a:cubicBezTo>
                  <a:pt x="733443" y="106896"/>
                  <a:pt x="732621" y="110867"/>
                  <a:pt x="730976" y="114355"/>
                </a:cubicBezTo>
                <a:cubicBezTo>
                  <a:pt x="729331" y="117840"/>
                  <a:pt x="726993" y="120778"/>
                  <a:pt x="723961" y="123169"/>
                </a:cubicBezTo>
                <a:cubicBezTo>
                  <a:pt x="720929" y="125558"/>
                  <a:pt x="717317" y="127365"/>
                  <a:pt x="713124" y="128590"/>
                </a:cubicBezTo>
                <a:cubicBezTo>
                  <a:pt x="708931" y="129818"/>
                  <a:pt x="704319" y="130432"/>
                  <a:pt x="699287" y="130432"/>
                </a:cubicBezTo>
                <a:cubicBezTo>
                  <a:pt x="696191" y="130432"/>
                  <a:pt x="693240" y="130190"/>
                  <a:pt x="690434" y="129706"/>
                </a:cubicBezTo>
                <a:cubicBezTo>
                  <a:pt x="687628" y="129222"/>
                  <a:pt x="685112" y="128610"/>
                  <a:pt x="682886" y="127868"/>
                </a:cubicBezTo>
                <a:cubicBezTo>
                  <a:pt x="680661" y="127126"/>
                  <a:pt x="678774" y="126352"/>
                  <a:pt x="677226" y="125546"/>
                </a:cubicBezTo>
                <a:cubicBezTo>
                  <a:pt x="675678" y="124739"/>
                  <a:pt x="674549" y="124014"/>
                  <a:pt x="673839" y="123368"/>
                </a:cubicBezTo>
                <a:cubicBezTo>
                  <a:pt x="673130" y="122723"/>
                  <a:pt x="672614" y="121820"/>
                  <a:pt x="672291" y="120659"/>
                </a:cubicBezTo>
                <a:cubicBezTo>
                  <a:pt x="671969" y="119498"/>
                  <a:pt x="671807" y="117918"/>
                  <a:pt x="671807" y="115918"/>
                </a:cubicBezTo>
                <a:cubicBezTo>
                  <a:pt x="671807" y="114692"/>
                  <a:pt x="671872" y="113660"/>
                  <a:pt x="672001" y="112822"/>
                </a:cubicBezTo>
                <a:cubicBezTo>
                  <a:pt x="672130" y="111983"/>
                  <a:pt x="672291" y="111306"/>
                  <a:pt x="672485" y="110790"/>
                </a:cubicBezTo>
                <a:cubicBezTo>
                  <a:pt x="672678" y="110274"/>
                  <a:pt x="672952" y="109903"/>
                  <a:pt x="673307" y="109677"/>
                </a:cubicBezTo>
                <a:cubicBezTo>
                  <a:pt x="673662" y="109451"/>
                  <a:pt x="674065" y="109338"/>
                  <a:pt x="674517" y="109338"/>
                </a:cubicBezTo>
                <a:cubicBezTo>
                  <a:pt x="675226" y="109338"/>
                  <a:pt x="676274" y="109774"/>
                  <a:pt x="677661" y="110645"/>
                </a:cubicBezTo>
                <a:cubicBezTo>
                  <a:pt x="679048" y="111515"/>
                  <a:pt x="680758" y="112467"/>
                  <a:pt x="682790" y="113499"/>
                </a:cubicBezTo>
                <a:cubicBezTo>
                  <a:pt x="684822" y="114531"/>
                  <a:pt x="687224" y="115483"/>
                  <a:pt x="689998" y="116353"/>
                </a:cubicBezTo>
                <a:cubicBezTo>
                  <a:pt x="692772" y="117224"/>
                  <a:pt x="695965" y="117660"/>
                  <a:pt x="699577" y="117660"/>
                </a:cubicBezTo>
                <a:cubicBezTo>
                  <a:pt x="702287" y="117660"/>
                  <a:pt x="704738" y="117369"/>
                  <a:pt x="706931" y="116789"/>
                </a:cubicBezTo>
                <a:cubicBezTo>
                  <a:pt x="709124" y="116206"/>
                  <a:pt x="711027" y="115350"/>
                  <a:pt x="712640" y="114219"/>
                </a:cubicBezTo>
                <a:cubicBezTo>
                  <a:pt x="714253" y="113088"/>
                  <a:pt x="715494" y="111649"/>
                  <a:pt x="716365" y="109904"/>
                </a:cubicBezTo>
                <a:cubicBezTo>
                  <a:pt x="717236" y="108158"/>
                  <a:pt x="717671" y="106090"/>
                  <a:pt x="717671" y="103699"/>
                </a:cubicBezTo>
                <a:cubicBezTo>
                  <a:pt x="717671" y="101246"/>
                  <a:pt x="717043" y="99180"/>
                  <a:pt x="715785" y="97500"/>
                </a:cubicBezTo>
                <a:cubicBezTo>
                  <a:pt x="714527" y="95821"/>
                  <a:pt x="712866" y="94337"/>
                  <a:pt x="710802" y="93046"/>
                </a:cubicBezTo>
                <a:cubicBezTo>
                  <a:pt x="708737" y="91754"/>
                  <a:pt x="706415" y="90608"/>
                  <a:pt x="703835" y="89608"/>
                </a:cubicBezTo>
                <a:cubicBezTo>
                  <a:pt x="701255" y="88607"/>
                  <a:pt x="698594" y="87557"/>
                  <a:pt x="695852" y="86461"/>
                </a:cubicBezTo>
                <a:cubicBezTo>
                  <a:pt x="693111" y="85362"/>
                  <a:pt x="690434" y="84118"/>
                  <a:pt x="687821" y="82729"/>
                </a:cubicBezTo>
                <a:cubicBezTo>
                  <a:pt x="685209" y="81341"/>
                  <a:pt x="682870" y="79645"/>
                  <a:pt x="680806" y="77644"/>
                </a:cubicBezTo>
                <a:cubicBezTo>
                  <a:pt x="678742" y="75642"/>
                  <a:pt x="677081" y="73253"/>
                  <a:pt x="675823" y="70477"/>
                </a:cubicBezTo>
                <a:cubicBezTo>
                  <a:pt x="674565" y="67701"/>
                  <a:pt x="673936" y="64376"/>
                  <a:pt x="673936" y="60502"/>
                </a:cubicBezTo>
                <a:cubicBezTo>
                  <a:pt x="673936" y="57079"/>
                  <a:pt x="674597" y="53802"/>
                  <a:pt x="675920" y="50672"/>
                </a:cubicBezTo>
                <a:cubicBezTo>
                  <a:pt x="677242" y="47539"/>
                  <a:pt x="679226" y="44795"/>
                  <a:pt x="681870" y="42438"/>
                </a:cubicBezTo>
                <a:cubicBezTo>
                  <a:pt x="684515" y="40080"/>
                  <a:pt x="687821" y="38191"/>
                  <a:pt x="691788" y="36772"/>
                </a:cubicBezTo>
                <a:cubicBezTo>
                  <a:pt x="695755" y="35351"/>
                  <a:pt x="700384" y="34640"/>
                  <a:pt x="705673" y="34640"/>
                </a:cubicBezTo>
                <a:cubicBezTo>
                  <a:pt x="707996" y="34640"/>
                  <a:pt x="710318" y="34836"/>
                  <a:pt x="712640" y="35230"/>
                </a:cubicBezTo>
                <a:cubicBezTo>
                  <a:pt x="714962" y="35623"/>
                  <a:pt x="717059" y="36113"/>
                  <a:pt x="718929" y="36702"/>
                </a:cubicBezTo>
                <a:cubicBezTo>
                  <a:pt x="720800" y="37291"/>
                  <a:pt x="722397" y="37929"/>
                  <a:pt x="723719" y="38616"/>
                </a:cubicBezTo>
                <a:cubicBezTo>
                  <a:pt x="725041" y="39304"/>
                  <a:pt x="726041" y="39909"/>
                  <a:pt x="726718" y="40433"/>
                </a:cubicBezTo>
                <a:cubicBezTo>
                  <a:pt x="727396" y="40958"/>
                  <a:pt x="727847" y="41413"/>
                  <a:pt x="728073" y="41800"/>
                </a:cubicBezTo>
                <a:cubicBezTo>
                  <a:pt x="728299" y="42187"/>
                  <a:pt x="728460" y="42623"/>
                  <a:pt x="728557" y="43106"/>
                </a:cubicBezTo>
                <a:cubicBezTo>
                  <a:pt x="728654" y="43590"/>
                  <a:pt x="728750" y="44187"/>
                  <a:pt x="728847" y="44896"/>
                </a:cubicBezTo>
                <a:cubicBezTo>
                  <a:pt x="728944" y="45606"/>
                  <a:pt x="728992" y="46477"/>
                  <a:pt x="728992" y="47509"/>
                </a:cubicBezTo>
                <a:cubicBezTo>
                  <a:pt x="728992" y="48606"/>
                  <a:pt x="728944" y="49557"/>
                  <a:pt x="728847" y="50363"/>
                </a:cubicBezTo>
                <a:cubicBezTo>
                  <a:pt x="728750" y="51170"/>
                  <a:pt x="728589" y="51831"/>
                  <a:pt x="728363" y="52347"/>
                </a:cubicBezTo>
                <a:cubicBezTo>
                  <a:pt x="728138" y="52863"/>
                  <a:pt x="727863" y="53234"/>
                  <a:pt x="727541" y="53460"/>
                </a:cubicBezTo>
                <a:cubicBezTo>
                  <a:pt x="727218" y="53685"/>
                  <a:pt x="726864" y="53798"/>
                  <a:pt x="726477" y="53798"/>
                </a:cubicBezTo>
                <a:cubicBezTo>
                  <a:pt x="725896" y="53798"/>
                  <a:pt x="725057" y="53439"/>
                  <a:pt x="723961" y="52719"/>
                </a:cubicBezTo>
                <a:cubicBezTo>
                  <a:pt x="722864" y="51999"/>
                  <a:pt x="721445" y="51230"/>
                  <a:pt x="719703" y="50412"/>
                </a:cubicBezTo>
                <a:cubicBezTo>
                  <a:pt x="717962" y="49593"/>
                  <a:pt x="715914" y="48824"/>
                  <a:pt x="713559" y="48105"/>
                </a:cubicBezTo>
                <a:cubicBezTo>
                  <a:pt x="711205" y="47385"/>
                  <a:pt x="708512" y="47025"/>
                  <a:pt x="705480" y="47025"/>
                </a:cubicBezTo>
                <a:cubicBezTo>
                  <a:pt x="702770" y="47025"/>
                  <a:pt x="700384" y="47333"/>
                  <a:pt x="698320" y="47947"/>
                </a:cubicBezTo>
                <a:cubicBezTo>
                  <a:pt x="696255" y="48560"/>
                  <a:pt x="694562" y="49432"/>
                  <a:pt x="693240" y="50563"/>
                </a:cubicBezTo>
                <a:cubicBezTo>
                  <a:pt x="691917" y="51694"/>
                  <a:pt x="690917" y="53035"/>
                  <a:pt x="690240" y="54588"/>
                </a:cubicBezTo>
                <a:cubicBezTo>
                  <a:pt x="689563" y="56138"/>
                  <a:pt x="689224" y="57818"/>
                  <a:pt x="689224" y="59628"/>
                </a:cubicBezTo>
                <a:cubicBezTo>
                  <a:pt x="689224" y="62146"/>
                  <a:pt x="689869" y="64260"/>
                  <a:pt x="691159" y="65972"/>
                </a:cubicBezTo>
                <a:cubicBezTo>
                  <a:pt x="692449" y="67683"/>
                  <a:pt x="694127" y="69185"/>
                  <a:pt x="696191" y="70477"/>
                </a:cubicBezTo>
                <a:cubicBezTo>
                  <a:pt x="698255" y="71767"/>
                  <a:pt x="700610" y="72930"/>
                  <a:pt x="703254" y="73964"/>
                </a:cubicBezTo>
                <a:cubicBezTo>
                  <a:pt x="705899" y="74996"/>
                  <a:pt x="708592" y="76061"/>
                  <a:pt x="711334" y="77160"/>
                </a:cubicBezTo>
                <a:cubicBezTo>
                  <a:pt x="714075" y="78256"/>
                  <a:pt x="716785" y="79483"/>
                  <a:pt x="719462" y="80840"/>
                </a:cubicBezTo>
                <a:cubicBezTo>
                  <a:pt x="722139" y="82196"/>
                  <a:pt x="724509" y="83843"/>
                  <a:pt x="726573" y="85780"/>
                </a:cubicBezTo>
                <a:cubicBezTo>
                  <a:pt x="728638" y="87718"/>
                  <a:pt x="730299" y="90043"/>
                  <a:pt x="731556" y="92756"/>
                </a:cubicBezTo>
                <a:cubicBezTo>
                  <a:pt x="732814" y="95467"/>
                  <a:pt x="733443" y="98696"/>
                  <a:pt x="733443" y="102441"/>
                </a:cubicBezTo>
                <a:close/>
                <a:moveTo>
                  <a:pt x="830567" y="78762"/>
                </a:moveTo>
                <a:cubicBezTo>
                  <a:pt x="830567" y="81278"/>
                  <a:pt x="829939" y="83068"/>
                  <a:pt x="828681" y="84132"/>
                </a:cubicBezTo>
                <a:cubicBezTo>
                  <a:pt x="827423" y="85197"/>
                  <a:pt x="825987" y="85729"/>
                  <a:pt x="824375" y="85729"/>
                </a:cubicBezTo>
                <a:lnTo>
                  <a:pt x="767287" y="85729"/>
                </a:lnTo>
                <a:cubicBezTo>
                  <a:pt x="767287" y="90581"/>
                  <a:pt x="767770" y="94948"/>
                  <a:pt x="768738" y="98831"/>
                </a:cubicBezTo>
                <a:cubicBezTo>
                  <a:pt x="769706" y="102713"/>
                  <a:pt x="771318" y="106045"/>
                  <a:pt x="773576" y="108827"/>
                </a:cubicBezTo>
                <a:cubicBezTo>
                  <a:pt x="775834" y="111609"/>
                  <a:pt x="778769" y="113745"/>
                  <a:pt x="782381" y="115235"/>
                </a:cubicBezTo>
                <a:cubicBezTo>
                  <a:pt x="785994" y="116722"/>
                  <a:pt x="790412" y="117466"/>
                  <a:pt x="795637" y="117466"/>
                </a:cubicBezTo>
                <a:cubicBezTo>
                  <a:pt x="799766" y="117466"/>
                  <a:pt x="803443" y="117127"/>
                  <a:pt x="806668" y="116450"/>
                </a:cubicBezTo>
                <a:cubicBezTo>
                  <a:pt x="809893" y="115773"/>
                  <a:pt x="812683" y="115015"/>
                  <a:pt x="815038" y="114176"/>
                </a:cubicBezTo>
                <a:cubicBezTo>
                  <a:pt x="817392" y="113338"/>
                  <a:pt x="819327" y="112580"/>
                  <a:pt x="820843" y="111902"/>
                </a:cubicBezTo>
                <a:cubicBezTo>
                  <a:pt x="822359" y="111225"/>
                  <a:pt x="823504" y="110886"/>
                  <a:pt x="824278" y="110886"/>
                </a:cubicBezTo>
                <a:cubicBezTo>
                  <a:pt x="824730" y="110886"/>
                  <a:pt x="825133" y="110999"/>
                  <a:pt x="825488" y="111225"/>
                </a:cubicBezTo>
                <a:cubicBezTo>
                  <a:pt x="825842" y="111451"/>
                  <a:pt x="826117" y="111790"/>
                  <a:pt x="826310" y="112241"/>
                </a:cubicBezTo>
                <a:cubicBezTo>
                  <a:pt x="826504" y="112693"/>
                  <a:pt x="826649" y="113322"/>
                  <a:pt x="826745" y="114128"/>
                </a:cubicBezTo>
                <a:cubicBezTo>
                  <a:pt x="826842" y="114934"/>
                  <a:pt x="826891" y="115918"/>
                  <a:pt x="826891" y="117079"/>
                </a:cubicBezTo>
                <a:cubicBezTo>
                  <a:pt x="826891" y="117918"/>
                  <a:pt x="826858" y="118643"/>
                  <a:pt x="826794" y="119256"/>
                </a:cubicBezTo>
                <a:cubicBezTo>
                  <a:pt x="826729" y="119869"/>
                  <a:pt x="826649" y="120417"/>
                  <a:pt x="826552" y="120901"/>
                </a:cubicBezTo>
                <a:cubicBezTo>
                  <a:pt x="826455" y="121385"/>
                  <a:pt x="826294" y="121820"/>
                  <a:pt x="826068" y="122207"/>
                </a:cubicBezTo>
                <a:cubicBezTo>
                  <a:pt x="825842" y="122594"/>
                  <a:pt x="825552" y="122965"/>
                  <a:pt x="825197" y="123320"/>
                </a:cubicBezTo>
                <a:cubicBezTo>
                  <a:pt x="824843" y="123675"/>
                  <a:pt x="823794" y="124255"/>
                  <a:pt x="822053" y="125062"/>
                </a:cubicBezTo>
                <a:cubicBezTo>
                  <a:pt x="820311" y="125868"/>
                  <a:pt x="818053" y="126658"/>
                  <a:pt x="815279" y="127432"/>
                </a:cubicBezTo>
                <a:cubicBezTo>
                  <a:pt x="812506" y="128206"/>
                  <a:pt x="809296" y="128900"/>
                  <a:pt x="805652" y="129513"/>
                </a:cubicBezTo>
                <a:cubicBezTo>
                  <a:pt x="802007" y="130126"/>
                  <a:pt x="798121" y="130432"/>
                  <a:pt x="793992" y="130432"/>
                </a:cubicBezTo>
                <a:cubicBezTo>
                  <a:pt x="786832" y="130432"/>
                  <a:pt x="780559" y="129431"/>
                  <a:pt x="775173" y="127429"/>
                </a:cubicBezTo>
                <a:cubicBezTo>
                  <a:pt x="769786" y="125428"/>
                  <a:pt x="765255" y="122457"/>
                  <a:pt x="761578" y="118518"/>
                </a:cubicBezTo>
                <a:cubicBezTo>
                  <a:pt x="757901" y="114579"/>
                  <a:pt x="755127" y="109640"/>
                  <a:pt x="753257" y="103699"/>
                </a:cubicBezTo>
                <a:cubicBezTo>
                  <a:pt x="751386" y="97758"/>
                  <a:pt x="750451" y="90849"/>
                  <a:pt x="750451" y="82971"/>
                </a:cubicBezTo>
                <a:cubicBezTo>
                  <a:pt x="750451" y="75481"/>
                  <a:pt x="751418" y="68749"/>
                  <a:pt x="753353" y="62776"/>
                </a:cubicBezTo>
                <a:cubicBezTo>
                  <a:pt x="755288" y="56803"/>
                  <a:pt x="758078" y="51734"/>
                  <a:pt x="761723" y="47569"/>
                </a:cubicBezTo>
                <a:cubicBezTo>
                  <a:pt x="765368" y="43405"/>
                  <a:pt x="769770" y="40209"/>
                  <a:pt x="774931" y="37981"/>
                </a:cubicBezTo>
                <a:cubicBezTo>
                  <a:pt x="780091" y="35754"/>
                  <a:pt x="785865" y="34640"/>
                  <a:pt x="792251" y="34640"/>
                </a:cubicBezTo>
                <a:cubicBezTo>
                  <a:pt x="799088" y="34640"/>
                  <a:pt x="804910" y="35737"/>
                  <a:pt x="809716" y="37930"/>
                </a:cubicBezTo>
                <a:cubicBezTo>
                  <a:pt x="814521" y="40123"/>
                  <a:pt x="818473" y="43074"/>
                  <a:pt x="821569" y="46783"/>
                </a:cubicBezTo>
                <a:cubicBezTo>
                  <a:pt x="824665" y="50492"/>
                  <a:pt x="826939" y="54847"/>
                  <a:pt x="828390" y="59846"/>
                </a:cubicBezTo>
                <a:cubicBezTo>
                  <a:pt x="829842" y="64845"/>
                  <a:pt x="830567" y="70183"/>
                  <a:pt x="830567" y="75860"/>
                </a:cubicBezTo>
                <a:lnTo>
                  <a:pt x="830567" y="78762"/>
                </a:lnTo>
                <a:moveTo>
                  <a:pt x="814505" y="74021"/>
                </a:moveTo>
                <a:cubicBezTo>
                  <a:pt x="814699" y="65635"/>
                  <a:pt x="812844" y="59056"/>
                  <a:pt x="808942" y="54282"/>
                </a:cubicBezTo>
                <a:cubicBezTo>
                  <a:pt x="805039" y="49509"/>
                  <a:pt x="799250" y="47122"/>
                  <a:pt x="791573" y="47122"/>
                </a:cubicBezTo>
                <a:cubicBezTo>
                  <a:pt x="787638" y="47122"/>
                  <a:pt x="784187" y="47864"/>
                  <a:pt x="781220" y="49347"/>
                </a:cubicBezTo>
                <a:cubicBezTo>
                  <a:pt x="778253" y="50831"/>
                  <a:pt x="775769" y="52798"/>
                  <a:pt x="773770" y="55250"/>
                </a:cubicBezTo>
                <a:cubicBezTo>
                  <a:pt x="771770" y="57701"/>
                  <a:pt x="770222" y="60555"/>
                  <a:pt x="769125" y="63813"/>
                </a:cubicBezTo>
                <a:cubicBezTo>
                  <a:pt x="768029" y="67071"/>
                  <a:pt x="767416" y="70473"/>
                  <a:pt x="767287" y="74021"/>
                </a:cubicBezTo>
                <a:lnTo>
                  <a:pt x="814505" y="74021"/>
                </a:lnTo>
                <a:close/>
                <a:moveTo>
                  <a:pt x="929930" y="126078"/>
                </a:moveTo>
                <a:cubicBezTo>
                  <a:pt x="929930" y="126594"/>
                  <a:pt x="929801" y="127029"/>
                  <a:pt x="929543" y="127384"/>
                </a:cubicBezTo>
                <a:cubicBezTo>
                  <a:pt x="929285" y="127739"/>
                  <a:pt x="928866" y="128045"/>
                  <a:pt x="928285" y="128303"/>
                </a:cubicBezTo>
                <a:cubicBezTo>
                  <a:pt x="927705" y="128561"/>
                  <a:pt x="926898" y="128755"/>
                  <a:pt x="925866" y="128884"/>
                </a:cubicBezTo>
                <a:cubicBezTo>
                  <a:pt x="924834" y="129013"/>
                  <a:pt x="923544" y="129077"/>
                  <a:pt x="921996" y="129077"/>
                </a:cubicBezTo>
                <a:cubicBezTo>
                  <a:pt x="920383" y="129077"/>
                  <a:pt x="919061" y="129013"/>
                  <a:pt x="918029" y="128884"/>
                </a:cubicBezTo>
                <a:cubicBezTo>
                  <a:pt x="916997" y="128755"/>
                  <a:pt x="916190" y="128561"/>
                  <a:pt x="915610" y="128303"/>
                </a:cubicBezTo>
                <a:cubicBezTo>
                  <a:pt x="915029" y="128045"/>
                  <a:pt x="914610" y="127739"/>
                  <a:pt x="914352" y="127384"/>
                </a:cubicBezTo>
                <a:cubicBezTo>
                  <a:pt x="914094" y="127029"/>
                  <a:pt x="913965" y="126594"/>
                  <a:pt x="913965" y="126078"/>
                </a:cubicBezTo>
                <a:lnTo>
                  <a:pt x="913965" y="75085"/>
                </a:lnTo>
                <a:cubicBezTo>
                  <a:pt x="913965" y="70118"/>
                  <a:pt x="913578" y="66119"/>
                  <a:pt x="912804" y="63087"/>
                </a:cubicBezTo>
                <a:cubicBezTo>
                  <a:pt x="912030" y="60055"/>
                  <a:pt x="910901" y="57443"/>
                  <a:pt x="909417" y="55250"/>
                </a:cubicBezTo>
                <a:cubicBezTo>
                  <a:pt x="907934" y="53057"/>
                  <a:pt x="906014" y="51379"/>
                  <a:pt x="903660" y="50218"/>
                </a:cubicBezTo>
                <a:cubicBezTo>
                  <a:pt x="901306" y="49057"/>
                  <a:pt x="898580" y="48477"/>
                  <a:pt x="895484" y="48477"/>
                </a:cubicBezTo>
                <a:cubicBezTo>
                  <a:pt x="891484" y="48477"/>
                  <a:pt x="887485" y="49896"/>
                  <a:pt x="883486" y="52734"/>
                </a:cubicBezTo>
                <a:cubicBezTo>
                  <a:pt x="879486" y="55572"/>
                  <a:pt x="875293" y="59733"/>
                  <a:pt x="870907" y="65216"/>
                </a:cubicBezTo>
                <a:lnTo>
                  <a:pt x="870907" y="126078"/>
                </a:lnTo>
                <a:cubicBezTo>
                  <a:pt x="870907" y="126594"/>
                  <a:pt x="870778" y="127029"/>
                  <a:pt x="870520" y="127384"/>
                </a:cubicBezTo>
                <a:cubicBezTo>
                  <a:pt x="870262" y="127739"/>
                  <a:pt x="869843" y="128045"/>
                  <a:pt x="869262" y="128303"/>
                </a:cubicBezTo>
                <a:cubicBezTo>
                  <a:pt x="868681" y="128561"/>
                  <a:pt x="867875" y="128755"/>
                  <a:pt x="866843" y="128884"/>
                </a:cubicBezTo>
                <a:cubicBezTo>
                  <a:pt x="865811" y="129013"/>
                  <a:pt x="864488" y="129077"/>
                  <a:pt x="862876" y="129077"/>
                </a:cubicBezTo>
                <a:cubicBezTo>
                  <a:pt x="861328" y="129077"/>
                  <a:pt x="860038" y="129013"/>
                  <a:pt x="859005" y="128884"/>
                </a:cubicBezTo>
                <a:cubicBezTo>
                  <a:pt x="857973" y="128755"/>
                  <a:pt x="857151" y="128561"/>
                  <a:pt x="856538" y="128303"/>
                </a:cubicBezTo>
                <a:cubicBezTo>
                  <a:pt x="855925" y="128045"/>
                  <a:pt x="855506" y="127739"/>
                  <a:pt x="855280" y="127384"/>
                </a:cubicBezTo>
                <a:cubicBezTo>
                  <a:pt x="855054" y="127029"/>
                  <a:pt x="854942" y="126594"/>
                  <a:pt x="854942" y="126078"/>
                </a:cubicBezTo>
                <a:lnTo>
                  <a:pt x="854942" y="38994"/>
                </a:lnTo>
                <a:cubicBezTo>
                  <a:pt x="854942" y="38478"/>
                  <a:pt x="855038" y="38043"/>
                  <a:pt x="855232" y="37688"/>
                </a:cubicBezTo>
                <a:cubicBezTo>
                  <a:pt x="855425" y="37333"/>
                  <a:pt x="855812" y="37011"/>
                  <a:pt x="856393" y="36720"/>
                </a:cubicBezTo>
                <a:cubicBezTo>
                  <a:pt x="856973" y="36430"/>
                  <a:pt x="857715" y="36236"/>
                  <a:pt x="858618" y="36140"/>
                </a:cubicBezTo>
                <a:cubicBezTo>
                  <a:pt x="859521" y="36043"/>
                  <a:pt x="860715" y="35995"/>
                  <a:pt x="862199" y="35995"/>
                </a:cubicBezTo>
                <a:cubicBezTo>
                  <a:pt x="863618" y="35995"/>
                  <a:pt x="864795" y="36043"/>
                  <a:pt x="865730" y="36140"/>
                </a:cubicBezTo>
                <a:cubicBezTo>
                  <a:pt x="866666" y="36236"/>
                  <a:pt x="867391" y="36430"/>
                  <a:pt x="867907" y="36720"/>
                </a:cubicBezTo>
                <a:cubicBezTo>
                  <a:pt x="868423" y="37011"/>
                  <a:pt x="868794" y="37333"/>
                  <a:pt x="869020" y="37688"/>
                </a:cubicBezTo>
                <a:cubicBezTo>
                  <a:pt x="869246" y="38043"/>
                  <a:pt x="869359" y="38478"/>
                  <a:pt x="869359" y="38994"/>
                </a:cubicBezTo>
                <a:lnTo>
                  <a:pt x="869359" y="50508"/>
                </a:lnTo>
                <a:cubicBezTo>
                  <a:pt x="874261" y="45025"/>
                  <a:pt x="879148" y="41010"/>
                  <a:pt x="884018" y="38462"/>
                </a:cubicBezTo>
                <a:cubicBezTo>
                  <a:pt x="888888" y="35914"/>
                  <a:pt x="893807" y="34640"/>
                  <a:pt x="898774" y="34640"/>
                </a:cubicBezTo>
                <a:cubicBezTo>
                  <a:pt x="904579" y="34640"/>
                  <a:pt x="909466" y="35624"/>
                  <a:pt x="913433" y="37591"/>
                </a:cubicBezTo>
                <a:cubicBezTo>
                  <a:pt x="917400" y="39559"/>
                  <a:pt x="920609" y="42187"/>
                  <a:pt x="923060" y="45477"/>
                </a:cubicBezTo>
                <a:cubicBezTo>
                  <a:pt x="925512" y="48767"/>
                  <a:pt x="927269" y="52621"/>
                  <a:pt x="928334" y="57040"/>
                </a:cubicBezTo>
                <a:cubicBezTo>
                  <a:pt x="929398" y="61458"/>
                  <a:pt x="929930" y="66764"/>
                  <a:pt x="929930" y="72957"/>
                </a:cubicBezTo>
                <a:lnTo>
                  <a:pt x="929930" y="126078"/>
                </a:lnTo>
                <a:close/>
                <a:moveTo>
                  <a:pt x="1004261" y="119788"/>
                </a:moveTo>
                <a:cubicBezTo>
                  <a:pt x="1004261" y="121659"/>
                  <a:pt x="1004132" y="123143"/>
                  <a:pt x="1003874" y="124239"/>
                </a:cubicBezTo>
                <a:cubicBezTo>
                  <a:pt x="1003616" y="125336"/>
                  <a:pt x="1003229" y="126142"/>
                  <a:pt x="1002713" y="126658"/>
                </a:cubicBezTo>
                <a:cubicBezTo>
                  <a:pt x="1002197" y="127174"/>
                  <a:pt x="1001423" y="127658"/>
                  <a:pt x="1000391" y="128110"/>
                </a:cubicBezTo>
                <a:cubicBezTo>
                  <a:pt x="999359" y="128561"/>
                  <a:pt x="998181" y="128932"/>
                  <a:pt x="996859" y="129222"/>
                </a:cubicBezTo>
                <a:cubicBezTo>
                  <a:pt x="995537" y="129513"/>
                  <a:pt x="994134" y="129755"/>
                  <a:pt x="992650" y="129948"/>
                </a:cubicBezTo>
                <a:cubicBezTo>
                  <a:pt x="991166" y="130142"/>
                  <a:pt x="989683" y="130238"/>
                  <a:pt x="988199" y="130238"/>
                </a:cubicBezTo>
                <a:cubicBezTo>
                  <a:pt x="983684" y="130238"/>
                  <a:pt x="979813" y="129641"/>
                  <a:pt x="976588" y="128445"/>
                </a:cubicBezTo>
                <a:cubicBezTo>
                  <a:pt x="973363" y="127248"/>
                  <a:pt x="970718" y="125437"/>
                  <a:pt x="968654" y="123012"/>
                </a:cubicBezTo>
                <a:cubicBezTo>
                  <a:pt x="966589" y="120587"/>
                  <a:pt x="965090" y="117516"/>
                  <a:pt x="964154" y="113798"/>
                </a:cubicBezTo>
                <a:cubicBezTo>
                  <a:pt x="963219" y="110081"/>
                  <a:pt x="962751" y="105701"/>
                  <a:pt x="962751" y="100657"/>
                </a:cubicBezTo>
                <a:lnTo>
                  <a:pt x="962751" y="49638"/>
                </a:lnTo>
                <a:lnTo>
                  <a:pt x="950560" y="49638"/>
                </a:lnTo>
                <a:cubicBezTo>
                  <a:pt x="949592" y="49638"/>
                  <a:pt x="948818" y="49122"/>
                  <a:pt x="948237" y="48090"/>
                </a:cubicBezTo>
                <a:cubicBezTo>
                  <a:pt x="947657" y="47057"/>
                  <a:pt x="947366" y="45380"/>
                  <a:pt x="947366" y="43058"/>
                </a:cubicBezTo>
                <a:cubicBezTo>
                  <a:pt x="947366" y="41832"/>
                  <a:pt x="947447" y="40800"/>
                  <a:pt x="947608" y="39962"/>
                </a:cubicBezTo>
                <a:cubicBezTo>
                  <a:pt x="947770" y="39123"/>
                  <a:pt x="947979" y="38430"/>
                  <a:pt x="948237" y="37881"/>
                </a:cubicBezTo>
                <a:cubicBezTo>
                  <a:pt x="948495" y="37333"/>
                  <a:pt x="948834" y="36946"/>
                  <a:pt x="949253" y="36720"/>
                </a:cubicBezTo>
                <a:cubicBezTo>
                  <a:pt x="949673" y="36494"/>
                  <a:pt x="950140" y="36382"/>
                  <a:pt x="950656" y="36382"/>
                </a:cubicBezTo>
                <a:lnTo>
                  <a:pt x="962751" y="36382"/>
                </a:lnTo>
                <a:lnTo>
                  <a:pt x="962751" y="15675"/>
                </a:lnTo>
                <a:cubicBezTo>
                  <a:pt x="962751" y="15224"/>
                  <a:pt x="962864" y="14804"/>
                  <a:pt x="963090" y="14417"/>
                </a:cubicBezTo>
                <a:cubicBezTo>
                  <a:pt x="963316" y="14030"/>
                  <a:pt x="963735" y="13691"/>
                  <a:pt x="964348" y="13401"/>
                </a:cubicBezTo>
                <a:cubicBezTo>
                  <a:pt x="964961" y="13111"/>
                  <a:pt x="965783" y="12901"/>
                  <a:pt x="966815" y="12772"/>
                </a:cubicBezTo>
                <a:cubicBezTo>
                  <a:pt x="967847" y="12643"/>
                  <a:pt x="969137" y="12579"/>
                  <a:pt x="970686" y="12579"/>
                </a:cubicBezTo>
                <a:cubicBezTo>
                  <a:pt x="972298" y="12579"/>
                  <a:pt x="973621" y="12643"/>
                  <a:pt x="974653" y="12772"/>
                </a:cubicBezTo>
                <a:cubicBezTo>
                  <a:pt x="975685" y="12901"/>
                  <a:pt x="976491" y="13111"/>
                  <a:pt x="977072" y="13401"/>
                </a:cubicBezTo>
                <a:cubicBezTo>
                  <a:pt x="977652" y="13691"/>
                  <a:pt x="978072" y="14030"/>
                  <a:pt x="978330" y="14417"/>
                </a:cubicBezTo>
                <a:cubicBezTo>
                  <a:pt x="978588" y="14804"/>
                  <a:pt x="978717" y="15224"/>
                  <a:pt x="978717" y="15675"/>
                </a:cubicBezTo>
                <a:lnTo>
                  <a:pt x="978717" y="36382"/>
                </a:lnTo>
                <a:lnTo>
                  <a:pt x="1001068" y="36382"/>
                </a:lnTo>
                <a:cubicBezTo>
                  <a:pt x="1001584" y="36382"/>
                  <a:pt x="1002036" y="36494"/>
                  <a:pt x="1002423" y="36720"/>
                </a:cubicBezTo>
                <a:cubicBezTo>
                  <a:pt x="1002810" y="36946"/>
                  <a:pt x="1003148" y="37333"/>
                  <a:pt x="1003439" y="37881"/>
                </a:cubicBezTo>
                <a:cubicBezTo>
                  <a:pt x="1003729" y="38430"/>
                  <a:pt x="1003939" y="39123"/>
                  <a:pt x="1004068" y="39962"/>
                </a:cubicBezTo>
                <a:cubicBezTo>
                  <a:pt x="1004197" y="40800"/>
                  <a:pt x="1004261" y="41832"/>
                  <a:pt x="1004261" y="43058"/>
                </a:cubicBezTo>
                <a:cubicBezTo>
                  <a:pt x="1004261" y="45380"/>
                  <a:pt x="1003971" y="47057"/>
                  <a:pt x="1003390" y="48090"/>
                </a:cubicBezTo>
                <a:cubicBezTo>
                  <a:pt x="1002810" y="49122"/>
                  <a:pt x="1002036" y="49638"/>
                  <a:pt x="1001068" y="49638"/>
                </a:cubicBezTo>
                <a:lnTo>
                  <a:pt x="978717" y="49638"/>
                </a:lnTo>
                <a:lnTo>
                  <a:pt x="978717" y="98353"/>
                </a:lnTo>
                <a:cubicBezTo>
                  <a:pt x="978717" y="104368"/>
                  <a:pt x="979604" y="108913"/>
                  <a:pt x="981377" y="111987"/>
                </a:cubicBezTo>
                <a:cubicBezTo>
                  <a:pt x="983151" y="115059"/>
                  <a:pt x="986328" y="116595"/>
                  <a:pt x="990908" y="116595"/>
                </a:cubicBezTo>
                <a:cubicBezTo>
                  <a:pt x="992392" y="116595"/>
                  <a:pt x="993714" y="116450"/>
                  <a:pt x="994875" y="116160"/>
                </a:cubicBezTo>
                <a:cubicBezTo>
                  <a:pt x="996037" y="115870"/>
                  <a:pt x="997069" y="115563"/>
                  <a:pt x="997972" y="115241"/>
                </a:cubicBezTo>
                <a:cubicBezTo>
                  <a:pt x="998875" y="114918"/>
                  <a:pt x="999649" y="114612"/>
                  <a:pt x="1000294" y="114321"/>
                </a:cubicBezTo>
                <a:cubicBezTo>
                  <a:pt x="1000939" y="114031"/>
                  <a:pt x="1001520" y="113886"/>
                  <a:pt x="1002036" y="113886"/>
                </a:cubicBezTo>
                <a:cubicBezTo>
                  <a:pt x="1002358" y="113886"/>
                  <a:pt x="1002665" y="113967"/>
                  <a:pt x="1002955" y="114128"/>
                </a:cubicBezTo>
                <a:cubicBezTo>
                  <a:pt x="1003245" y="114289"/>
                  <a:pt x="1003471" y="114596"/>
                  <a:pt x="1003632" y="115047"/>
                </a:cubicBezTo>
                <a:cubicBezTo>
                  <a:pt x="1003793" y="115499"/>
                  <a:pt x="1003939" y="116111"/>
                  <a:pt x="1004068" y="116886"/>
                </a:cubicBezTo>
                <a:cubicBezTo>
                  <a:pt x="1004197" y="117660"/>
                  <a:pt x="1004261" y="118627"/>
                  <a:pt x="1004261" y="119788"/>
                </a:cubicBezTo>
                <a:close/>
                <a:moveTo>
                  <a:pt x="1090965" y="126174"/>
                </a:moveTo>
                <a:cubicBezTo>
                  <a:pt x="1090965" y="126949"/>
                  <a:pt x="1090707" y="127529"/>
                  <a:pt x="1090191" y="127916"/>
                </a:cubicBezTo>
                <a:cubicBezTo>
                  <a:pt x="1089675" y="128303"/>
                  <a:pt x="1088965" y="128593"/>
                  <a:pt x="1088062" y="128787"/>
                </a:cubicBezTo>
                <a:cubicBezTo>
                  <a:pt x="1087159" y="128981"/>
                  <a:pt x="1085837" y="129077"/>
                  <a:pt x="1084095" y="129077"/>
                </a:cubicBezTo>
                <a:cubicBezTo>
                  <a:pt x="1082418" y="129077"/>
                  <a:pt x="1081079" y="128981"/>
                  <a:pt x="1080080" y="128787"/>
                </a:cubicBezTo>
                <a:cubicBezTo>
                  <a:pt x="1079080" y="128593"/>
                  <a:pt x="1078354" y="128303"/>
                  <a:pt x="1077902" y="127916"/>
                </a:cubicBezTo>
                <a:cubicBezTo>
                  <a:pt x="1077451" y="127529"/>
                  <a:pt x="1077225" y="126949"/>
                  <a:pt x="1077225" y="126174"/>
                </a:cubicBezTo>
                <a:lnTo>
                  <a:pt x="1077225" y="117466"/>
                </a:lnTo>
                <a:cubicBezTo>
                  <a:pt x="1073419" y="121530"/>
                  <a:pt x="1069178" y="124707"/>
                  <a:pt x="1064501" y="126997"/>
                </a:cubicBezTo>
                <a:cubicBezTo>
                  <a:pt x="1059825" y="129287"/>
                  <a:pt x="1054874" y="130432"/>
                  <a:pt x="1049649" y="130432"/>
                </a:cubicBezTo>
                <a:cubicBezTo>
                  <a:pt x="1045069" y="130432"/>
                  <a:pt x="1040924" y="129833"/>
                  <a:pt x="1037215" y="128636"/>
                </a:cubicBezTo>
                <a:cubicBezTo>
                  <a:pt x="1033506" y="127438"/>
                  <a:pt x="1030345" y="125707"/>
                  <a:pt x="1027733" y="123441"/>
                </a:cubicBezTo>
                <a:cubicBezTo>
                  <a:pt x="1025120" y="121175"/>
                  <a:pt x="1023088" y="118392"/>
                  <a:pt x="1021637" y="115092"/>
                </a:cubicBezTo>
                <a:cubicBezTo>
                  <a:pt x="1020185" y="111791"/>
                  <a:pt x="1019460" y="108035"/>
                  <a:pt x="1019460" y="103826"/>
                </a:cubicBezTo>
                <a:cubicBezTo>
                  <a:pt x="1019460" y="98907"/>
                  <a:pt x="1020460" y="94636"/>
                  <a:pt x="1022459" y="91011"/>
                </a:cubicBezTo>
                <a:cubicBezTo>
                  <a:pt x="1024459" y="87385"/>
                  <a:pt x="1027329" y="84374"/>
                  <a:pt x="1031071" y="81980"/>
                </a:cubicBezTo>
                <a:cubicBezTo>
                  <a:pt x="1034812" y="79585"/>
                  <a:pt x="1039392" y="77789"/>
                  <a:pt x="1044811" y="76591"/>
                </a:cubicBezTo>
                <a:cubicBezTo>
                  <a:pt x="1050229" y="75394"/>
                  <a:pt x="1056325" y="74795"/>
                  <a:pt x="1063098" y="74795"/>
                </a:cubicBezTo>
                <a:lnTo>
                  <a:pt x="1075096" y="74795"/>
                </a:lnTo>
                <a:lnTo>
                  <a:pt x="1075096" y="68046"/>
                </a:lnTo>
                <a:cubicBezTo>
                  <a:pt x="1075096" y="64704"/>
                  <a:pt x="1074742" y="61748"/>
                  <a:pt x="1074032" y="59178"/>
                </a:cubicBezTo>
                <a:cubicBezTo>
                  <a:pt x="1073323" y="56605"/>
                  <a:pt x="1072178" y="54468"/>
                  <a:pt x="1070597" y="52764"/>
                </a:cubicBezTo>
                <a:cubicBezTo>
                  <a:pt x="1069017" y="51061"/>
                  <a:pt x="1066969" y="49776"/>
                  <a:pt x="1064453" y="48909"/>
                </a:cubicBezTo>
                <a:cubicBezTo>
                  <a:pt x="1061937" y="48040"/>
                  <a:pt x="1058841" y="47606"/>
                  <a:pt x="1055164" y="47606"/>
                </a:cubicBezTo>
                <a:cubicBezTo>
                  <a:pt x="1051229" y="47606"/>
                  <a:pt x="1047697" y="48068"/>
                  <a:pt x="1044569" y="48994"/>
                </a:cubicBezTo>
                <a:cubicBezTo>
                  <a:pt x="1041440" y="49919"/>
                  <a:pt x="1038699" y="50940"/>
                  <a:pt x="1036344" y="52057"/>
                </a:cubicBezTo>
                <a:cubicBezTo>
                  <a:pt x="1033990" y="53173"/>
                  <a:pt x="1032022" y="54194"/>
                  <a:pt x="1030442" y="55120"/>
                </a:cubicBezTo>
                <a:cubicBezTo>
                  <a:pt x="1028861" y="56045"/>
                  <a:pt x="1027684" y="56508"/>
                  <a:pt x="1026910" y="56508"/>
                </a:cubicBezTo>
                <a:cubicBezTo>
                  <a:pt x="1026394" y="56508"/>
                  <a:pt x="1025943" y="56379"/>
                  <a:pt x="1025556" y="56121"/>
                </a:cubicBezTo>
                <a:cubicBezTo>
                  <a:pt x="1025168" y="55863"/>
                  <a:pt x="1024830" y="55475"/>
                  <a:pt x="1024540" y="54959"/>
                </a:cubicBezTo>
                <a:cubicBezTo>
                  <a:pt x="1024249" y="54443"/>
                  <a:pt x="1024040" y="53782"/>
                  <a:pt x="1023911" y="52976"/>
                </a:cubicBezTo>
                <a:cubicBezTo>
                  <a:pt x="1023782" y="52170"/>
                  <a:pt x="1023717" y="51283"/>
                  <a:pt x="1023717" y="50315"/>
                </a:cubicBezTo>
                <a:cubicBezTo>
                  <a:pt x="1023717" y="48702"/>
                  <a:pt x="1023830" y="47428"/>
                  <a:pt x="1024056" y="46493"/>
                </a:cubicBezTo>
                <a:cubicBezTo>
                  <a:pt x="1024282" y="45558"/>
                  <a:pt x="1024830" y="44671"/>
                  <a:pt x="1025701" y="43832"/>
                </a:cubicBezTo>
                <a:cubicBezTo>
                  <a:pt x="1026572" y="42994"/>
                  <a:pt x="1028071" y="42017"/>
                  <a:pt x="1030200" y="40902"/>
                </a:cubicBezTo>
                <a:cubicBezTo>
                  <a:pt x="1032329" y="39785"/>
                  <a:pt x="1034780" y="38765"/>
                  <a:pt x="1037554" y="37842"/>
                </a:cubicBezTo>
                <a:cubicBezTo>
                  <a:pt x="1040327" y="36919"/>
                  <a:pt x="1043359" y="36155"/>
                  <a:pt x="1046649" y="35550"/>
                </a:cubicBezTo>
                <a:cubicBezTo>
                  <a:pt x="1049939" y="34943"/>
                  <a:pt x="1053261" y="34640"/>
                  <a:pt x="1056615" y="34640"/>
                </a:cubicBezTo>
                <a:cubicBezTo>
                  <a:pt x="1062872" y="34640"/>
                  <a:pt x="1068194" y="35349"/>
                  <a:pt x="1072581" y="36769"/>
                </a:cubicBezTo>
                <a:cubicBezTo>
                  <a:pt x="1076967" y="38188"/>
                  <a:pt x="1080515" y="40268"/>
                  <a:pt x="1083224" y="43010"/>
                </a:cubicBezTo>
                <a:cubicBezTo>
                  <a:pt x="1085934" y="45751"/>
                  <a:pt x="1087901" y="49154"/>
                  <a:pt x="1089127" y="53218"/>
                </a:cubicBezTo>
                <a:cubicBezTo>
                  <a:pt x="1090352" y="57282"/>
                  <a:pt x="1090965" y="62023"/>
                  <a:pt x="1090965" y="67441"/>
                </a:cubicBezTo>
                <a:lnTo>
                  <a:pt x="1090965" y="126174"/>
                </a:lnTo>
                <a:moveTo>
                  <a:pt x="1075096" y="86310"/>
                </a:moveTo>
                <a:lnTo>
                  <a:pt x="1061453" y="86310"/>
                </a:lnTo>
                <a:cubicBezTo>
                  <a:pt x="1057067" y="86310"/>
                  <a:pt x="1053261" y="86683"/>
                  <a:pt x="1050036" y="87431"/>
                </a:cubicBezTo>
                <a:cubicBezTo>
                  <a:pt x="1046810" y="88177"/>
                  <a:pt x="1044133" y="89280"/>
                  <a:pt x="1042005" y="90739"/>
                </a:cubicBezTo>
                <a:cubicBezTo>
                  <a:pt x="1039876" y="92199"/>
                  <a:pt x="1038312" y="93952"/>
                  <a:pt x="1037312" y="95998"/>
                </a:cubicBezTo>
                <a:cubicBezTo>
                  <a:pt x="1036312" y="98042"/>
                  <a:pt x="1035812" y="100394"/>
                  <a:pt x="1035812" y="103055"/>
                </a:cubicBezTo>
                <a:cubicBezTo>
                  <a:pt x="1035812" y="107599"/>
                  <a:pt x="1037247" y="111217"/>
                  <a:pt x="1040118" y="113910"/>
                </a:cubicBezTo>
                <a:cubicBezTo>
                  <a:pt x="1042988" y="116603"/>
                  <a:pt x="1047004" y="117950"/>
                  <a:pt x="1052164" y="117950"/>
                </a:cubicBezTo>
                <a:cubicBezTo>
                  <a:pt x="1056357" y="117950"/>
                  <a:pt x="1060244" y="116880"/>
                  <a:pt x="1063824" y="114739"/>
                </a:cubicBezTo>
                <a:cubicBezTo>
                  <a:pt x="1067404" y="112596"/>
                  <a:pt x="1071162" y="109318"/>
                  <a:pt x="1075096" y="104906"/>
                </a:cubicBezTo>
                <a:lnTo>
                  <a:pt x="1075096" y="86310"/>
                </a:lnTo>
                <a:close/>
                <a:moveTo>
                  <a:pt x="1165566" y="119788"/>
                </a:moveTo>
                <a:cubicBezTo>
                  <a:pt x="1165566" y="121659"/>
                  <a:pt x="1165437" y="123143"/>
                  <a:pt x="1165179" y="124239"/>
                </a:cubicBezTo>
                <a:cubicBezTo>
                  <a:pt x="1164921" y="125336"/>
                  <a:pt x="1164534" y="126142"/>
                  <a:pt x="1164018" y="126658"/>
                </a:cubicBezTo>
                <a:cubicBezTo>
                  <a:pt x="1163502" y="127174"/>
                  <a:pt x="1162728" y="127658"/>
                  <a:pt x="1161696" y="128110"/>
                </a:cubicBezTo>
                <a:cubicBezTo>
                  <a:pt x="1160664" y="128561"/>
                  <a:pt x="1159486" y="128932"/>
                  <a:pt x="1158164" y="129222"/>
                </a:cubicBezTo>
                <a:cubicBezTo>
                  <a:pt x="1156842" y="129513"/>
                  <a:pt x="1155439" y="129755"/>
                  <a:pt x="1153955" y="129948"/>
                </a:cubicBezTo>
                <a:cubicBezTo>
                  <a:pt x="1152471" y="130142"/>
                  <a:pt x="1150988" y="130238"/>
                  <a:pt x="1149504" y="130238"/>
                </a:cubicBezTo>
                <a:cubicBezTo>
                  <a:pt x="1144989" y="130238"/>
                  <a:pt x="1141118" y="129641"/>
                  <a:pt x="1137893" y="128445"/>
                </a:cubicBezTo>
                <a:cubicBezTo>
                  <a:pt x="1134668" y="127248"/>
                  <a:pt x="1132023" y="125437"/>
                  <a:pt x="1129959" y="123012"/>
                </a:cubicBezTo>
                <a:cubicBezTo>
                  <a:pt x="1127894" y="120587"/>
                  <a:pt x="1126395" y="117516"/>
                  <a:pt x="1125459" y="113798"/>
                </a:cubicBezTo>
                <a:cubicBezTo>
                  <a:pt x="1124524" y="110081"/>
                  <a:pt x="1124056" y="105701"/>
                  <a:pt x="1124056" y="100657"/>
                </a:cubicBezTo>
                <a:lnTo>
                  <a:pt x="1124056" y="49638"/>
                </a:lnTo>
                <a:lnTo>
                  <a:pt x="1111865" y="49638"/>
                </a:lnTo>
                <a:cubicBezTo>
                  <a:pt x="1110897" y="49638"/>
                  <a:pt x="1110123" y="49122"/>
                  <a:pt x="1109542" y="48090"/>
                </a:cubicBezTo>
                <a:cubicBezTo>
                  <a:pt x="1108962" y="47057"/>
                  <a:pt x="1108672" y="45380"/>
                  <a:pt x="1108672" y="43058"/>
                </a:cubicBezTo>
                <a:cubicBezTo>
                  <a:pt x="1108672" y="41832"/>
                  <a:pt x="1108752" y="40800"/>
                  <a:pt x="1108913" y="39962"/>
                </a:cubicBezTo>
                <a:cubicBezTo>
                  <a:pt x="1109075" y="39123"/>
                  <a:pt x="1109284" y="38430"/>
                  <a:pt x="1109542" y="37881"/>
                </a:cubicBezTo>
                <a:cubicBezTo>
                  <a:pt x="1109800" y="37333"/>
                  <a:pt x="1110139" y="36946"/>
                  <a:pt x="1110558" y="36720"/>
                </a:cubicBezTo>
                <a:cubicBezTo>
                  <a:pt x="1110978" y="36494"/>
                  <a:pt x="1111445" y="36382"/>
                  <a:pt x="1111961" y="36382"/>
                </a:cubicBezTo>
                <a:lnTo>
                  <a:pt x="1124056" y="36382"/>
                </a:lnTo>
                <a:lnTo>
                  <a:pt x="1124056" y="15675"/>
                </a:lnTo>
                <a:cubicBezTo>
                  <a:pt x="1124056" y="15224"/>
                  <a:pt x="1124169" y="14804"/>
                  <a:pt x="1124395" y="14417"/>
                </a:cubicBezTo>
                <a:cubicBezTo>
                  <a:pt x="1124621" y="14030"/>
                  <a:pt x="1125040" y="13691"/>
                  <a:pt x="1125653" y="13401"/>
                </a:cubicBezTo>
                <a:cubicBezTo>
                  <a:pt x="1126266" y="13111"/>
                  <a:pt x="1127088" y="12901"/>
                  <a:pt x="1128120" y="12772"/>
                </a:cubicBezTo>
                <a:cubicBezTo>
                  <a:pt x="1129152" y="12643"/>
                  <a:pt x="1130442" y="12579"/>
                  <a:pt x="1131991" y="12579"/>
                </a:cubicBezTo>
                <a:cubicBezTo>
                  <a:pt x="1133603" y="12579"/>
                  <a:pt x="1134926" y="12643"/>
                  <a:pt x="1135958" y="12772"/>
                </a:cubicBezTo>
                <a:cubicBezTo>
                  <a:pt x="1136990" y="12901"/>
                  <a:pt x="1137796" y="13111"/>
                  <a:pt x="1138377" y="13401"/>
                </a:cubicBezTo>
                <a:cubicBezTo>
                  <a:pt x="1138957" y="13691"/>
                  <a:pt x="1139377" y="14030"/>
                  <a:pt x="1139635" y="14417"/>
                </a:cubicBezTo>
                <a:cubicBezTo>
                  <a:pt x="1139893" y="14804"/>
                  <a:pt x="1140022" y="15224"/>
                  <a:pt x="1140022" y="15675"/>
                </a:cubicBezTo>
                <a:lnTo>
                  <a:pt x="1140022" y="36382"/>
                </a:lnTo>
                <a:lnTo>
                  <a:pt x="1162373" y="36382"/>
                </a:lnTo>
                <a:cubicBezTo>
                  <a:pt x="1162889" y="36382"/>
                  <a:pt x="1163341" y="36494"/>
                  <a:pt x="1163728" y="36720"/>
                </a:cubicBezTo>
                <a:cubicBezTo>
                  <a:pt x="1164115" y="36946"/>
                  <a:pt x="1164453" y="37333"/>
                  <a:pt x="1164744" y="37881"/>
                </a:cubicBezTo>
                <a:cubicBezTo>
                  <a:pt x="1165034" y="38430"/>
                  <a:pt x="1165244" y="39123"/>
                  <a:pt x="1165373" y="39962"/>
                </a:cubicBezTo>
                <a:cubicBezTo>
                  <a:pt x="1165502" y="40800"/>
                  <a:pt x="1165566" y="41832"/>
                  <a:pt x="1165566" y="43058"/>
                </a:cubicBezTo>
                <a:cubicBezTo>
                  <a:pt x="1165566" y="45380"/>
                  <a:pt x="1165276" y="47057"/>
                  <a:pt x="1164695" y="48090"/>
                </a:cubicBezTo>
                <a:cubicBezTo>
                  <a:pt x="1164115" y="49122"/>
                  <a:pt x="1163341" y="49638"/>
                  <a:pt x="1162373" y="49638"/>
                </a:cubicBezTo>
                <a:lnTo>
                  <a:pt x="1140022" y="49638"/>
                </a:lnTo>
                <a:lnTo>
                  <a:pt x="1140022" y="98353"/>
                </a:lnTo>
                <a:cubicBezTo>
                  <a:pt x="1140022" y="104368"/>
                  <a:pt x="1140909" y="108913"/>
                  <a:pt x="1142683" y="111987"/>
                </a:cubicBezTo>
                <a:cubicBezTo>
                  <a:pt x="1144456" y="115059"/>
                  <a:pt x="1147633" y="116595"/>
                  <a:pt x="1152213" y="116595"/>
                </a:cubicBezTo>
                <a:cubicBezTo>
                  <a:pt x="1153697" y="116595"/>
                  <a:pt x="1155019" y="116450"/>
                  <a:pt x="1156181" y="116160"/>
                </a:cubicBezTo>
                <a:cubicBezTo>
                  <a:pt x="1157342" y="115870"/>
                  <a:pt x="1158374" y="115563"/>
                  <a:pt x="1159277" y="115241"/>
                </a:cubicBezTo>
                <a:cubicBezTo>
                  <a:pt x="1160180" y="114918"/>
                  <a:pt x="1160954" y="114612"/>
                  <a:pt x="1161599" y="114321"/>
                </a:cubicBezTo>
                <a:cubicBezTo>
                  <a:pt x="1162244" y="114031"/>
                  <a:pt x="1162825" y="113886"/>
                  <a:pt x="1163341" y="113886"/>
                </a:cubicBezTo>
                <a:cubicBezTo>
                  <a:pt x="1163663" y="113886"/>
                  <a:pt x="1163970" y="113967"/>
                  <a:pt x="1164260" y="114128"/>
                </a:cubicBezTo>
                <a:cubicBezTo>
                  <a:pt x="1164550" y="114289"/>
                  <a:pt x="1164776" y="114596"/>
                  <a:pt x="1164937" y="115047"/>
                </a:cubicBezTo>
                <a:cubicBezTo>
                  <a:pt x="1165099" y="115499"/>
                  <a:pt x="1165244" y="116111"/>
                  <a:pt x="1165373" y="116886"/>
                </a:cubicBezTo>
                <a:cubicBezTo>
                  <a:pt x="1165502" y="117660"/>
                  <a:pt x="1165566" y="118627"/>
                  <a:pt x="1165566" y="119788"/>
                </a:cubicBezTo>
                <a:close/>
                <a:moveTo>
                  <a:pt x="1202633" y="126078"/>
                </a:moveTo>
                <a:cubicBezTo>
                  <a:pt x="1202633" y="126594"/>
                  <a:pt x="1202504" y="127029"/>
                  <a:pt x="1202246" y="127384"/>
                </a:cubicBezTo>
                <a:cubicBezTo>
                  <a:pt x="1201988" y="127739"/>
                  <a:pt x="1201569" y="128045"/>
                  <a:pt x="1200988" y="128303"/>
                </a:cubicBezTo>
                <a:cubicBezTo>
                  <a:pt x="1200407" y="128561"/>
                  <a:pt x="1199601" y="128755"/>
                  <a:pt x="1198569" y="128884"/>
                </a:cubicBezTo>
                <a:cubicBezTo>
                  <a:pt x="1197537" y="129013"/>
                  <a:pt x="1196215" y="129077"/>
                  <a:pt x="1194602" y="129077"/>
                </a:cubicBezTo>
                <a:cubicBezTo>
                  <a:pt x="1193054" y="129077"/>
                  <a:pt x="1191764" y="129013"/>
                  <a:pt x="1190732" y="128884"/>
                </a:cubicBezTo>
                <a:cubicBezTo>
                  <a:pt x="1189699" y="128755"/>
                  <a:pt x="1188877" y="128561"/>
                  <a:pt x="1188264" y="128303"/>
                </a:cubicBezTo>
                <a:cubicBezTo>
                  <a:pt x="1187651" y="128045"/>
                  <a:pt x="1187232" y="127739"/>
                  <a:pt x="1187006" y="127384"/>
                </a:cubicBezTo>
                <a:cubicBezTo>
                  <a:pt x="1186780" y="127029"/>
                  <a:pt x="1186668" y="126594"/>
                  <a:pt x="1186668" y="126078"/>
                </a:cubicBezTo>
                <a:lnTo>
                  <a:pt x="1186668" y="38994"/>
                </a:lnTo>
                <a:cubicBezTo>
                  <a:pt x="1186668" y="38543"/>
                  <a:pt x="1186780" y="38123"/>
                  <a:pt x="1187006" y="37736"/>
                </a:cubicBezTo>
                <a:cubicBezTo>
                  <a:pt x="1187232" y="37349"/>
                  <a:pt x="1187651" y="37027"/>
                  <a:pt x="1188264" y="36769"/>
                </a:cubicBezTo>
                <a:cubicBezTo>
                  <a:pt x="1188877" y="36511"/>
                  <a:pt x="1189699" y="36317"/>
                  <a:pt x="1190732" y="36188"/>
                </a:cubicBezTo>
                <a:cubicBezTo>
                  <a:pt x="1191764" y="36059"/>
                  <a:pt x="1193054" y="35995"/>
                  <a:pt x="1194602" y="35995"/>
                </a:cubicBezTo>
                <a:cubicBezTo>
                  <a:pt x="1196215" y="35995"/>
                  <a:pt x="1197537" y="36059"/>
                  <a:pt x="1198569" y="36188"/>
                </a:cubicBezTo>
                <a:cubicBezTo>
                  <a:pt x="1199601" y="36317"/>
                  <a:pt x="1200407" y="36511"/>
                  <a:pt x="1200988" y="36769"/>
                </a:cubicBezTo>
                <a:cubicBezTo>
                  <a:pt x="1201569" y="37027"/>
                  <a:pt x="1201988" y="37349"/>
                  <a:pt x="1202246" y="37736"/>
                </a:cubicBezTo>
                <a:cubicBezTo>
                  <a:pt x="1202504" y="38123"/>
                  <a:pt x="1202633" y="38543"/>
                  <a:pt x="1202633" y="38994"/>
                </a:cubicBezTo>
                <a:lnTo>
                  <a:pt x="1202633" y="126078"/>
                </a:lnTo>
                <a:moveTo>
                  <a:pt x="1204471" y="9482"/>
                </a:moveTo>
                <a:cubicBezTo>
                  <a:pt x="1204471" y="13224"/>
                  <a:pt x="1203762" y="15772"/>
                  <a:pt x="1202343" y="17126"/>
                </a:cubicBezTo>
                <a:cubicBezTo>
                  <a:pt x="1200924" y="18481"/>
                  <a:pt x="1198311" y="19158"/>
                  <a:pt x="1194505" y="19158"/>
                </a:cubicBezTo>
                <a:cubicBezTo>
                  <a:pt x="1190764" y="19158"/>
                  <a:pt x="1188200" y="18497"/>
                  <a:pt x="1186813" y="17175"/>
                </a:cubicBezTo>
                <a:cubicBezTo>
                  <a:pt x="1185426" y="15852"/>
                  <a:pt x="1184732" y="13353"/>
                  <a:pt x="1184732" y="9676"/>
                </a:cubicBezTo>
                <a:cubicBezTo>
                  <a:pt x="1184732" y="5935"/>
                  <a:pt x="1185442" y="3387"/>
                  <a:pt x="1186861" y="2032"/>
                </a:cubicBezTo>
                <a:cubicBezTo>
                  <a:pt x="1188280" y="677"/>
                  <a:pt x="1190893" y="0"/>
                  <a:pt x="1194699" y="0"/>
                </a:cubicBezTo>
                <a:cubicBezTo>
                  <a:pt x="1198440" y="0"/>
                  <a:pt x="1201004" y="661"/>
                  <a:pt x="1202391" y="1984"/>
                </a:cubicBezTo>
                <a:cubicBezTo>
                  <a:pt x="1203778" y="3306"/>
                  <a:pt x="1204471" y="5806"/>
                  <a:pt x="1204471" y="9482"/>
                </a:cubicBezTo>
                <a:close/>
                <a:moveTo>
                  <a:pt x="1313035" y="81617"/>
                </a:moveTo>
                <a:cubicBezTo>
                  <a:pt x="1313035" y="88718"/>
                  <a:pt x="1312100" y="95256"/>
                  <a:pt x="1310229" y="101229"/>
                </a:cubicBezTo>
                <a:cubicBezTo>
                  <a:pt x="1308358" y="107202"/>
                  <a:pt x="1305568" y="112352"/>
                  <a:pt x="1301859" y="116680"/>
                </a:cubicBezTo>
                <a:cubicBezTo>
                  <a:pt x="1298150" y="121006"/>
                  <a:pt x="1293506" y="124379"/>
                  <a:pt x="1287926" y="126800"/>
                </a:cubicBezTo>
                <a:cubicBezTo>
                  <a:pt x="1282346" y="129221"/>
                  <a:pt x="1275879" y="130432"/>
                  <a:pt x="1268526" y="130432"/>
                </a:cubicBezTo>
                <a:cubicBezTo>
                  <a:pt x="1261365" y="130432"/>
                  <a:pt x="1255124" y="129367"/>
                  <a:pt x="1249803" y="127236"/>
                </a:cubicBezTo>
                <a:cubicBezTo>
                  <a:pt x="1244481" y="125105"/>
                  <a:pt x="1240046" y="122006"/>
                  <a:pt x="1236498" y="117938"/>
                </a:cubicBezTo>
                <a:cubicBezTo>
                  <a:pt x="1232950" y="113870"/>
                  <a:pt x="1230306" y="108930"/>
                  <a:pt x="1228564" y="103119"/>
                </a:cubicBezTo>
                <a:cubicBezTo>
                  <a:pt x="1226822" y="97307"/>
                  <a:pt x="1225951" y="90720"/>
                  <a:pt x="1225951" y="83358"/>
                </a:cubicBezTo>
                <a:cubicBezTo>
                  <a:pt x="1225951" y="76257"/>
                  <a:pt x="1226871" y="69719"/>
                  <a:pt x="1228709" y="63746"/>
                </a:cubicBezTo>
                <a:cubicBezTo>
                  <a:pt x="1230547" y="57774"/>
                  <a:pt x="1233321" y="52624"/>
                  <a:pt x="1237030" y="48298"/>
                </a:cubicBezTo>
                <a:cubicBezTo>
                  <a:pt x="1240740" y="43970"/>
                  <a:pt x="1245368" y="40612"/>
                  <a:pt x="1250915" y="38223"/>
                </a:cubicBezTo>
                <a:cubicBezTo>
                  <a:pt x="1256463" y="35834"/>
                  <a:pt x="1262946" y="34640"/>
                  <a:pt x="1270364" y="34640"/>
                </a:cubicBezTo>
                <a:cubicBezTo>
                  <a:pt x="1277524" y="34640"/>
                  <a:pt x="1283765" y="35705"/>
                  <a:pt x="1289087" y="37836"/>
                </a:cubicBezTo>
                <a:cubicBezTo>
                  <a:pt x="1294409" y="39967"/>
                  <a:pt x="1298844" y="43066"/>
                  <a:pt x="1302391" y="47134"/>
                </a:cubicBezTo>
                <a:cubicBezTo>
                  <a:pt x="1305939" y="51202"/>
                  <a:pt x="1308600" y="56142"/>
                  <a:pt x="1310374" y="61953"/>
                </a:cubicBezTo>
                <a:cubicBezTo>
                  <a:pt x="1312148" y="67765"/>
                  <a:pt x="1313035" y="74319"/>
                  <a:pt x="1313035" y="81617"/>
                </a:cubicBezTo>
                <a:moveTo>
                  <a:pt x="1296199" y="82681"/>
                </a:moveTo>
                <a:cubicBezTo>
                  <a:pt x="1296199" y="77966"/>
                  <a:pt x="1295763" y="73509"/>
                  <a:pt x="1294893" y="69310"/>
                </a:cubicBezTo>
                <a:cubicBezTo>
                  <a:pt x="1294022" y="65111"/>
                  <a:pt x="1292587" y="61429"/>
                  <a:pt x="1290587" y="58264"/>
                </a:cubicBezTo>
                <a:cubicBezTo>
                  <a:pt x="1288587" y="55100"/>
                  <a:pt x="1285878" y="52597"/>
                  <a:pt x="1282459" y="50756"/>
                </a:cubicBezTo>
                <a:cubicBezTo>
                  <a:pt x="1279040" y="48914"/>
                  <a:pt x="1274783" y="47993"/>
                  <a:pt x="1269687" y="47993"/>
                </a:cubicBezTo>
                <a:cubicBezTo>
                  <a:pt x="1264978" y="47993"/>
                  <a:pt x="1260930" y="48832"/>
                  <a:pt x="1257543" y="50512"/>
                </a:cubicBezTo>
                <a:cubicBezTo>
                  <a:pt x="1254157" y="52191"/>
                  <a:pt x="1251367" y="54565"/>
                  <a:pt x="1249174" y="57635"/>
                </a:cubicBezTo>
                <a:cubicBezTo>
                  <a:pt x="1246980" y="60704"/>
                  <a:pt x="1245352" y="64337"/>
                  <a:pt x="1244287" y="68536"/>
                </a:cubicBezTo>
                <a:cubicBezTo>
                  <a:pt x="1243223" y="72733"/>
                  <a:pt x="1242691" y="77319"/>
                  <a:pt x="1242691" y="82294"/>
                </a:cubicBezTo>
                <a:cubicBezTo>
                  <a:pt x="1242691" y="87074"/>
                  <a:pt x="1243126" y="91563"/>
                  <a:pt x="1243997" y="95762"/>
                </a:cubicBezTo>
                <a:cubicBezTo>
                  <a:pt x="1244868" y="99961"/>
                  <a:pt x="1246319" y="103626"/>
                  <a:pt x="1248351" y="106759"/>
                </a:cubicBezTo>
                <a:cubicBezTo>
                  <a:pt x="1250383" y="109892"/>
                  <a:pt x="1253109" y="112379"/>
                  <a:pt x="1256527" y="114222"/>
                </a:cubicBezTo>
                <a:cubicBezTo>
                  <a:pt x="1259946" y="116062"/>
                  <a:pt x="1264204" y="116982"/>
                  <a:pt x="1269300" y="116982"/>
                </a:cubicBezTo>
                <a:cubicBezTo>
                  <a:pt x="1273944" y="116982"/>
                  <a:pt x="1277976" y="116143"/>
                  <a:pt x="1281395" y="114464"/>
                </a:cubicBezTo>
                <a:cubicBezTo>
                  <a:pt x="1284813" y="112784"/>
                  <a:pt x="1287620" y="110427"/>
                  <a:pt x="1289813" y="107391"/>
                </a:cubicBezTo>
                <a:cubicBezTo>
                  <a:pt x="1292006" y="104353"/>
                  <a:pt x="1293619" y="100736"/>
                  <a:pt x="1294651" y="96539"/>
                </a:cubicBezTo>
                <a:cubicBezTo>
                  <a:pt x="1295683" y="92340"/>
                  <a:pt x="1296199" y="87721"/>
                  <a:pt x="1296199" y="82681"/>
                </a:cubicBezTo>
                <a:close/>
                <a:moveTo>
                  <a:pt x="1411468" y="126078"/>
                </a:moveTo>
                <a:cubicBezTo>
                  <a:pt x="1411468" y="126594"/>
                  <a:pt x="1411339" y="127029"/>
                  <a:pt x="1411081" y="127384"/>
                </a:cubicBezTo>
                <a:cubicBezTo>
                  <a:pt x="1410823" y="127739"/>
                  <a:pt x="1410403" y="128045"/>
                  <a:pt x="1409823" y="128303"/>
                </a:cubicBezTo>
                <a:cubicBezTo>
                  <a:pt x="1409242" y="128561"/>
                  <a:pt x="1408436" y="128755"/>
                  <a:pt x="1407404" y="128884"/>
                </a:cubicBezTo>
                <a:cubicBezTo>
                  <a:pt x="1406372" y="129013"/>
                  <a:pt x="1405082" y="129077"/>
                  <a:pt x="1403534" y="129077"/>
                </a:cubicBezTo>
                <a:cubicBezTo>
                  <a:pt x="1401921" y="129077"/>
                  <a:pt x="1400599" y="129013"/>
                  <a:pt x="1399566" y="128884"/>
                </a:cubicBezTo>
                <a:cubicBezTo>
                  <a:pt x="1398534" y="128755"/>
                  <a:pt x="1397728" y="128561"/>
                  <a:pt x="1397147" y="128303"/>
                </a:cubicBezTo>
                <a:cubicBezTo>
                  <a:pt x="1396567" y="128045"/>
                  <a:pt x="1396148" y="127739"/>
                  <a:pt x="1395890" y="127384"/>
                </a:cubicBezTo>
                <a:cubicBezTo>
                  <a:pt x="1395632" y="127029"/>
                  <a:pt x="1395503" y="126594"/>
                  <a:pt x="1395503" y="126078"/>
                </a:cubicBezTo>
                <a:lnTo>
                  <a:pt x="1395503" y="75085"/>
                </a:lnTo>
                <a:cubicBezTo>
                  <a:pt x="1395503" y="70118"/>
                  <a:pt x="1395115" y="66119"/>
                  <a:pt x="1394341" y="63087"/>
                </a:cubicBezTo>
                <a:cubicBezTo>
                  <a:pt x="1393567" y="60055"/>
                  <a:pt x="1392438" y="57443"/>
                  <a:pt x="1390955" y="55250"/>
                </a:cubicBezTo>
                <a:cubicBezTo>
                  <a:pt x="1389471" y="53057"/>
                  <a:pt x="1387552" y="51379"/>
                  <a:pt x="1385198" y="50218"/>
                </a:cubicBezTo>
                <a:cubicBezTo>
                  <a:pt x="1382843" y="49057"/>
                  <a:pt x="1380118" y="48477"/>
                  <a:pt x="1377021" y="48477"/>
                </a:cubicBezTo>
                <a:cubicBezTo>
                  <a:pt x="1373022" y="48477"/>
                  <a:pt x="1369023" y="49896"/>
                  <a:pt x="1365023" y="52734"/>
                </a:cubicBezTo>
                <a:cubicBezTo>
                  <a:pt x="1361024" y="55572"/>
                  <a:pt x="1356831" y="59733"/>
                  <a:pt x="1352445" y="65216"/>
                </a:cubicBezTo>
                <a:lnTo>
                  <a:pt x="1352445" y="126078"/>
                </a:lnTo>
                <a:cubicBezTo>
                  <a:pt x="1352445" y="126594"/>
                  <a:pt x="1352315" y="127029"/>
                  <a:pt x="1352057" y="127384"/>
                </a:cubicBezTo>
                <a:cubicBezTo>
                  <a:pt x="1351799" y="127739"/>
                  <a:pt x="1351380" y="128045"/>
                  <a:pt x="1350800" y="128303"/>
                </a:cubicBezTo>
                <a:cubicBezTo>
                  <a:pt x="1350219" y="128561"/>
                  <a:pt x="1349413" y="128755"/>
                  <a:pt x="1348381" y="128884"/>
                </a:cubicBezTo>
                <a:cubicBezTo>
                  <a:pt x="1347349" y="129013"/>
                  <a:pt x="1346026" y="129077"/>
                  <a:pt x="1344413" y="129077"/>
                </a:cubicBezTo>
                <a:cubicBezTo>
                  <a:pt x="1342865" y="129077"/>
                  <a:pt x="1341575" y="129013"/>
                  <a:pt x="1340543" y="128884"/>
                </a:cubicBezTo>
                <a:cubicBezTo>
                  <a:pt x="1339511" y="128755"/>
                  <a:pt x="1338689" y="128561"/>
                  <a:pt x="1338076" y="128303"/>
                </a:cubicBezTo>
                <a:cubicBezTo>
                  <a:pt x="1337463" y="128045"/>
                  <a:pt x="1337044" y="127739"/>
                  <a:pt x="1336818" y="127384"/>
                </a:cubicBezTo>
                <a:cubicBezTo>
                  <a:pt x="1336592" y="127029"/>
                  <a:pt x="1336479" y="126594"/>
                  <a:pt x="1336479" y="126078"/>
                </a:cubicBezTo>
                <a:lnTo>
                  <a:pt x="1336479" y="38994"/>
                </a:lnTo>
                <a:cubicBezTo>
                  <a:pt x="1336479" y="38478"/>
                  <a:pt x="1336576" y="38043"/>
                  <a:pt x="1336769" y="37688"/>
                </a:cubicBezTo>
                <a:cubicBezTo>
                  <a:pt x="1336963" y="37333"/>
                  <a:pt x="1337350" y="37011"/>
                  <a:pt x="1337931" y="36720"/>
                </a:cubicBezTo>
                <a:cubicBezTo>
                  <a:pt x="1338511" y="36430"/>
                  <a:pt x="1339253" y="36236"/>
                  <a:pt x="1340156" y="36140"/>
                </a:cubicBezTo>
                <a:cubicBezTo>
                  <a:pt x="1341059" y="36043"/>
                  <a:pt x="1342253" y="35995"/>
                  <a:pt x="1343736" y="35995"/>
                </a:cubicBezTo>
                <a:cubicBezTo>
                  <a:pt x="1345155" y="35995"/>
                  <a:pt x="1346333" y="36043"/>
                  <a:pt x="1347268" y="36140"/>
                </a:cubicBezTo>
                <a:cubicBezTo>
                  <a:pt x="1348203" y="36236"/>
                  <a:pt x="1348929" y="36430"/>
                  <a:pt x="1349445" y="36720"/>
                </a:cubicBezTo>
                <a:cubicBezTo>
                  <a:pt x="1349961" y="37011"/>
                  <a:pt x="1350332" y="37333"/>
                  <a:pt x="1350558" y="37688"/>
                </a:cubicBezTo>
                <a:cubicBezTo>
                  <a:pt x="1350783" y="38043"/>
                  <a:pt x="1350896" y="38478"/>
                  <a:pt x="1350896" y="38994"/>
                </a:cubicBezTo>
                <a:lnTo>
                  <a:pt x="1350896" y="50508"/>
                </a:lnTo>
                <a:cubicBezTo>
                  <a:pt x="1355799" y="45025"/>
                  <a:pt x="1360685" y="41010"/>
                  <a:pt x="1365555" y="38462"/>
                </a:cubicBezTo>
                <a:cubicBezTo>
                  <a:pt x="1370426" y="35914"/>
                  <a:pt x="1375344" y="34640"/>
                  <a:pt x="1380311" y="34640"/>
                </a:cubicBezTo>
                <a:cubicBezTo>
                  <a:pt x="1386117" y="34640"/>
                  <a:pt x="1391003" y="35624"/>
                  <a:pt x="1394970" y="37591"/>
                </a:cubicBezTo>
                <a:cubicBezTo>
                  <a:pt x="1398937" y="39559"/>
                  <a:pt x="1402147" y="42187"/>
                  <a:pt x="1404598" y="45477"/>
                </a:cubicBezTo>
                <a:cubicBezTo>
                  <a:pt x="1407049" y="48767"/>
                  <a:pt x="1408807" y="52621"/>
                  <a:pt x="1409871" y="57040"/>
                </a:cubicBezTo>
                <a:cubicBezTo>
                  <a:pt x="1410936" y="61458"/>
                  <a:pt x="1411468" y="66764"/>
                  <a:pt x="1411468" y="72957"/>
                </a:cubicBezTo>
                <a:lnTo>
                  <a:pt x="1411468" y="1260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47AA8-F16D-4C9D-BC09-2B618728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971" y="489674"/>
            <a:ext cx="10" cy="163815"/>
          </a:xfrm>
          <a:custGeom xmlns:a="http://schemas.openxmlformats.org/drawingml/2006/main">
            <a:pathLst>
              <a:path w="1" h="163815" fill="none">
                <a:moveTo>
                  <a:pt x="0" y="1638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CB01A-459C-4CAE-831F-AF425ED1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714" y="412390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v">
            <a:extLst xmlns:a="http://schemas.openxmlformats.org/drawingml/2006/main">
              <a:ext uri="{FF2B5EF4-FFF2-40B4-BE49-F238E27FC236}">
                <a16:creationId xmlns:a16="http://schemas.microsoft.com/office/drawing/2014/main" id="{7C6201FB-17B4-48C4-A03C-211438C0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659" y="1603777"/>
            <a:ext cx="55282" cy="62055"/>
          </a:xfrm>
          <a:custGeom xmlns:a="http://schemas.openxmlformats.org/drawingml/2006/main">
            <a:pathLst>
              <a:path w="55282" h="62055">
                <a:moveTo>
                  <a:pt x="55282" y="1871"/>
                </a:moveTo>
                <a:cubicBezTo>
                  <a:pt x="55282" y="2043"/>
                  <a:pt x="55271" y="2225"/>
                  <a:pt x="55250" y="2419"/>
                </a:cubicBezTo>
                <a:cubicBezTo>
                  <a:pt x="55228" y="2613"/>
                  <a:pt x="55196" y="2817"/>
                  <a:pt x="55153" y="3032"/>
                </a:cubicBezTo>
                <a:cubicBezTo>
                  <a:pt x="55110" y="3247"/>
                  <a:pt x="55056" y="3483"/>
                  <a:pt x="54992" y="3741"/>
                </a:cubicBezTo>
                <a:cubicBezTo>
                  <a:pt x="54927" y="3999"/>
                  <a:pt x="54852" y="4279"/>
                  <a:pt x="54766" y="4580"/>
                </a:cubicBezTo>
                <a:lnTo>
                  <a:pt x="34962" y="59733"/>
                </a:lnTo>
                <a:cubicBezTo>
                  <a:pt x="34790" y="60206"/>
                  <a:pt x="34565" y="60593"/>
                  <a:pt x="34285" y="60894"/>
                </a:cubicBezTo>
                <a:cubicBezTo>
                  <a:pt x="34006" y="61195"/>
                  <a:pt x="33586" y="61432"/>
                  <a:pt x="33027" y="61604"/>
                </a:cubicBezTo>
                <a:cubicBezTo>
                  <a:pt x="32468" y="61776"/>
                  <a:pt x="31759" y="61894"/>
                  <a:pt x="30899" y="61958"/>
                </a:cubicBezTo>
                <a:cubicBezTo>
                  <a:pt x="30038" y="62023"/>
                  <a:pt x="28963" y="62055"/>
                  <a:pt x="27673" y="62055"/>
                </a:cubicBezTo>
                <a:cubicBezTo>
                  <a:pt x="26383" y="62055"/>
                  <a:pt x="25308" y="62012"/>
                  <a:pt x="24448" y="61926"/>
                </a:cubicBezTo>
                <a:cubicBezTo>
                  <a:pt x="23588" y="61840"/>
                  <a:pt x="22889" y="61711"/>
                  <a:pt x="22351" y="61539"/>
                </a:cubicBezTo>
                <a:cubicBezTo>
                  <a:pt x="21814" y="61367"/>
                  <a:pt x="21395" y="61131"/>
                  <a:pt x="21094" y="60830"/>
                </a:cubicBezTo>
                <a:cubicBezTo>
                  <a:pt x="20793" y="60528"/>
                  <a:pt x="20556" y="60163"/>
                  <a:pt x="20384" y="59733"/>
                </a:cubicBezTo>
                <a:lnTo>
                  <a:pt x="645" y="4580"/>
                </a:lnTo>
                <a:cubicBezTo>
                  <a:pt x="473" y="4064"/>
                  <a:pt x="333" y="3612"/>
                  <a:pt x="226" y="3225"/>
                </a:cubicBezTo>
                <a:cubicBezTo>
                  <a:pt x="118" y="2838"/>
                  <a:pt x="54" y="2548"/>
                  <a:pt x="32" y="2354"/>
                </a:cubicBezTo>
                <a:cubicBezTo>
                  <a:pt x="11" y="2161"/>
                  <a:pt x="0" y="2000"/>
                  <a:pt x="0" y="1871"/>
                </a:cubicBezTo>
                <a:cubicBezTo>
                  <a:pt x="0" y="1527"/>
                  <a:pt x="86" y="1226"/>
                  <a:pt x="258" y="968"/>
                </a:cubicBezTo>
                <a:cubicBezTo>
                  <a:pt x="430" y="710"/>
                  <a:pt x="720" y="505"/>
                  <a:pt x="1129" y="355"/>
                </a:cubicBezTo>
                <a:cubicBezTo>
                  <a:pt x="1537" y="204"/>
                  <a:pt x="2075" y="108"/>
                  <a:pt x="2742" y="65"/>
                </a:cubicBezTo>
                <a:cubicBezTo>
                  <a:pt x="3408" y="22"/>
                  <a:pt x="4236" y="0"/>
                  <a:pt x="5225" y="0"/>
                </a:cubicBezTo>
                <a:cubicBezTo>
                  <a:pt x="6472" y="0"/>
                  <a:pt x="7472" y="32"/>
                  <a:pt x="8225" y="97"/>
                </a:cubicBezTo>
                <a:cubicBezTo>
                  <a:pt x="8977" y="161"/>
                  <a:pt x="9558" y="280"/>
                  <a:pt x="9966" y="452"/>
                </a:cubicBezTo>
                <a:cubicBezTo>
                  <a:pt x="10375" y="624"/>
                  <a:pt x="10676" y="839"/>
                  <a:pt x="10869" y="1097"/>
                </a:cubicBezTo>
                <a:cubicBezTo>
                  <a:pt x="11063" y="1355"/>
                  <a:pt x="11246" y="1677"/>
                  <a:pt x="11418" y="2064"/>
                </a:cubicBezTo>
                <a:lnTo>
                  <a:pt x="27802" y="49928"/>
                </a:lnTo>
                <a:lnTo>
                  <a:pt x="28060" y="50702"/>
                </a:lnTo>
                <a:lnTo>
                  <a:pt x="28254" y="49928"/>
                </a:lnTo>
                <a:lnTo>
                  <a:pt x="44445" y="2064"/>
                </a:lnTo>
                <a:cubicBezTo>
                  <a:pt x="44531" y="1677"/>
                  <a:pt x="44681" y="1355"/>
                  <a:pt x="44896" y="1097"/>
                </a:cubicBezTo>
                <a:cubicBezTo>
                  <a:pt x="45111" y="839"/>
                  <a:pt x="45423" y="624"/>
                  <a:pt x="45832" y="452"/>
                </a:cubicBezTo>
                <a:cubicBezTo>
                  <a:pt x="46240" y="280"/>
                  <a:pt x="46799" y="161"/>
                  <a:pt x="47509" y="97"/>
                </a:cubicBezTo>
                <a:cubicBezTo>
                  <a:pt x="48219" y="32"/>
                  <a:pt x="49154" y="0"/>
                  <a:pt x="50315" y="0"/>
                </a:cubicBezTo>
                <a:cubicBezTo>
                  <a:pt x="51304" y="0"/>
                  <a:pt x="52121" y="22"/>
                  <a:pt x="52766" y="65"/>
                </a:cubicBezTo>
                <a:cubicBezTo>
                  <a:pt x="53411" y="108"/>
                  <a:pt x="53917" y="215"/>
                  <a:pt x="54282" y="387"/>
                </a:cubicBezTo>
                <a:cubicBezTo>
                  <a:pt x="54648" y="559"/>
                  <a:pt x="54906" y="763"/>
                  <a:pt x="55056" y="1000"/>
                </a:cubicBezTo>
                <a:cubicBezTo>
                  <a:pt x="55207" y="1236"/>
                  <a:pt x="55282" y="1527"/>
                  <a:pt x="55282" y="1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b">
            <a:extLst xmlns:a="http://schemas.openxmlformats.org/drawingml/2006/main">
              <a:ext uri="{FF2B5EF4-FFF2-40B4-BE49-F238E27FC236}">
                <a16:creationId xmlns:a16="http://schemas.microsoft.com/office/drawing/2014/main" id="{F141C273-3577-4876-B595-8D6F5D3C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80" y="1581468"/>
            <a:ext cx="53411" cy="91212"/>
          </a:xfrm>
          <a:custGeom xmlns:a="http://schemas.openxmlformats.org/drawingml/2006/main">
            <a:pathLst>
              <a:path w="53411" h="91212">
                <a:moveTo>
                  <a:pt x="53411" y="58540"/>
                </a:moveTo>
                <a:cubicBezTo>
                  <a:pt x="53411" y="63575"/>
                  <a:pt x="52863" y="68105"/>
                  <a:pt x="51766" y="72130"/>
                </a:cubicBezTo>
                <a:cubicBezTo>
                  <a:pt x="50670" y="76155"/>
                  <a:pt x="49057" y="79589"/>
                  <a:pt x="46928" y="82431"/>
                </a:cubicBezTo>
                <a:cubicBezTo>
                  <a:pt x="44800" y="85272"/>
                  <a:pt x="42187" y="87446"/>
                  <a:pt x="39091" y="88952"/>
                </a:cubicBezTo>
                <a:cubicBezTo>
                  <a:pt x="35995" y="90459"/>
                  <a:pt x="32447" y="91212"/>
                  <a:pt x="28447" y="91212"/>
                </a:cubicBezTo>
                <a:cubicBezTo>
                  <a:pt x="26598" y="91212"/>
                  <a:pt x="24889" y="91029"/>
                  <a:pt x="23319" y="90662"/>
                </a:cubicBezTo>
                <a:cubicBezTo>
                  <a:pt x="21749" y="90296"/>
                  <a:pt x="20212" y="89705"/>
                  <a:pt x="18707" y="88888"/>
                </a:cubicBezTo>
                <a:cubicBezTo>
                  <a:pt x="17202" y="88069"/>
                  <a:pt x="15697" y="87036"/>
                  <a:pt x="14191" y="85787"/>
                </a:cubicBezTo>
                <a:cubicBezTo>
                  <a:pt x="12686" y="84539"/>
                  <a:pt x="11095" y="83032"/>
                  <a:pt x="9418" y="81268"/>
                </a:cubicBezTo>
                <a:lnTo>
                  <a:pt x="9418" y="88321"/>
                </a:lnTo>
                <a:cubicBezTo>
                  <a:pt x="9418" y="88663"/>
                  <a:pt x="9332" y="88962"/>
                  <a:pt x="9160" y="89218"/>
                </a:cubicBezTo>
                <a:cubicBezTo>
                  <a:pt x="8988" y="89475"/>
                  <a:pt x="8708" y="89679"/>
                  <a:pt x="8321" y="89829"/>
                </a:cubicBezTo>
                <a:cubicBezTo>
                  <a:pt x="7934" y="89978"/>
                  <a:pt x="7450" y="90095"/>
                  <a:pt x="6870" y="90180"/>
                </a:cubicBezTo>
                <a:cubicBezTo>
                  <a:pt x="6289" y="90266"/>
                  <a:pt x="5548" y="90309"/>
                  <a:pt x="4644" y="90309"/>
                </a:cubicBezTo>
                <a:cubicBezTo>
                  <a:pt x="3784" y="90309"/>
                  <a:pt x="3053" y="90266"/>
                  <a:pt x="2451" y="90180"/>
                </a:cubicBezTo>
                <a:cubicBezTo>
                  <a:pt x="1849" y="90094"/>
                  <a:pt x="1355" y="89976"/>
                  <a:pt x="968" y="89825"/>
                </a:cubicBezTo>
                <a:cubicBezTo>
                  <a:pt x="581" y="89675"/>
                  <a:pt x="323" y="89470"/>
                  <a:pt x="194" y="89212"/>
                </a:cubicBezTo>
                <a:cubicBezTo>
                  <a:pt x="65" y="88953"/>
                  <a:pt x="0" y="88651"/>
                  <a:pt x="0" y="88307"/>
                </a:cubicBezTo>
                <a:lnTo>
                  <a:pt x="0" y="2066"/>
                </a:lnTo>
                <a:cubicBezTo>
                  <a:pt x="0" y="1722"/>
                  <a:pt x="75" y="1421"/>
                  <a:pt x="226" y="1163"/>
                </a:cubicBezTo>
                <a:cubicBezTo>
                  <a:pt x="376" y="904"/>
                  <a:pt x="656" y="688"/>
                  <a:pt x="1064" y="516"/>
                </a:cubicBezTo>
                <a:cubicBezTo>
                  <a:pt x="1473" y="344"/>
                  <a:pt x="2021" y="215"/>
                  <a:pt x="2709" y="129"/>
                </a:cubicBezTo>
                <a:cubicBezTo>
                  <a:pt x="3397" y="43"/>
                  <a:pt x="4257" y="0"/>
                  <a:pt x="5290" y="0"/>
                </a:cubicBezTo>
                <a:cubicBezTo>
                  <a:pt x="6365" y="0"/>
                  <a:pt x="7246" y="43"/>
                  <a:pt x="7934" y="129"/>
                </a:cubicBezTo>
                <a:cubicBezTo>
                  <a:pt x="8622" y="215"/>
                  <a:pt x="9160" y="345"/>
                  <a:pt x="9547" y="518"/>
                </a:cubicBezTo>
                <a:cubicBezTo>
                  <a:pt x="9934" y="690"/>
                  <a:pt x="10214" y="906"/>
                  <a:pt x="10386" y="1165"/>
                </a:cubicBezTo>
                <a:cubicBezTo>
                  <a:pt x="10558" y="1423"/>
                  <a:pt x="10644" y="1724"/>
                  <a:pt x="10644" y="2068"/>
                </a:cubicBezTo>
                <a:lnTo>
                  <a:pt x="10644" y="36908"/>
                </a:lnTo>
                <a:cubicBezTo>
                  <a:pt x="12364" y="35143"/>
                  <a:pt x="14030" y="33658"/>
                  <a:pt x="15643" y="32453"/>
                </a:cubicBezTo>
                <a:cubicBezTo>
                  <a:pt x="17255" y="31247"/>
                  <a:pt x="18836" y="30268"/>
                  <a:pt x="20384" y="29516"/>
                </a:cubicBezTo>
                <a:cubicBezTo>
                  <a:pt x="21932" y="28762"/>
                  <a:pt x="23480" y="28213"/>
                  <a:pt x="25028" y="27869"/>
                </a:cubicBezTo>
                <a:cubicBezTo>
                  <a:pt x="26577" y="27523"/>
                  <a:pt x="28211" y="27351"/>
                  <a:pt x="29931" y="27351"/>
                </a:cubicBezTo>
                <a:cubicBezTo>
                  <a:pt x="34145" y="27351"/>
                  <a:pt x="37747" y="28191"/>
                  <a:pt x="40736" y="29870"/>
                </a:cubicBezTo>
                <a:cubicBezTo>
                  <a:pt x="43725" y="31549"/>
                  <a:pt x="46154" y="33798"/>
                  <a:pt x="48025" y="36617"/>
                </a:cubicBezTo>
                <a:cubicBezTo>
                  <a:pt x="49896" y="39437"/>
                  <a:pt x="51261" y="42741"/>
                  <a:pt x="52121" y="46529"/>
                </a:cubicBezTo>
                <a:cubicBezTo>
                  <a:pt x="52981" y="50316"/>
                  <a:pt x="53411" y="54320"/>
                  <a:pt x="53411" y="58540"/>
                </a:cubicBezTo>
                <a:moveTo>
                  <a:pt x="42187" y="59765"/>
                </a:moveTo>
                <a:cubicBezTo>
                  <a:pt x="42187" y="56794"/>
                  <a:pt x="41961" y="53909"/>
                  <a:pt x="41510" y="51109"/>
                </a:cubicBezTo>
                <a:cubicBezTo>
                  <a:pt x="41058" y="48310"/>
                  <a:pt x="40273" y="45834"/>
                  <a:pt x="39155" y="43681"/>
                </a:cubicBezTo>
                <a:cubicBezTo>
                  <a:pt x="38037" y="41528"/>
                  <a:pt x="36554" y="39795"/>
                  <a:pt x="34704" y="38482"/>
                </a:cubicBezTo>
                <a:cubicBezTo>
                  <a:pt x="32855" y="37168"/>
                  <a:pt x="30555" y="36511"/>
                  <a:pt x="27802" y="36511"/>
                </a:cubicBezTo>
                <a:cubicBezTo>
                  <a:pt x="26426" y="36511"/>
                  <a:pt x="25071" y="36705"/>
                  <a:pt x="23738" y="37093"/>
                </a:cubicBezTo>
                <a:cubicBezTo>
                  <a:pt x="22405" y="37480"/>
                  <a:pt x="21051" y="38126"/>
                  <a:pt x="19674" y="39030"/>
                </a:cubicBezTo>
                <a:cubicBezTo>
                  <a:pt x="18298" y="39935"/>
                  <a:pt x="16868" y="41098"/>
                  <a:pt x="15385" y="42520"/>
                </a:cubicBezTo>
                <a:cubicBezTo>
                  <a:pt x="13901" y="43942"/>
                  <a:pt x="12321" y="45730"/>
                  <a:pt x="10644" y="47884"/>
                </a:cubicBezTo>
                <a:lnTo>
                  <a:pt x="10644" y="71066"/>
                </a:lnTo>
                <a:cubicBezTo>
                  <a:pt x="13568" y="74642"/>
                  <a:pt x="16363" y="77367"/>
                  <a:pt x="19029" y="79242"/>
                </a:cubicBezTo>
                <a:cubicBezTo>
                  <a:pt x="21696" y="81115"/>
                  <a:pt x="24469" y="82052"/>
                  <a:pt x="27351" y="82052"/>
                </a:cubicBezTo>
                <a:cubicBezTo>
                  <a:pt x="30017" y="82052"/>
                  <a:pt x="32296" y="81406"/>
                  <a:pt x="34188" y="80115"/>
                </a:cubicBezTo>
                <a:cubicBezTo>
                  <a:pt x="36081" y="78822"/>
                  <a:pt x="37618" y="77110"/>
                  <a:pt x="38801" y="74979"/>
                </a:cubicBezTo>
                <a:cubicBezTo>
                  <a:pt x="39983" y="72847"/>
                  <a:pt x="40843" y="70457"/>
                  <a:pt x="41381" y="67808"/>
                </a:cubicBezTo>
                <a:cubicBezTo>
                  <a:pt x="41918" y="65160"/>
                  <a:pt x="42187" y="62478"/>
                  <a:pt x="42187" y="597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b">
            <a:extLst xmlns:a="http://schemas.openxmlformats.org/drawingml/2006/main">
              <a:ext uri="{FF2B5EF4-FFF2-40B4-BE49-F238E27FC236}">
                <a16:creationId xmlns:a16="http://schemas.microsoft.com/office/drawing/2014/main" id="{EC315177-9C1E-4748-88A7-9FBB6658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381" y="1581468"/>
            <a:ext cx="53411" cy="91212"/>
          </a:xfrm>
          <a:custGeom xmlns:a="http://schemas.openxmlformats.org/drawingml/2006/main">
            <a:pathLst>
              <a:path w="53411" h="91212">
                <a:moveTo>
                  <a:pt x="53411" y="58540"/>
                </a:moveTo>
                <a:cubicBezTo>
                  <a:pt x="53411" y="63575"/>
                  <a:pt x="52863" y="68105"/>
                  <a:pt x="51766" y="72130"/>
                </a:cubicBezTo>
                <a:cubicBezTo>
                  <a:pt x="50670" y="76155"/>
                  <a:pt x="49057" y="79589"/>
                  <a:pt x="46928" y="82431"/>
                </a:cubicBezTo>
                <a:cubicBezTo>
                  <a:pt x="44800" y="85272"/>
                  <a:pt x="42187" y="87446"/>
                  <a:pt x="39091" y="88952"/>
                </a:cubicBezTo>
                <a:cubicBezTo>
                  <a:pt x="35995" y="90459"/>
                  <a:pt x="32447" y="91212"/>
                  <a:pt x="28447" y="91212"/>
                </a:cubicBezTo>
                <a:cubicBezTo>
                  <a:pt x="26598" y="91212"/>
                  <a:pt x="24889" y="91029"/>
                  <a:pt x="23319" y="90662"/>
                </a:cubicBezTo>
                <a:cubicBezTo>
                  <a:pt x="21749" y="90296"/>
                  <a:pt x="20212" y="89705"/>
                  <a:pt x="18707" y="88888"/>
                </a:cubicBezTo>
                <a:cubicBezTo>
                  <a:pt x="17202" y="88069"/>
                  <a:pt x="15697" y="87036"/>
                  <a:pt x="14191" y="85787"/>
                </a:cubicBezTo>
                <a:cubicBezTo>
                  <a:pt x="12686" y="84539"/>
                  <a:pt x="11095" y="83032"/>
                  <a:pt x="9418" y="81268"/>
                </a:cubicBezTo>
                <a:lnTo>
                  <a:pt x="9418" y="88321"/>
                </a:lnTo>
                <a:cubicBezTo>
                  <a:pt x="9418" y="88663"/>
                  <a:pt x="9332" y="88962"/>
                  <a:pt x="9160" y="89218"/>
                </a:cubicBezTo>
                <a:cubicBezTo>
                  <a:pt x="8988" y="89475"/>
                  <a:pt x="8708" y="89679"/>
                  <a:pt x="8321" y="89829"/>
                </a:cubicBezTo>
                <a:cubicBezTo>
                  <a:pt x="7934" y="89978"/>
                  <a:pt x="7450" y="90095"/>
                  <a:pt x="6870" y="90180"/>
                </a:cubicBezTo>
                <a:cubicBezTo>
                  <a:pt x="6289" y="90266"/>
                  <a:pt x="5548" y="90309"/>
                  <a:pt x="4644" y="90309"/>
                </a:cubicBezTo>
                <a:cubicBezTo>
                  <a:pt x="3784" y="90309"/>
                  <a:pt x="3053" y="90266"/>
                  <a:pt x="2451" y="90180"/>
                </a:cubicBezTo>
                <a:cubicBezTo>
                  <a:pt x="1849" y="90094"/>
                  <a:pt x="1355" y="89976"/>
                  <a:pt x="968" y="89825"/>
                </a:cubicBezTo>
                <a:cubicBezTo>
                  <a:pt x="581" y="89675"/>
                  <a:pt x="323" y="89470"/>
                  <a:pt x="194" y="89212"/>
                </a:cubicBezTo>
                <a:cubicBezTo>
                  <a:pt x="65" y="88953"/>
                  <a:pt x="0" y="88651"/>
                  <a:pt x="0" y="88307"/>
                </a:cubicBezTo>
                <a:lnTo>
                  <a:pt x="0" y="2066"/>
                </a:lnTo>
                <a:cubicBezTo>
                  <a:pt x="0" y="1722"/>
                  <a:pt x="75" y="1421"/>
                  <a:pt x="226" y="1163"/>
                </a:cubicBezTo>
                <a:cubicBezTo>
                  <a:pt x="376" y="904"/>
                  <a:pt x="656" y="688"/>
                  <a:pt x="1064" y="516"/>
                </a:cubicBezTo>
                <a:cubicBezTo>
                  <a:pt x="1473" y="344"/>
                  <a:pt x="2021" y="215"/>
                  <a:pt x="2709" y="129"/>
                </a:cubicBezTo>
                <a:cubicBezTo>
                  <a:pt x="3397" y="43"/>
                  <a:pt x="4257" y="0"/>
                  <a:pt x="5290" y="0"/>
                </a:cubicBezTo>
                <a:cubicBezTo>
                  <a:pt x="6365" y="0"/>
                  <a:pt x="7246" y="43"/>
                  <a:pt x="7934" y="129"/>
                </a:cubicBezTo>
                <a:cubicBezTo>
                  <a:pt x="8622" y="215"/>
                  <a:pt x="9160" y="345"/>
                  <a:pt x="9547" y="518"/>
                </a:cubicBezTo>
                <a:cubicBezTo>
                  <a:pt x="9934" y="690"/>
                  <a:pt x="10214" y="906"/>
                  <a:pt x="10386" y="1165"/>
                </a:cubicBezTo>
                <a:cubicBezTo>
                  <a:pt x="10558" y="1423"/>
                  <a:pt x="10644" y="1724"/>
                  <a:pt x="10644" y="2068"/>
                </a:cubicBezTo>
                <a:lnTo>
                  <a:pt x="10644" y="36908"/>
                </a:lnTo>
                <a:cubicBezTo>
                  <a:pt x="12364" y="35143"/>
                  <a:pt x="14030" y="33658"/>
                  <a:pt x="15643" y="32453"/>
                </a:cubicBezTo>
                <a:cubicBezTo>
                  <a:pt x="17255" y="31247"/>
                  <a:pt x="18836" y="30268"/>
                  <a:pt x="20384" y="29516"/>
                </a:cubicBezTo>
                <a:cubicBezTo>
                  <a:pt x="21932" y="28762"/>
                  <a:pt x="23480" y="28213"/>
                  <a:pt x="25028" y="27869"/>
                </a:cubicBezTo>
                <a:cubicBezTo>
                  <a:pt x="26577" y="27523"/>
                  <a:pt x="28211" y="27351"/>
                  <a:pt x="29931" y="27351"/>
                </a:cubicBezTo>
                <a:cubicBezTo>
                  <a:pt x="34145" y="27351"/>
                  <a:pt x="37747" y="28191"/>
                  <a:pt x="40736" y="29870"/>
                </a:cubicBezTo>
                <a:cubicBezTo>
                  <a:pt x="43725" y="31549"/>
                  <a:pt x="46154" y="33798"/>
                  <a:pt x="48025" y="36617"/>
                </a:cubicBezTo>
                <a:cubicBezTo>
                  <a:pt x="49896" y="39437"/>
                  <a:pt x="51261" y="42741"/>
                  <a:pt x="52121" y="46529"/>
                </a:cubicBezTo>
                <a:cubicBezTo>
                  <a:pt x="52981" y="50316"/>
                  <a:pt x="53411" y="54320"/>
                  <a:pt x="53411" y="58540"/>
                </a:cubicBezTo>
                <a:moveTo>
                  <a:pt x="42187" y="59765"/>
                </a:moveTo>
                <a:cubicBezTo>
                  <a:pt x="42187" y="56794"/>
                  <a:pt x="41961" y="53909"/>
                  <a:pt x="41510" y="51109"/>
                </a:cubicBezTo>
                <a:cubicBezTo>
                  <a:pt x="41058" y="48310"/>
                  <a:pt x="40273" y="45834"/>
                  <a:pt x="39155" y="43681"/>
                </a:cubicBezTo>
                <a:cubicBezTo>
                  <a:pt x="38037" y="41528"/>
                  <a:pt x="36554" y="39795"/>
                  <a:pt x="34704" y="38482"/>
                </a:cubicBezTo>
                <a:cubicBezTo>
                  <a:pt x="32855" y="37168"/>
                  <a:pt x="30555" y="36511"/>
                  <a:pt x="27802" y="36511"/>
                </a:cubicBezTo>
                <a:cubicBezTo>
                  <a:pt x="26426" y="36511"/>
                  <a:pt x="25071" y="36705"/>
                  <a:pt x="23738" y="37093"/>
                </a:cubicBezTo>
                <a:cubicBezTo>
                  <a:pt x="22405" y="37480"/>
                  <a:pt x="21051" y="38126"/>
                  <a:pt x="19674" y="39030"/>
                </a:cubicBezTo>
                <a:cubicBezTo>
                  <a:pt x="18298" y="39935"/>
                  <a:pt x="16868" y="41098"/>
                  <a:pt x="15385" y="42520"/>
                </a:cubicBezTo>
                <a:cubicBezTo>
                  <a:pt x="13901" y="43942"/>
                  <a:pt x="12321" y="45730"/>
                  <a:pt x="10644" y="47884"/>
                </a:cubicBezTo>
                <a:lnTo>
                  <a:pt x="10644" y="71066"/>
                </a:lnTo>
                <a:cubicBezTo>
                  <a:pt x="13568" y="74642"/>
                  <a:pt x="16363" y="77367"/>
                  <a:pt x="19029" y="79242"/>
                </a:cubicBezTo>
                <a:cubicBezTo>
                  <a:pt x="21696" y="81115"/>
                  <a:pt x="24469" y="82052"/>
                  <a:pt x="27351" y="82052"/>
                </a:cubicBezTo>
                <a:cubicBezTo>
                  <a:pt x="30017" y="82052"/>
                  <a:pt x="32296" y="81406"/>
                  <a:pt x="34188" y="80115"/>
                </a:cubicBezTo>
                <a:cubicBezTo>
                  <a:pt x="36081" y="78822"/>
                  <a:pt x="37618" y="77110"/>
                  <a:pt x="38801" y="74979"/>
                </a:cubicBezTo>
                <a:cubicBezTo>
                  <a:pt x="39983" y="72847"/>
                  <a:pt x="40843" y="70457"/>
                  <a:pt x="41381" y="67808"/>
                </a:cubicBezTo>
                <a:cubicBezTo>
                  <a:pt x="41918" y="65160"/>
                  <a:pt x="42187" y="62478"/>
                  <a:pt x="42187" y="597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v">
            <a:extLst xmlns:a="http://schemas.openxmlformats.org/drawingml/2006/main">
              <a:ext uri="{FF2B5EF4-FFF2-40B4-BE49-F238E27FC236}">
                <a16:creationId xmlns:a16="http://schemas.microsoft.com/office/drawing/2014/main" id="{F384A09E-F5D1-430F-B95D-F38F854D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388" y="1603777"/>
            <a:ext cx="55282" cy="62055"/>
          </a:xfrm>
          <a:custGeom xmlns:a="http://schemas.openxmlformats.org/drawingml/2006/main">
            <a:pathLst>
              <a:path w="55282" h="62055">
                <a:moveTo>
                  <a:pt x="55282" y="1871"/>
                </a:moveTo>
                <a:cubicBezTo>
                  <a:pt x="55282" y="2043"/>
                  <a:pt x="55271" y="2225"/>
                  <a:pt x="55250" y="2419"/>
                </a:cubicBezTo>
                <a:cubicBezTo>
                  <a:pt x="55228" y="2613"/>
                  <a:pt x="55196" y="2817"/>
                  <a:pt x="55153" y="3032"/>
                </a:cubicBezTo>
                <a:cubicBezTo>
                  <a:pt x="55110" y="3247"/>
                  <a:pt x="55056" y="3483"/>
                  <a:pt x="54992" y="3741"/>
                </a:cubicBezTo>
                <a:cubicBezTo>
                  <a:pt x="54927" y="3999"/>
                  <a:pt x="54852" y="4279"/>
                  <a:pt x="54766" y="4580"/>
                </a:cubicBezTo>
                <a:lnTo>
                  <a:pt x="34962" y="59733"/>
                </a:lnTo>
                <a:cubicBezTo>
                  <a:pt x="34790" y="60206"/>
                  <a:pt x="34565" y="60593"/>
                  <a:pt x="34285" y="60894"/>
                </a:cubicBezTo>
                <a:cubicBezTo>
                  <a:pt x="34006" y="61195"/>
                  <a:pt x="33586" y="61432"/>
                  <a:pt x="33027" y="61604"/>
                </a:cubicBezTo>
                <a:cubicBezTo>
                  <a:pt x="32468" y="61776"/>
                  <a:pt x="31759" y="61894"/>
                  <a:pt x="30899" y="61958"/>
                </a:cubicBezTo>
                <a:cubicBezTo>
                  <a:pt x="30038" y="62023"/>
                  <a:pt x="28963" y="62055"/>
                  <a:pt x="27673" y="62055"/>
                </a:cubicBezTo>
                <a:cubicBezTo>
                  <a:pt x="26383" y="62055"/>
                  <a:pt x="25308" y="62012"/>
                  <a:pt x="24448" y="61926"/>
                </a:cubicBezTo>
                <a:cubicBezTo>
                  <a:pt x="23588" y="61840"/>
                  <a:pt x="22889" y="61711"/>
                  <a:pt x="22351" y="61539"/>
                </a:cubicBezTo>
                <a:cubicBezTo>
                  <a:pt x="21814" y="61367"/>
                  <a:pt x="21395" y="61131"/>
                  <a:pt x="21094" y="60830"/>
                </a:cubicBezTo>
                <a:cubicBezTo>
                  <a:pt x="20793" y="60528"/>
                  <a:pt x="20556" y="60163"/>
                  <a:pt x="20384" y="59733"/>
                </a:cubicBezTo>
                <a:lnTo>
                  <a:pt x="645" y="4580"/>
                </a:lnTo>
                <a:cubicBezTo>
                  <a:pt x="473" y="4064"/>
                  <a:pt x="333" y="3612"/>
                  <a:pt x="226" y="3225"/>
                </a:cubicBezTo>
                <a:cubicBezTo>
                  <a:pt x="118" y="2838"/>
                  <a:pt x="54" y="2548"/>
                  <a:pt x="32" y="2354"/>
                </a:cubicBezTo>
                <a:cubicBezTo>
                  <a:pt x="11" y="2161"/>
                  <a:pt x="0" y="2000"/>
                  <a:pt x="0" y="1871"/>
                </a:cubicBezTo>
                <a:cubicBezTo>
                  <a:pt x="0" y="1527"/>
                  <a:pt x="86" y="1226"/>
                  <a:pt x="258" y="968"/>
                </a:cubicBezTo>
                <a:cubicBezTo>
                  <a:pt x="430" y="710"/>
                  <a:pt x="720" y="505"/>
                  <a:pt x="1129" y="355"/>
                </a:cubicBezTo>
                <a:cubicBezTo>
                  <a:pt x="1537" y="204"/>
                  <a:pt x="2075" y="108"/>
                  <a:pt x="2742" y="65"/>
                </a:cubicBezTo>
                <a:cubicBezTo>
                  <a:pt x="3408" y="22"/>
                  <a:pt x="4236" y="0"/>
                  <a:pt x="5225" y="0"/>
                </a:cubicBezTo>
                <a:cubicBezTo>
                  <a:pt x="6472" y="0"/>
                  <a:pt x="7472" y="32"/>
                  <a:pt x="8225" y="97"/>
                </a:cubicBezTo>
                <a:cubicBezTo>
                  <a:pt x="8977" y="161"/>
                  <a:pt x="9558" y="280"/>
                  <a:pt x="9966" y="452"/>
                </a:cubicBezTo>
                <a:cubicBezTo>
                  <a:pt x="10375" y="624"/>
                  <a:pt x="10676" y="839"/>
                  <a:pt x="10869" y="1097"/>
                </a:cubicBezTo>
                <a:cubicBezTo>
                  <a:pt x="11063" y="1355"/>
                  <a:pt x="11246" y="1677"/>
                  <a:pt x="11418" y="2064"/>
                </a:cubicBezTo>
                <a:lnTo>
                  <a:pt x="27802" y="49928"/>
                </a:lnTo>
                <a:lnTo>
                  <a:pt x="28060" y="50702"/>
                </a:lnTo>
                <a:lnTo>
                  <a:pt x="28254" y="49928"/>
                </a:lnTo>
                <a:lnTo>
                  <a:pt x="44445" y="2064"/>
                </a:lnTo>
                <a:cubicBezTo>
                  <a:pt x="44531" y="1677"/>
                  <a:pt x="44681" y="1355"/>
                  <a:pt x="44896" y="1097"/>
                </a:cubicBezTo>
                <a:cubicBezTo>
                  <a:pt x="45111" y="839"/>
                  <a:pt x="45423" y="624"/>
                  <a:pt x="45832" y="452"/>
                </a:cubicBezTo>
                <a:cubicBezTo>
                  <a:pt x="46240" y="280"/>
                  <a:pt x="46799" y="161"/>
                  <a:pt x="47509" y="97"/>
                </a:cubicBezTo>
                <a:cubicBezTo>
                  <a:pt x="48219" y="32"/>
                  <a:pt x="49154" y="0"/>
                  <a:pt x="50315" y="0"/>
                </a:cubicBezTo>
                <a:cubicBezTo>
                  <a:pt x="51304" y="0"/>
                  <a:pt x="52121" y="22"/>
                  <a:pt x="52766" y="65"/>
                </a:cubicBezTo>
                <a:cubicBezTo>
                  <a:pt x="53411" y="108"/>
                  <a:pt x="53917" y="215"/>
                  <a:pt x="54282" y="387"/>
                </a:cubicBezTo>
                <a:cubicBezTo>
                  <a:pt x="54648" y="559"/>
                  <a:pt x="54906" y="763"/>
                  <a:pt x="55056" y="1000"/>
                </a:cubicBezTo>
                <a:cubicBezTo>
                  <a:pt x="55207" y="1236"/>
                  <a:pt x="55282" y="1527"/>
                  <a:pt x="55282" y="1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v">
            <a:extLst xmlns:a="http://schemas.openxmlformats.org/drawingml/2006/main">
              <a:ext uri="{FF2B5EF4-FFF2-40B4-BE49-F238E27FC236}">
                <a16:creationId xmlns:a16="http://schemas.microsoft.com/office/drawing/2014/main" id="{4FC68198-C120-46F5-B260-2E6F5AD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320" y="1599153"/>
            <a:ext cx="55282" cy="62055"/>
          </a:xfrm>
          <a:custGeom xmlns:a="http://schemas.openxmlformats.org/drawingml/2006/main">
            <a:pathLst>
              <a:path w="55282" h="62055">
                <a:moveTo>
                  <a:pt x="55282" y="1871"/>
                </a:moveTo>
                <a:cubicBezTo>
                  <a:pt x="55282" y="2043"/>
                  <a:pt x="55271" y="2225"/>
                  <a:pt x="55250" y="2419"/>
                </a:cubicBezTo>
                <a:cubicBezTo>
                  <a:pt x="55228" y="2613"/>
                  <a:pt x="55196" y="2817"/>
                  <a:pt x="55153" y="3032"/>
                </a:cubicBezTo>
                <a:cubicBezTo>
                  <a:pt x="55110" y="3247"/>
                  <a:pt x="55056" y="3483"/>
                  <a:pt x="54992" y="3741"/>
                </a:cubicBezTo>
                <a:cubicBezTo>
                  <a:pt x="54927" y="3999"/>
                  <a:pt x="54852" y="4279"/>
                  <a:pt x="54766" y="4580"/>
                </a:cubicBezTo>
                <a:lnTo>
                  <a:pt x="34962" y="59733"/>
                </a:lnTo>
                <a:cubicBezTo>
                  <a:pt x="34790" y="60206"/>
                  <a:pt x="34565" y="60593"/>
                  <a:pt x="34285" y="60894"/>
                </a:cubicBezTo>
                <a:cubicBezTo>
                  <a:pt x="34006" y="61195"/>
                  <a:pt x="33586" y="61432"/>
                  <a:pt x="33027" y="61604"/>
                </a:cubicBezTo>
                <a:cubicBezTo>
                  <a:pt x="32468" y="61776"/>
                  <a:pt x="31759" y="61894"/>
                  <a:pt x="30899" y="61958"/>
                </a:cubicBezTo>
                <a:cubicBezTo>
                  <a:pt x="30038" y="62023"/>
                  <a:pt x="28963" y="62055"/>
                  <a:pt x="27673" y="62055"/>
                </a:cubicBezTo>
                <a:cubicBezTo>
                  <a:pt x="26383" y="62055"/>
                  <a:pt x="25308" y="62012"/>
                  <a:pt x="24448" y="61926"/>
                </a:cubicBezTo>
                <a:cubicBezTo>
                  <a:pt x="23588" y="61840"/>
                  <a:pt x="22889" y="61711"/>
                  <a:pt x="22351" y="61539"/>
                </a:cubicBezTo>
                <a:cubicBezTo>
                  <a:pt x="21814" y="61367"/>
                  <a:pt x="21395" y="61131"/>
                  <a:pt x="21094" y="60830"/>
                </a:cubicBezTo>
                <a:cubicBezTo>
                  <a:pt x="20793" y="60528"/>
                  <a:pt x="20556" y="60163"/>
                  <a:pt x="20384" y="59733"/>
                </a:cubicBezTo>
                <a:lnTo>
                  <a:pt x="645" y="4580"/>
                </a:lnTo>
                <a:cubicBezTo>
                  <a:pt x="473" y="4064"/>
                  <a:pt x="333" y="3612"/>
                  <a:pt x="226" y="3225"/>
                </a:cubicBezTo>
                <a:cubicBezTo>
                  <a:pt x="118" y="2838"/>
                  <a:pt x="54" y="2548"/>
                  <a:pt x="32" y="2354"/>
                </a:cubicBezTo>
                <a:cubicBezTo>
                  <a:pt x="11" y="2161"/>
                  <a:pt x="0" y="2000"/>
                  <a:pt x="0" y="1871"/>
                </a:cubicBezTo>
                <a:cubicBezTo>
                  <a:pt x="0" y="1527"/>
                  <a:pt x="86" y="1226"/>
                  <a:pt x="258" y="968"/>
                </a:cubicBezTo>
                <a:cubicBezTo>
                  <a:pt x="430" y="710"/>
                  <a:pt x="720" y="505"/>
                  <a:pt x="1129" y="355"/>
                </a:cubicBezTo>
                <a:cubicBezTo>
                  <a:pt x="1537" y="204"/>
                  <a:pt x="2075" y="108"/>
                  <a:pt x="2742" y="65"/>
                </a:cubicBezTo>
                <a:cubicBezTo>
                  <a:pt x="3408" y="22"/>
                  <a:pt x="4236" y="0"/>
                  <a:pt x="5225" y="0"/>
                </a:cubicBezTo>
                <a:cubicBezTo>
                  <a:pt x="6472" y="0"/>
                  <a:pt x="7472" y="32"/>
                  <a:pt x="8225" y="97"/>
                </a:cubicBezTo>
                <a:cubicBezTo>
                  <a:pt x="8977" y="161"/>
                  <a:pt x="9558" y="280"/>
                  <a:pt x="9966" y="452"/>
                </a:cubicBezTo>
                <a:cubicBezTo>
                  <a:pt x="10375" y="624"/>
                  <a:pt x="10676" y="839"/>
                  <a:pt x="10869" y="1097"/>
                </a:cubicBezTo>
                <a:cubicBezTo>
                  <a:pt x="11063" y="1355"/>
                  <a:pt x="11246" y="1677"/>
                  <a:pt x="11418" y="2064"/>
                </a:cubicBezTo>
                <a:lnTo>
                  <a:pt x="27802" y="49928"/>
                </a:lnTo>
                <a:lnTo>
                  <a:pt x="28060" y="50702"/>
                </a:lnTo>
                <a:lnTo>
                  <a:pt x="28254" y="49928"/>
                </a:lnTo>
                <a:lnTo>
                  <a:pt x="44445" y="2064"/>
                </a:lnTo>
                <a:cubicBezTo>
                  <a:pt x="44531" y="1677"/>
                  <a:pt x="44681" y="1355"/>
                  <a:pt x="44896" y="1097"/>
                </a:cubicBezTo>
                <a:cubicBezTo>
                  <a:pt x="45111" y="839"/>
                  <a:pt x="45423" y="624"/>
                  <a:pt x="45832" y="452"/>
                </a:cubicBezTo>
                <a:cubicBezTo>
                  <a:pt x="46240" y="280"/>
                  <a:pt x="46799" y="161"/>
                  <a:pt x="47509" y="97"/>
                </a:cubicBezTo>
                <a:cubicBezTo>
                  <a:pt x="48219" y="32"/>
                  <a:pt x="49154" y="0"/>
                  <a:pt x="50315" y="0"/>
                </a:cubicBezTo>
                <a:cubicBezTo>
                  <a:pt x="51304" y="0"/>
                  <a:pt x="52121" y="22"/>
                  <a:pt x="52766" y="65"/>
                </a:cubicBezTo>
                <a:cubicBezTo>
                  <a:pt x="53411" y="108"/>
                  <a:pt x="53917" y="215"/>
                  <a:pt x="54282" y="387"/>
                </a:cubicBezTo>
                <a:cubicBezTo>
                  <a:pt x="54648" y="559"/>
                  <a:pt x="54906" y="763"/>
                  <a:pt x="55056" y="1000"/>
                </a:cubicBezTo>
                <a:cubicBezTo>
                  <a:pt x="55207" y="1236"/>
                  <a:pt x="55282" y="1527"/>
                  <a:pt x="55282" y="1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78050-0D48-444B-B2F9-D97668D0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71" y="2840555"/>
            <a:ext cx="374529" cy="189577"/>
          </a:xfrm>
          <a:custGeom xmlns:a="http://schemas.openxmlformats.org/drawingml/2006/main">
            <a:pathLst>
              <a:path w="374529" h="189577" fill="none">
                <a:moveTo>
                  <a:pt x="35009" y="189577"/>
                </a:moveTo>
                <a:lnTo>
                  <a:pt x="340181" y="189577"/>
                </a:lnTo>
                <a:cubicBezTo>
                  <a:pt x="359337" y="189577"/>
                  <a:pt x="374529" y="173723"/>
                  <a:pt x="374529" y="155228"/>
                </a:cubicBezTo>
                <a:lnTo>
                  <a:pt x="374529" y="34348"/>
                </a:lnTo>
                <a:cubicBezTo>
                  <a:pt x="374529" y="15193"/>
                  <a:pt x="359337" y="0"/>
                  <a:pt x="340181" y="0"/>
                </a:cubicBezTo>
                <a:lnTo>
                  <a:pt x="35009" y="0"/>
                </a:lnTo>
                <a:cubicBezTo>
                  <a:pt x="15853" y="0"/>
                  <a:pt x="0" y="15193"/>
                  <a:pt x="0" y="34348"/>
                </a:cubicBezTo>
                <a:lnTo>
                  <a:pt x="0" y="155228"/>
                </a:lnTo>
                <a:cubicBezTo>
                  <a:pt x="0" y="173723"/>
                  <a:pt x="15853" y="189577"/>
                  <a:pt x="35009" y="1895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A5A5A5"/>
            </a:solidFill>
            <a:miter/>
          </a:ln>
        </p:spPr>
      </p:sp>
      <p:sp>
        <p:nvSpPr>
          <p:cNvPr id="80" name="Text [CLS]">
            <a:extLst xmlns:a="http://schemas.openxmlformats.org/drawingml/2006/main">
              <a:ext uri="{FF2B5EF4-FFF2-40B4-BE49-F238E27FC236}">
                <a16:creationId xmlns:a16="http://schemas.microsoft.com/office/drawing/2014/main" id="{0BF52CA9-3C61-433C-8276-0602C2A2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90" y="2884997"/>
            <a:ext cx="243081" cy="110951"/>
          </a:xfrm>
          <a:custGeom xmlns:a="http://schemas.openxmlformats.org/drawingml/2006/main">
            <a:pathLst>
              <a:path w="243081" h="110951">
                <a:moveTo>
                  <a:pt x="22448" y="107081"/>
                </a:moveTo>
                <a:cubicBezTo>
                  <a:pt x="22448" y="108500"/>
                  <a:pt x="22287" y="109500"/>
                  <a:pt x="21964" y="110080"/>
                </a:cubicBezTo>
                <a:cubicBezTo>
                  <a:pt x="21642" y="110661"/>
                  <a:pt x="21180" y="110951"/>
                  <a:pt x="20578" y="110951"/>
                </a:cubicBezTo>
                <a:lnTo>
                  <a:pt x="4064" y="110951"/>
                </a:lnTo>
                <a:cubicBezTo>
                  <a:pt x="3548" y="110951"/>
                  <a:pt x="3053" y="110876"/>
                  <a:pt x="2580" y="110725"/>
                </a:cubicBezTo>
                <a:cubicBezTo>
                  <a:pt x="2107" y="110575"/>
                  <a:pt x="1677" y="110327"/>
                  <a:pt x="1290" y="109983"/>
                </a:cubicBezTo>
                <a:cubicBezTo>
                  <a:pt x="903" y="109639"/>
                  <a:pt x="591" y="109176"/>
                  <a:pt x="355" y="108594"/>
                </a:cubicBezTo>
                <a:cubicBezTo>
                  <a:pt x="118" y="108014"/>
                  <a:pt x="0" y="107294"/>
                  <a:pt x="0" y="106434"/>
                </a:cubicBezTo>
                <a:lnTo>
                  <a:pt x="0" y="4517"/>
                </a:lnTo>
                <a:cubicBezTo>
                  <a:pt x="0" y="3700"/>
                  <a:pt x="118" y="3002"/>
                  <a:pt x="355" y="2421"/>
                </a:cubicBezTo>
                <a:cubicBezTo>
                  <a:pt x="591" y="1839"/>
                  <a:pt x="903" y="1365"/>
                  <a:pt x="1290" y="1000"/>
                </a:cubicBezTo>
                <a:cubicBezTo>
                  <a:pt x="1677" y="634"/>
                  <a:pt x="2107" y="376"/>
                  <a:pt x="2580" y="226"/>
                </a:cubicBezTo>
                <a:cubicBezTo>
                  <a:pt x="3053" y="75"/>
                  <a:pt x="3548" y="0"/>
                  <a:pt x="4064" y="0"/>
                </a:cubicBezTo>
                <a:lnTo>
                  <a:pt x="20578" y="0"/>
                </a:lnTo>
                <a:cubicBezTo>
                  <a:pt x="20836" y="0"/>
                  <a:pt x="21083" y="65"/>
                  <a:pt x="21319" y="194"/>
                </a:cubicBezTo>
                <a:cubicBezTo>
                  <a:pt x="21556" y="323"/>
                  <a:pt x="21760" y="559"/>
                  <a:pt x="21932" y="903"/>
                </a:cubicBezTo>
                <a:cubicBezTo>
                  <a:pt x="22104" y="1247"/>
                  <a:pt x="22233" y="1666"/>
                  <a:pt x="22319" y="2161"/>
                </a:cubicBezTo>
                <a:cubicBezTo>
                  <a:pt x="22405" y="2656"/>
                  <a:pt x="22448" y="3268"/>
                  <a:pt x="22448" y="3999"/>
                </a:cubicBezTo>
                <a:cubicBezTo>
                  <a:pt x="22448" y="5376"/>
                  <a:pt x="22287" y="6365"/>
                  <a:pt x="21964" y="6967"/>
                </a:cubicBezTo>
                <a:cubicBezTo>
                  <a:pt x="21642" y="7569"/>
                  <a:pt x="21180" y="7870"/>
                  <a:pt x="20578" y="7870"/>
                </a:cubicBezTo>
                <a:lnTo>
                  <a:pt x="10063" y="7870"/>
                </a:lnTo>
                <a:lnTo>
                  <a:pt x="10063" y="103146"/>
                </a:lnTo>
                <a:lnTo>
                  <a:pt x="20578" y="103146"/>
                </a:lnTo>
                <a:cubicBezTo>
                  <a:pt x="20836" y="103146"/>
                  <a:pt x="21083" y="103210"/>
                  <a:pt x="21319" y="103339"/>
                </a:cubicBezTo>
                <a:cubicBezTo>
                  <a:pt x="21556" y="103468"/>
                  <a:pt x="21760" y="103694"/>
                  <a:pt x="21932" y="104017"/>
                </a:cubicBezTo>
                <a:cubicBezTo>
                  <a:pt x="22104" y="104339"/>
                  <a:pt x="22233" y="104748"/>
                  <a:pt x="22319" y="105242"/>
                </a:cubicBezTo>
                <a:cubicBezTo>
                  <a:pt x="22405" y="105737"/>
                  <a:pt x="22448" y="106350"/>
                  <a:pt x="22448" y="107081"/>
                </a:cubicBezTo>
                <a:close/>
                <a:moveTo>
                  <a:pt x="95079" y="78440"/>
                </a:moveTo>
                <a:cubicBezTo>
                  <a:pt x="95079" y="79128"/>
                  <a:pt x="95057" y="79730"/>
                  <a:pt x="95014" y="80246"/>
                </a:cubicBezTo>
                <a:cubicBezTo>
                  <a:pt x="94971" y="80762"/>
                  <a:pt x="94896" y="81214"/>
                  <a:pt x="94788" y="81601"/>
                </a:cubicBezTo>
                <a:cubicBezTo>
                  <a:pt x="94681" y="81988"/>
                  <a:pt x="94541" y="82332"/>
                  <a:pt x="94369" y="82633"/>
                </a:cubicBezTo>
                <a:cubicBezTo>
                  <a:pt x="94197" y="82934"/>
                  <a:pt x="93896" y="83301"/>
                  <a:pt x="93466" y="83735"/>
                </a:cubicBezTo>
                <a:cubicBezTo>
                  <a:pt x="93036" y="84168"/>
                  <a:pt x="92133" y="84829"/>
                  <a:pt x="90757" y="85717"/>
                </a:cubicBezTo>
                <a:cubicBezTo>
                  <a:pt x="89381" y="86605"/>
                  <a:pt x="87671" y="87472"/>
                  <a:pt x="85628" y="88317"/>
                </a:cubicBezTo>
                <a:cubicBezTo>
                  <a:pt x="83586" y="89163"/>
                  <a:pt x="81242" y="89878"/>
                  <a:pt x="78597" y="90462"/>
                </a:cubicBezTo>
                <a:cubicBezTo>
                  <a:pt x="75952" y="91048"/>
                  <a:pt x="73060" y="91341"/>
                  <a:pt x="69921" y="91341"/>
                </a:cubicBezTo>
                <a:cubicBezTo>
                  <a:pt x="64503" y="91341"/>
                  <a:pt x="59611" y="90438"/>
                  <a:pt x="55246" y="88632"/>
                </a:cubicBezTo>
                <a:cubicBezTo>
                  <a:pt x="50881" y="86826"/>
                  <a:pt x="47161" y="84159"/>
                  <a:pt x="44086" y="80633"/>
                </a:cubicBezTo>
                <a:cubicBezTo>
                  <a:pt x="41011" y="77107"/>
                  <a:pt x="38646" y="72752"/>
                  <a:pt x="36991" y="67570"/>
                </a:cubicBezTo>
                <a:cubicBezTo>
                  <a:pt x="35335" y="62388"/>
                  <a:pt x="34507" y="56422"/>
                  <a:pt x="34507" y="49670"/>
                </a:cubicBezTo>
                <a:cubicBezTo>
                  <a:pt x="34507" y="42746"/>
                  <a:pt x="35399" y="36575"/>
                  <a:pt x="37184" y="31157"/>
                </a:cubicBezTo>
                <a:cubicBezTo>
                  <a:pt x="38969" y="25738"/>
                  <a:pt x="41474" y="21147"/>
                  <a:pt x="44699" y="17384"/>
                </a:cubicBezTo>
                <a:cubicBezTo>
                  <a:pt x="47924" y="13622"/>
                  <a:pt x="51784" y="10751"/>
                  <a:pt x="56278" y="8773"/>
                </a:cubicBezTo>
                <a:cubicBezTo>
                  <a:pt x="60772" y="6795"/>
                  <a:pt x="65750" y="5806"/>
                  <a:pt x="71211" y="5806"/>
                </a:cubicBezTo>
                <a:cubicBezTo>
                  <a:pt x="73619" y="5806"/>
                  <a:pt x="75963" y="6033"/>
                  <a:pt x="78242" y="6489"/>
                </a:cubicBezTo>
                <a:cubicBezTo>
                  <a:pt x="80522" y="6945"/>
                  <a:pt x="82629" y="7519"/>
                  <a:pt x="84564" y="8212"/>
                </a:cubicBezTo>
                <a:cubicBezTo>
                  <a:pt x="86499" y="8906"/>
                  <a:pt x="88219" y="9708"/>
                  <a:pt x="89725" y="10619"/>
                </a:cubicBezTo>
                <a:cubicBezTo>
                  <a:pt x="91230" y="11529"/>
                  <a:pt x="92273" y="12277"/>
                  <a:pt x="92853" y="12863"/>
                </a:cubicBezTo>
                <a:cubicBezTo>
                  <a:pt x="93434" y="13448"/>
                  <a:pt x="93810" y="13890"/>
                  <a:pt x="93982" y="14191"/>
                </a:cubicBezTo>
                <a:cubicBezTo>
                  <a:pt x="94154" y="14492"/>
                  <a:pt x="94294" y="14847"/>
                  <a:pt x="94401" y="15256"/>
                </a:cubicBezTo>
                <a:cubicBezTo>
                  <a:pt x="94509" y="15664"/>
                  <a:pt x="94595" y="16148"/>
                  <a:pt x="94659" y="16707"/>
                </a:cubicBezTo>
                <a:cubicBezTo>
                  <a:pt x="94724" y="17266"/>
                  <a:pt x="94756" y="17933"/>
                  <a:pt x="94756" y="18707"/>
                </a:cubicBezTo>
                <a:cubicBezTo>
                  <a:pt x="94756" y="19567"/>
                  <a:pt x="94713" y="20298"/>
                  <a:pt x="94627" y="20900"/>
                </a:cubicBezTo>
                <a:cubicBezTo>
                  <a:pt x="94541" y="21502"/>
                  <a:pt x="94412" y="22007"/>
                  <a:pt x="94240" y="22416"/>
                </a:cubicBezTo>
                <a:cubicBezTo>
                  <a:pt x="94068" y="22825"/>
                  <a:pt x="93864" y="23126"/>
                  <a:pt x="93627" y="23319"/>
                </a:cubicBezTo>
                <a:cubicBezTo>
                  <a:pt x="93391" y="23513"/>
                  <a:pt x="93100" y="23609"/>
                  <a:pt x="92756" y="23609"/>
                </a:cubicBezTo>
                <a:cubicBezTo>
                  <a:pt x="92154" y="23609"/>
                  <a:pt x="91316" y="23187"/>
                  <a:pt x="90241" y="22341"/>
                </a:cubicBezTo>
                <a:cubicBezTo>
                  <a:pt x="89165" y="21496"/>
                  <a:pt x="87779" y="20564"/>
                  <a:pt x="86080" y="19545"/>
                </a:cubicBezTo>
                <a:cubicBezTo>
                  <a:pt x="84381" y="18527"/>
                  <a:pt x="82317" y="17595"/>
                  <a:pt x="79887" y="16749"/>
                </a:cubicBezTo>
                <a:cubicBezTo>
                  <a:pt x="77458" y="15904"/>
                  <a:pt x="74544" y="15482"/>
                  <a:pt x="71147" y="15482"/>
                </a:cubicBezTo>
                <a:cubicBezTo>
                  <a:pt x="67448" y="15482"/>
                  <a:pt x="64083" y="16223"/>
                  <a:pt x="61051" y="17707"/>
                </a:cubicBezTo>
                <a:cubicBezTo>
                  <a:pt x="58020" y="19191"/>
                  <a:pt x="55429" y="21373"/>
                  <a:pt x="53278" y="24254"/>
                </a:cubicBezTo>
                <a:cubicBezTo>
                  <a:pt x="51128" y="27136"/>
                  <a:pt x="49462" y="30651"/>
                  <a:pt x="48279" y="34801"/>
                </a:cubicBezTo>
                <a:cubicBezTo>
                  <a:pt x="47097" y="38951"/>
                  <a:pt x="46505" y="43692"/>
                  <a:pt x="46505" y="49025"/>
                </a:cubicBezTo>
                <a:cubicBezTo>
                  <a:pt x="46505" y="54314"/>
                  <a:pt x="47075" y="58991"/>
                  <a:pt x="48215" y="63055"/>
                </a:cubicBezTo>
                <a:cubicBezTo>
                  <a:pt x="49354" y="67119"/>
                  <a:pt x="50988" y="70516"/>
                  <a:pt x="53117" y="73247"/>
                </a:cubicBezTo>
                <a:cubicBezTo>
                  <a:pt x="55246" y="75978"/>
                  <a:pt x="57858" y="78042"/>
                  <a:pt x="60955" y="79440"/>
                </a:cubicBezTo>
                <a:cubicBezTo>
                  <a:pt x="64051" y="80837"/>
                  <a:pt x="67556" y="81536"/>
                  <a:pt x="71469" y="81536"/>
                </a:cubicBezTo>
                <a:cubicBezTo>
                  <a:pt x="74781" y="81536"/>
                  <a:pt x="77673" y="81124"/>
                  <a:pt x="80145" y="80300"/>
                </a:cubicBezTo>
                <a:cubicBezTo>
                  <a:pt x="82618" y="79477"/>
                  <a:pt x="84725" y="78555"/>
                  <a:pt x="86467" y="77537"/>
                </a:cubicBezTo>
                <a:cubicBezTo>
                  <a:pt x="88209" y="76518"/>
                  <a:pt x="89639" y="75597"/>
                  <a:pt x="90757" y="74773"/>
                </a:cubicBezTo>
                <a:cubicBezTo>
                  <a:pt x="91875" y="73949"/>
                  <a:pt x="92756" y="73537"/>
                  <a:pt x="93401" y="73537"/>
                </a:cubicBezTo>
                <a:cubicBezTo>
                  <a:pt x="93702" y="73537"/>
                  <a:pt x="93960" y="73602"/>
                  <a:pt x="94175" y="73731"/>
                </a:cubicBezTo>
                <a:cubicBezTo>
                  <a:pt x="94391" y="73860"/>
                  <a:pt x="94563" y="74107"/>
                  <a:pt x="94692" y="74473"/>
                </a:cubicBezTo>
                <a:cubicBezTo>
                  <a:pt x="94821" y="74838"/>
                  <a:pt x="94917" y="75343"/>
                  <a:pt x="94982" y="75989"/>
                </a:cubicBezTo>
                <a:cubicBezTo>
                  <a:pt x="95046" y="76634"/>
                  <a:pt x="95079" y="77451"/>
                  <a:pt x="95079" y="78440"/>
                </a:cubicBezTo>
                <a:close/>
                <a:moveTo>
                  <a:pt x="153056" y="85471"/>
                </a:moveTo>
                <a:cubicBezTo>
                  <a:pt x="153056" y="86331"/>
                  <a:pt x="153013" y="87051"/>
                  <a:pt x="152927" y="87632"/>
                </a:cubicBezTo>
                <a:cubicBezTo>
                  <a:pt x="152841" y="88212"/>
                  <a:pt x="152701" y="88707"/>
                  <a:pt x="152508" y="89116"/>
                </a:cubicBezTo>
                <a:cubicBezTo>
                  <a:pt x="152314" y="89524"/>
                  <a:pt x="152078" y="89825"/>
                  <a:pt x="151798" y="90019"/>
                </a:cubicBezTo>
                <a:cubicBezTo>
                  <a:pt x="151519" y="90212"/>
                  <a:pt x="151186" y="90309"/>
                  <a:pt x="150798" y="90309"/>
                </a:cubicBezTo>
                <a:lnTo>
                  <a:pt x="113901" y="90309"/>
                </a:lnTo>
                <a:cubicBezTo>
                  <a:pt x="112912" y="90309"/>
                  <a:pt x="111976" y="89976"/>
                  <a:pt x="111095" y="89309"/>
                </a:cubicBezTo>
                <a:cubicBezTo>
                  <a:pt x="110213" y="88643"/>
                  <a:pt x="109772" y="87471"/>
                  <a:pt x="109772" y="85793"/>
                </a:cubicBezTo>
                <a:lnTo>
                  <a:pt x="109772" y="8515"/>
                </a:lnTo>
                <a:cubicBezTo>
                  <a:pt x="109772" y="8171"/>
                  <a:pt x="109858" y="7870"/>
                  <a:pt x="110030" y="7612"/>
                </a:cubicBezTo>
                <a:cubicBezTo>
                  <a:pt x="110202" y="7354"/>
                  <a:pt x="110503" y="7149"/>
                  <a:pt x="110934" y="6999"/>
                </a:cubicBezTo>
                <a:cubicBezTo>
                  <a:pt x="111364" y="6848"/>
                  <a:pt x="111944" y="6719"/>
                  <a:pt x="112675" y="6612"/>
                </a:cubicBezTo>
                <a:cubicBezTo>
                  <a:pt x="113406" y="6504"/>
                  <a:pt x="114288" y="6451"/>
                  <a:pt x="115320" y="6451"/>
                </a:cubicBezTo>
                <a:cubicBezTo>
                  <a:pt x="116395" y="6451"/>
                  <a:pt x="117287" y="6504"/>
                  <a:pt x="117997" y="6612"/>
                </a:cubicBezTo>
                <a:cubicBezTo>
                  <a:pt x="118707" y="6719"/>
                  <a:pt x="119276" y="6848"/>
                  <a:pt x="119706" y="6999"/>
                </a:cubicBezTo>
                <a:cubicBezTo>
                  <a:pt x="120136" y="7149"/>
                  <a:pt x="120437" y="7354"/>
                  <a:pt x="120609" y="7612"/>
                </a:cubicBezTo>
                <a:cubicBezTo>
                  <a:pt x="120782" y="7870"/>
                  <a:pt x="120868" y="8171"/>
                  <a:pt x="120868" y="8515"/>
                </a:cubicBezTo>
                <a:lnTo>
                  <a:pt x="120868" y="80697"/>
                </a:lnTo>
                <a:lnTo>
                  <a:pt x="150798" y="80697"/>
                </a:lnTo>
                <a:cubicBezTo>
                  <a:pt x="151186" y="80697"/>
                  <a:pt x="151519" y="80794"/>
                  <a:pt x="151798" y="80988"/>
                </a:cubicBezTo>
                <a:cubicBezTo>
                  <a:pt x="152078" y="81181"/>
                  <a:pt x="152314" y="81461"/>
                  <a:pt x="152508" y="81826"/>
                </a:cubicBezTo>
                <a:cubicBezTo>
                  <a:pt x="152701" y="82192"/>
                  <a:pt x="152841" y="82676"/>
                  <a:pt x="152927" y="83278"/>
                </a:cubicBezTo>
                <a:cubicBezTo>
                  <a:pt x="153013" y="83880"/>
                  <a:pt x="153056" y="84611"/>
                  <a:pt x="153056" y="85471"/>
                </a:cubicBezTo>
                <a:close/>
                <a:moveTo>
                  <a:pt x="210103" y="66921"/>
                </a:moveTo>
                <a:cubicBezTo>
                  <a:pt x="210103" y="70840"/>
                  <a:pt x="209383" y="74329"/>
                  <a:pt x="207942" y="77388"/>
                </a:cubicBezTo>
                <a:cubicBezTo>
                  <a:pt x="206502" y="80445"/>
                  <a:pt x="204502" y="83040"/>
                  <a:pt x="201943" y="85173"/>
                </a:cubicBezTo>
                <a:cubicBezTo>
                  <a:pt x="199385" y="87304"/>
                  <a:pt x="196374" y="88908"/>
                  <a:pt x="192912" y="89984"/>
                </a:cubicBezTo>
                <a:cubicBezTo>
                  <a:pt x="189451" y="91061"/>
                  <a:pt x="185720" y="91599"/>
                  <a:pt x="181721" y="91599"/>
                </a:cubicBezTo>
                <a:cubicBezTo>
                  <a:pt x="178925" y="91599"/>
                  <a:pt x="176334" y="91363"/>
                  <a:pt x="173948" y="90890"/>
                </a:cubicBezTo>
                <a:cubicBezTo>
                  <a:pt x="171561" y="90416"/>
                  <a:pt x="169432" y="89836"/>
                  <a:pt x="167561" y="89148"/>
                </a:cubicBezTo>
                <a:cubicBezTo>
                  <a:pt x="165691" y="88460"/>
                  <a:pt x="164121" y="87750"/>
                  <a:pt x="162852" y="87019"/>
                </a:cubicBezTo>
                <a:cubicBezTo>
                  <a:pt x="161584" y="86288"/>
                  <a:pt x="160702" y="85664"/>
                  <a:pt x="160208" y="85148"/>
                </a:cubicBezTo>
                <a:cubicBezTo>
                  <a:pt x="159713" y="84632"/>
                  <a:pt x="159348" y="83977"/>
                  <a:pt x="159111" y="83181"/>
                </a:cubicBezTo>
                <a:cubicBezTo>
                  <a:pt x="158875" y="82385"/>
                  <a:pt x="158756" y="81321"/>
                  <a:pt x="158756" y="79988"/>
                </a:cubicBezTo>
                <a:cubicBezTo>
                  <a:pt x="158756" y="79042"/>
                  <a:pt x="158799" y="78257"/>
                  <a:pt x="158885" y="77633"/>
                </a:cubicBezTo>
                <a:cubicBezTo>
                  <a:pt x="158971" y="77010"/>
                  <a:pt x="159100" y="76505"/>
                  <a:pt x="159272" y="76118"/>
                </a:cubicBezTo>
                <a:cubicBezTo>
                  <a:pt x="159444" y="75731"/>
                  <a:pt x="159659" y="75462"/>
                  <a:pt x="159917" y="75311"/>
                </a:cubicBezTo>
                <a:cubicBezTo>
                  <a:pt x="160175" y="75161"/>
                  <a:pt x="160476" y="75085"/>
                  <a:pt x="160820" y="75085"/>
                </a:cubicBezTo>
                <a:cubicBezTo>
                  <a:pt x="161423" y="75085"/>
                  <a:pt x="162272" y="75451"/>
                  <a:pt x="163368" y="76182"/>
                </a:cubicBezTo>
                <a:cubicBezTo>
                  <a:pt x="164465" y="76913"/>
                  <a:pt x="165873" y="77709"/>
                  <a:pt x="167594" y="78569"/>
                </a:cubicBezTo>
                <a:cubicBezTo>
                  <a:pt x="169314" y="79429"/>
                  <a:pt x="171389" y="80235"/>
                  <a:pt x="173819" y="80988"/>
                </a:cubicBezTo>
                <a:cubicBezTo>
                  <a:pt x="176248" y="81740"/>
                  <a:pt x="179054" y="82117"/>
                  <a:pt x="182237" y="82117"/>
                </a:cubicBezTo>
                <a:cubicBezTo>
                  <a:pt x="184645" y="82117"/>
                  <a:pt x="186849" y="81793"/>
                  <a:pt x="188849" y="81147"/>
                </a:cubicBezTo>
                <a:cubicBezTo>
                  <a:pt x="190848" y="80501"/>
                  <a:pt x="192568" y="79585"/>
                  <a:pt x="194009" y="78399"/>
                </a:cubicBezTo>
                <a:cubicBezTo>
                  <a:pt x="195450" y="77213"/>
                  <a:pt x="196557" y="75757"/>
                  <a:pt x="197331" y="74033"/>
                </a:cubicBezTo>
                <a:cubicBezTo>
                  <a:pt x="198105" y="72309"/>
                  <a:pt x="198492" y="70348"/>
                  <a:pt x="198492" y="68149"/>
                </a:cubicBezTo>
                <a:cubicBezTo>
                  <a:pt x="198492" y="65780"/>
                  <a:pt x="197955" y="63756"/>
                  <a:pt x="196880" y="62077"/>
                </a:cubicBezTo>
                <a:cubicBezTo>
                  <a:pt x="195804" y="60397"/>
                  <a:pt x="194385" y="58923"/>
                  <a:pt x="192622" y="57653"/>
                </a:cubicBezTo>
                <a:cubicBezTo>
                  <a:pt x="190859" y="56381"/>
                  <a:pt x="188849" y="55218"/>
                  <a:pt x="186591" y="54163"/>
                </a:cubicBezTo>
                <a:cubicBezTo>
                  <a:pt x="184333" y="53107"/>
                  <a:pt x="182022" y="52030"/>
                  <a:pt x="179656" y="50932"/>
                </a:cubicBezTo>
                <a:cubicBezTo>
                  <a:pt x="177291" y="49834"/>
                  <a:pt x="174990" y="48618"/>
                  <a:pt x="172754" y="47283"/>
                </a:cubicBezTo>
                <a:cubicBezTo>
                  <a:pt x="170518" y="45947"/>
                  <a:pt x="168518" y="44375"/>
                  <a:pt x="166755" y="42566"/>
                </a:cubicBezTo>
                <a:cubicBezTo>
                  <a:pt x="164992" y="40757"/>
                  <a:pt x="163562" y="38636"/>
                  <a:pt x="162465" y="36202"/>
                </a:cubicBezTo>
                <a:cubicBezTo>
                  <a:pt x="161369" y="33768"/>
                  <a:pt x="160820" y="30850"/>
                  <a:pt x="160820" y="27447"/>
                </a:cubicBezTo>
                <a:cubicBezTo>
                  <a:pt x="160820" y="23960"/>
                  <a:pt x="161455" y="20849"/>
                  <a:pt x="162723" y="18114"/>
                </a:cubicBezTo>
                <a:cubicBezTo>
                  <a:pt x="163992" y="15378"/>
                  <a:pt x="165755" y="13084"/>
                  <a:pt x="168013" y="11232"/>
                </a:cubicBezTo>
                <a:cubicBezTo>
                  <a:pt x="170271" y="9380"/>
                  <a:pt x="172958" y="7970"/>
                  <a:pt x="176076" y="7001"/>
                </a:cubicBezTo>
                <a:cubicBezTo>
                  <a:pt x="179194" y="6032"/>
                  <a:pt x="182559" y="5548"/>
                  <a:pt x="186171" y="5548"/>
                </a:cubicBezTo>
                <a:cubicBezTo>
                  <a:pt x="188021" y="5548"/>
                  <a:pt x="189881" y="5711"/>
                  <a:pt x="191751" y="6037"/>
                </a:cubicBezTo>
                <a:cubicBezTo>
                  <a:pt x="193622" y="6363"/>
                  <a:pt x="195385" y="6797"/>
                  <a:pt x="197041" y="7342"/>
                </a:cubicBezTo>
                <a:cubicBezTo>
                  <a:pt x="198696" y="7885"/>
                  <a:pt x="200169" y="8493"/>
                  <a:pt x="201460" y="9168"/>
                </a:cubicBezTo>
                <a:cubicBezTo>
                  <a:pt x="202750" y="9841"/>
                  <a:pt x="203599" y="10385"/>
                  <a:pt x="204008" y="10799"/>
                </a:cubicBezTo>
                <a:cubicBezTo>
                  <a:pt x="204416" y="11211"/>
                  <a:pt x="204685" y="11536"/>
                  <a:pt x="204814" y="11772"/>
                </a:cubicBezTo>
                <a:cubicBezTo>
                  <a:pt x="204943" y="12009"/>
                  <a:pt x="205050" y="12310"/>
                  <a:pt x="205136" y="12676"/>
                </a:cubicBezTo>
                <a:cubicBezTo>
                  <a:pt x="205222" y="13041"/>
                  <a:pt x="205287" y="13482"/>
                  <a:pt x="205330" y="13998"/>
                </a:cubicBezTo>
                <a:cubicBezTo>
                  <a:pt x="205373" y="14514"/>
                  <a:pt x="205394" y="15181"/>
                  <a:pt x="205394" y="15998"/>
                </a:cubicBezTo>
                <a:cubicBezTo>
                  <a:pt x="205394" y="16772"/>
                  <a:pt x="205362" y="17460"/>
                  <a:pt x="205298" y="18062"/>
                </a:cubicBezTo>
                <a:cubicBezTo>
                  <a:pt x="205233" y="18664"/>
                  <a:pt x="205136" y="19169"/>
                  <a:pt x="205007" y="19578"/>
                </a:cubicBezTo>
                <a:cubicBezTo>
                  <a:pt x="204878" y="19986"/>
                  <a:pt x="204696" y="20287"/>
                  <a:pt x="204459" y="20481"/>
                </a:cubicBezTo>
                <a:cubicBezTo>
                  <a:pt x="204223" y="20674"/>
                  <a:pt x="203954" y="20771"/>
                  <a:pt x="203653" y="20771"/>
                </a:cubicBezTo>
                <a:cubicBezTo>
                  <a:pt x="203180" y="20771"/>
                  <a:pt x="202438" y="20467"/>
                  <a:pt x="201427" y="19858"/>
                </a:cubicBezTo>
                <a:cubicBezTo>
                  <a:pt x="200417" y="19249"/>
                  <a:pt x="199180" y="18564"/>
                  <a:pt x="197718" y="17804"/>
                </a:cubicBezTo>
                <a:cubicBezTo>
                  <a:pt x="196256" y="17043"/>
                  <a:pt x="194525" y="16348"/>
                  <a:pt x="192525" y="15717"/>
                </a:cubicBezTo>
                <a:cubicBezTo>
                  <a:pt x="190526" y="15087"/>
                  <a:pt x="188279" y="14772"/>
                  <a:pt x="185784" y="14772"/>
                </a:cubicBezTo>
                <a:cubicBezTo>
                  <a:pt x="183462" y="14772"/>
                  <a:pt x="181441" y="15085"/>
                  <a:pt x="179721" y="15711"/>
                </a:cubicBezTo>
                <a:cubicBezTo>
                  <a:pt x="178001" y="16336"/>
                  <a:pt x="176582" y="17166"/>
                  <a:pt x="175463" y="18201"/>
                </a:cubicBezTo>
                <a:cubicBezTo>
                  <a:pt x="174345" y="19236"/>
                  <a:pt x="173507" y="20465"/>
                  <a:pt x="172948" y="21888"/>
                </a:cubicBezTo>
                <a:cubicBezTo>
                  <a:pt x="172389" y="23311"/>
                  <a:pt x="172109" y="24820"/>
                  <a:pt x="172109" y="26415"/>
                </a:cubicBezTo>
                <a:cubicBezTo>
                  <a:pt x="172109" y="28742"/>
                  <a:pt x="172647" y="30745"/>
                  <a:pt x="173722" y="32425"/>
                </a:cubicBezTo>
                <a:cubicBezTo>
                  <a:pt x="174797" y="34103"/>
                  <a:pt x="176227" y="35589"/>
                  <a:pt x="178011" y="36882"/>
                </a:cubicBezTo>
                <a:cubicBezTo>
                  <a:pt x="179796" y="38173"/>
                  <a:pt x="181828" y="39358"/>
                  <a:pt x="184107" y="40435"/>
                </a:cubicBezTo>
                <a:cubicBezTo>
                  <a:pt x="186387" y="41512"/>
                  <a:pt x="188709" y="42599"/>
                  <a:pt x="191074" y="43697"/>
                </a:cubicBezTo>
                <a:cubicBezTo>
                  <a:pt x="193439" y="44795"/>
                  <a:pt x="195761" y="46001"/>
                  <a:pt x="198041" y="47315"/>
                </a:cubicBezTo>
                <a:cubicBezTo>
                  <a:pt x="200320" y="48628"/>
                  <a:pt x="202352" y="50179"/>
                  <a:pt x="204137" y="51966"/>
                </a:cubicBezTo>
                <a:cubicBezTo>
                  <a:pt x="205921" y="53753"/>
                  <a:pt x="207362" y="55864"/>
                  <a:pt x="208458" y="58298"/>
                </a:cubicBezTo>
                <a:cubicBezTo>
                  <a:pt x="209555" y="60730"/>
                  <a:pt x="210103" y="63605"/>
                  <a:pt x="210103" y="66921"/>
                </a:cubicBezTo>
                <a:close/>
                <a:moveTo>
                  <a:pt x="243081" y="106434"/>
                </a:moveTo>
                <a:cubicBezTo>
                  <a:pt x="243081" y="107294"/>
                  <a:pt x="242963" y="108014"/>
                  <a:pt x="242727" y="108594"/>
                </a:cubicBezTo>
                <a:cubicBezTo>
                  <a:pt x="242490" y="109176"/>
                  <a:pt x="242178" y="109639"/>
                  <a:pt x="241791" y="109983"/>
                </a:cubicBezTo>
                <a:cubicBezTo>
                  <a:pt x="241404" y="110327"/>
                  <a:pt x="240964" y="110575"/>
                  <a:pt x="240469" y="110725"/>
                </a:cubicBezTo>
                <a:cubicBezTo>
                  <a:pt x="239974" y="110876"/>
                  <a:pt x="239469" y="110951"/>
                  <a:pt x="238953" y="110951"/>
                </a:cubicBezTo>
                <a:lnTo>
                  <a:pt x="222504" y="110951"/>
                </a:lnTo>
                <a:cubicBezTo>
                  <a:pt x="221902" y="110951"/>
                  <a:pt x="221440" y="110661"/>
                  <a:pt x="221117" y="110080"/>
                </a:cubicBezTo>
                <a:cubicBezTo>
                  <a:pt x="220795" y="109500"/>
                  <a:pt x="220633" y="108500"/>
                  <a:pt x="220633" y="107081"/>
                </a:cubicBezTo>
                <a:cubicBezTo>
                  <a:pt x="220633" y="106350"/>
                  <a:pt x="220665" y="105737"/>
                  <a:pt x="220730" y="105242"/>
                </a:cubicBezTo>
                <a:cubicBezTo>
                  <a:pt x="220795" y="104748"/>
                  <a:pt x="220913" y="104339"/>
                  <a:pt x="221085" y="104017"/>
                </a:cubicBezTo>
                <a:cubicBezTo>
                  <a:pt x="221257" y="103694"/>
                  <a:pt x="221461" y="103468"/>
                  <a:pt x="221698" y="103339"/>
                </a:cubicBezTo>
                <a:cubicBezTo>
                  <a:pt x="221934" y="103210"/>
                  <a:pt x="222203" y="103146"/>
                  <a:pt x="222504" y="103146"/>
                </a:cubicBezTo>
                <a:lnTo>
                  <a:pt x="233018" y="103146"/>
                </a:lnTo>
                <a:lnTo>
                  <a:pt x="233018" y="7870"/>
                </a:lnTo>
                <a:lnTo>
                  <a:pt x="222504" y="7870"/>
                </a:lnTo>
                <a:cubicBezTo>
                  <a:pt x="221902" y="7870"/>
                  <a:pt x="221440" y="7569"/>
                  <a:pt x="221117" y="6967"/>
                </a:cubicBezTo>
                <a:cubicBezTo>
                  <a:pt x="220795" y="6365"/>
                  <a:pt x="220633" y="5376"/>
                  <a:pt x="220633" y="3999"/>
                </a:cubicBezTo>
                <a:cubicBezTo>
                  <a:pt x="220633" y="3268"/>
                  <a:pt x="220665" y="2656"/>
                  <a:pt x="220730" y="2161"/>
                </a:cubicBezTo>
                <a:cubicBezTo>
                  <a:pt x="220795" y="1666"/>
                  <a:pt x="220913" y="1247"/>
                  <a:pt x="221085" y="903"/>
                </a:cubicBezTo>
                <a:cubicBezTo>
                  <a:pt x="221257" y="559"/>
                  <a:pt x="221461" y="323"/>
                  <a:pt x="221698" y="194"/>
                </a:cubicBezTo>
                <a:cubicBezTo>
                  <a:pt x="221934" y="65"/>
                  <a:pt x="222203" y="0"/>
                  <a:pt x="222504" y="0"/>
                </a:cubicBezTo>
                <a:lnTo>
                  <a:pt x="238953" y="0"/>
                </a:lnTo>
                <a:cubicBezTo>
                  <a:pt x="239469" y="0"/>
                  <a:pt x="239974" y="75"/>
                  <a:pt x="240469" y="226"/>
                </a:cubicBezTo>
                <a:cubicBezTo>
                  <a:pt x="240964" y="376"/>
                  <a:pt x="241404" y="634"/>
                  <a:pt x="241791" y="1000"/>
                </a:cubicBezTo>
                <a:cubicBezTo>
                  <a:pt x="242178" y="1365"/>
                  <a:pt x="242490" y="1839"/>
                  <a:pt x="242727" y="2421"/>
                </a:cubicBezTo>
                <a:cubicBezTo>
                  <a:pt x="242963" y="3002"/>
                  <a:pt x="243081" y="3700"/>
                  <a:pt x="243081" y="4517"/>
                </a:cubicBezTo>
                <a:lnTo>
                  <a:pt x="243081" y="1064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F906D-9FD7-4B89-B396-45EB7961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94" y="2840555"/>
            <a:ext cx="374529" cy="189577"/>
          </a:xfrm>
          <a:custGeom xmlns:a="http://schemas.openxmlformats.org/drawingml/2006/main">
            <a:pathLst>
              <a:path w="374529" h="189577">
                <a:moveTo>
                  <a:pt x="34348" y="189577"/>
                </a:moveTo>
                <a:cubicBezTo>
                  <a:pt x="15193" y="189577"/>
                  <a:pt x="0" y="173723"/>
                  <a:pt x="0" y="155228"/>
                </a:cubicBezTo>
                <a:lnTo>
                  <a:pt x="0" y="34348"/>
                </a:lnTo>
                <a:cubicBezTo>
                  <a:pt x="0" y="15193"/>
                  <a:pt x="15193" y="0"/>
                  <a:pt x="34348" y="0"/>
                </a:cubicBezTo>
                <a:lnTo>
                  <a:pt x="339520" y="0"/>
                </a:lnTo>
                <a:cubicBezTo>
                  <a:pt x="358676" y="0"/>
                  <a:pt x="374529" y="15193"/>
                  <a:pt x="374529" y="34348"/>
                </a:cubicBezTo>
                <a:lnTo>
                  <a:pt x="374529" y="155228"/>
                </a:lnTo>
                <a:cubicBezTo>
                  <a:pt x="374529" y="173723"/>
                  <a:pt x="358676" y="189577"/>
                  <a:pt x="339520" y="189577"/>
                </a:cubicBezTo>
                <a:lnTo>
                  <a:pt x="34348" y="189577"/>
                </a:lnTo>
                <a:close/>
              </a:path>
            </a:pathLst>
          </a:custGeom>
          <a:solidFill xmlns:a="http://schemas.openxmlformats.org/drawingml/2006/main">
            <a:srgbClr val="DA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B5ECA-D885-45D7-8D32-6217EDCF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94" y="2840555"/>
            <a:ext cx="374529" cy="189577"/>
          </a:xfrm>
          <a:custGeom xmlns:a="http://schemas.openxmlformats.org/drawingml/2006/main">
            <a:pathLst>
              <a:path w="374529" h="189577" fill="none">
                <a:moveTo>
                  <a:pt x="34348" y="189577"/>
                </a:moveTo>
                <a:lnTo>
                  <a:pt x="339520" y="189577"/>
                </a:lnTo>
                <a:cubicBezTo>
                  <a:pt x="358676" y="189577"/>
                  <a:pt x="374529" y="173723"/>
                  <a:pt x="374529" y="155228"/>
                </a:cubicBezTo>
                <a:lnTo>
                  <a:pt x="374529" y="34348"/>
                </a:lnTo>
                <a:cubicBezTo>
                  <a:pt x="374529" y="15193"/>
                  <a:pt x="358676" y="0"/>
                  <a:pt x="339520" y="0"/>
                </a:cubicBezTo>
                <a:lnTo>
                  <a:pt x="34348" y="0"/>
                </a:lnTo>
                <a:cubicBezTo>
                  <a:pt x="15193" y="0"/>
                  <a:pt x="0" y="15193"/>
                  <a:pt x="0" y="34348"/>
                </a:cubicBezTo>
                <a:lnTo>
                  <a:pt x="0" y="155228"/>
                </a:lnTo>
                <a:cubicBezTo>
                  <a:pt x="0" y="173723"/>
                  <a:pt x="15193" y="189577"/>
                  <a:pt x="34348" y="1895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90AADB"/>
            </a:solidFill>
            <a:miter/>
          </a:ln>
        </p:spPr>
      </p:sp>
      <p:sp>
        <p:nvSpPr>
          <p:cNvPr id="83" name="Text entry">
            <a:extLst xmlns:a="http://schemas.openxmlformats.org/drawingml/2006/main">
              <a:ext uri="{FF2B5EF4-FFF2-40B4-BE49-F238E27FC236}">
                <a16:creationId xmlns:a16="http://schemas.microsoft.com/office/drawing/2014/main" id="{9AECF517-A1EA-486B-BB2E-035076A8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44" y="2898027"/>
            <a:ext cx="276839" cy="100759"/>
          </a:xfrm>
          <a:custGeom xmlns:a="http://schemas.openxmlformats.org/drawingml/2006/main">
            <a:pathLst>
              <a:path w="276839" h="100759">
                <a:moveTo>
                  <a:pt x="53411" y="44122"/>
                </a:moveTo>
                <a:cubicBezTo>
                  <a:pt x="53411" y="45800"/>
                  <a:pt x="52992" y="46993"/>
                  <a:pt x="52153" y="47702"/>
                </a:cubicBezTo>
                <a:cubicBezTo>
                  <a:pt x="51315" y="48412"/>
                  <a:pt x="50358" y="48767"/>
                  <a:pt x="49283" y="48767"/>
                </a:cubicBezTo>
                <a:lnTo>
                  <a:pt x="11224" y="48767"/>
                </a:lnTo>
                <a:cubicBezTo>
                  <a:pt x="11224" y="52002"/>
                  <a:pt x="11547" y="54913"/>
                  <a:pt x="12192" y="57501"/>
                </a:cubicBezTo>
                <a:cubicBezTo>
                  <a:pt x="12837" y="60090"/>
                  <a:pt x="13912" y="62311"/>
                  <a:pt x="15417" y="64166"/>
                </a:cubicBezTo>
                <a:cubicBezTo>
                  <a:pt x="16922" y="66020"/>
                  <a:pt x="18879" y="67444"/>
                  <a:pt x="21287" y="68437"/>
                </a:cubicBezTo>
                <a:cubicBezTo>
                  <a:pt x="23695" y="69429"/>
                  <a:pt x="26641" y="69925"/>
                  <a:pt x="30124" y="69925"/>
                </a:cubicBezTo>
                <a:cubicBezTo>
                  <a:pt x="32877" y="69925"/>
                  <a:pt x="35328" y="69699"/>
                  <a:pt x="37478" y="69248"/>
                </a:cubicBezTo>
                <a:cubicBezTo>
                  <a:pt x="39628" y="68796"/>
                  <a:pt x="41488" y="68291"/>
                  <a:pt x="43058" y="67732"/>
                </a:cubicBezTo>
                <a:cubicBezTo>
                  <a:pt x="44628" y="67173"/>
                  <a:pt x="45918" y="66667"/>
                  <a:pt x="46928" y="66216"/>
                </a:cubicBezTo>
                <a:cubicBezTo>
                  <a:pt x="47939" y="65764"/>
                  <a:pt x="48702" y="65538"/>
                  <a:pt x="49218" y="65538"/>
                </a:cubicBezTo>
                <a:cubicBezTo>
                  <a:pt x="49519" y="65538"/>
                  <a:pt x="49788" y="65614"/>
                  <a:pt x="50025" y="65764"/>
                </a:cubicBezTo>
                <a:cubicBezTo>
                  <a:pt x="50261" y="65915"/>
                  <a:pt x="50444" y="66141"/>
                  <a:pt x="50573" y="66442"/>
                </a:cubicBezTo>
                <a:cubicBezTo>
                  <a:pt x="50702" y="66743"/>
                  <a:pt x="50799" y="67162"/>
                  <a:pt x="50863" y="67699"/>
                </a:cubicBezTo>
                <a:cubicBezTo>
                  <a:pt x="50928" y="68237"/>
                  <a:pt x="50960" y="68893"/>
                  <a:pt x="50960" y="69667"/>
                </a:cubicBezTo>
                <a:cubicBezTo>
                  <a:pt x="50960" y="70226"/>
                  <a:pt x="50939" y="70710"/>
                  <a:pt x="50896" y="71118"/>
                </a:cubicBezTo>
                <a:cubicBezTo>
                  <a:pt x="50853" y="71527"/>
                  <a:pt x="50799" y="71892"/>
                  <a:pt x="50734" y="72215"/>
                </a:cubicBezTo>
                <a:cubicBezTo>
                  <a:pt x="50670" y="72537"/>
                  <a:pt x="50562" y="72828"/>
                  <a:pt x="50412" y="73086"/>
                </a:cubicBezTo>
                <a:cubicBezTo>
                  <a:pt x="50261" y="73344"/>
                  <a:pt x="50068" y="73591"/>
                  <a:pt x="49831" y="73828"/>
                </a:cubicBezTo>
                <a:cubicBezTo>
                  <a:pt x="49595" y="74064"/>
                  <a:pt x="48896" y="74451"/>
                  <a:pt x="47735" y="74989"/>
                </a:cubicBezTo>
                <a:cubicBezTo>
                  <a:pt x="46574" y="75526"/>
                  <a:pt x="45068" y="76053"/>
                  <a:pt x="43219" y="76569"/>
                </a:cubicBezTo>
                <a:cubicBezTo>
                  <a:pt x="41370" y="77085"/>
                  <a:pt x="39231" y="77547"/>
                  <a:pt x="36801" y="77956"/>
                </a:cubicBezTo>
                <a:cubicBezTo>
                  <a:pt x="34371" y="78365"/>
                  <a:pt x="31780" y="78569"/>
                  <a:pt x="29028" y="78569"/>
                </a:cubicBezTo>
                <a:cubicBezTo>
                  <a:pt x="24254" y="78569"/>
                  <a:pt x="20072" y="77902"/>
                  <a:pt x="16481" y="76567"/>
                </a:cubicBezTo>
                <a:cubicBezTo>
                  <a:pt x="12891" y="75233"/>
                  <a:pt x="9869" y="73252"/>
                  <a:pt x="7418" y="70626"/>
                </a:cubicBezTo>
                <a:cubicBezTo>
                  <a:pt x="4967" y="68000"/>
                  <a:pt x="3118" y="64707"/>
                  <a:pt x="1871" y="60747"/>
                </a:cubicBezTo>
                <a:cubicBezTo>
                  <a:pt x="624" y="56786"/>
                  <a:pt x="0" y="52180"/>
                  <a:pt x="0" y="46928"/>
                </a:cubicBezTo>
                <a:cubicBezTo>
                  <a:pt x="0" y="41935"/>
                  <a:pt x="645" y="37447"/>
                  <a:pt x="1935" y="33465"/>
                </a:cubicBezTo>
                <a:cubicBezTo>
                  <a:pt x="3225" y="29483"/>
                  <a:pt x="5085" y="26104"/>
                  <a:pt x="7515" y="23327"/>
                </a:cubicBezTo>
                <a:cubicBezTo>
                  <a:pt x="9945" y="20551"/>
                  <a:pt x="12880" y="18420"/>
                  <a:pt x="16320" y="16935"/>
                </a:cubicBezTo>
                <a:cubicBezTo>
                  <a:pt x="19760" y="15450"/>
                  <a:pt x="23609" y="14707"/>
                  <a:pt x="27867" y="14707"/>
                </a:cubicBezTo>
                <a:cubicBezTo>
                  <a:pt x="32425" y="14707"/>
                  <a:pt x="36306" y="15439"/>
                  <a:pt x="39510" y="16901"/>
                </a:cubicBezTo>
                <a:cubicBezTo>
                  <a:pt x="42714" y="18363"/>
                  <a:pt x="45348" y="20330"/>
                  <a:pt x="47412" y="22803"/>
                </a:cubicBezTo>
                <a:cubicBezTo>
                  <a:pt x="49476" y="25276"/>
                  <a:pt x="50992" y="28179"/>
                  <a:pt x="51960" y="31511"/>
                </a:cubicBezTo>
                <a:cubicBezTo>
                  <a:pt x="52927" y="34844"/>
                  <a:pt x="53411" y="38403"/>
                  <a:pt x="53411" y="42187"/>
                </a:cubicBezTo>
                <a:lnTo>
                  <a:pt x="53411" y="44122"/>
                </a:lnTo>
                <a:moveTo>
                  <a:pt x="42703" y="40962"/>
                </a:moveTo>
                <a:cubicBezTo>
                  <a:pt x="42832" y="35371"/>
                  <a:pt x="41596" y="30985"/>
                  <a:pt x="38994" y="27802"/>
                </a:cubicBezTo>
                <a:cubicBezTo>
                  <a:pt x="36392" y="24620"/>
                  <a:pt x="32533" y="23029"/>
                  <a:pt x="27415" y="23029"/>
                </a:cubicBezTo>
                <a:cubicBezTo>
                  <a:pt x="24792" y="23029"/>
                  <a:pt x="22491" y="23523"/>
                  <a:pt x="20513" y="24512"/>
                </a:cubicBezTo>
                <a:cubicBezTo>
                  <a:pt x="18535" y="25502"/>
                  <a:pt x="16879" y="26813"/>
                  <a:pt x="15546" y="28447"/>
                </a:cubicBezTo>
                <a:cubicBezTo>
                  <a:pt x="14213" y="30081"/>
                  <a:pt x="13181" y="31984"/>
                  <a:pt x="12450" y="34156"/>
                </a:cubicBezTo>
                <a:cubicBezTo>
                  <a:pt x="11719" y="36328"/>
                  <a:pt x="11310" y="38596"/>
                  <a:pt x="11224" y="40962"/>
                </a:cubicBezTo>
                <a:lnTo>
                  <a:pt x="42703" y="40962"/>
                </a:lnTo>
                <a:close/>
                <a:moveTo>
                  <a:pt x="119600" y="75666"/>
                </a:moveTo>
                <a:cubicBezTo>
                  <a:pt x="119600" y="76010"/>
                  <a:pt x="119514" y="76300"/>
                  <a:pt x="119342" y="76537"/>
                </a:cubicBezTo>
                <a:cubicBezTo>
                  <a:pt x="119170" y="76773"/>
                  <a:pt x="118891" y="76978"/>
                  <a:pt x="118504" y="77150"/>
                </a:cubicBezTo>
                <a:cubicBezTo>
                  <a:pt x="118117" y="77322"/>
                  <a:pt x="117579" y="77451"/>
                  <a:pt x="116891" y="77537"/>
                </a:cubicBezTo>
                <a:cubicBezTo>
                  <a:pt x="116203" y="77623"/>
                  <a:pt x="115343" y="77666"/>
                  <a:pt x="114311" y="77666"/>
                </a:cubicBezTo>
                <a:cubicBezTo>
                  <a:pt x="113236" y="77666"/>
                  <a:pt x="112354" y="77623"/>
                  <a:pt x="111666" y="77537"/>
                </a:cubicBezTo>
                <a:cubicBezTo>
                  <a:pt x="110978" y="77451"/>
                  <a:pt x="110440" y="77322"/>
                  <a:pt x="110053" y="77150"/>
                </a:cubicBezTo>
                <a:cubicBezTo>
                  <a:pt x="109666" y="76978"/>
                  <a:pt x="109387" y="76773"/>
                  <a:pt x="109215" y="76537"/>
                </a:cubicBezTo>
                <a:cubicBezTo>
                  <a:pt x="109043" y="76300"/>
                  <a:pt x="108957" y="76010"/>
                  <a:pt x="108957" y="75666"/>
                </a:cubicBezTo>
                <a:lnTo>
                  <a:pt x="108957" y="41671"/>
                </a:lnTo>
                <a:cubicBezTo>
                  <a:pt x="108957" y="38360"/>
                  <a:pt x="108699" y="35694"/>
                  <a:pt x="108183" y="33672"/>
                </a:cubicBezTo>
                <a:cubicBezTo>
                  <a:pt x="107667" y="31651"/>
                  <a:pt x="106914" y="29909"/>
                  <a:pt x="105925" y="28447"/>
                </a:cubicBezTo>
                <a:cubicBezTo>
                  <a:pt x="104936" y="26985"/>
                  <a:pt x="103656" y="25867"/>
                  <a:pt x="102087" y="25093"/>
                </a:cubicBezTo>
                <a:cubicBezTo>
                  <a:pt x="100517" y="24319"/>
                  <a:pt x="98700" y="23932"/>
                  <a:pt x="96636" y="23932"/>
                </a:cubicBezTo>
                <a:cubicBezTo>
                  <a:pt x="93970" y="23932"/>
                  <a:pt x="91303" y="24878"/>
                  <a:pt x="88637" y="26770"/>
                </a:cubicBezTo>
                <a:cubicBezTo>
                  <a:pt x="85971" y="28662"/>
                  <a:pt x="83176" y="31436"/>
                  <a:pt x="80251" y="35091"/>
                </a:cubicBezTo>
                <a:lnTo>
                  <a:pt x="80251" y="75666"/>
                </a:lnTo>
                <a:cubicBezTo>
                  <a:pt x="80251" y="76010"/>
                  <a:pt x="80165" y="76300"/>
                  <a:pt x="79993" y="76537"/>
                </a:cubicBezTo>
                <a:cubicBezTo>
                  <a:pt x="79821" y="76773"/>
                  <a:pt x="79542" y="76978"/>
                  <a:pt x="79155" y="77150"/>
                </a:cubicBezTo>
                <a:cubicBezTo>
                  <a:pt x="78768" y="77322"/>
                  <a:pt x="78230" y="77451"/>
                  <a:pt x="77542" y="77537"/>
                </a:cubicBezTo>
                <a:cubicBezTo>
                  <a:pt x="76854" y="77623"/>
                  <a:pt x="75972" y="77666"/>
                  <a:pt x="74897" y="77666"/>
                </a:cubicBezTo>
                <a:cubicBezTo>
                  <a:pt x="73865" y="77666"/>
                  <a:pt x="73005" y="77623"/>
                  <a:pt x="72317" y="77537"/>
                </a:cubicBezTo>
                <a:cubicBezTo>
                  <a:pt x="71629" y="77451"/>
                  <a:pt x="71081" y="77322"/>
                  <a:pt x="70672" y="77150"/>
                </a:cubicBezTo>
                <a:cubicBezTo>
                  <a:pt x="70264" y="76978"/>
                  <a:pt x="69984" y="76773"/>
                  <a:pt x="69834" y="76537"/>
                </a:cubicBezTo>
                <a:cubicBezTo>
                  <a:pt x="69683" y="76300"/>
                  <a:pt x="69608" y="76010"/>
                  <a:pt x="69608" y="75666"/>
                </a:cubicBezTo>
                <a:lnTo>
                  <a:pt x="69608" y="17610"/>
                </a:lnTo>
                <a:cubicBezTo>
                  <a:pt x="69608" y="17266"/>
                  <a:pt x="69672" y="16976"/>
                  <a:pt x="69801" y="16739"/>
                </a:cubicBezTo>
                <a:cubicBezTo>
                  <a:pt x="69930" y="16503"/>
                  <a:pt x="70188" y="16288"/>
                  <a:pt x="70575" y="16094"/>
                </a:cubicBezTo>
                <a:cubicBezTo>
                  <a:pt x="70962" y="15901"/>
                  <a:pt x="71457" y="15772"/>
                  <a:pt x="72059" y="15707"/>
                </a:cubicBezTo>
                <a:cubicBezTo>
                  <a:pt x="72661" y="15643"/>
                  <a:pt x="73457" y="15611"/>
                  <a:pt x="74446" y="15611"/>
                </a:cubicBezTo>
                <a:cubicBezTo>
                  <a:pt x="75392" y="15611"/>
                  <a:pt x="76177" y="15643"/>
                  <a:pt x="76800" y="15707"/>
                </a:cubicBezTo>
                <a:cubicBezTo>
                  <a:pt x="77424" y="15772"/>
                  <a:pt x="77908" y="15901"/>
                  <a:pt x="78252" y="16094"/>
                </a:cubicBezTo>
                <a:cubicBezTo>
                  <a:pt x="78596" y="16288"/>
                  <a:pt x="78843" y="16503"/>
                  <a:pt x="78993" y="16739"/>
                </a:cubicBezTo>
                <a:cubicBezTo>
                  <a:pt x="79144" y="16976"/>
                  <a:pt x="79219" y="17266"/>
                  <a:pt x="79219" y="17610"/>
                </a:cubicBezTo>
                <a:lnTo>
                  <a:pt x="79219" y="25287"/>
                </a:lnTo>
                <a:cubicBezTo>
                  <a:pt x="82488" y="21631"/>
                  <a:pt x="85745" y="18954"/>
                  <a:pt x="88992" y="17255"/>
                </a:cubicBezTo>
                <a:cubicBezTo>
                  <a:pt x="92239" y="15557"/>
                  <a:pt x="95518" y="14707"/>
                  <a:pt x="98829" y="14707"/>
                </a:cubicBezTo>
                <a:cubicBezTo>
                  <a:pt x="102700" y="14707"/>
                  <a:pt x="105957" y="15363"/>
                  <a:pt x="108602" y="16675"/>
                </a:cubicBezTo>
                <a:cubicBezTo>
                  <a:pt x="111247" y="17987"/>
                  <a:pt x="113386" y="19739"/>
                  <a:pt x="115020" y="21932"/>
                </a:cubicBezTo>
                <a:cubicBezTo>
                  <a:pt x="116654" y="24125"/>
                  <a:pt x="117826" y="26695"/>
                  <a:pt x="118536" y="29641"/>
                </a:cubicBezTo>
                <a:cubicBezTo>
                  <a:pt x="119245" y="32586"/>
                  <a:pt x="119600" y="36124"/>
                  <a:pt x="119600" y="40252"/>
                </a:cubicBezTo>
                <a:lnTo>
                  <a:pt x="119600" y="75666"/>
                </a:lnTo>
                <a:close/>
                <a:moveTo>
                  <a:pt x="169101" y="71473"/>
                </a:moveTo>
                <a:cubicBezTo>
                  <a:pt x="169101" y="72720"/>
                  <a:pt x="169015" y="73709"/>
                  <a:pt x="168843" y="74440"/>
                </a:cubicBezTo>
                <a:cubicBezTo>
                  <a:pt x="168671" y="75171"/>
                  <a:pt x="168413" y="75709"/>
                  <a:pt x="168069" y="76053"/>
                </a:cubicBezTo>
                <a:cubicBezTo>
                  <a:pt x="167725" y="76397"/>
                  <a:pt x="167209" y="76720"/>
                  <a:pt x="166521" y="77021"/>
                </a:cubicBezTo>
                <a:cubicBezTo>
                  <a:pt x="165833" y="77322"/>
                  <a:pt x="165048" y="77569"/>
                  <a:pt x="164166" y="77762"/>
                </a:cubicBezTo>
                <a:cubicBezTo>
                  <a:pt x="163285" y="77956"/>
                  <a:pt x="162349" y="78117"/>
                  <a:pt x="161360" y="78246"/>
                </a:cubicBezTo>
                <a:cubicBezTo>
                  <a:pt x="160371" y="78375"/>
                  <a:pt x="159382" y="78440"/>
                  <a:pt x="158393" y="78440"/>
                </a:cubicBezTo>
                <a:cubicBezTo>
                  <a:pt x="155383" y="78440"/>
                  <a:pt x="152803" y="78041"/>
                  <a:pt x="150652" y="77244"/>
                </a:cubicBezTo>
                <a:cubicBezTo>
                  <a:pt x="148502" y="76446"/>
                  <a:pt x="146739" y="75239"/>
                  <a:pt x="145363" y="73622"/>
                </a:cubicBezTo>
                <a:cubicBezTo>
                  <a:pt x="143987" y="72005"/>
                  <a:pt x="142987" y="69958"/>
                  <a:pt x="142363" y="67480"/>
                </a:cubicBezTo>
                <a:cubicBezTo>
                  <a:pt x="141740" y="65002"/>
                  <a:pt x="141428" y="62081"/>
                  <a:pt x="141428" y="58719"/>
                </a:cubicBezTo>
                <a:lnTo>
                  <a:pt x="141428" y="24706"/>
                </a:lnTo>
                <a:lnTo>
                  <a:pt x="133300" y="24706"/>
                </a:lnTo>
                <a:cubicBezTo>
                  <a:pt x="132655" y="24706"/>
                  <a:pt x="132139" y="24362"/>
                  <a:pt x="131752" y="23674"/>
                </a:cubicBezTo>
                <a:cubicBezTo>
                  <a:pt x="131365" y="22986"/>
                  <a:pt x="131171" y="21868"/>
                  <a:pt x="131171" y="20320"/>
                </a:cubicBezTo>
                <a:cubicBezTo>
                  <a:pt x="131171" y="19502"/>
                  <a:pt x="131225" y="18814"/>
                  <a:pt x="131333" y="18255"/>
                </a:cubicBezTo>
                <a:cubicBezTo>
                  <a:pt x="131440" y="17696"/>
                  <a:pt x="131580" y="17234"/>
                  <a:pt x="131752" y="16868"/>
                </a:cubicBezTo>
                <a:cubicBezTo>
                  <a:pt x="131924" y="16503"/>
                  <a:pt x="132150" y="16245"/>
                  <a:pt x="132429" y="16094"/>
                </a:cubicBezTo>
                <a:cubicBezTo>
                  <a:pt x="132709" y="15944"/>
                  <a:pt x="133021" y="15869"/>
                  <a:pt x="133365" y="15869"/>
                </a:cubicBezTo>
                <a:lnTo>
                  <a:pt x="141428" y="15869"/>
                </a:lnTo>
                <a:lnTo>
                  <a:pt x="141428" y="2064"/>
                </a:lnTo>
                <a:cubicBezTo>
                  <a:pt x="141428" y="1763"/>
                  <a:pt x="141503" y="1484"/>
                  <a:pt x="141654" y="1226"/>
                </a:cubicBezTo>
                <a:cubicBezTo>
                  <a:pt x="141804" y="968"/>
                  <a:pt x="142084" y="742"/>
                  <a:pt x="142492" y="548"/>
                </a:cubicBezTo>
                <a:cubicBezTo>
                  <a:pt x="142901" y="355"/>
                  <a:pt x="143449" y="215"/>
                  <a:pt x="144137" y="129"/>
                </a:cubicBezTo>
                <a:cubicBezTo>
                  <a:pt x="144825" y="43"/>
                  <a:pt x="145685" y="0"/>
                  <a:pt x="146717" y="0"/>
                </a:cubicBezTo>
                <a:cubicBezTo>
                  <a:pt x="147793" y="0"/>
                  <a:pt x="148674" y="43"/>
                  <a:pt x="149362" y="129"/>
                </a:cubicBezTo>
                <a:cubicBezTo>
                  <a:pt x="150050" y="215"/>
                  <a:pt x="150588" y="355"/>
                  <a:pt x="150975" y="548"/>
                </a:cubicBezTo>
                <a:cubicBezTo>
                  <a:pt x="151362" y="742"/>
                  <a:pt x="151641" y="968"/>
                  <a:pt x="151813" y="1226"/>
                </a:cubicBezTo>
                <a:cubicBezTo>
                  <a:pt x="151985" y="1484"/>
                  <a:pt x="152071" y="1763"/>
                  <a:pt x="152071" y="2064"/>
                </a:cubicBezTo>
                <a:lnTo>
                  <a:pt x="152071" y="15869"/>
                </a:lnTo>
                <a:lnTo>
                  <a:pt x="166972" y="15869"/>
                </a:lnTo>
                <a:cubicBezTo>
                  <a:pt x="167316" y="15869"/>
                  <a:pt x="167618" y="15944"/>
                  <a:pt x="167876" y="16094"/>
                </a:cubicBezTo>
                <a:cubicBezTo>
                  <a:pt x="168134" y="16245"/>
                  <a:pt x="168359" y="16503"/>
                  <a:pt x="168553" y="16868"/>
                </a:cubicBezTo>
                <a:cubicBezTo>
                  <a:pt x="168746" y="17234"/>
                  <a:pt x="168886" y="17696"/>
                  <a:pt x="168972" y="18255"/>
                </a:cubicBezTo>
                <a:cubicBezTo>
                  <a:pt x="169058" y="18814"/>
                  <a:pt x="169101" y="19502"/>
                  <a:pt x="169101" y="20320"/>
                </a:cubicBezTo>
                <a:cubicBezTo>
                  <a:pt x="169101" y="21868"/>
                  <a:pt x="168908" y="22986"/>
                  <a:pt x="168521" y="23674"/>
                </a:cubicBezTo>
                <a:cubicBezTo>
                  <a:pt x="168134" y="24362"/>
                  <a:pt x="167618" y="24706"/>
                  <a:pt x="166972" y="24706"/>
                </a:cubicBezTo>
                <a:lnTo>
                  <a:pt x="152071" y="24706"/>
                </a:lnTo>
                <a:lnTo>
                  <a:pt x="152071" y="57183"/>
                </a:lnTo>
                <a:cubicBezTo>
                  <a:pt x="152071" y="61193"/>
                  <a:pt x="152663" y="64223"/>
                  <a:pt x="153845" y="66272"/>
                </a:cubicBezTo>
                <a:cubicBezTo>
                  <a:pt x="155028" y="68320"/>
                  <a:pt x="157146" y="69344"/>
                  <a:pt x="160199" y="69344"/>
                </a:cubicBezTo>
                <a:cubicBezTo>
                  <a:pt x="161188" y="69344"/>
                  <a:pt x="162070" y="69248"/>
                  <a:pt x="162844" y="69054"/>
                </a:cubicBezTo>
                <a:cubicBezTo>
                  <a:pt x="163618" y="68861"/>
                  <a:pt x="164306" y="68656"/>
                  <a:pt x="164908" y="68441"/>
                </a:cubicBezTo>
                <a:cubicBezTo>
                  <a:pt x="165510" y="68226"/>
                  <a:pt x="166026" y="68022"/>
                  <a:pt x="166456" y="67828"/>
                </a:cubicBezTo>
                <a:cubicBezTo>
                  <a:pt x="166886" y="67635"/>
                  <a:pt x="167273" y="67538"/>
                  <a:pt x="167618" y="67538"/>
                </a:cubicBezTo>
                <a:cubicBezTo>
                  <a:pt x="167833" y="67538"/>
                  <a:pt x="168037" y="67592"/>
                  <a:pt x="168230" y="67699"/>
                </a:cubicBezTo>
                <a:cubicBezTo>
                  <a:pt x="168424" y="67807"/>
                  <a:pt x="168574" y="68011"/>
                  <a:pt x="168682" y="68312"/>
                </a:cubicBezTo>
                <a:cubicBezTo>
                  <a:pt x="168789" y="68613"/>
                  <a:pt x="168886" y="69022"/>
                  <a:pt x="168972" y="69538"/>
                </a:cubicBezTo>
                <a:cubicBezTo>
                  <a:pt x="169058" y="70054"/>
                  <a:pt x="169101" y="70699"/>
                  <a:pt x="169101" y="71473"/>
                </a:cubicBezTo>
                <a:close/>
                <a:moveTo>
                  <a:pt x="217046" y="21416"/>
                </a:moveTo>
                <a:cubicBezTo>
                  <a:pt x="217046" y="22362"/>
                  <a:pt x="217025" y="23158"/>
                  <a:pt x="216982" y="23803"/>
                </a:cubicBezTo>
                <a:cubicBezTo>
                  <a:pt x="216939" y="24448"/>
                  <a:pt x="216853" y="24953"/>
                  <a:pt x="216724" y="25319"/>
                </a:cubicBezTo>
                <a:cubicBezTo>
                  <a:pt x="216595" y="25684"/>
                  <a:pt x="216433" y="25964"/>
                  <a:pt x="216240" y="26157"/>
                </a:cubicBezTo>
                <a:cubicBezTo>
                  <a:pt x="216046" y="26351"/>
                  <a:pt x="215778" y="26448"/>
                  <a:pt x="215434" y="26448"/>
                </a:cubicBezTo>
                <a:cubicBezTo>
                  <a:pt x="215090" y="26448"/>
                  <a:pt x="214670" y="26351"/>
                  <a:pt x="214176" y="26157"/>
                </a:cubicBezTo>
                <a:cubicBezTo>
                  <a:pt x="213681" y="25964"/>
                  <a:pt x="213122" y="25770"/>
                  <a:pt x="212499" y="25577"/>
                </a:cubicBezTo>
                <a:cubicBezTo>
                  <a:pt x="211875" y="25383"/>
                  <a:pt x="211176" y="25200"/>
                  <a:pt x="210402" y="25028"/>
                </a:cubicBezTo>
                <a:cubicBezTo>
                  <a:pt x="209628" y="24856"/>
                  <a:pt x="208789" y="24770"/>
                  <a:pt x="207886" y="24770"/>
                </a:cubicBezTo>
                <a:cubicBezTo>
                  <a:pt x="206811" y="24770"/>
                  <a:pt x="205758" y="24985"/>
                  <a:pt x="204726" y="25416"/>
                </a:cubicBezTo>
                <a:cubicBezTo>
                  <a:pt x="203693" y="25846"/>
                  <a:pt x="202608" y="26555"/>
                  <a:pt x="201468" y="27544"/>
                </a:cubicBezTo>
                <a:cubicBezTo>
                  <a:pt x="200328" y="28533"/>
                  <a:pt x="199135" y="29845"/>
                  <a:pt x="197888" y="31479"/>
                </a:cubicBezTo>
                <a:cubicBezTo>
                  <a:pt x="196641" y="33113"/>
                  <a:pt x="195265" y="35113"/>
                  <a:pt x="193759" y="37478"/>
                </a:cubicBezTo>
                <a:lnTo>
                  <a:pt x="193759" y="75666"/>
                </a:lnTo>
                <a:cubicBezTo>
                  <a:pt x="193759" y="76010"/>
                  <a:pt x="193673" y="76300"/>
                  <a:pt x="193501" y="76537"/>
                </a:cubicBezTo>
                <a:cubicBezTo>
                  <a:pt x="193329" y="76773"/>
                  <a:pt x="193050" y="76978"/>
                  <a:pt x="192663" y="77150"/>
                </a:cubicBezTo>
                <a:cubicBezTo>
                  <a:pt x="192276" y="77322"/>
                  <a:pt x="191738" y="77451"/>
                  <a:pt x="191050" y="77537"/>
                </a:cubicBezTo>
                <a:cubicBezTo>
                  <a:pt x="190362" y="77623"/>
                  <a:pt x="189481" y="77666"/>
                  <a:pt x="188405" y="77666"/>
                </a:cubicBezTo>
                <a:cubicBezTo>
                  <a:pt x="187373" y="77666"/>
                  <a:pt x="186513" y="77623"/>
                  <a:pt x="185825" y="77537"/>
                </a:cubicBezTo>
                <a:cubicBezTo>
                  <a:pt x="185137" y="77451"/>
                  <a:pt x="184589" y="77322"/>
                  <a:pt x="184180" y="77150"/>
                </a:cubicBezTo>
                <a:cubicBezTo>
                  <a:pt x="183772" y="76978"/>
                  <a:pt x="183492" y="76773"/>
                  <a:pt x="183342" y="76537"/>
                </a:cubicBezTo>
                <a:cubicBezTo>
                  <a:pt x="183191" y="76300"/>
                  <a:pt x="183116" y="76010"/>
                  <a:pt x="183116" y="75666"/>
                </a:cubicBezTo>
                <a:lnTo>
                  <a:pt x="183116" y="17610"/>
                </a:lnTo>
                <a:cubicBezTo>
                  <a:pt x="183116" y="17266"/>
                  <a:pt x="183180" y="16976"/>
                  <a:pt x="183309" y="16739"/>
                </a:cubicBezTo>
                <a:cubicBezTo>
                  <a:pt x="183438" y="16503"/>
                  <a:pt x="183696" y="16288"/>
                  <a:pt x="184083" y="16094"/>
                </a:cubicBezTo>
                <a:cubicBezTo>
                  <a:pt x="184471" y="15901"/>
                  <a:pt x="184965" y="15772"/>
                  <a:pt x="185567" y="15707"/>
                </a:cubicBezTo>
                <a:cubicBezTo>
                  <a:pt x="186169" y="15643"/>
                  <a:pt x="186965" y="15611"/>
                  <a:pt x="187954" y="15611"/>
                </a:cubicBezTo>
                <a:cubicBezTo>
                  <a:pt x="188900" y="15611"/>
                  <a:pt x="189685" y="15643"/>
                  <a:pt x="190308" y="15707"/>
                </a:cubicBezTo>
                <a:cubicBezTo>
                  <a:pt x="190932" y="15772"/>
                  <a:pt x="191416" y="15901"/>
                  <a:pt x="191760" y="16094"/>
                </a:cubicBezTo>
                <a:cubicBezTo>
                  <a:pt x="192104" y="16288"/>
                  <a:pt x="192351" y="16503"/>
                  <a:pt x="192502" y="16739"/>
                </a:cubicBezTo>
                <a:cubicBezTo>
                  <a:pt x="192652" y="16976"/>
                  <a:pt x="192727" y="17266"/>
                  <a:pt x="192727" y="17610"/>
                </a:cubicBezTo>
                <a:lnTo>
                  <a:pt x="192727" y="26061"/>
                </a:lnTo>
                <a:cubicBezTo>
                  <a:pt x="194318" y="23738"/>
                  <a:pt x="195813" y="21846"/>
                  <a:pt x="197211" y="20384"/>
                </a:cubicBezTo>
                <a:cubicBezTo>
                  <a:pt x="198608" y="18922"/>
                  <a:pt x="199931" y="17772"/>
                  <a:pt x="201178" y="16933"/>
                </a:cubicBezTo>
                <a:cubicBezTo>
                  <a:pt x="202425" y="16094"/>
                  <a:pt x="203661" y="15514"/>
                  <a:pt x="204887" y="15191"/>
                </a:cubicBezTo>
                <a:cubicBezTo>
                  <a:pt x="206112" y="14869"/>
                  <a:pt x="207349" y="14707"/>
                  <a:pt x="208596" y="14707"/>
                </a:cubicBezTo>
                <a:cubicBezTo>
                  <a:pt x="209155" y="14707"/>
                  <a:pt x="209789" y="14740"/>
                  <a:pt x="210499" y="14804"/>
                </a:cubicBezTo>
                <a:cubicBezTo>
                  <a:pt x="211208" y="14869"/>
                  <a:pt x="211950" y="14987"/>
                  <a:pt x="212724" y="15159"/>
                </a:cubicBezTo>
                <a:cubicBezTo>
                  <a:pt x="213498" y="15331"/>
                  <a:pt x="214197" y="15525"/>
                  <a:pt x="214821" y="15740"/>
                </a:cubicBezTo>
                <a:cubicBezTo>
                  <a:pt x="215444" y="15955"/>
                  <a:pt x="215885" y="16170"/>
                  <a:pt x="216143" y="16385"/>
                </a:cubicBezTo>
                <a:cubicBezTo>
                  <a:pt x="216401" y="16600"/>
                  <a:pt x="216573" y="16804"/>
                  <a:pt x="216659" y="16997"/>
                </a:cubicBezTo>
                <a:cubicBezTo>
                  <a:pt x="216745" y="17191"/>
                  <a:pt x="216820" y="17438"/>
                  <a:pt x="216885" y="17739"/>
                </a:cubicBezTo>
                <a:cubicBezTo>
                  <a:pt x="216949" y="18040"/>
                  <a:pt x="216992" y="18481"/>
                  <a:pt x="217014" y="19062"/>
                </a:cubicBezTo>
                <a:cubicBezTo>
                  <a:pt x="217035" y="19642"/>
                  <a:pt x="217046" y="20427"/>
                  <a:pt x="217046" y="21416"/>
                </a:cubicBezTo>
                <a:close/>
                <a:moveTo>
                  <a:pt x="255617" y="77279"/>
                </a:moveTo>
                <a:lnTo>
                  <a:pt x="247876" y="98630"/>
                </a:lnTo>
                <a:cubicBezTo>
                  <a:pt x="247618" y="99318"/>
                  <a:pt x="246962" y="99845"/>
                  <a:pt x="245908" y="100211"/>
                </a:cubicBezTo>
                <a:cubicBezTo>
                  <a:pt x="244855" y="100576"/>
                  <a:pt x="243253" y="100759"/>
                  <a:pt x="241103" y="100759"/>
                </a:cubicBezTo>
                <a:cubicBezTo>
                  <a:pt x="239985" y="100759"/>
                  <a:pt x="239082" y="100705"/>
                  <a:pt x="238393" y="100598"/>
                </a:cubicBezTo>
                <a:cubicBezTo>
                  <a:pt x="237705" y="100490"/>
                  <a:pt x="237179" y="100307"/>
                  <a:pt x="236813" y="100049"/>
                </a:cubicBezTo>
                <a:cubicBezTo>
                  <a:pt x="236448" y="99791"/>
                  <a:pt x="236243" y="99447"/>
                  <a:pt x="236200" y="99017"/>
                </a:cubicBezTo>
                <a:cubicBezTo>
                  <a:pt x="236157" y="98587"/>
                  <a:pt x="236265" y="98071"/>
                  <a:pt x="236523" y="97469"/>
                </a:cubicBezTo>
                <a:lnTo>
                  <a:pt x="244522" y="77279"/>
                </a:lnTo>
                <a:cubicBezTo>
                  <a:pt x="244135" y="77107"/>
                  <a:pt x="243769" y="76827"/>
                  <a:pt x="243425" y="76440"/>
                </a:cubicBezTo>
                <a:cubicBezTo>
                  <a:pt x="243081" y="76053"/>
                  <a:pt x="242844" y="75644"/>
                  <a:pt x="242715" y="75214"/>
                </a:cubicBezTo>
                <a:lnTo>
                  <a:pt x="222009" y="19739"/>
                </a:lnTo>
                <a:cubicBezTo>
                  <a:pt x="221665" y="18836"/>
                  <a:pt x="221493" y="18126"/>
                  <a:pt x="221493" y="17610"/>
                </a:cubicBezTo>
                <a:cubicBezTo>
                  <a:pt x="221493" y="17094"/>
                  <a:pt x="221665" y="16686"/>
                  <a:pt x="222009" y="16385"/>
                </a:cubicBezTo>
                <a:cubicBezTo>
                  <a:pt x="222353" y="16084"/>
                  <a:pt x="222912" y="15879"/>
                  <a:pt x="223686" y="15772"/>
                </a:cubicBezTo>
                <a:cubicBezTo>
                  <a:pt x="224460" y="15664"/>
                  <a:pt x="225492" y="15611"/>
                  <a:pt x="226782" y="15611"/>
                </a:cubicBezTo>
                <a:cubicBezTo>
                  <a:pt x="228072" y="15611"/>
                  <a:pt x="229083" y="15643"/>
                  <a:pt x="229814" y="15707"/>
                </a:cubicBezTo>
                <a:cubicBezTo>
                  <a:pt x="230545" y="15772"/>
                  <a:pt x="231126" y="15890"/>
                  <a:pt x="231556" y="16062"/>
                </a:cubicBezTo>
                <a:cubicBezTo>
                  <a:pt x="231986" y="16234"/>
                  <a:pt x="232298" y="16481"/>
                  <a:pt x="232491" y="16804"/>
                </a:cubicBezTo>
                <a:cubicBezTo>
                  <a:pt x="232685" y="17126"/>
                  <a:pt x="232889" y="17567"/>
                  <a:pt x="233104" y="18126"/>
                </a:cubicBezTo>
                <a:lnTo>
                  <a:pt x="249682" y="64700"/>
                </a:lnTo>
                <a:lnTo>
                  <a:pt x="249876" y="64700"/>
                </a:lnTo>
                <a:lnTo>
                  <a:pt x="265873" y="17868"/>
                </a:lnTo>
                <a:cubicBezTo>
                  <a:pt x="266131" y="17051"/>
                  <a:pt x="266443" y="16524"/>
                  <a:pt x="266809" y="16288"/>
                </a:cubicBezTo>
                <a:cubicBezTo>
                  <a:pt x="267174" y="16051"/>
                  <a:pt x="267722" y="15879"/>
                  <a:pt x="268453" y="15772"/>
                </a:cubicBezTo>
                <a:cubicBezTo>
                  <a:pt x="269185" y="15664"/>
                  <a:pt x="270238" y="15611"/>
                  <a:pt x="271614" y="15611"/>
                </a:cubicBezTo>
                <a:cubicBezTo>
                  <a:pt x="272818" y="15611"/>
                  <a:pt x="273807" y="15664"/>
                  <a:pt x="274582" y="15772"/>
                </a:cubicBezTo>
                <a:cubicBezTo>
                  <a:pt x="275356" y="15879"/>
                  <a:pt x="275925" y="16084"/>
                  <a:pt x="276291" y="16385"/>
                </a:cubicBezTo>
                <a:cubicBezTo>
                  <a:pt x="276657" y="16686"/>
                  <a:pt x="276839" y="17094"/>
                  <a:pt x="276839" y="17610"/>
                </a:cubicBezTo>
                <a:cubicBezTo>
                  <a:pt x="276839" y="18126"/>
                  <a:pt x="276710" y="18771"/>
                  <a:pt x="276452" y="19545"/>
                </a:cubicBezTo>
                <a:lnTo>
                  <a:pt x="255617" y="772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F9647-0B1B-4EA5-A8F7-DDBB9395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36" y="2840555"/>
            <a:ext cx="374529" cy="189577"/>
          </a:xfrm>
          <a:custGeom xmlns:a="http://schemas.openxmlformats.org/drawingml/2006/main">
            <a:pathLst>
              <a:path w="374529" h="189577" fill="none">
                <a:moveTo>
                  <a:pt x="35009" y="189577"/>
                </a:moveTo>
                <a:lnTo>
                  <a:pt x="340181" y="189577"/>
                </a:lnTo>
                <a:cubicBezTo>
                  <a:pt x="359337" y="189577"/>
                  <a:pt x="374529" y="173723"/>
                  <a:pt x="374529" y="155228"/>
                </a:cubicBezTo>
                <a:lnTo>
                  <a:pt x="374529" y="34348"/>
                </a:lnTo>
                <a:cubicBezTo>
                  <a:pt x="374529" y="15193"/>
                  <a:pt x="359337" y="0"/>
                  <a:pt x="340181" y="0"/>
                </a:cubicBezTo>
                <a:lnTo>
                  <a:pt x="35009" y="0"/>
                </a:lnTo>
                <a:cubicBezTo>
                  <a:pt x="15853" y="0"/>
                  <a:pt x="0" y="15193"/>
                  <a:pt x="0" y="34348"/>
                </a:cubicBezTo>
                <a:lnTo>
                  <a:pt x="0" y="155228"/>
                </a:lnTo>
                <a:cubicBezTo>
                  <a:pt x="0" y="173723"/>
                  <a:pt x="15853" y="189577"/>
                  <a:pt x="35009" y="1895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A5A5A5"/>
            </a:solidFill>
            <a:miter/>
          </a:ln>
        </p:spPr>
      </p:sp>
      <p:sp>
        <p:nvSpPr>
          <p:cNvPr id="85" name="Text [SEP]">
            <a:extLst xmlns:a="http://schemas.openxmlformats.org/drawingml/2006/main">
              <a:ext uri="{FF2B5EF4-FFF2-40B4-BE49-F238E27FC236}">
                <a16:creationId xmlns:a16="http://schemas.microsoft.com/office/drawing/2014/main" id="{947396BB-62EE-40F0-884F-CDE653EB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353" y="2884997"/>
            <a:ext cx="249687" cy="110951"/>
          </a:xfrm>
          <a:custGeom xmlns:a="http://schemas.openxmlformats.org/drawingml/2006/main">
            <a:pathLst>
              <a:path w="249687" h="110951">
                <a:moveTo>
                  <a:pt x="22448" y="107081"/>
                </a:moveTo>
                <a:cubicBezTo>
                  <a:pt x="22448" y="108500"/>
                  <a:pt x="22287" y="109500"/>
                  <a:pt x="21964" y="110080"/>
                </a:cubicBezTo>
                <a:cubicBezTo>
                  <a:pt x="21642" y="110661"/>
                  <a:pt x="21180" y="110951"/>
                  <a:pt x="20578" y="110951"/>
                </a:cubicBezTo>
                <a:lnTo>
                  <a:pt x="4064" y="110951"/>
                </a:lnTo>
                <a:cubicBezTo>
                  <a:pt x="3548" y="110951"/>
                  <a:pt x="3053" y="110876"/>
                  <a:pt x="2580" y="110725"/>
                </a:cubicBezTo>
                <a:cubicBezTo>
                  <a:pt x="2107" y="110575"/>
                  <a:pt x="1677" y="110327"/>
                  <a:pt x="1290" y="109983"/>
                </a:cubicBezTo>
                <a:cubicBezTo>
                  <a:pt x="903" y="109639"/>
                  <a:pt x="591" y="109176"/>
                  <a:pt x="355" y="108594"/>
                </a:cubicBezTo>
                <a:cubicBezTo>
                  <a:pt x="118" y="108014"/>
                  <a:pt x="0" y="107294"/>
                  <a:pt x="0" y="106434"/>
                </a:cubicBezTo>
                <a:lnTo>
                  <a:pt x="0" y="4517"/>
                </a:lnTo>
                <a:cubicBezTo>
                  <a:pt x="0" y="3700"/>
                  <a:pt x="118" y="3002"/>
                  <a:pt x="355" y="2421"/>
                </a:cubicBezTo>
                <a:cubicBezTo>
                  <a:pt x="591" y="1839"/>
                  <a:pt x="903" y="1365"/>
                  <a:pt x="1290" y="1000"/>
                </a:cubicBezTo>
                <a:cubicBezTo>
                  <a:pt x="1677" y="634"/>
                  <a:pt x="2107" y="376"/>
                  <a:pt x="2580" y="226"/>
                </a:cubicBezTo>
                <a:cubicBezTo>
                  <a:pt x="3053" y="75"/>
                  <a:pt x="3548" y="0"/>
                  <a:pt x="4064" y="0"/>
                </a:cubicBezTo>
                <a:lnTo>
                  <a:pt x="20578" y="0"/>
                </a:lnTo>
                <a:cubicBezTo>
                  <a:pt x="20836" y="0"/>
                  <a:pt x="21083" y="65"/>
                  <a:pt x="21319" y="194"/>
                </a:cubicBezTo>
                <a:cubicBezTo>
                  <a:pt x="21556" y="323"/>
                  <a:pt x="21760" y="559"/>
                  <a:pt x="21932" y="903"/>
                </a:cubicBezTo>
                <a:cubicBezTo>
                  <a:pt x="22104" y="1247"/>
                  <a:pt x="22233" y="1666"/>
                  <a:pt x="22319" y="2161"/>
                </a:cubicBezTo>
                <a:cubicBezTo>
                  <a:pt x="22405" y="2656"/>
                  <a:pt x="22448" y="3268"/>
                  <a:pt x="22448" y="3999"/>
                </a:cubicBezTo>
                <a:cubicBezTo>
                  <a:pt x="22448" y="5376"/>
                  <a:pt x="22287" y="6365"/>
                  <a:pt x="21964" y="6967"/>
                </a:cubicBezTo>
                <a:cubicBezTo>
                  <a:pt x="21642" y="7569"/>
                  <a:pt x="21180" y="7870"/>
                  <a:pt x="20578" y="7870"/>
                </a:cubicBezTo>
                <a:lnTo>
                  <a:pt x="10063" y="7870"/>
                </a:lnTo>
                <a:lnTo>
                  <a:pt x="10063" y="103146"/>
                </a:lnTo>
                <a:lnTo>
                  <a:pt x="20578" y="103146"/>
                </a:lnTo>
                <a:cubicBezTo>
                  <a:pt x="20836" y="103146"/>
                  <a:pt x="21083" y="103210"/>
                  <a:pt x="21319" y="103339"/>
                </a:cubicBezTo>
                <a:cubicBezTo>
                  <a:pt x="21556" y="103468"/>
                  <a:pt x="21760" y="103694"/>
                  <a:pt x="21932" y="104017"/>
                </a:cubicBezTo>
                <a:cubicBezTo>
                  <a:pt x="22104" y="104339"/>
                  <a:pt x="22233" y="104748"/>
                  <a:pt x="22319" y="105242"/>
                </a:cubicBezTo>
                <a:cubicBezTo>
                  <a:pt x="22405" y="105737"/>
                  <a:pt x="22448" y="106350"/>
                  <a:pt x="22448" y="107081"/>
                </a:cubicBezTo>
                <a:close/>
                <a:moveTo>
                  <a:pt x="84111" y="66921"/>
                </a:moveTo>
                <a:cubicBezTo>
                  <a:pt x="84111" y="70840"/>
                  <a:pt x="83391" y="74329"/>
                  <a:pt x="81950" y="77388"/>
                </a:cubicBezTo>
                <a:cubicBezTo>
                  <a:pt x="80509" y="80445"/>
                  <a:pt x="78510" y="83040"/>
                  <a:pt x="75951" y="85173"/>
                </a:cubicBezTo>
                <a:cubicBezTo>
                  <a:pt x="73392" y="87304"/>
                  <a:pt x="70382" y="88908"/>
                  <a:pt x="66920" y="89984"/>
                </a:cubicBezTo>
                <a:cubicBezTo>
                  <a:pt x="63458" y="91061"/>
                  <a:pt x="59728" y="91599"/>
                  <a:pt x="55728" y="91599"/>
                </a:cubicBezTo>
                <a:cubicBezTo>
                  <a:pt x="52933" y="91599"/>
                  <a:pt x="50342" y="91363"/>
                  <a:pt x="47955" y="90890"/>
                </a:cubicBezTo>
                <a:cubicBezTo>
                  <a:pt x="45568" y="90416"/>
                  <a:pt x="43440" y="89836"/>
                  <a:pt x="41569" y="89148"/>
                </a:cubicBezTo>
                <a:cubicBezTo>
                  <a:pt x="39698" y="88460"/>
                  <a:pt x="38129" y="87750"/>
                  <a:pt x="36860" y="87019"/>
                </a:cubicBezTo>
                <a:cubicBezTo>
                  <a:pt x="35591" y="86288"/>
                  <a:pt x="34710" y="85664"/>
                  <a:pt x="34215" y="85148"/>
                </a:cubicBezTo>
                <a:cubicBezTo>
                  <a:pt x="33721" y="84632"/>
                  <a:pt x="33355" y="83977"/>
                  <a:pt x="33119" y="83181"/>
                </a:cubicBezTo>
                <a:cubicBezTo>
                  <a:pt x="32882" y="82385"/>
                  <a:pt x="32764" y="81321"/>
                  <a:pt x="32764" y="79988"/>
                </a:cubicBezTo>
                <a:cubicBezTo>
                  <a:pt x="32764" y="79042"/>
                  <a:pt x="32807" y="78257"/>
                  <a:pt x="32893" y="77633"/>
                </a:cubicBezTo>
                <a:cubicBezTo>
                  <a:pt x="32979" y="77010"/>
                  <a:pt x="33108" y="76505"/>
                  <a:pt x="33280" y="76118"/>
                </a:cubicBezTo>
                <a:cubicBezTo>
                  <a:pt x="33452" y="75731"/>
                  <a:pt x="33667" y="75462"/>
                  <a:pt x="33925" y="75311"/>
                </a:cubicBezTo>
                <a:cubicBezTo>
                  <a:pt x="34183" y="75161"/>
                  <a:pt x="34484" y="75085"/>
                  <a:pt x="34828" y="75085"/>
                </a:cubicBezTo>
                <a:cubicBezTo>
                  <a:pt x="35430" y="75085"/>
                  <a:pt x="36280" y="75451"/>
                  <a:pt x="37376" y="76182"/>
                </a:cubicBezTo>
                <a:cubicBezTo>
                  <a:pt x="38473" y="76913"/>
                  <a:pt x="39881" y="77709"/>
                  <a:pt x="41601" y="78569"/>
                </a:cubicBezTo>
                <a:cubicBezTo>
                  <a:pt x="43321" y="79429"/>
                  <a:pt x="45396" y="80235"/>
                  <a:pt x="47826" y="80988"/>
                </a:cubicBezTo>
                <a:cubicBezTo>
                  <a:pt x="50256" y="81740"/>
                  <a:pt x="53062" y="82117"/>
                  <a:pt x="56244" y="82117"/>
                </a:cubicBezTo>
                <a:cubicBezTo>
                  <a:pt x="58653" y="82117"/>
                  <a:pt x="60856" y="81793"/>
                  <a:pt x="62856" y="81147"/>
                </a:cubicBezTo>
                <a:cubicBezTo>
                  <a:pt x="64856" y="80501"/>
                  <a:pt x="66576" y="79585"/>
                  <a:pt x="68017" y="78399"/>
                </a:cubicBezTo>
                <a:cubicBezTo>
                  <a:pt x="69457" y="77213"/>
                  <a:pt x="70565" y="75757"/>
                  <a:pt x="71339" y="74033"/>
                </a:cubicBezTo>
                <a:cubicBezTo>
                  <a:pt x="72113" y="72309"/>
                  <a:pt x="72500" y="70348"/>
                  <a:pt x="72500" y="68149"/>
                </a:cubicBezTo>
                <a:cubicBezTo>
                  <a:pt x="72500" y="65780"/>
                  <a:pt x="71962" y="63756"/>
                  <a:pt x="70887" y="62077"/>
                </a:cubicBezTo>
                <a:cubicBezTo>
                  <a:pt x="69812" y="60397"/>
                  <a:pt x="68393" y="58923"/>
                  <a:pt x="66630" y="57653"/>
                </a:cubicBezTo>
                <a:cubicBezTo>
                  <a:pt x="64867" y="56381"/>
                  <a:pt x="62856" y="55218"/>
                  <a:pt x="60598" y="54163"/>
                </a:cubicBezTo>
                <a:cubicBezTo>
                  <a:pt x="58341" y="53107"/>
                  <a:pt x="56029" y="52030"/>
                  <a:pt x="53664" y="50932"/>
                </a:cubicBezTo>
                <a:cubicBezTo>
                  <a:pt x="51299" y="49834"/>
                  <a:pt x="48998" y="48618"/>
                  <a:pt x="46762" y="47283"/>
                </a:cubicBezTo>
                <a:cubicBezTo>
                  <a:pt x="44526" y="45947"/>
                  <a:pt x="42526" y="44375"/>
                  <a:pt x="40763" y="42566"/>
                </a:cubicBezTo>
                <a:cubicBezTo>
                  <a:pt x="39000" y="40757"/>
                  <a:pt x="37570" y="38636"/>
                  <a:pt x="36473" y="36202"/>
                </a:cubicBezTo>
                <a:cubicBezTo>
                  <a:pt x="35376" y="33768"/>
                  <a:pt x="34828" y="30850"/>
                  <a:pt x="34828" y="27447"/>
                </a:cubicBezTo>
                <a:cubicBezTo>
                  <a:pt x="34828" y="23960"/>
                  <a:pt x="35462" y="20849"/>
                  <a:pt x="36731" y="18114"/>
                </a:cubicBezTo>
                <a:cubicBezTo>
                  <a:pt x="38000" y="15378"/>
                  <a:pt x="39763" y="13084"/>
                  <a:pt x="42021" y="11232"/>
                </a:cubicBezTo>
                <a:cubicBezTo>
                  <a:pt x="44278" y="9380"/>
                  <a:pt x="46966" y="7970"/>
                  <a:pt x="50084" y="7001"/>
                </a:cubicBezTo>
                <a:cubicBezTo>
                  <a:pt x="53202" y="6032"/>
                  <a:pt x="56567" y="5548"/>
                  <a:pt x="60179" y="5548"/>
                </a:cubicBezTo>
                <a:cubicBezTo>
                  <a:pt x="62028" y="5548"/>
                  <a:pt x="63888" y="5711"/>
                  <a:pt x="65759" y="6037"/>
                </a:cubicBezTo>
                <a:cubicBezTo>
                  <a:pt x="67630" y="6363"/>
                  <a:pt x="69393" y="6797"/>
                  <a:pt x="71048" y="7342"/>
                </a:cubicBezTo>
                <a:cubicBezTo>
                  <a:pt x="72704" y="7885"/>
                  <a:pt x="74177" y="8493"/>
                  <a:pt x="75467" y="9168"/>
                </a:cubicBezTo>
                <a:cubicBezTo>
                  <a:pt x="76757" y="9841"/>
                  <a:pt x="77607" y="10385"/>
                  <a:pt x="78015" y="10799"/>
                </a:cubicBezTo>
                <a:cubicBezTo>
                  <a:pt x="78424" y="11211"/>
                  <a:pt x="78693" y="11536"/>
                  <a:pt x="78822" y="11772"/>
                </a:cubicBezTo>
                <a:cubicBezTo>
                  <a:pt x="78951" y="12009"/>
                  <a:pt x="79058" y="12310"/>
                  <a:pt x="79144" y="12676"/>
                </a:cubicBezTo>
                <a:cubicBezTo>
                  <a:pt x="79230" y="13041"/>
                  <a:pt x="79295" y="13482"/>
                  <a:pt x="79338" y="13998"/>
                </a:cubicBezTo>
                <a:cubicBezTo>
                  <a:pt x="79381" y="14514"/>
                  <a:pt x="79402" y="15181"/>
                  <a:pt x="79402" y="15998"/>
                </a:cubicBezTo>
                <a:cubicBezTo>
                  <a:pt x="79402" y="16772"/>
                  <a:pt x="79370" y="17460"/>
                  <a:pt x="79305" y="18062"/>
                </a:cubicBezTo>
                <a:cubicBezTo>
                  <a:pt x="79241" y="18664"/>
                  <a:pt x="79144" y="19169"/>
                  <a:pt x="79015" y="19578"/>
                </a:cubicBezTo>
                <a:cubicBezTo>
                  <a:pt x="78886" y="19986"/>
                  <a:pt x="78703" y="20287"/>
                  <a:pt x="78467" y="20481"/>
                </a:cubicBezTo>
                <a:cubicBezTo>
                  <a:pt x="78230" y="20674"/>
                  <a:pt x="77961" y="20771"/>
                  <a:pt x="77660" y="20771"/>
                </a:cubicBezTo>
                <a:cubicBezTo>
                  <a:pt x="77187" y="20771"/>
                  <a:pt x="76446" y="20467"/>
                  <a:pt x="75435" y="19858"/>
                </a:cubicBezTo>
                <a:cubicBezTo>
                  <a:pt x="74424" y="19249"/>
                  <a:pt x="73188" y="18564"/>
                  <a:pt x="71726" y="17804"/>
                </a:cubicBezTo>
                <a:cubicBezTo>
                  <a:pt x="70264" y="17043"/>
                  <a:pt x="68533" y="16348"/>
                  <a:pt x="66533" y="15717"/>
                </a:cubicBezTo>
                <a:cubicBezTo>
                  <a:pt x="64533" y="15087"/>
                  <a:pt x="62286" y="14772"/>
                  <a:pt x="59792" y="14772"/>
                </a:cubicBezTo>
                <a:cubicBezTo>
                  <a:pt x="57470" y="14772"/>
                  <a:pt x="55449" y="15085"/>
                  <a:pt x="53729" y="15711"/>
                </a:cubicBezTo>
                <a:cubicBezTo>
                  <a:pt x="52008" y="16336"/>
                  <a:pt x="50589" y="17166"/>
                  <a:pt x="49471" y="18201"/>
                </a:cubicBezTo>
                <a:cubicBezTo>
                  <a:pt x="48353" y="19236"/>
                  <a:pt x="47514" y="20465"/>
                  <a:pt x="46955" y="21888"/>
                </a:cubicBezTo>
                <a:cubicBezTo>
                  <a:pt x="46396" y="23311"/>
                  <a:pt x="46117" y="24820"/>
                  <a:pt x="46117" y="26415"/>
                </a:cubicBezTo>
                <a:cubicBezTo>
                  <a:pt x="46117" y="28742"/>
                  <a:pt x="46654" y="30745"/>
                  <a:pt x="47729" y="32425"/>
                </a:cubicBezTo>
                <a:cubicBezTo>
                  <a:pt x="48805" y="34103"/>
                  <a:pt x="50234" y="35589"/>
                  <a:pt x="52019" y="36882"/>
                </a:cubicBezTo>
                <a:cubicBezTo>
                  <a:pt x="53804" y="38173"/>
                  <a:pt x="55836" y="39358"/>
                  <a:pt x="58115" y="40435"/>
                </a:cubicBezTo>
                <a:cubicBezTo>
                  <a:pt x="60394" y="41512"/>
                  <a:pt x="62716" y="42599"/>
                  <a:pt x="65082" y="43697"/>
                </a:cubicBezTo>
                <a:cubicBezTo>
                  <a:pt x="67447" y="44795"/>
                  <a:pt x="69769" y="46001"/>
                  <a:pt x="72048" y="47315"/>
                </a:cubicBezTo>
                <a:cubicBezTo>
                  <a:pt x="74328" y="48628"/>
                  <a:pt x="76360" y="50179"/>
                  <a:pt x="78144" y="51966"/>
                </a:cubicBezTo>
                <a:cubicBezTo>
                  <a:pt x="79929" y="53753"/>
                  <a:pt x="81370" y="55864"/>
                  <a:pt x="82466" y="58298"/>
                </a:cubicBezTo>
                <a:cubicBezTo>
                  <a:pt x="83563" y="60730"/>
                  <a:pt x="84111" y="63605"/>
                  <a:pt x="84111" y="66921"/>
                </a:cubicBezTo>
                <a:close/>
                <a:moveTo>
                  <a:pt x="146309" y="85729"/>
                </a:moveTo>
                <a:cubicBezTo>
                  <a:pt x="146309" y="86503"/>
                  <a:pt x="146266" y="87180"/>
                  <a:pt x="146180" y="87761"/>
                </a:cubicBezTo>
                <a:cubicBezTo>
                  <a:pt x="146094" y="88342"/>
                  <a:pt x="145943" y="88825"/>
                  <a:pt x="145728" y="89212"/>
                </a:cubicBezTo>
                <a:cubicBezTo>
                  <a:pt x="145513" y="89599"/>
                  <a:pt x="145266" y="89879"/>
                  <a:pt x="144986" y="90051"/>
                </a:cubicBezTo>
                <a:cubicBezTo>
                  <a:pt x="144707" y="90223"/>
                  <a:pt x="144395" y="90309"/>
                  <a:pt x="144051" y="90309"/>
                </a:cubicBezTo>
                <a:lnTo>
                  <a:pt x="103993" y="90309"/>
                </a:lnTo>
                <a:cubicBezTo>
                  <a:pt x="103004" y="90309"/>
                  <a:pt x="102068" y="89976"/>
                  <a:pt x="101187" y="89309"/>
                </a:cubicBezTo>
                <a:cubicBezTo>
                  <a:pt x="100305" y="88643"/>
                  <a:pt x="99864" y="87471"/>
                  <a:pt x="99864" y="85793"/>
                </a:cubicBezTo>
                <a:lnTo>
                  <a:pt x="99864" y="11353"/>
                </a:lnTo>
                <a:cubicBezTo>
                  <a:pt x="99864" y="9676"/>
                  <a:pt x="100305" y="8504"/>
                  <a:pt x="101187" y="7838"/>
                </a:cubicBezTo>
                <a:cubicBezTo>
                  <a:pt x="102068" y="7171"/>
                  <a:pt x="103004" y="6838"/>
                  <a:pt x="103993" y="6838"/>
                </a:cubicBezTo>
                <a:lnTo>
                  <a:pt x="143600" y="6838"/>
                </a:lnTo>
                <a:cubicBezTo>
                  <a:pt x="143944" y="6838"/>
                  <a:pt x="144255" y="6924"/>
                  <a:pt x="144535" y="7096"/>
                </a:cubicBezTo>
                <a:cubicBezTo>
                  <a:pt x="144814" y="7268"/>
                  <a:pt x="145040" y="7547"/>
                  <a:pt x="145212" y="7934"/>
                </a:cubicBezTo>
                <a:cubicBezTo>
                  <a:pt x="145384" y="8321"/>
                  <a:pt x="145524" y="8805"/>
                  <a:pt x="145631" y="9386"/>
                </a:cubicBezTo>
                <a:cubicBezTo>
                  <a:pt x="145739" y="9966"/>
                  <a:pt x="145793" y="10687"/>
                  <a:pt x="145793" y="11547"/>
                </a:cubicBezTo>
                <a:cubicBezTo>
                  <a:pt x="145793" y="12321"/>
                  <a:pt x="145739" y="12998"/>
                  <a:pt x="145631" y="13579"/>
                </a:cubicBezTo>
                <a:cubicBezTo>
                  <a:pt x="145524" y="14159"/>
                  <a:pt x="145384" y="14632"/>
                  <a:pt x="145212" y="14998"/>
                </a:cubicBezTo>
                <a:cubicBezTo>
                  <a:pt x="145040" y="15363"/>
                  <a:pt x="144814" y="15632"/>
                  <a:pt x="144535" y="15804"/>
                </a:cubicBezTo>
                <a:cubicBezTo>
                  <a:pt x="144255" y="15976"/>
                  <a:pt x="143944" y="16062"/>
                  <a:pt x="143600" y="16062"/>
                </a:cubicBezTo>
                <a:lnTo>
                  <a:pt x="110959" y="16062"/>
                </a:lnTo>
                <a:lnTo>
                  <a:pt x="110959" y="42252"/>
                </a:lnTo>
                <a:lnTo>
                  <a:pt x="138955" y="42252"/>
                </a:lnTo>
                <a:cubicBezTo>
                  <a:pt x="139299" y="42252"/>
                  <a:pt x="139611" y="42348"/>
                  <a:pt x="139890" y="42542"/>
                </a:cubicBezTo>
                <a:cubicBezTo>
                  <a:pt x="140170" y="42735"/>
                  <a:pt x="140406" y="43004"/>
                  <a:pt x="140600" y="43348"/>
                </a:cubicBezTo>
                <a:cubicBezTo>
                  <a:pt x="140794" y="43692"/>
                  <a:pt x="140933" y="44165"/>
                  <a:pt x="141019" y="44767"/>
                </a:cubicBezTo>
                <a:cubicBezTo>
                  <a:pt x="141105" y="45369"/>
                  <a:pt x="141148" y="46079"/>
                  <a:pt x="141148" y="46896"/>
                </a:cubicBezTo>
                <a:cubicBezTo>
                  <a:pt x="141148" y="47670"/>
                  <a:pt x="141105" y="48337"/>
                  <a:pt x="141019" y="48896"/>
                </a:cubicBezTo>
                <a:cubicBezTo>
                  <a:pt x="140933" y="49455"/>
                  <a:pt x="140794" y="49906"/>
                  <a:pt x="140600" y="50250"/>
                </a:cubicBezTo>
                <a:cubicBezTo>
                  <a:pt x="140406" y="50595"/>
                  <a:pt x="140170" y="50842"/>
                  <a:pt x="139890" y="50992"/>
                </a:cubicBezTo>
                <a:cubicBezTo>
                  <a:pt x="139611" y="51143"/>
                  <a:pt x="139299" y="51218"/>
                  <a:pt x="138955" y="51218"/>
                </a:cubicBezTo>
                <a:lnTo>
                  <a:pt x="110959" y="51218"/>
                </a:lnTo>
                <a:lnTo>
                  <a:pt x="110959" y="81085"/>
                </a:lnTo>
                <a:lnTo>
                  <a:pt x="144051" y="81085"/>
                </a:lnTo>
                <a:cubicBezTo>
                  <a:pt x="144395" y="81085"/>
                  <a:pt x="144707" y="81171"/>
                  <a:pt x="144986" y="81343"/>
                </a:cubicBezTo>
                <a:cubicBezTo>
                  <a:pt x="145266" y="81515"/>
                  <a:pt x="145513" y="81783"/>
                  <a:pt x="145728" y="82149"/>
                </a:cubicBezTo>
                <a:cubicBezTo>
                  <a:pt x="145943" y="82514"/>
                  <a:pt x="146094" y="82987"/>
                  <a:pt x="146180" y="83568"/>
                </a:cubicBezTo>
                <a:cubicBezTo>
                  <a:pt x="146266" y="84149"/>
                  <a:pt x="146309" y="84869"/>
                  <a:pt x="146309" y="85729"/>
                </a:cubicBezTo>
                <a:close/>
                <a:moveTo>
                  <a:pt x="215563" y="31286"/>
                </a:moveTo>
                <a:cubicBezTo>
                  <a:pt x="215563" y="35457"/>
                  <a:pt x="214875" y="39220"/>
                  <a:pt x="213499" y="42574"/>
                </a:cubicBezTo>
                <a:cubicBezTo>
                  <a:pt x="212123" y="45929"/>
                  <a:pt x="210156" y="48788"/>
                  <a:pt x="207597" y="51154"/>
                </a:cubicBezTo>
                <a:cubicBezTo>
                  <a:pt x="205038" y="53519"/>
                  <a:pt x="201899" y="55346"/>
                  <a:pt x="198179" y="56637"/>
                </a:cubicBezTo>
                <a:cubicBezTo>
                  <a:pt x="194459" y="57927"/>
                  <a:pt x="190019" y="58572"/>
                  <a:pt x="184858" y="58572"/>
                </a:cubicBezTo>
                <a:lnTo>
                  <a:pt x="175376" y="58572"/>
                </a:lnTo>
                <a:lnTo>
                  <a:pt x="175376" y="88632"/>
                </a:lnTo>
                <a:cubicBezTo>
                  <a:pt x="175376" y="88976"/>
                  <a:pt x="175279" y="89277"/>
                  <a:pt x="175086" y="89535"/>
                </a:cubicBezTo>
                <a:cubicBezTo>
                  <a:pt x="174892" y="89793"/>
                  <a:pt x="174591" y="89997"/>
                  <a:pt x="174183" y="90148"/>
                </a:cubicBezTo>
                <a:cubicBezTo>
                  <a:pt x="173774" y="90298"/>
                  <a:pt x="173215" y="90427"/>
                  <a:pt x="172505" y="90535"/>
                </a:cubicBezTo>
                <a:cubicBezTo>
                  <a:pt x="171796" y="90642"/>
                  <a:pt x="170903" y="90696"/>
                  <a:pt x="169828" y="90696"/>
                </a:cubicBezTo>
                <a:cubicBezTo>
                  <a:pt x="168753" y="90696"/>
                  <a:pt x="167861" y="90642"/>
                  <a:pt x="167151" y="90535"/>
                </a:cubicBezTo>
                <a:cubicBezTo>
                  <a:pt x="166442" y="90427"/>
                  <a:pt x="165872" y="90298"/>
                  <a:pt x="165442" y="90148"/>
                </a:cubicBezTo>
                <a:cubicBezTo>
                  <a:pt x="165012" y="89997"/>
                  <a:pt x="164711" y="89793"/>
                  <a:pt x="164539" y="89535"/>
                </a:cubicBezTo>
                <a:cubicBezTo>
                  <a:pt x="164367" y="89277"/>
                  <a:pt x="164281" y="88976"/>
                  <a:pt x="164281" y="88632"/>
                </a:cubicBezTo>
                <a:lnTo>
                  <a:pt x="164281" y="11611"/>
                </a:lnTo>
                <a:cubicBezTo>
                  <a:pt x="164281" y="9891"/>
                  <a:pt x="164732" y="8665"/>
                  <a:pt x="165635" y="7934"/>
                </a:cubicBezTo>
                <a:cubicBezTo>
                  <a:pt x="166539" y="7203"/>
                  <a:pt x="167549" y="6838"/>
                  <a:pt x="168667" y="6838"/>
                </a:cubicBezTo>
                <a:lnTo>
                  <a:pt x="186536" y="6838"/>
                </a:lnTo>
                <a:cubicBezTo>
                  <a:pt x="188342" y="6838"/>
                  <a:pt x="190073" y="6913"/>
                  <a:pt x="191728" y="7063"/>
                </a:cubicBezTo>
                <a:cubicBezTo>
                  <a:pt x="193384" y="7214"/>
                  <a:pt x="195341" y="7537"/>
                  <a:pt x="197598" y="8031"/>
                </a:cubicBezTo>
                <a:cubicBezTo>
                  <a:pt x="199856" y="8526"/>
                  <a:pt x="202157" y="9450"/>
                  <a:pt x="204501" y="10805"/>
                </a:cubicBezTo>
                <a:cubicBezTo>
                  <a:pt x="206844" y="12159"/>
                  <a:pt x="208833" y="13826"/>
                  <a:pt x="210467" y="15804"/>
                </a:cubicBezTo>
                <a:cubicBezTo>
                  <a:pt x="212102" y="17782"/>
                  <a:pt x="213359" y="20072"/>
                  <a:pt x="214241" y="22674"/>
                </a:cubicBezTo>
                <a:cubicBezTo>
                  <a:pt x="215123" y="25276"/>
                  <a:pt x="215563" y="28146"/>
                  <a:pt x="215563" y="31286"/>
                </a:cubicBezTo>
                <a:moveTo>
                  <a:pt x="203888" y="32189"/>
                </a:moveTo>
                <a:cubicBezTo>
                  <a:pt x="203888" y="28791"/>
                  <a:pt x="203253" y="25953"/>
                  <a:pt x="201985" y="23674"/>
                </a:cubicBezTo>
                <a:cubicBezTo>
                  <a:pt x="200716" y="21395"/>
                  <a:pt x="199147" y="19696"/>
                  <a:pt x="197276" y="18578"/>
                </a:cubicBezTo>
                <a:cubicBezTo>
                  <a:pt x="195405" y="17460"/>
                  <a:pt x="193470" y="16750"/>
                  <a:pt x="191470" y="16449"/>
                </a:cubicBezTo>
                <a:cubicBezTo>
                  <a:pt x="189471" y="16148"/>
                  <a:pt x="187525" y="15998"/>
                  <a:pt x="185632" y="15998"/>
                </a:cubicBezTo>
                <a:lnTo>
                  <a:pt x="175376" y="15998"/>
                </a:lnTo>
                <a:lnTo>
                  <a:pt x="175376" y="49476"/>
                </a:lnTo>
                <a:lnTo>
                  <a:pt x="185374" y="49476"/>
                </a:lnTo>
                <a:cubicBezTo>
                  <a:pt x="188729" y="49476"/>
                  <a:pt x="191513" y="49046"/>
                  <a:pt x="193728" y="48186"/>
                </a:cubicBezTo>
                <a:cubicBezTo>
                  <a:pt x="195943" y="47326"/>
                  <a:pt x="197803" y="46133"/>
                  <a:pt x="199308" y="44606"/>
                </a:cubicBezTo>
                <a:cubicBezTo>
                  <a:pt x="200813" y="43080"/>
                  <a:pt x="201953" y="41252"/>
                  <a:pt x="202727" y="39123"/>
                </a:cubicBezTo>
                <a:cubicBezTo>
                  <a:pt x="203501" y="36994"/>
                  <a:pt x="203888" y="34683"/>
                  <a:pt x="203888" y="32189"/>
                </a:cubicBezTo>
                <a:close/>
                <a:moveTo>
                  <a:pt x="249687" y="106434"/>
                </a:moveTo>
                <a:cubicBezTo>
                  <a:pt x="249687" y="107294"/>
                  <a:pt x="249569" y="108014"/>
                  <a:pt x="249332" y="108594"/>
                </a:cubicBezTo>
                <a:cubicBezTo>
                  <a:pt x="249096" y="109176"/>
                  <a:pt x="248784" y="109639"/>
                  <a:pt x="248397" y="109983"/>
                </a:cubicBezTo>
                <a:cubicBezTo>
                  <a:pt x="248010" y="110327"/>
                  <a:pt x="247569" y="110575"/>
                  <a:pt x="247075" y="110725"/>
                </a:cubicBezTo>
                <a:cubicBezTo>
                  <a:pt x="246580" y="110876"/>
                  <a:pt x="246075" y="110951"/>
                  <a:pt x="245559" y="110951"/>
                </a:cubicBezTo>
                <a:lnTo>
                  <a:pt x="229110" y="110951"/>
                </a:lnTo>
                <a:cubicBezTo>
                  <a:pt x="228508" y="110951"/>
                  <a:pt x="228045" y="110661"/>
                  <a:pt x="227723" y="110080"/>
                </a:cubicBezTo>
                <a:cubicBezTo>
                  <a:pt x="227400" y="109500"/>
                  <a:pt x="227239" y="108500"/>
                  <a:pt x="227239" y="107081"/>
                </a:cubicBezTo>
                <a:cubicBezTo>
                  <a:pt x="227239" y="106350"/>
                  <a:pt x="227271" y="105737"/>
                  <a:pt x="227336" y="105242"/>
                </a:cubicBezTo>
                <a:cubicBezTo>
                  <a:pt x="227400" y="104748"/>
                  <a:pt x="227519" y="104339"/>
                  <a:pt x="227691" y="104017"/>
                </a:cubicBezTo>
                <a:cubicBezTo>
                  <a:pt x="227863" y="103694"/>
                  <a:pt x="228067" y="103468"/>
                  <a:pt x="228303" y="103339"/>
                </a:cubicBezTo>
                <a:cubicBezTo>
                  <a:pt x="228540" y="103210"/>
                  <a:pt x="228809" y="103146"/>
                  <a:pt x="229110" y="103146"/>
                </a:cubicBezTo>
                <a:lnTo>
                  <a:pt x="239624" y="103146"/>
                </a:lnTo>
                <a:lnTo>
                  <a:pt x="239624" y="7870"/>
                </a:lnTo>
                <a:lnTo>
                  <a:pt x="229110" y="7870"/>
                </a:lnTo>
                <a:cubicBezTo>
                  <a:pt x="228508" y="7870"/>
                  <a:pt x="228045" y="7569"/>
                  <a:pt x="227723" y="6967"/>
                </a:cubicBezTo>
                <a:cubicBezTo>
                  <a:pt x="227400" y="6365"/>
                  <a:pt x="227239" y="5376"/>
                  <a:pt x="227239" y="3999"/>
                </a:cubicBezTo>
                <a:cubicBezTo>
                  <a:pt x="227239" y="3268"/>
                  <a:pt x="227271" y="2656"/>
                  <a:pt x="227336" y="2161"/>
                </a:cubicBezTo>
                <a:cubicBezTo>
                  <a:pt x="227400" y="1666"/>
                  <a:pt x="227519" y="1247"/>
                  <a:pt x="227691" y="903"/>
                </a:cubicBezTo>
                <a:cubicBezTo>
                  <a:pt x="227863" y="559"/>
                  <a:pt x="228067" y="323"/>
                  <a:pt x="228303" y="194"/>
                </a:cubicBezTo>
                <a:cubicBezTo>
                  <a:pt x="228540" y="65"/>
                  <a:pt x="228809" y="0"/>
                  <a:pt x="229110" y="0"/>
                </a:cubicBezTo>
                <a:lnTo>
                  <a:pt x="245559" y="0"/>
                </a:lnTo>
                <a:cubicBezTo>
                  <a:pt x="246075" y="0"/>
                  <a:pt x="246580" y="75"/>
                  <a:pt x="247075" y="226"/>
                </a:cubicBezTo>
                <a:cubicBezTo>
                  <a:pt x="247569" y="376"/>
                  <a:pt x="248010" y="634"/>
                  <a:pt x="248397" y="1000"/>
                </a:cubicBezTo>
                <a:cubicBezTo>
                  <a:pt x="248784" y="1365"/>
                  <a:pt x="249096" y="1839"/>
                  <a:pt x="249332" y="2421"/>
                </a:cubicBezTo>
                <a:cubicBezTo>
                  <a:pt x="249569" y="3002"/>
                  <a:pt x="249687" y="3700"/>
                  <a:pt x="249687" y="4517"/>
                </a:cubicBezTo>
                <a:lnTo>
                  <a:pt x="249687" y="1064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DBC99-6DEB-4CF2-AA5C-EE107A3E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56" y="2840555"/>
            <a:ext cx="374529" cy="189577"/>
          </a:xfrm>
          <a:custGeom xmlns:a="http://schemas.openxmlformats.org/drawingml/2006/main">
            <a:pathLst>
              <a:path w="374529" h="189577" fill="none">
                <a:moveTo>
                  <a:pt x="35009" y="189577"/>
                </a:moveTo>
                <a:lnTo>
                  <a:pt x="340181" y="189577"/>
                </a:lnTo>
                <a:cubicBezTo>
                  <a:pt x="359337" y="189577"/>
                  <a:pt x="374529" y="173723"/>
                  <a:pt x="374529" y="155228"/>
                </a:cubicBezTo>
                <a:lnTo>
                  <a:pt x="374529" y="34348"/>
                </a:lnTo>
                <a:cubicBezTo>
                  <a:pt x="374529" y="15193"/>
                  <a:pt x="359337" y="0"/>
                  <a:pt x="340181" y="0"/>
                </a:cubicBezTo>
                <a:lnTo>
                  <a:pt x="35009" y="0"/>
                </a:lnTo>
                <a:cubicBezTo>
                  <a:pt x="15853" y="0"/>
                  <a:pt x="0" y="15193"/>
                  <a:pt x="0" y="34348"/>
                </a:cubicBezTo>
                <a:lnTo>
                  <a:pt x="0" y="155228"/>
                </a:lnTo>
                <a:cubicBezTo>
                  <a:pt x="0" y="173723"/>
                  <a:pt x="15853" y="189577"/>
                  <a:pt x="35009" y="1895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A5A5A5"/>
            </a:solidFill>
            <a:miter/>
          </a:ln>
        </p:spPr>
      </p:sp>
      <p:sp>
        <p:nvSpPr>
          <p:cNvPr id="87" name="Text [SEP]...">
            <a:extLst xmlns:a="http://schemas.openxmlformats.org/drawingml/2006/main">
              <a:ext uri="{FF2B5EF4-FFF2-40B4-BE49-F238E27FC236}">
                <a16:creationId xmlns:a16="http://schemas.microsoft.com/office/drawing/2014/main" id="{2E32BFBF-6D71-48B6-B015-6A49F1E1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972" y="2884997"/>
            <a:ext cx="464621" cy="110951"/>
          </a:xfrm>
          <a:custGeom xmlns:a="http://schemas.openxmlformats.org/drawingml/2006/main">
            <a:pathLst>
              <a:path w="464621" h="110951">
                <a:moveTo>
                  <a:pt x="22448" y="107081"/>
                </a:moveTo>
                <a:cubicBezTo>
                  <a:pt x="22448" y="108500"/>
                  <a:pt x="22287" y="109500"/>
                  <a:pt x="21964" y="110080"/>
                </a:cubicBezTo>
                <a:cubicBezTo>
                  <a:pt x="21642" y="110661"/>
                  <a:pt x="21180" y="110951"/>
                  <a:pt x="20578" y="110951"/>
                </a:cubicBezTo>
                <a:lnTo>
                  <a:pt x="4064" y="110951"/>
                </a:lnTo>
                <a:cubicBezTo>
                  <a:pt x="3548" y="110951"/>
                  <a:pt x="3053" y="110876"/>
                  <a:pt x="2580" y="110725"/>
                </a:cubicBezTo>
                <a:cubicBezTo>
                  <a:pt x="2107" y="110575"/>
                  <a:pt x="1677" y="110327"/>
                  <a:pt x="1290" y="109983"/>
                </a:cubicBezTo>
                <a:cubicBezTo>
                  <a:pt x="903" y="109639"/>
                  <a:pt x="591" y="109176"/>
                  <a:pt x="355" y="108594"/>
                </a:cubicBezTo>
                <a:cubicBezTo>
                  <a:pt x="118" y="108014"/>
                  <a:pt x="0" y="107294"/>
                  <a:pt x="0" y="106434"/>
                </a:cubicBezTo>
                <a:lnTo>
                  <a:pt x="0" y="4517"/>
                </a:lnTo>
                <a:cubicBezTo>
                  <a:pt x="0" y="3700"/>
                  <a:pt x="118" y="3002"/>
                  <a:pt x="355" y="2421"/>
                </a:cubicBezTo>
                <a:cubicBezTo>
                  <a:pt x="591" y="1839"/>
                  <a:pt x="903" y="1365"/>
                  <a:pt x="1290" y="1000"/>
                </a:cubicBezTo>
                <a:cubicBezTo>
                  <a:pt x="1677" y="634"/>
                  <a:pt x="2107" y="376"/>
                  <a:pt x="2580" y="226"/>
                </a:cubicBezTo>
                <a:cubicBezTo>
                  <a:pt x="3053" y="75"/>
                  <a:pt x="3548" y="0"/>
                  <a:pt x="4064" y="0"/>
                </a:cubicBezTo>
                <a:lnTo>
                  <a:pt x="20578" y="0"/>
                </a:lnTo>
                <a:cubicBezTo>
                  <a:pt x="20836" y="0"/>
                  <a:pt x="21083" y="65"/>
                  <a:pt x="21319" y="194"/>
                </a:cubicBezTo>
                <a:cubicBezTo>
                  <a:pt x="21556" y="323"/>
                  <a:pt x="21760" y="559"/>
                  <a:pt x="21932" y="903"/>
                </a:cubicBezTo>
                <a:cubicBezTo>
                  <a:pt x="22104" y="1247"/>
                  <a:pt x="22233" y="1666"/>
                  <a:pt x="22319" y="2161"/>
                </a:cubicBezTo>
                <a:cubicBezTo>
                  <a:pt x="22405" y="2656"/>
                  <a:pt x="22448" y="3268"/>
                  <a:pt x="22448" y="3999"/>
                </a:cubicBezTo>
                <a:cubicBezTo>
                  <a:pt x="22448" y="5376"/>
                  <a:pt x="22287" y="6365"/>
                  <a:pt x="21964" y="6967"/>
                </a:cubicBezTo>
                <a:cubicBezTo>
                  <a:pt x="21642" y="7569"/>
                  <a:pt x="21180" y="7870"/>
                  <a:pt x="20578" y="7870"/>
                </a:cubicBezTo>
                <a:lnTo>
                  <a:pt x="10063" y="7870"/>
                </a:lnTo>
                <a:lnTo>
                  <a:pt x="10063" y="103146"/>
                </a:lnTo>
                <a:lnTo>
                  <a:pt x="20578" y="103146"/>
                </a:lnTo>
                <a:cubicBezTo>
                  <a:pt x="20836" y="103146"/>
                  <a:pt x="21083" y="103210"/>
                  <a:pt x="21319" y="103339"/>
                </a:cubicBezTo>
                <a:cubicBezTo>
                  <a:pt x="21556" y="103468"/>
                  <a:pt x="21760" y="103694"/>
                  <a:pt x="21932" y="104017"/>
                </a:cubicBezTo>
                <a:cubicBezTo>
                  <a:pt x="22104" y="104339"/>
                  <a:pt x="22233" y="104748"/>
                  <a:pt x="22319" y="105242"/>
                </a:cubicBezTo>
                <a:cubicBezTo>
                  <a:pt x="22405" y="105737"/>
                  <a:pt x="22448" y="106350"/>
                  <a:pt x="22448" y="107081"/>
                </a:cubicBezTo>
                <a:close/>
                <a:moveTo>
                  <a:pt x="84256" y="66921"/>
                </a:moveTo>
                <a:cubicBezTo>
                  <a:pt x="84256" y="70840"/>
                  <a:pt x="83536" y="74329"/>
                  <a:pt x="82095" y="77388"/>
                </a:cubicBezTo>
                <a:cubicBezTo>
                  <a:pt x="80655" y="80445"/>
                  <a:pt x="78655" y="83040"/>
                  <a:pt x="76096" y="85173"/>
                </a:cubicBezTo>
                <a:cubicBezTo>
                  <a:pt x="73537" y="87304"/>
                  <a:pt x="70527" y="88908"/>
                  <a:pt x="67065" y="89984"/>
                </a:cubicBezTo>
                <a:cubicBezTo>
                  <a:pt x="63603" y="91061"/>
                  <a:pt x="59873" y="91599"/>
                  <a:pt x="55873" y="91599"/>
                </a:cubicBezTo>
                <a:cubicBezTo>
                  <a:pt x="53078" y="91599"/>
                  <a:pt x="50487" y="91363"/>
                  <a:pt x="48100" y="90890"/>
                </a:cubicBezTo>
                <a:cubicBezTo>
                  <a:pt x="45714" y="90416"/>
                  <a:pt x="43585" y="89836"/>
                  <a:pt x="41714" y="89148"/>
                </a:cubicBezTo>
                <a:cubicBezTo>
                  <a:pt x="39844" y="88460"/>
                  <a:pt x="38274" y="87750"/>
                  <a:pt x="37005" y="87019"/>
                </a:cubicBezTo>
                <a:cubicBezTo>
                  <a:pt x="35737" y="86288"/>
                  <a:pt x="34855" y="85664"/>
                  <a:pt x="34361" y="85148"/>
                </a:cubicBezTo>
                <a:cubicBezTo>
                  <a:pt x="33866" y="84632"/>
                  <a:pt x="33500" y="83977"/>
                  <a:pt x="33264" y="83181"/>
                </a:cubicBezTo>
                <a:cubicBezTo>
                  <a:pt x="33027" y="82385"/>
                  <a:pt x="32909" y="81321"/>
                  <a:pt x="32909" y="79988"/>
                </a:cubicBezTo>
                <a:cubicBezTo>
                  <a:pt x="32909" y="79042"/>
                  <a:pt x="32952" y="78257"/>
                  <a:pt x="33038" y="77633"/>
                </a:cubicBezTo>
                <a:cubicBezTo>
                  <a:pt x="33124" y="77010"/>
                  <a:pt x="33253" y="76505"/>
                  <a:pt x="33425" y="76118"/>
                </a:cubicBezTo>
                <a:cubicBezTo>
                  <a:pt x="33597" y="75731"/>
                  <a:pt x="33812" y="75462"/>
                  <a:pt x="34070" y="75311"/>
                </a:cubicBezTo>
                <a:cubicBezTo>
                  <a:pt x="34328" y="75161"/>
                  <a:pt x="34629" y="75085"/>
                  <a:pt x="34973" y="75085"/>
                </a:cubicBezTo>
                <a:cubicBezTo>
                  <a:pt x="35575" y="75085"/>
                  <a:pt x="36425" y="75451"/>
                  <a:pt x="37521" y="76182"/>
                </a:cubicBezTo>
                <a:cubicBezTo>
                  <a:pt x="38618" y="76913"/>
                  <a:pt x="40026" y="77709"/>
                  <a:pt x="41747" y="78569"/>
                </a:cubicBezTo>
                <a:cubicBezTo>
                  <a:pt x="43467" y="79429"/>
                  <a:pt x="45542" y="80235"/>
                  <a:pt x="47971" y="80988"/>
                </a:cubicBezTo>
                <a:cubicBezTo>
                  <a:pt x="50401" y="81740"/>
                  <a:pt x="53207" y="82117"/>
                  <a:pt x="56389" y="82117"/>
                </a:cubicBezTo>
                <a:cubicBezTo>
                  <a:pt x="58798" y="82117"/>
                  <a:pt x="61002" y="81793"/>
                  <a:pt x="63001" y="81147"/>
                </a:cubicBezTo>
                <a:cubicBezTo>
                  <a:pt x="65001" y="80501"/>
                  <a:pt x="66721" y="79585"/>
                  <a:pt x="68162" y="78399"/>
                </a:cubicBezTo>
                <a:cubicBezTo>
                  <a:pt x="69603" y="77213"/>
                  <a:pt x="70710" y="75757"/>
                  <a:pt x="71484" y="74033"/>
                </a:cubicBezTo>
                <a:cubicBezTo>
                  <a:pt x="72258" y="72309"/>
                  <a:pt x="72645" y="70348"/>
                  <a:pt x="72645" y="68149"/>
                </a:cubicBezTo>
                <a:cubicBezTo>
                  <a:pt x="72645" y="65780"/>
                  <a:pt x="72108" y="63756"/>
                  <a:pt x="71032" y="62077"/>
                </a:cubicBezTo>
                <a:cubicBezTo>
                  <a:pt x="69957" y="60397"/>
                  <a:pt x="68538" y="58923"/>
                  <a:pt x="66775" y="57653"/>
                </a:cubicBezTo>
                <a:cubicBezTo>
                  <a:pt x="65012" y="56381"/>
                  <a:pt x="63001" y="55218"/>
                  <a:pt x="60744" y="54163"/>
                </a:cubicBezTo>
                <a:cubicBezTo>
                  <a:pt x="58486" y="53107"/>
                  <a:pt x="56174" y="52030"/>
                  <a:pt x="53809" y="50932"/>
                </a:cubicBezTo>
                <a:cubicBezTo>
                  <a:pt x="51444" y="49834"/>
                  <a:pt x="49143" y="48618"/>
                  <a:pt x="46907" y="47283"/>
                </a:cubicBezTo>
                <a:cubicBezTo>
                  <a:pt x="44671" y="45947"/>
                  <a:pt x="42671" y="44375"/>
                  <a:pt x="40908" y="42566"/>
                </a:cubicBezTo>
                <a:cubicBezTo>
                  <a:pt x="39145" y="40757"/>
                  <a:pt x="37715" y="38636"/>
                  <a:pt x="36618" y="36202"/>
                </a:cubicBezTo>
                <a:cubicBezTo>
                  <a:pt x="35522" y="33768"/>
                  <a:pt x="34973" y="30850"/>
                  <a:pt x="34973" y="27447"/>
                </a:cubicBezTo>
                <a:cubicBezTo>
                  <a:pt x="34973" y="23960"/>
                  <a:pt x="35608" y="20849"/>
                  <a:pt x="36876" y="18114"/>
                </a:cubicBezTo>
                <a:cubicBezTo>
                  <a:pt x="38145" y="15378"/>
                  <a:pt x="39908" y="13084"/>
                  <a:pt x="42166" y="11232"/>
                </a:cubicBezTo>
                <a:cubicBezTo>
                  <a:pt x="44424" y="9380"/>
                  <a:pt x="47111" y="7970"/>
                  <a:pt x="50229" y="7001"/>
                </a:cubicBezTo>
                <a:cubicBezTo>
                  <a:pt x="53347" y="6032"/>
                  <a:pt x="56712" y="5548"/>
                  <a:pt x="60324" y="5548"/>
                </a:cubicBezTo>
                <a:cubicBezTo>
                  <a:pt x="62174" y="5548"/>
                  <a:pt x="64034" y="5711"/>
                  <a:pt x="65904" y="6037"/>
                </a:cubicBezTo>
                <a:cubicBezTo>
                  <a:pt x="67775" y="6363"/>
                  <a:pt x="69538" y="6797"/>
                  <a:pt x="71194" y="7342"/>
                </a:cubicBezTo>
                <a:cubicBezTo>
                  <a:pt x="72849" y="7885"/>
                  <a:pt x="74322" y="8493"/>
                  <a:pt x="75612" y="9168"/>
                </a:cubicBezTo>
                <a:cubicBezTo>
                  <a:pt x="76903" y="9841"/>
                  <a:pt x="77752" y="10385"/>
                  <a:pt x="78160" y="10799"/>
                </a:cubicBezTo>
                <a:cubicBezTo>
                  <a:pt x="78569" y="11211"/>
                  <a:pt x="78838" y="11536"/>
                  <a:pt x="78967" y="11772"/>
                </a:cubicBezTo>
                <a:cubicBezTo>
                  <a:pt x="79096" y="12009"/>
                  <a:pt x="79203" y="12310"/>
                  <a:pt x="79289" y="12676"/>
                </a:cubicBezTo>
                <a:cubicBezTo>
                  <a:pt x="79375" y="13041"/>
                  <a:pt x="79440" y="13482"/>
                  <a:pt x="79483" y="13998"/>
                </a:cubicBezTo>
                <a:cubicBezTo>
                  <a:pt x="79526" y="14514"/>
                  <a:pt x="79547" y="15181"/>
                  <a:pt x="79547" y="15998"/>
                </a:cubicBezTo>
                <a:cubicBezTo>
                  <a:pt x="79547" y="16772"/>
                  <a:pt x="79515" y="17460"/>
                  <a:pt x="79451" y="18062"/>
                </a:cubicBezTo>
                <a:cubicBezTo>
                  <a:pt x="79386" y="18664"/>
                  <a:pt x="79289" y="19169"/>
                  <a:pt x="79160" y="19578"/>
                </a:cubicBezTo>
                <a:cubicBezTo>
                  <a:pt x="79031" y="19986"/>
                  <a:pt x="78848" y="20287"/>
                  <a:pt x="78612" y="20481"/>
                </a:cubicBezTo>
                <a:cubicBezTo>
                  <a:pt x="78375" y="20674"/>
                  <a:pt x="78107" y="20771"/>
                  <a:pt x="77806" y="20771"/>
                </a:cubicBezTo>
                <a:cubicBezTo>
                  <a:pt x="77333" y="20771"/>
                  <a:pt x="76591" y="20467"/>
                  <a:pt x="75580" y="19858"/>
                </a:cubicBezTo>
                <a:cubicBezTo>
                  <a:pt x="74570" y="19249"/>
                  <a:pt x="73333" y="18564"/>
                  <a:pt x="71871" y="17804"/>
                </a:cubicBezTo>
                <a:cubicBezTo>
                  <a:pt x="70409" y="17043"/>
                  <a:pt x="68678" y="16348"/>
                  <a:pt x="66678" y="15717"/>
                </a:cubicBezTo>
                <a:cubicBezTo>
                  <a:pt x="64679" y="15087"/>
                  <a:pt x="62432" y="14772"/>
                  <a:pt x="59937" y="14772"/>
                </a:cubicBezTo>
                <a:cubicBezTo>
                  <a:pt x="57615" y="14772"/>
                  <a:pt x="55594" y="15085"/>
                  <a:pt x="53874" y="15711"/>
                </a:cubicBezTo>
                <a:cubicBezTo>
                  <a:pt x="52154" y="16336"/>
                  <a:pt x="50734" y="17166"/>
                  <a:pt x="49616" y="18201"/>
                </a:cubicBezTo>
                <a:cubicBezTo>
                  <a:pt x="48498" y="19236"/>
                  <a:pt x="47660" y="20465"/>
                  <a:pt x="47101" y="21888"/>
                </a:cubicBezTo>
                <a:cubicBezTo>
                  <a:pt x="46542" y="23311"/>
                  <a:pt x="46262" y="24820"/>
                  <a:pt x="46262" y="26415"/>
                </a:cubicBezTo>
                <a:cubicBezTo>
                  <a:pt x="46262" y="28742"/>
                  <a:pt x="46800" y="30745"/>
                  <a:pt x="47875" y="32425"/>
                </a:cubicBezTo>
                <a:cubicBezTo>
                  <a:pt x="48950" y="34103"/>
                  <a:pt x="50380" y="35589"/>
                  <a:pt x="52164" y="36882"/>
                </a:cubicBezTo>
                <a:cubicBezTo>
                  <a:pt x="53949" y="38173"/>
                  <a:pt x="55981" y="39358"/>
                  <a:pt x="58260" y="40435"/>
                </a:cubicBezTo>
                <a:cubicBezTo>
                  <a:pt x="60539" y="41512"/>
                  <a:pt x="62862" y="42599"/>
                  <a:pt x="65227" y="43697"/>
                </a:cubicBezTo>
                <a:cubicBezTo>
                  <a:pt x="67592" y="44795"/>
                  <a:pt x="69914" y="46001"/>
                  <a:pt x="72194" y="47315"/>
                </a:cubicBezTo>
                <a:cubicBezTo>
                  <a:pt x="74473" y="48628"/>
                  <a:pt x="76505" y="50179"/>
                  <a:pt x="78289" y="51966"/>
                </a:cubicBezTo>
                <a:cubicBezTo>
                  <a:pt x="80074" y="53753"/>
                  <a:pt x="81515" y="55864"/>
                  <a:pt x="82611" y="58298"/>
                </a:cubicBezTo>
                <a:cubicBezTo>
                  <a:pt x="83708" y="60730"/>
                  <a:pt x="84256" y="63605"/>
                  <a:pt x="84256" y="66921"/>
                </a:cubicBezTo>
                <a:close/>
                <a:moveTo>
                  <a:pt x="146600" y="85729"/>
                </a:moveTo>
                <a:cubicBezTo>
                  <a:pt x="146600" y="86503"/>
                  <a:pt x="146557" y="87180"/>
                  <a:pt x="146470" y="87761"/>
                </a:cubicBezTo>
                <a:cubicBezTo>
                  <a:pt x="146384" y="88342"/>
                  <a:pt x="146234" y="88825"/>
                  <a:pt x="146019" y="89212"/>
                </a:cubicBezTo>
                <a:cubicBezTo>
                  <a:pt x="145804" y="89599"/>
                  <a:pt x="145557" y="89879"/>
                  <a:pt x="145277" y="90051"/>
                </a:cubicBezTo>
                <a:cubicBezTo>
                  <a:pt x="144998" y="90223"/>
                  <a:pt x="144686" y="90309"/>
                  <a:pt x="144342" y="90309"/>
                </a:cubicBezTo>
                <a:lnTo>
                  <a:pt x="104283" y="90309"/>
                </a:lnTo>
                <a:cubicBezTo>
                  <a:pt x="103294" y="90309"/>
                  <a:pt x="102359" y="89976"/>
                  <a:pt x="101477" y="89309"/>
                </a:cubicBezTo>
                <a:cubicBezTo>
                  <a:pt x="100596" y="88643"/>
                  <a:pt x="100155" y="87471"/>
                  <a:pt x="100155" y="85793"/>
                </a:cubicBezTo>
                <a:lnTo>
                  <a:pt x="100155" y="11353"/>
                </a:lnTo>
                <a:cubicBezTo>
                  <a:pt x="100155" y="9676"/>
                  <a:pt x="100596" y="8504"/>
                  <a:pt x="101477" y="7838"/>
                </a:cubicBezTo>
                <a:cubicBezTo>
                  <a:pt x="102359" y="7171"/>
                  <a:pt x="103294" y="6838"/>
                  <a:pt x="104283" y="6838"/>
                </a:cubicBezTo>
                <a:lnTo>
                  <a:pt x="143890" y="6838"/>
                </a:lnTo>
                <a:cubicBezTo>
                  <a:pt x="144234" y="6838"/>
                  <a:pt x="144546" y="6924"/>
                  <a:pt x="144826" y="7096"/>
                </a:cubicBezTo>
                <a:cubicBezTo>
                  <a:pt x="145105" y="7268"/>
                  <a:pt x="145331" y="7547"/>
                  <a:pt x="145503" y="7934"/>
                </a:cubicBezTo>
                <a:cubicBezTo>
                  <a:pt x="145675" y="8321"/>
                  <a:pt x="145815" y="8805"/>
                  <a:pt x="145922" y="9386"/>
                </a:cubicBezTo>
                <a:cubicBezTo>
                  <a:pt x="146030" y="9966"/>
                  <a:pt x="146083" y="10687"/>
                  <a:pt x="146083" y="11547"/>
                </a:cubicBezTo>
                <a:cubicBezTo>
                  <a:pt x="146083" y="12321"/>
                  <a:pt x="146030" y="12998"/>
                  <a:pt x="145922" y="13579"/>
                </a:cubicBezTo>
                <a:cubicBezTo>
                  <a:pt x="145815" y="14159"/>
                  <a:pt x="145675" y="14632"/>
                  <a:pt x="145503" y="14998"/>
                </a:cubicBezTo>
                <a:cubicBezTo>
                  <a:pt x="145331" y="15363"/>
                  <a:pt x="145105" y="15632"/>
                  <a:pt x="144826" y="15804"/>
                </a:cubicBezTo>
                <a:cubicBezTo>
                  <a:pt x="144546" y="15976"/>
                  <a:pt x="144234" y="16062"/>
                  <a:pt x="143890" y="16062"/>
                </a:cubicBezTo>
                <a:lnTo>
                  <a:pt x="111250" y="16062"/>
                </a:lnTo>
                <a:lnTo>
                  <a:pt x="111250" y="42252"/>
                </a:lnTo>
                <a:lnTo>
                  <a:pt x="139246" y="42252"/>
                </a:lnTo>
                <a:cubicBezTo>
                  <a:pt x="139590" y="42252"/>
                  <a:pt x="139902" y="42348"/>
                  <a:pt x="140181" y="42542"/>
                </a:cubicBezTo>
                <a:cubicBezTo>
                  <a:pt x="140461" y="42735"/>
                  <a:pt x="140697" y="43004"/>
                  <a:pt x="140891" y="43348"/>
                </a:cubicBezTo>
                <a:cubicBezTo>
                  <a:pt x="141084" y="43692"/>
                  <a:pt x="141224" y="44165"/>
                  <a:pt x="141310" y="44767"/>
                </a:cubicBezTo>
                <a:cubicBezTo>
                  <a:pt x="141396" y="45369"/>
                  <a:pt x="141439" y="46079"/>
                  <a:pt x="141439" y="46896"/>
                </a:cubicBezTo>
                <a:cubicBezTo>
                  <a:pt x="141439" y="47670"/>
                  <a:pt x="141396" y="48337"/>
                  <a:pt x="141310" y="48896"/>
                </a:cubicBezTo>
                <a:cubicBezTo>
                  <a:pt x="141224" y="49455"/>
                  <a:pt x="141084" y="49906"/>
                  <a:pt x="140891" y="50250"/>
                </a:cubicBezTo>
                <a:cubicBezTo>
                  <a:pt x="140697" y="50595"/>
                  <a:pt x="140461" y="50842"/>
                  <a:pt x="140181" y="50992"/>
                </a:cubicBezTo>
                <a:cubicBezTo>
                  <a:pt x="139902" y="51143"/>
                  <a:pt x="139590" y="51218"/>
                  <a:pt x="139246" y="51218"/>
                </a:cubicBezTo>
                <a:lnTo>
                  <a:pt x="111250" y="51218"/>
                </a:lnTo>
                <a:lnTo>
                  <a:pt x="111250" y="81085"/>
                </a:lnTo>
                <a:lnTo>
                  <a:pt x="144342" y="81085"/>
                </a:lnTo>
                <a:cubicBezTo>
                  <a:pt x="144686" y="81085"/>
                  <a:pt x="144998" y="81171"/>
                  <a:pt x="145277" y="81343"/>
                </a:cubicBezTo>
                <a:cubicBezTo>
                  <a:pt x="145557" y="81515"/>
                  <a:pt x="145804" y="81783"/>
                  <a:pt x="146019" y="82149"/>
                </a:cubicBezTo>
                <a:cubicBezTo>
                  <a:pt x="146234" y="82514"/>
                  <a:pt x="146384" y="82987"/>
                  <a:pt x="146470" y="83568"/>
                </a:cubicBezTo>
                <a:cubicBezTo>
                  <a:pt x="146557" y="84149"/>
                  <a:pt x="146600" y="84869"/>
                  <a:pt x="146600" y="85729"/>
                </a:cubicBezTo>
                <a:close/>
                <a:moveTo>
                  <a:pt x="215999" y="31286"/>
                </a:moveTo>
                <a:cubicBezTo>
                  <a:pt x="215999" y="35457"/>
                  <a:pt x="215311" y="39220"/>
                  <a:pt x="213935" y="42574"/>
                </a:cubicBezTo>
                <a:cubicBezTo>
                  <a:pt x="212559" y="45929"/>
                  <a:pt x="210591" y="48788"/>
                  <a:pt x="208033" y="51154"/>
                </a:cubicBezTo>
                <a:cubicBezTo>
                  <a:pt x="205474" y="53519"/>
                  <a:pt x="202335" y="55346"/>
                  <a:pt x="198615" y="56637"/>
                </a:cubicBezTo>
                <a:cubicBezTo>
                  <a:pt x="194895" y="57927"/>
                  <a:pt x="190455" y="58572"/>
                  <a:pt x="185294" y="58572"/>
                </a:cubicBezTo>
                <a:lnTo>
                  <a:pt x="175812" y="58572"/>
                </a:lnTo>
                <a:lnTo>
                  <a:pt x="175812" y="88632"/>
                </a:lnTo>
                <a:cubicBezTo>
                  <a:pt x="175812" y="88976"/>
                  <a:pt x="175715" y="89277"/>
                  <a:pt x="175521" y="89535"/>
                </a:cubicBezTo>
                <a:cubicBezTo>
                  <a:pt x="175328" y="89793"/>
                  <a:pt x="175027" y="89997"/>
                  <a:pt x="174618" y="90148"/>
                </a:cubicBezTo>
                <a:cubicBezTo>
                  <a:pt x="174210" y="90298"/>
                  <a:pt x="173651" y="90427"/>
                  <a:pt x="172941" y="90535"/>
                </a:cubicBezTo>
                <a:cubicBezTo>
                  <a:pt x="172232" y="90642"/>
                  <a:pt x="171339" y="90696"/>
                  <a:pt x="170264" y="90696"/>
                </a:cubicBezTo>
                <a:cubicBezTo>
                  <a:pt x="169189" y="90696"/>
                  <a:pt x="168297" y="90642"/>
                  <a:pt x="167587" y="90535"/>
                </a:cubicBezTo>
                <a:cubicBezTo>
                  <a:pt x="166878" y="90427"/>
                  <a:pt x="166308" y="90298"/>
                  <a:pt x="165878" y="90148"/>
                </a:cubicBezTo>
                <a:cubicBezTo>
                  <a:pt x="165448" y="89997"/>
                  <a:pt x="165147" y="89793"/>
                  <a:pt x="164975" y="89535"/>
                </a:cubicBezTo>
                <a:cubicBezTo>
                  <a:pt x="164803" y="89277"/>
                  <a:pt x="164717" y="88976"/>
                  <a:pt x="164717" y="88632"/>
                </a:cubicBezTo>
                <a:lnTo>
                  <a:pt x="164717" y="11611"/>
                </a:lnTo>
                <a:cubicBezTo>
                  <a:pt x="164717" y="9891"/>
                  <a:pt x="165168" y="8665"/>
                  <a:pt x="166071" y="7934"/>
                </a:cubicBezTo>
                <a:cubicBezTo>
                  <a:pt x="166974" y="7203"/>
                  <a:pt x="167985" y="6838"/>
                  <a:pt x="169103" y="6838"/>
                </a:cubicBezTo>
                <a:lnTo>
                  <a:pt x="186971" y="6838"/>
                </a:lnTo>
                <a:cubicBezTo>
                  <a:pt x="188777" y="6838"/>
                  <a:pt x="190508" y="6913"/>
                  <a:pt x="192164" y="7063"/>
                </a:cubicBezTo>
                <a:cubicBezTo>
                  <a:pt x="193820" y="7214"/>
                  <a:pt x="195776" y="7537"/>
                  <a:pt x="198034" y="8031"/>
                </a:cubicBezTo>
                <a:cubicBezTo>
                  <a:pt x="200292" y="8526"/>
                  <a:pt x="202593" y="9450"/>
                  <a:pt x="204936" y="10805"/>
                </a:cubicBezTo>
                <a:cubicBezTo>
                  <a:pt x="207280" y="12159"/>
                  <a:pt x="209269" y="13826"/>
                  <a:pt x="210903" y="15804"/>
                </a:cubicBezTo>
                <a:cubicBezTo>
                  <a:pt x="212537" y="17782"/>
                  <a:pt x="213795" y="20072"/>
                  <a:pt x="214677" y="22674"/>
                </a:cubicBezTo>
                <a:cubicBezTo>
                  <a:pt x="215558" y="25276"/>
                  <a:pt x="215999" y="28146"/>
                  <a:pt x="215999" y="31286"/>
                </a:cubicBezTo>
                <a:moveTo>
                  <a:pt x="204323" y="32189"/>
                </a:moveTo>
                <a:cubicBezTo>
                  <a:pt x="204323" y="28791"/>
                  <a:pt x="203689" y="25953"/>
                  <a:pt x="202421" y="23674"/>
                </a:cubicBezTo>
                <a:cubicBezTo>
                  <a:pt x="201152" y="21395"/>
                  <a:pt x="199582" y="19696"/>
                  <a:pt x="197712" y="18578"/>
                </a:cubicBezTo>
                <a:cubicBezTo>
                  <a:pt x="195841" y="17460"/>
                  <a:pt x="193906" y="16750"/>
                  <a:pt x="191906" y="16449"/>
                </a:cubicBezTo>
                <a:cubicBezTo>
                  <a:pt x="189906" y="16148"/>
                  <a:pt x="187960" y="15998"/>
                  <a:pt x="186068" y="15998"/>
                </a:cubicBezTo>
                <a:lnTo>
                  <a:pt x="175812" y="15998"/>
                </a:lnTo>
                <a:lnTo>
                  <a:pt x="175812" y="49476"/>
                </a:lnTo>
                <a:lnTo>
                  <a:pt x="185810" y="49476"/>
                </a:lnTo>
                <a:cubicBezTo>
                  <a:pt x="189164" y="49476"/>
                  <a:pt x="191949" y="49046"/>
                  <a:pt x="194164" y="48186"/>
                </a:cubicBezTo>
                <a:cubicBezTo>
                  <a:pt x="196378" y="47326"/>
                  <a:pt x="198238" y="46133"/>
                  <a:pt x="199744" y="44606"/>
                </a:cubicBezTo>
                <a:cubicBezTo>
                  <a:pt x="201249" y="43080"/>
                  <a:pt x="202388" y="41252"/>
                  <a:pt x="203162" y="39123"/>
                </a:cubicBezTo>
                <a:cubicBezTo>
                  <a:pt x="203936" y="36994"/>
                  <a:pt x="204323" y="34683"/>
                  <a:pt x="204323" y="32189"/>
                </a:cubicBezTo>
                <a:close/>
                <a:moveTo>
                  <a:pt x="250268" y="106434"/>
                </a:moveTo>
                <a:cubicBezTo>
                  <a:pt x="250268" y="107294"/>
                  <a:pt x="250150" y="108014"/>
                  <a:pt x="249913" y="108594"/>
                </a:cubicBezTo>
                <a:cubicBezTo>
                  <a:pt x="249677" y="109176"/>
                  <a:pt x="249365" y="109639"/>
                  <a:pt x="248978" y="109983"/>
                </a:cubicBezTo>
                <a:cubicBezTo>
                  <a:pt x="248591" y="110327"/>
                  <a:pt x="248150" y="110575"/>
                  <a:pt x="247656" y="110725"/>
                </a:cubicBezTo>
                <a:cubicBezTo>
                  <a:pt x="247161" y="110876"/>
                  <a:pt x="246656" y="110951"/>
                  <a:pt x="246140" y="110951"/>
                </a:cubicBezTo>
                <a:lnTo>
                  <a:pt x="229691" y="110951"/>
                </a:lnTo>
                <a:cubicBezTo>
                  <a:pt x="229089" y="110951"/>
                  <a:pt x="228626" y="110661"/>
                  <a:pt x="228304" y="110080"/>
                </a:cubicBezTo>
                <a:cubicBezTo>
                  <a:pt x="227981" y="109500"/>
                  <a:pt x="227820" y="108500"/>
                  <a:pt x="227820" y="107081"/>
                </a:cubicBezTo>
                <a:cubicBezTo>
                  <a:pt x="227820" y="106350"/>
                  <a:pt x="227852" y="105737"/>
                  <a:pt x="227917" y="105242"/>
                </a:cubicBezTo>
                <a:cubicBezTo>
                  <a:pt x="227981" y="104748"/>
                  <a:pt x="228099" y="104339"/>
                  <a:pt x="228271" y="104017"/>
                </a:cubicBezTo>
                <a:cubicBezTo>
                  <a:pt x="228443" y="103694"/>
                  <a:pt x="228648" y="103468"/>
                  <a:pt x="228884" y="103339"/>
                </a:cubicBezTo>
                <a:cubicBezTo>
                  <a:pt x="229121" y="103210"/>
                  <a:pt x="229390" y="103146"/>
                  <a:pt x="229691" y="103146"/>
                </a:cubicBezTo>
                <a:lnTo>
                  <a:pt x="240205" y="103146"/>
                </a:lnTo>
                <a:lnTo>
                  <a:pt x="240205" y="7870"/>
                </a:lnTo>
                <a:lnTo>
                  <a:pt x="229691" y="7870"/>
                </a:lnTo>
                <a:cubicBezTo>
                  <a:pt x="229089" y="7870"/>
                  <a:pt x="228626" y="7569"/>
                  <a:pt x="228304" y="6967"/>
                </a:cubicBezTo>
                <a:cubicBezTo>
                  <a:pt x="227981" y="6365"/>
                  <a:pt x="227820" y="5376"/>
                  <a:pt x="227820" y="3999"/>
                </a:cubicBezTo>
                <a:cubicBezTo>
                  <a:pt x="227820" y="3268"/>
                  <a:pt x="227852" y="2656"/>
                  <a:pt x="227917" y="2161"/>
                </a:cubicBezTo>
                <a:cubicBezTo>
                  <a:pt x="227981" y="1666"/>
                  <a:pt x="228099" y="1247"/>
                  <a:pt x="228271" y="903"/>
                </a:cubicBezTo>
                <a:cubicBezTo>
                  <a:pt x="228443" y="559"/>
                  <a:pt x="228648" y="323"/>
                  <a:pt x="228884" y="194"/>
                </a:cubicBezTo>
                <a:cubicBezTo>
                  <a:pt x="229121" y="65"/>
                  <a:pt x="229390" y="0"/>
                  <a:pt x="229691" y="0"/>
                </a:cubicBezTo>
                <a:lnTo>
                  <a:pt x="246140" y="0"/>
                </a:lnTo>
                <a:cubicBezTo>
                  <a:pt x="246656" y="0"/>
                  <a:pt x="247161" y="75"/>
                  <a:pt x="247656" y="226"/>
                </a:cubicBezTo>
                <a:cubicBezTo>
                  <a:pt x="248150" y="376"/>
                  <a:pt x="248591" y="634"/>
                  <a:pt x="248978" y="1000"/>
                </a:cubicBezTo>
                <a:cubicBezTo>
                  <a:pt x="249365" y="1365"/>
                  <a:pt x="249677" y="1839"/>
                  <a:pt x="249913" y="2421"/>
                </a:cubicBezTo>
                <a:cubicBezTo>
                  <a:pt x="250150" y="3002"/>
                  <a:pt x="250268" y="3700"/>
                  <a:pt x="250268" y="4517"/>
                </a:cubicBezTo>
                <a:lnTo>
                  <a:pt x="250268" y="106434"/>
                </a:lnTo>
                <a:close/>
                <a:moveTo>
                  <a:pt x="398262" y="83310"/>
                </a:moveTo>
                <a:cubicBezTo>
                  <a:pt x="398262" y="86377"/>
                  <a:pt x="397757" y="88417"/>
                  <a:pt x="396747" y="89432"/>
                </a:cubicBezTo>
                <a:cubicBezTo>
                  <a:pt x="395736" y="90447"/>
                  <a:pt x="393898" y="90954"/>
                  <a:pt x="391231" y="90954"/>
                </a:cubicBezTo>
                <a:cubicBezTo>
                  <a:pt x="388651" y="90954"/>
                  <a:pt x="386866" y="90457"/>
                  <a:pt x="385877" y="89464"/>
                </a:cubicBezTo>
                <a:cubicBezTo>
                  <a:pt x="384888" y="88471"/>
                  <a:pt x="384394" y="86484"/>
                  <a:pt x="384394" y="83504"/>
                </a:cubicBezTo>
                <a:cubicBezTo>
                  <a:pt x="384394" y="80437"/>
                  <a:pt x="384899" y="78396"/>
                  <a:pt x="385909" y="77381"/>
                </a:cubicBezTo>
                <a:cubicBezTo>
                  <a:pt x="386920" y="76367"/>
                  <a:pt x="388759" y="75860"/>
                  <a:pt x="391425" y="75860"/>
                </a:cubicBezTo>
                <a:cubicBezTo>
                  <a:pt x="394005" y="75860"/>
                  <a:pt x="395790" y="76356"/>
                  <a:pt x="396779" y="77349"/>
                </a:cubicBezTo>
                <a:cubicBezTo>
                  <a:pt x="397768" y="78342"/>
                  <a:pt x="398262" y="80329"/>
                  <a:pt x="398262" y="83310"/>
                </a:cubicBezTo>
                <a:close/>
                <a:moveTo>
                  <a:pt x="431237" y="83310"/>
                </a:moveTo>
                <a:cubicBezTo>
                  <a:pt x="431237" y="86377"/>
                  <a:pt x="430731" y="88417"/>
                  <a:pt x="429721" y="89432"/>
                </a:cubicBezTo>
                <a:cubicBezTo>
                  <a:pt x="428710" y="90447"/>
                  <a:pt x="426872" y="90954"/>
                  <a:pt x="424206" y="90954"/>
                </a:cubicBezTo>
                <a:cubicBezTo>
                  <a:pt x="421625" y="90954"/>
                  <a:pt x="419841" y="90457"/>
                  <a:pt x="418852" y="89464"/>
                </a:cubicBezTo>
                <a:cubicBezTo>
                  <a:pt x="417862" y="88471"/>
                  <a:pt x="417368" y="86484"/>
                  <a:pt x="417368" y="83504"/>
                </a:cubicBezTo>
                <a:cubicBezTo>
                  <a:pt x="417368" y="80437"/>
                  <a:pt x="417873" y="78396"/>
                  <a:pt x="418884" y="77381"/>
                </a:cubicBezTo>
                <a:cubicBezTo>
                  <a:pt x="419894" y="76367"/>
                  <a:pt x="421733" y="75860"/>
                  <a:pt x="424399" y="75860"/>
                </a:cubicBezTo>
                <a:cubicBezTo>
                  <a:pt x="426979" y="75860"/>
                  <a:pt x="428764" y="76356"/>
                  <a:pt x="429753" y="77349"/>
                </a:cubicBezTo>
                <a:cubicBezTo>
                  <a:pt x="430742" y="78342"/>
                  <a:pt x="431237" y="80329"/>
                  <a:pt x="431237" y="83310"/>
                </a:cubicBezTo>
                <a:close/>
                <a:moveTo>
                  <a:pt x="464621" y="83310"/>
                </a:moveTo>
                <a:cubicBezTo>
                  <a:pt x="464621" y="86377"/>
                  <a:pt x="464115" y="88417"/>
                  <a:pt x="463105" y="89432"/>
                </a:cubicBezTo>
                <a:cubicBezTo>
                  <a:pt x="462094" y="90447"/>
                  <a:pt x="460256" y="90954"/>
                  <a:pt x="457589" y="90954"/>
                </a:cubicBezTo>
                <a:cubicBezTo>
                  <a:pt x="455009" y="90954"/>
                  <a:pt x="453224" y="90457"/>
                  <a:pt x="452235" y="89464"/>
                </a:cubicBezTo>
                <a:cubicBezTo>
                  <a:pt x="451246" y="88471"/>
                  <a:pt x="450752" y="86484"/>
                  <a:pt x="450752" y="83504"/>
                </a:cubicBezTo>
                <a:cubicBezTo>
                  <a:pt x="450752" y="80437"/>
                  <a:pt x="451257" y="78396"/>
                  <a:pt x="452268" y="77381"/>
                </a:cubicBezTo>
                <a:cubicBezTo>
                  <a:pt x="453278" y="76367"/>
                  <a:pt x="455117" y="75860"/>
                  <a:pt x="457783" y="75860"/>
                </a:cubicBezTo>
                <a:cubicBezTo>
                  <a:pt x="460363" y="75860"/>
                  <a:pt x="462148" y="76356"/>
                  <a:pt x="463137" y="77349"/>
                </a:cubicBezTo>
                <a:cubicBezTo>
                  <a:pt x="464126" y="78342"/>
                  <a:pt x="464621" y="80329"/>
                  <a:pt x="464621" y="833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CA7AC-84DC-403D-A018-02EF1E01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66" y="2690611"/>
            <a:ext cx="10" cy="149944"/>
          </a:xfrm>
          <a:custGeom xmlns:a="http://schemas.openxmlformats.org/drawingml/2006/main">
            <a:pathLst>
              <a:path w="1" h="149944" fill="none">
                <a:moveTo>
                  <a:pt x="0" y="1499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CF563-6D5D-43C0-AB6E-C124499C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10" y="2612667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690E5-EA7E-4110-AC91-7BE0D78D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28" y="2689951"/>
            <a:ext cx="10" cy="150604"/>
          </a:xfrm>
          <a:custGeom xmlns:a="http://schemas.openxmlformats.org/drawingml/2006/main">
            <a:pathLst>
              <a:path w="1" h="150604" fill="none">
                <a:moveTo>
                  <a:pt x="0" y="1506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C88DD-F105-4F9E-86E5-3F5D4591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71" y="2612667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1D1EC-9366-43CB-BD23-B9583CC6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50" y="2688630"/>
            <a:ext cx="10" cy="151925"/>
          </a:xfrm>
          <a:custGeom xmlns:a="http://schemas.openxmlformats.org/drawingml/2006/main">
            <a:pathLst>
              <a:path w="1" h="151925" fill="none">
                <a:moveTo>
                  <a:pt x="0" y="151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C45D8-9E30-4977-B906-DCCF491F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794" y="2611346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07963-296E-4019-A07C-DA18D1BF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431" y="2687308"/>
            <a:ext cx="10" cy="153247"/>
          </a:xfrm>
          <a:custGeom xmlns:a="http://schemas.openxmlformats.org/drawingml/2006/main">
            <a:pathLst>
              <a:path w="1" h="153247" fill="none">
                <a:moveTo>
                  <a:pt x="0" y="1532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1878A-6E2B-4959-B16D-AAEDD05F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175" y="2610025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4F7A8-789D-4BA9-BC2E-4404FB55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377" y="2690611"/>
            <a:ext cx="10" cy="104366"/>
          </a:xfrm>
          <a:custGeom xmlns:a="http://schemas.openxmlformats.org/drawingml/2006/main">
            <a:pathLst>
              <a:path w="1" h="104366" fill="none">
                <a:moveTo>
                  <a:pt x="0" y="1043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35A84-AB9D-4577-B197-47BC5C6C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121" y="2612667"/>
            <a:ext cx="88513" cy="89174"/>
          </a:xfrm>
          <a:custGeom xmlns:a="http://schemas.openxmlformats.org/drawingml/2006/main">
            <a:pathLst>
              <a:path w="88513" h="89174">
                <a:moveTo>
                  <a:pt x="0" y="89174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91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44D62-3485-45EF-965B-74E752A2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377" y="1918433"/>
            <a:ext cx="10" cy="157870"/>
          </a:xfrm>
          <a:custGeom xmlns:a="http://schemas.openxmlformats.org/drawingml/2006/main">
            <a:pathLst>
              <a:path w="1" h="157870" fill="none">
                <a:moveTo>
                  <a:pt x="0" y="1578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8137D-3C62-447B-B640-8BEE5C38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121" y="1840489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4BCFBD-76F2-4D6A-A98A-3FC51CFB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66" y="1918433"/>
            <a:ext cx="10" cy="157870"/>
          </a:xfrm>
          <a:custGeom xmlns:a="http://schemas.openxmlformats.org/drawingml/2006/main">
            <a:pathLst>
              <a:path w="1" h="157870" fill="none">
                <a:moveTo>
                  <a:pt x="0" y="1578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04B52-3E61-4253-869A-49B98495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10" y="1840489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3E389-61DE-4990-8857-499DEB3F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832" y="2847821"/>
            <a:ext cx="307814" cy="189577"/>
          </a:xfrm>
          <a:custGeom xmlns:a="http://schemas.openxmlformats.org/drawingml/2006/main">
            <a:pathLst>
              <a:path w="307814" h="189577">
                <a:moveTo>
                  <a:pt x="29064" y="189577"/>
                </a:moveTo>
                <a:cubicBezTo>
                  <a:pt x="13211" y="189577"/>
                  <a:pt x="0" y="177026"/>
                  <a:pt x="0" y="161173"/>
                </a:cubicBezTo>
                <a:lnTo>
                  <a:pt x="0" y="28403"/>
                </a:lnTo>
                <a:cubicBezTo>
                  <a:pt x="0" y="12550"/>
                  <a:pt x="13211" y="0"/>
                  <a:pt x="29064" y="0"/>
                </a:cubicBezTo>
                <a:lnTo>
                  <a:pt x="279411" y="0"/>
                </a:lnTo>
                <a:cubicBezTo>
                  <a:pt x="295264" y="0"/>
                  <a:pt x="307814" y="12550"/>
                  <a:pt x="307814" y="28403"/>
                </a:cubicBezTo>
                <a:lnTo>
                  <a:pt x="307814" y="161173"/>
                </a:lnTo>
                <a:cubicBezTo>
                  <a:pt x="307814" y="177026"/>
                  <a:pt x="295264" y="189577"/>
                  <a:pt x="279411" y="189577"/>
                </a:cubicBezTo>
                <a:lnTo>
                  <a:pt x="29064" y="189577"/>
                </a:lnTo>
                <a:close/>
              </a:path>
            </a:pathLst>
          </a:custGeom>
          <a:solidFill xmlns:a="http://schemas.openxmlformats.org/drawingml/2006/main">
            <a:srgbClr val="E2E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8EF80F-A1C7-4738-9D4C-84A671C1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832" y="2847821"/>
            <a:ext cx="307814" cy="189577"/>
          </a:xfrm>
          <a:custGeom xmlns:a="http://schemas.openxmlformats.org/drawingml/2006/main">
            <a:pathLst>
              <a:path w="307814" h="189577" fill="none">
                <a:moveTo>
                  <a:pt x="29064" y="189577"/>
                </a:moveTo>
                <a:lnTo>
                  <a:pt x="279411" y="189577"/>
                </a:lnTo>
                <a:cubicBezTo>
                  <a:pt x="295264" y="189577"/>
                  <a:pt x="307814" y="177026"/>
                  <a:pt x="307814" y="161173"/>
                </a:cubicBezTo>
                <a:lnTo>
                  <a:pt x="307814" y="28403"/>
                </a:lnTo>
                <a:cubicBezTo>
                  <a:pt x="307814" y="12550"/>
                  <a:pt x="295264" y="0"/>
                  <a:pt x="279411" y="0"/>
                </a:cubicBezTo>
                <a:lnTo>
                  <a:pt x="29064" y="0"/>
                </a:lnTo>
                <a:cubicBezTo>
                  <a:pt x="13211" y="0"/>
                  <a:pt x="0" y="12550"/>
                  <a:pt x="0" y="28403"/>
                </a:cubicBezTo>
                <a:lnTo>
                  <a:pt x="0" y="161173"/>
                </a:lnTo>
                <a:cubicBezTo>
                  <a:pt x="0" y="177026"/>
                  <a:pt x="13211" y="189577"/>
                  <a:pt x="29064" y="1895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A8D08D"/>
            </a:solidFill>
            <a:miter/>
          </a:ln>
        </p:spPr>
      </p:sp>
      <p:sp>
        <p:nvSpPr>
          <p:cNvPr id="104" name="Text %m">
            <a:extLst xmlns:a="http://schemas.openxmlformats.org/drawingml/2006/main">
              <a:ext uri="{FF2B5EF4-FFF2-40B4-BE49-F238E27FC236}">
                <a16:creationId xmlns:a16="http://schemas.microsoft.com/office/drawing/2014/main" id="{EBC4A195-5496-48AC-A042-9516C6E2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636" y="2896521"/>
            <a:ext cx="185825" cy="88374"/>
          </a:xfrm>
          <a:custGeom xmlns:a="http://schemas.openxmlformats.org/drawingml/2006/main">
            <a:pathLst>
              <a:path w="185825" h="88374">
                <a:moveTo>
                  <a:pt x="35930" y="23190"/>
                </a:moveTo>
                <a:cubicBezTo>
                  <a:pt x="35930" y="26505"/>
                  <a:pt x="35565" y="29520"/>
                  <a:pt x="34833" y="32233"/>
                </a:cubicBezTo>
                <a:cubicBezTo>
                  <a:pt x="34102" y="34946"/>
                  <a:pt x="32984" y="37262"/>
                  <a:pt x="31479" y="39180"/>
                </a:cubicBezTo>
                <a:cubicBezTo>
                  <a:pt x="29974" y="41096"/>
                  <a:pt x="28071" y="42592"/>
                  <a:pt x="25770" y="43669"/>
                </a:cubicBezTo>
                <a:cubicBezTo>
                  <a:pt x="23470" y="44745"/>
                  <a:pt x="20771" y="45283"/>
                  <a:pt x="17675" y="45283"/>
                </a:cubicBezTo>
                <a:cubicBezTo>
                  <a:pt x="14535" y="45283"/>
                  <a:pt x="11848" y="44788"/>
                  <a:pt x="9611" y="43798"/>
                </a:cubicBezTo>
                <a:cubicBezTo>
                  <a:pt x="7375" y="42807"/>
                  <a:pt x="5548" y="41375"/>
                  <a:pt x="4128" y="39502"/>
                </a:cubicBezTo>
                <a:cubicBezTo>
                  <a:pt x="2709" y="37629"/>
                  <a:pt x="1666" y="35346"/>
                  <a:pt x="1000" y="32654"/>
                </a:cubicBezTo>
                <a:cubicBezTo>
                  <a:pt x="333" y="29963"/>
                  <a:pt x="0" y="26894"/>
                  <a:pt x="0" y="23448"/>
                </a:cubicBezTo>
                <a:cubicBezTo>
                  <a:pt x="0" y="20305"/>
                  <a:pt x="355" y="17398"/>
                  <a:pt x="1064" y="14728"/>
                </a:cubicBezTo>
                <a:cubicBezTo>
                  <a:pt x="1774" y="12057"/>
                  <a:pt x="2860" y="9753"/>
                  <a:pt x="4322" y="7815"/>
                </a:cubicBezTo>
                <a:cubicBezTo>
                  <a:pt x="5784" y="5876"/>
                  <a:pt x="7666" y="4347"/>
                  <a:pt x="9966" y="3227"/>
                </a:cubicBezTo>
                <a:cubicBezTo>
                  <a:pt x="12267" y="2108"/>
                  <a:pt x="14987" y="1548"/>
                  <a:pt x="18126" y="1548"/>
                </a:cubicBezTo>
                <a:cubicBezTo>
                  <a:pt x="21524" y="1548"/>
                  <a:pt x="24373" y="2130"/>
                  <a:pt x="26673" y="3294"/>
                </a:cubicBezTo>
                <a:cubicBezTo>
                  <a:pt x="28974" y="4456"/>
                  <a:pt x="30813" y="6017"/>
                  <a:pt x="32189" y="7977"/>
                </a:cubicBezTo>
                <a:cubicBezTo>
                  <a:pt x="33565" y="9936"/>
                  <a:pt x="34532" y="12229"/>
                  <a:pt x="35091" y="14857"/>
                </a:cubicBezTo>
                <a:cubicBezTo>
                  <a:pt x="35651" y="17484"/>
                  <a:pt x="35930" y="20262"/>
                  <a:pt x="35930" y="23190"/>
                </a:cubicBezTo>
                <a:moveTo>
                  <a:pt x="26899" y="23513"/>
                </a:moveTo>
                <a:cubicBezTo>
                  <a:pt x="26899" y="21099"/>
                  <a:pt x="26727" y="18955"/>
                  <a:pt x="26383" y="17080"/>
                </a:cubicBezTo>
                <a:cubicBezTo>
                  <a:pt x="26039" y="15205"/>
                  <a:pt x="25512" y="13643"/>
                  <a:pt x="24803" y="12393"/>
                </a:cubicBezTo>
                <a:cubicBezTo>
                  <a:pt x="24093" y="11143"/>
                  <a:pt x="23158" y="10206"/>
                  <a:pt x="21997" y="9581"/>
                </a:cubicBezTo>
                <a:cubicBezTo>
                  <a:pt x="20836" y="8956"/>
                  <a:pt x="19459" y="8644"/>
                  <a:pt x="17868" y="8644"/>
                </a:cubicBezTo>
                <a:cubicBezTo>
                  <a:pt x="16363" y="8644"/>
                  <a:pt x="15051" y="8946"/>
                  <a:pt x="13933" y="9549"/>
                </a:cubicBezTo>
                <a:cubicBezTo>
                  <a:pt x="12815" y="10152"/>
                  <a:pt x="11901" y="11057"/>
                  <a:pt x="11192" y="12264"/>
                </a:cubicBezTo>
                <a:cubicBezTo>
                  <a:pt x="10482" y="13471"/>
                  <a:pt x="9955" y="14969"/>
                  <a:pt x="9611" y="16758"/>
                </a:cubicBezTo>
                <a:cubicBezTo>
                  <a:pt x="9267" y="18546"/>
                  <a:pt x="9095" y="20647"/>
                  <a:pt x="9095" y="23061"/>
                </a:cubicBezTo>
                <a:cubicBezTo>
                  <a:pt x="9095" y="25991"/>
                  <a:pt x="9300" y="28437"/>
                  <a:pt x="9708" y="30399"/>
                </a:cubicBezTo>
                <a:cubicBezTo>
                  <a:pt x="10117" y="32359"/>
                  <a:pt x="10697" y="33911"/>
                  <a:pt x="11450" y="35053"/>
                </a:cubicBezTo>
                <a:cubicBezTo>
                  <a:pt x="12202" y="36195"/>
                  <a:pt x="13149" y="36993"/>
                  <a:pt x="14288" y="37446"/>
                </a:cubicBezTo>
                <a:cubicBezTo>
                  <a:pt x="15428" y="37898"/>
                  <a:pt x="16729" y="38123"/>
                  <a:pt x="18191" y="38123"/>
                </a:cubicBezTo>
                <a:cubicBezTo>
                  <a:pt x="19911" y="38123"/>
                  <a:pt x="21319" y="37800"/>
                  <a:pt x="22416" y="37154"/>
                </a:cubicBezTo>
                <a:cubicBezTo>
                  <a:pt x="23513" y="36507"/>
                  <a:pt x="24394" y="35548"/>
                  <a:pt x="25061" y="34277"/>
                </a:cubicBezTo>
                <a:cubicBezTo>
                  <a:pt x="25727" y="33006"/>
                  <a:pt x="26200" y="31476"/>
                  <a:pt x="26480" y="29687"/>
                </a:cubicBezTo>
                <a:cubicBezTo>
                  <a:pt x="26759" y="27898"/>
                  <a:pt x="26899" y="25840"/>
                  <a:pt x="26899" y="23513"/>
                </a:cubicBezTo>
                <a:moveTo>
                  <a:pt x="85148" y="64990"/>
                </a:moveTo>
                <a:cubicBezTo>
                  <a:pt x="85148" y="68306"/>
                  <a:pt x="84783" y="71320"/>
                  <a:pt x="84052" y="74033"/>
                </a:cubicBezTo>
                <a:cubicBezTo>
                  <a:pt x="83321" y="76746"/>
                  <a:pt x="82203" y="79062"/>
                  <a:pt x="80697" y="80980"/>
                </a:cubicBezTo>
                <a:cubicBezTo>
                  <a:pt x="79192" y="82896"/>
                  <a:pt x="77289" y="84392"/>
                  <a:pt x="74989" y="85469"/>
                </a:cubicBezTo>
                <a:cubicBezTo>
                  <a:pt x="72688" y="86545"/>
                  <a:pt x="69989" y="87084"/>
                  <a:pt x="66893" y="87084"/>
                </a:cubicBezTo>
                <a:cubicBezTo>
                  <a:pt x="63754" y="87084"/>
                  <a:pt x="61066" y="86588"/>
                  <a:pt x="58830" y="85598"/>
                </a:cubicBezTo>
                <a:cubicBezTo>
                  <a:pt x="56594" y="84608"/>
                  <a:pt x="54766" y="83176"/>
                  <a:pt x="53347" y="81302"/>
                </a:cubicBezTo>
                <a:cubicBezTo>
                  <a:pt x="51928" y="79429"/>
                  <a:pt x="50885" y="77146"/>
                  <a:pt x="50218" y="74454"/>
                </a:cubicBezTo>
                <a:cubicBezTo>
                  <a:pt x="49552" y="71763"/>
                  <a:pt x="49218" y="68694"/>
                  <a:pt x="49218" y="65248"/>
                </a:cubicBezTo>
                <a:cubicBezTo>
                  <a:pt x="49218" y="62105"/>
                  <a:pt x="49573" y="59198"/>
                  <a:pt x="50283" y="56528"/>
                </a:cubicBezTo>
                <a:cubicBezTo>
                  <a:pt x="50992" y="53857"/>
                  <a:pt x="52078" y="51553"/>
                  <a:pt x="53540" y="49615"/>
                </a:cubicBezTo>
                <a:cubicBezTo>
                  <a:pt x="55002" y="47676"/>
                  <a:pt x="56884" y="46147"/>
                  <a:pt x="59185" y="45027"/>
                </a:cubicBezTo>
                <a:cubicBezTo>
                  <a:pt x="61485" y="43908"/>
                  <a:pt x="64205" y="43348"/>
                  <a:pt x="67345" y="43348"/>
                </a:cubicBezTo>
                <a:cubicBezTo>
                  <a:pt x="70742" y="43348"/>
                  <a:pt x="73591" y="43930"/>
                  <a:pt x="75892" y="45094"/>
                </a:cubicBezTo>
                <a:cubicBezTo>
                  <a:pt x="78192" y="46256"/>
                  <a:pt x="80031" y="47817"/>
                  <a:pt x="81407" y="49777"/>
                </a:cubicBezTo>
                <a:cubicBezTo>
                  <a:pt x="82783" y="51736"/>
                  <a:pt x="83751" y="54029"/>
                  <a:pt x="84310" y="56657"/>
                </a:cubicBezTo>
                <a:cubicBezTo>
                  <a:pt x="84869" y="59284"/>
                  <a:pt x="85148" y="62062"/>
                  <a:pt x="85148" y="64990"/>
                </a:cubicBezTo>
                <a:moveTo>
                  <a:pt x="76118" y="65313"/>
                </a:moveTo>
                <a:cubicBezTo>
                  <a:pt x="76118" y="62899"/>
                  <a:pt x="75946" y="60755"/>
                  <a:pt x="75601" y="58880"/>
                </a:cubicBezTo>
                <a:cubicBezTo>
                  <a:pt x="75257" y="57006"/>
                  <a:pt x="74731" y="55443"/>
                  <a:pt x="74021" y="54193"/>
                </a:cubicBezTo>
                <a:cubicBezTo>
                  <a:pt x="73312" y="52944"/>
                  <a:pt x="72376" y="52006"/>
                  <a:pt x="71215" y="51381"/>
                </a:cubicBezTo>
                <a:cubicBezTo>
                  <a:pt x="70054" y="50756"/>
                  <a:pt x="68678" y="50444"/>
                  <a:pt x="67087" y="50444"/>
                </a:cubicBezTo>
                <a:cubicBezTo>
                  <a:pt x="65581" y="50444"/>
                  <a:pt x="64270" y="50746"/>
                  <a:pt x="63152" y="51349"/>
                </a:cubicBezTo>
                <a:cubicBezTo>
                  <a:pt x="62034" y="51953"/>
                  <a:pt x="61120" y="52858"/>
                  <a:pt x="60410" y="54064"/>
                </a:cubicBezTo>
                <a:cubicBezTo>
                  <a:pt x="59701" y="55271"/>
                  <a:pt x="59174" y="56769"/>
                  <a:pt x="58830" y="58558"/>
                </a:cubicBezTo>
                <a:cubicBezTo>
                  <a:pt x="58486" y="60346"/>
                  <a:pt x="58314" y="62448"/>
                  <a:pt x="58314" y="64861"/>
                </a:cubicBezTo>
                <a:cubicBezTo>
                  <a:pt x="58314" y="67791"/>
                  <a:pt x="58518" y="70237"/>
                  <a:pt x="58927" y="72199"/>
                </a:cubicBezTo>
                <a:cubicBezTo>
                  <a:pt x="59335" y="74160"/>
                  <a:pt x="59916" y="75711"/>
                  <a:pt x="60668" y="76853"/>
                </a:cubicBezTo>
                <a:cubicBezTo>
                  <a:pt x="61421" y="77996"/>
                  <a:pt x="62367" y="78793"/>
                  <a:pt x="63507" y="79246"/>
                </a:cubicBezTo>
                <a:cubicBezTo>
                  <a:pt x="64646" y="79698"/>
                  <a:pt x="65947" y="79923"/>
                  <a:pt x="67409" y="79923"/>
                </a:cubicBezTo>
                <a:cubicBezTo>
                  <a:pt x="69129" y="79923"/>
                  <a:pt x="70538" y="79600"/>
                  <a:pt x="71634" y="78954"/>
                </a:cubicBezTo>
                <a:cubicBezTo>
                  <a:pt x="72731" y="78307"/>
                  <a:pt x="73613" y="77349"/>
                  <a:pt x="74279" y="76077"/>
                </a:cubicBezTo>
                <a:cubicBezTo>
                  <a:pt x="74946" y="74806"/>
                  <a:pt x="75419" y="73276"/>
                  <a:pt x="75698" y="71487"/>
                </a:cubicBezTo>
                <a:cubicBezTo>
                  <a:pt x="75978" y="69698"/>
                  <a:pt x="76118" y="67640"/>
                  <a:pt x="76118" y="65313"/>
                </a:cubicBezTo>
                <a:moveTo>
                  <a:pt x="17675" y="86566"/>
                </a:moveTo>
                <a:cubicBezTo>
                  <a:pt x="17460" y="86954"/>
                  <a:pt x="17202" y="87245"/>
                  <a:pt x="16901" y="87438"/>
                </a:cubicBezTo>
                <a:cubicBezTo>
                  <a:pt x="16600" y="87632"/>
                  <a:pt x="16234" y="87804"/>
                  <a:pt x="15804" y="87954"/>
                </a:cubicBezTo>
                <a:cubicBezTo>
                  <a:pt x="15374" y="88105"/>
                  <a:pt x="14858" y="88212"/>
                  <a:pt x="14256" y="88277"/>
                </a:cubicBezTo>
                <a:cubicBezTo>
                  <a:pt x="13654" y="88342"/>
                  <a:pt x="12923" y="88374"/>
                  <a:pt x="12063" y="88374"/>
                </a:cubicBezTo>
                <a:cubicBezTo>
                  <a:pt x="11117" y="88374"/>
                  <a:pt x="10353" y="88288"/>
                  <a:pt x="9773" y="88116"/>
                </a:cubicBezTo>
                <a:cubicBezTo>
                  <a:pt x="9192" y="87944"/>
                  <a:pt x="8784" y="87718"/>
                  <a:pt x="8547" y="87438"/>
                </a:cubicBezTo>
                <a:cubicBezTo>
                  <a:pt x="8311" y="87159"/>
                  <a:pt x="8225" y="86814"/>
                  <a:pt x="8289" y="86404"/>
                </a:cubicBezTo>
                <a:cubicBezTo>
                  <a:pt x="8354" y="85996"/>
                  <a:pt x="8558" y="85533"/>
                  <a:pt x="8902" y="85017"/>
                </a:cubicBezTo>
                <a:lnTo>
                  <a:pt x="66958" y="1808"/>
                </a:lnTo>
                <a:cubicBezTo>
                  <a:pt x="67173" y="1463"/>
                  <a:pt x="67431" y="1172"/>
                  <a:pt x="67732" y="935"/>
                </a:cubicBezTo>
                <a:cubicBezTo>
                  <a:pt x="68033" y="699"/>
                  <a:pt x="68409" y="516"/>
                  <a:pt x="68861" y="387"/>
                </a:cubicBezTo>
                <a:cubicBezTo>
                  <a:pt x="69312" y="258"/>
                  <a:pt x="69828" y="161"/>
                  <a:pt x="70409" y="97"/>
                </a:cubicBezTo>
                <a:cubicBezTo>
                  <a:pt x="70989" y="32"/>
                  <a:pt x="71731" y="0"/>
                  <a:pt x="72634" y="0"/>
                </a:cubicBezTo>
                <a:cubicBezTo>
                  <a:pt x="73537" y="0"/>
                  <a:pt x="74279" y="75"/>
                  <a:pt x="74860" y="226"/>
                </a:cubicBezTo>
                <a:cubicBezTo>
                  <a:pt x="75440" y="376"/>
                  <a:pt x="75860" y="602"/>
                  <a:pt x="76118" y="903"/>
                </a:cubicBezTo>
                <a:cubicBezTo>
                  <a:pt x="76376" y="1204"/>
                  <a:pt x="76472" y="1570"/>
                  <a:pt x="76408" y="2002"/>
                </a:cubicBezTo>
                <a:cubicBezTo>
                  <a:pt x="76343" y="2432"/>
                  <a:pt x="76139" y="2883"/>
                  <a:pt x="75795" y="3356"/>
                </a:cubicBezTo>
                <a:lnTo>
                  <a:pt x="17675" y="86566"/>
                </a:lnTo>
                <a:close/>
                <a:moveTo>
                  <a:pt x="185825" y="84439"/>
                </a:moveTo>
                <a:cubicBezTo>
                  <a:pt x="185825" y="84783"/>
                  <a:pt x="185739" y="85073"/>
                  <a:pt x="185567" y="85310"/>
                </a:cubicBezTo>
                <a:cubicBezTo>
                  <a:pt x="185395" y="85546"/>
                  <a:pt x="185116" y="85750"/>
                  <a:pt x="184729" y="85923"/>
                </a:cubicBezTo>
                <a:cubicBezTo>
                  <a:pt x="184341" y="86095"/>
                  <a:pt x="183804" y="86224"/>
                  <a:pt x="183116" y="86310"/>
                </a:cubicBezTo>
                <a:cubicBezTo>
                  <a:pt x="182428" y="86396"/>
                  <a:pt x="181568" y="86439"/>
                  <a:pt x="180536" y="86439"/>
                </a:cubicBezTo>
                <a:cubicBezTo>
                  <a:pt x="179461" y="86439"/>
                  <a:pt x="178579" y="86396"/>
                  <a:pt x="177891" y="86310"/>
                </a:cubicBezTo>
                <a:cubicBezTo>
                  <a:pt x="177203" y="86224"/>
                  <a:pt x="176654" y="86095"/>
                  <a:pt x="176246" y="85923"/>
                </a:cubicBezTo>
                <a:cubicBezTo>
                  <a:pt x="175837" y="85750"/>
                  <a:pt x="175547" y="85546"/>
                  <a:pt x="175375" y="85310"/>
                </a:cubicBezTo>
                <a:cubicBezTo>
                  <a:pt x="175203" y="85073"/>
                  <a:pt x="175117" y="84783"/>
                  <a:pt x="175117" y="84439"/>
                </a:cubicBezTo>
                <a:lnTo>
                  <a:pt x="175117" y="49154"/>
                </a:lnTo>
                <a:cubicBezTo>
                  <a:pt x="175117" y="46703"/>
                  <a:pt x="174902" y="44466"/>
                  <a:pt x="174472" y="42445"/>
                </a:cubicBezTo>
                <a:cubicBezTo>
                  <a:pt x="174042" y="40424"/>
                  <a:pt x="173354" y="38682"/>
                  <a:pt x="172408" y="37220"/>
                </a:cubicBezTo>
                <a:cubicBezTo>
                  <a:pt x="171462" y="35758"/>
                  <a:pt x="170258" y="34640"/>
                  <a:pt x="168795" y="33866"/>
                </a:cubicBezTo>
                <a:cubicBezTo>
                  <a:pt x="167333" y="33092"/>
                  <a:pt x="165613" y="32705"/>
                  <a:pt x="163635" y="32705"/>
                </a:cubicBezTo>
                <a:cubicBezTo>
                  <a:pt x="161184" y="32705"/>
                  <a:pt x="158722" y="33651"/>
                  <a:pt x="156249" y="35543"/>
                </a:cubicBezTo>
                <a:cubicBezTo>
                  <a:pt x="153776" y="37435"/>
                  <a:pt x="151056" y="40209"/>
                  <a:pt x="148089" y="43864"/>
                </a:cubicBezTo>
                <a:lnTo>
                  <a:pt x="148089" y="84439"/>
                </a:lnTo>
                <a:cubicBezTo>
                  <a:pt x="148089" y="84783"/>
                  <a:pt x="148003" y="85073"/>
                  <a:pt x="147831" y="85310"/>
                </a:cubicBezTo>
                <a:cubicBezTo>
                  <a:pt x="147659" y="85546"/>
                  <a:pt x="147369" y="85750"/>
                  <a:pt x="146960" y="85923"/>
                </a:cubicBezTo>
                <a:cubicBezTo>
                  <a:pt x="146552" y="86095"/>
                  <a:pt x="146003" y="86224"/>
                  <a:pt x="145315" y="86310"/>
                </a:cubicBezTo>
                <a:cubicBezTo>
                  <a:pt x="144627" y="86396"/>
                  <a:pt x="143767" y="86439"/>
                  <a:pt x="142735" y="86439"/>
                </a:cubicBezTo>
                <a:cubicBezTo>
                  <a:pt x="141746" y="86439"/>
                  <a:pt x="140896" y="86396"/>
                  <a:pt x="140187" y="86310"/>
                </a:cubicBezTo>
                <a:cubicBezTo>
                  <a:pt x="139477" y="86224"/>
                  <a:pt x="138918" y="86095"/>
                  <a:pt x="138510" y="85923"/>
                </a:cubicBezTo>
                <a:cubicBezTo>
                  <a:pt x="138101" y="85750"/>
                  <a:pt x="137822" y="85546"/>
                  <a:pt x="137671" y="85310"/>
                </a:cubicBezTo>
                <a:cubicBezTo>
                  <a:pt x="137521" y="85073"/>
                  <a:pt x="137445" y="84783"/>
                  <a:pt x="137445" y="84439"/>
                </a:cubicBezTo>
                <a:lnTo>
                  <a:pt x="137445" y="49154"/>
                </a:lnTo>
                <a:cubicBezTo>
                  <a:pt x="137445" y="46703"/>
                  <a:pt x="137209" y="44466"/>
                  <a:pt x="136736" y="42445"/>
                </a:cubicBezTo>
                <a:cubicBezTo>
                  <a:pt x="136263" y="40424"/>
                  <a:pt x="135553" y="38682"/>
                  <a:pt x="134607" y="37220"/>
                </a:cubicBezTo>
                <a:cubicBezTo>
                  <a:pt x="133661" y="35758"/>
                  <a:pt x="132468" y="34640"/>
                  <a:pt x="131027" y="33866"/>
                </a:cubicBezTo>
                <a:cubicBezTo>
                  <a:pt x="129586" y="33092"/>
                  <a:pt x="127877" y="32705"/>
                  <a:pt x="125899" y="32705"/>
                </a:cubicBezTo>
                <a:cubicBezTo>
                  <a:pt x="123447" y="32705"/>
                  <a:pt x="120975" y="33651"/>
                  <a:pt x="118480" y="35543"/>
                </a:cubicBezTo>
                <a:cubicBezTo>
                  <a:pt x="115986" y="37435"/>
                  <a:pt x="113277" y="40209"/>
                  <a:pt x="110353" y="43864"/>
                </a:cubicBezTo>
                <a:lnTo>
                  <a:pt x="110353" y="84439"/>
                </a:lnTo>
                <a:cubicBezTo>
                  <a:pt x="110353" y="84783"/>
                  <a:pt x="110267" y="85073"/>
                  <a:pt x="110095" y="85310"/>
                </a:cubicBezTo>
                <a:cubicBezTo>
                  <a:pt x="109923" y="85546"/>
                  <a:pt x="109643" y="85750"/>
                  <a:pt x="109256" y="85923"/>
                </a:cubicBezTo>
                <a:cubicBezTo>
                  <a:pt x="108869" y="86095"/>
                  <a:pt x="108331" y="86224"/>
                  <a:pt x="107643" y="86310"/>
                </a:cubicBezTo>
                <a:cubicBezTo>
                  <a:pt x="106955" y="86396"/>
                  <a:pt x="106074" y="86439"/>
                  <a:pt x="104999" y="86439"/>
                </a:cubicBezTo>
                <a:cubicBezTo>
                  <a:pt x="103967" y="86439"/>
                  <a:pt x="103106" y="86396"/>
                  <a:pt x="102418" y="86310"/>
                </a:cubicBezTo>
                <a:cubicBezTo>
                  <a:pt x="101730" y="86224"/>
                  <a:pt x="101182" y="86095"/>
                  <a:pt x="100773" y="85923"/>
                </a:cubicBezTo>
                <a:cubicBezTo>
                  <a:pt x="100365" y="85750"/>
                  <a:pt x="100085" y="85546"/>
                  <a:pt x="99935" y="85310"/>
                </a:cubicBezTo>
                <a:cubicBezTo>
                  <a:pt x="99784" y="85073"/>
                  <a:pt x="99709" y="84783"/>
                  <a:pt x="99709" y="84439"/>
                </a:cubicBezTo>
                <a:lnTo>
                  <a:pt x="99709" y="26383"/>
                </a:lnTo>
                <a:cubicBezTo>
                  <a:pt x="99709" y="26039"/>
                  <a:pt x="99774" y="25749"/>
                  <a:pt x="99903" y="25512"/>
                </a:cubicBezTo>
                <a:cubicBezTo>
                  <a:pt x="100032" y="25276"/>
                  <a:pt x="100290" y="25061"/>
                  <a:pt x="100677" y="24867"/>
                </a:cubicBezTo>
                <a:cubicBezTo>
                  <a:pt x="101064" y="24674"/>
                  <a:pt x="101558" y="24545"/>
                  <a:pt x="102160" y="24480"/>
                </a:cubicBezTo>
                <a:cubicBezTo>
                  <a:pt x="102762" y="24416"/>
                  <a:pt x="103558" y="24383"/>
                  <a:pt x="104547" y="24383"/>
                </a:cubicBezTo>
                <a:cubicBezTo>
                  <a:pt x="105493" y="24383"/>
                  <a:pt x="106278" y="24416"/>
                  <a:pt x="106902" y="24480"/>
                </a:cubicBezTo>
                <a:cubicBezTo>
                  <a:pt x="107525" y="24545"/>
                  <a:pt x="108009" y="24674"/>
                  <a:pt x="108353" y="24867"/>
                </a:cubicBezTo>
                <a:cubicBezTo>
                  <a:pt x="108697" y="25061"/>
                  <a:pt x="108944" y="25276"/>
                  <a:pt x="109095" y="25512"/>
                </a:cubicBezTo>
                <a:cubicBezTo>
                  <a:pt x="109245" y="25749"/>
                  <a:pt x="109321" y="26039"/>
                  <a:pt x="109321" y="26383"/>
                </a:cubicBezTo>
                <a:lnTo>
                  <a:pt x="109321" y="34059"/>
                </a:lnTo>
                <a:cubicBezTo>
                  <a:pt x="112589" y="30404"/>
                  <a:pt x="115760" y="27727"/>
                  <a:pt x="118835" y="26028"/>
                </a:cubicBezTo>
                <a:cubicBezTo>
                  <a:pt x="121910" y="24330"/>
                  <a:pt x="125017" y="23480"/>
                  <a:pt x="128156" y="23480"/>
                </a:cubicBezTo>
                <a:cubicBezTo>
                  <a:pt x="130565" y="23480"/>
                  <a:pt x="132726" y="23760"/>
                  <a:pt x="134639" y="24319"/>
                </a:cubicBezTo>
                <a:cubicBezTo>
                  <a:pt x="136553" y="24878"/>
                  <a:pt x="138241" y="25663"/>
                  <a:pt x="139703" y="26673"/>
                </a:cubicBezTo>
                <a:cubicBezTo>
                  <a:pt x="141165" y="27684"/>
                  <a:pt x="142412" y="28888"/>
                  <a:pt x="143444" y="30286"/>
                </a:cubicBezTo>
                <a:cubicBezTo>
                  <a:pt x="144477" y="31683"/>
                  <a:pt x="145337" y="33242"/>
                  <a:pt x="146025" y="34962"/>
                </a:cubicBezTo>
                <a:cubicBezTo>
                  <a:pt x="147960" y="32855"/>
                  <a:pt x="149798" y="31071"/>
                  <a:pt x="151540" y="29608"/>
                </a:cubicBezTo>
                <a:cubicBezTo>
                  <a:pt x="153282" y="28146"/>
                  <a:pt x="154959" y="26964"/>
                  <a:pt x="156571" y="26061"/>
                </a:cubicBezTo>
                <a:cubicBezTo>
                  <a:pt x="158184" y="25157"/>
                  <a:pt x="159754" y="24502"/>
                  <a:pt x="161280" y="24093"/>
                </a:cubicBezTo>
                <a:cubicBezTo>
                  <a:pt x="162807" y="23685"/>
                  <a:pt x="164345" y="23480"/>
                  <a:pt x="165893" y="23480"/>
                </a:cubicBezTo>
                <a:cubicBezTo>
                  <a:pt x="169634" y="23480"/>
                  <a:pt x="172773" y="24136"/>
                  <a:pt x="175311" y="25448"/>
                </a:cubicBezTo>
                <a:cubicBezTo>
                  <a:pt x="177848" y="26759"/>
                  <a:pt x="179901" y="28512"/>
                  <a:pt x="181471" y="30705"/>
                </a:cubicBezTo>
                <a:cubicBezTo>
                  <a:pt x="183041" y="32898"/>
                  <a:pt x="184159" y="35468"/>
                  <a:pt x="184825" y="38414"/>
                </a:cubicBezTo>
                <a:cubicBezTo>
                  <a:pt x="185492" y="41359"/>
                  <a:pt x="185825" y="44466"/>
                  <a:pt x="185825" y="47735"/>
                </a:cubicBezTo>
                <a:lnTo>
                  <a:pt x="185825" y="844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F34DE-6E34-4178-9399-1B2DC15B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03" y="2847821"/>
            <a:ext cx="307814" cy="189577"/>
          </a:xfrm>
          <a:custGeom xmlns:a="http://schemas.openxmlformats.org/drawingml/2006/main">
            <a:pathLst>
              <a:path w="307814" h="189577">
                <a:moveTo>
                  <a:pt x="28403" y="189577"/>
                </a:moveTo>
                <a:cubicBezTo>
                  <a:pt x="13211" y="189577"/>
                  <a:pt x="0" y="177026"/>
                  <a:pt x="0" y="161173"/>
                </a:cubicBezTo>
                <a:lnTo>
                  <a:pt x="0" y="28403"/>
                </a:lnTo>
                <a:cubicBezTo>
                  <a:pt x="0" y="12550"/>
                  <a:pt x="13211" y="0"/>
                  <a:pt x="28403" y="0"/>
                </a:cubicBezTo>
                <a:lnTo>
                  <a:pt x="279411" y="0"/>
                </a:lnTo>
                <a:cubicBezTo>
                  <a:pt x="295264" y="0"/>
                  <a:pt x="307814" y="12550"/>
                  <a:pt x="307814" y="28403"/>
                </a:cubicBezTo>
                <a:lnTo>
                  <a:pt x="307814" y="161173"/>
                </a:lnTo>
                <a:cubicBezTo>
                  <a:pt x="307814" y="177026"/>
                  <a:pt x="295264" y="189577"/>
                  <a:pt x="279411" y="189577"/>
                </a:cubicBezTo>
                <a:lnTo>
                  <a:pt x="28403" y="189577"/>
                </a:lnTo>
                <a:close/>
              </a:path>
            </a:pathLst>
          </a:custGeom>
          <a:solidFill xmlns:a="http://schemas.openxmlformats.org/drawingml/2006/main">
            <a:srgbClr val="E2EF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60F30D-7C21-4E82-9446-988FF2AF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03" y="2847821"/>
            <a:ext cx="307814" cy="189577"/>
          </a:xfrm>
          <a:custGeom xmlns:a="http://schemas.openxmlformats.org/drawingml/2006/main">
            <a:pathLst>
              <a:path w="307814" h="189577" fill="none">
                <a:moveTo>
                  <a:pt x="28403" y="189577"/>
                </a:moveTo>
                <a:lnTo>
                  <a:pt x="279411" y="189577"/>
                </a:lnTo>
                <a:cubicBezTo>
                  <a:pt x="295264" y="189577"/>
                  <a:pt x="307814" y="177026"/>
                  <a:pt x="307814" y="161173"/>
                </a:cubicBezTo>
                <a:lnTo>
                  <a:pt x="307814" y="28403"/>
                </a:lnTo>
                <a:cubicBezTo>
                  <a:pt x="307814" y="12550"/>
                  <a:pt x="295264" y="0"/>
                  <a:pt x="279411" y="0"/>
                </a:cubicBezTo>
                <a:lnTo>
                  <a:pt x="28403" y="0"/>
                </a:lnTo>
                <a:cubicBezTo>
                  <a:pt x="13211" y="0"/>
                  <a:pt x="0" y="12550"/>
                  <a:pt x="0" y="28403"/>
                </a:cubicBezTo>
                <a:lnTo>
                  <a:pt x="0" y="161173"/>
                </a:lnTo>
                <a:cubicBezTo>
                  <a:pt x="0" y="177026"/>
                  <a:pt x="13211" y="189577"/>
                  <a:pt x="28403" y="18957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A8D08D"/>
            </a:solidFill>
            <a:miter/>
          </a:ln>
        </p:spPr>
      </p:sp>
      <p:sp>
        <p:nvSpPr>
          <p:cNvPr id="107" name="Text %x">
            <a:extLst xmlns:a="http://schemas.openxmlformats.org/drawingml/2006/main">
              <a:ext uri="{FF2B5EF4-FFF2-40B4-BE49-F238E27FC236}">
                <a16:creationId xmlns:a16="http://schemas.microsoft.com/office/drawing/2014/main" id="{777173AE-E68B-473E-A15B-DC467220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986" y="2896521"/>
            <a:ext cx="144219" cy="88374"/>
          </a:xfrm>
          <a:custGeom xmlns:a="http://schemas.openxmlformats.org/drawingml/2006/main">
            <a:pathLst>
              <a:path w="144219" h="88374">
                <a:moveTo>
                  <a:pt x="35930" y="23190"/>
                </a:moveTo>
                <a:cubicBezTo>
                  <a:pt x="35930" y="26505"/>
                  <a:pt x="35565" y="29520"/>
                  <a:pt x="34833" y="32233"/>
                </a:cubicBezTo>
                <a:cubicBezTo>
                  <a:pt x="34102" y="34946"/>
                  <a:pt x="32984" y="37262"/>
                  <a:pt x="31479" y="39180"/>
                </a:cubicBezTo>
                <a:cubicBezTo>
                  <a:pt x="29974" y="41096"/>
                  <a:pt x="28071" y="42592"/>
                  <a:pt x="25770" y="43669"/>
                </a:cubicBezTo>
                <a:cubicBezTo>
                  <a:pt x="23470" y="44745"/>
                  <a:pt x="20771" y="45283"/>
                  <a:pt x="17675" y="45283"/>
                </a:cubicBezTo>
                <a:cubicBezTo>
                  <a:pt x="14535" y="45283"/>
                  <a:pt x="11848" y="44788"/>
                  <a:pt x="9611" y="43798"/>
                </a:cubicBezTo>
                <a:cubicBezTo>
                  <a:pt x="7375" y="42807"/>
                  <a:pt x="5548" y="41375"/>
                  <a:pt x="4128" y="39502"/>
                </a:cubicBezTo>
                <a:cubicBezTo>
                  <a:pt x="2709" y="37629"/>
                  <a:pt x="1666" y="35346"/>
                  <a:pt x="1000" y="32654"/>
                </a:cubicBezTo>
                <a:cubicBezTo>
                  <a:pt x="333" y="29963"/>
                  <a:pt x="0" y="26894"/>
                  <a:pt x="0" y="23448"/>
                </a:cubicBezTo>
                <a:cubicBezTo>
                  <a:pt x="0" y="20305"/>
                  <a:pt x="355" y="17398"/>
                  <a:pt x="1064" y="14728"/>
                </a:cubicBezTo>
                <a:cubicBezTo>
                  <a:pt x="1774" y="12057"/>
                  <a:pt x="2860" y="9753"/>
                  <a:pt x="4322" y="7815"/>
                </a:cubicBezTo>
                <a:cubicBezTo>
                  <a:pt x="5784" y="5876"/>
                  <a:pt x="7666" y="4347"/>
                  <a:pt x="9966" y="3227"/>
                </a:cubicBezTo>
                <a:cubicBezTo>
                  <a:pt x="12267" y="2108"/>
                  <a:pt x="14987" y="1548"/>
                  <a:pt x="18126" y="1548"/>
                </a:cubicBezTo>
                <a:cubicBezTo>
                  <a:pt x="21524" y="1548"/>
                  <a:pt x="24373" y="2130"/>
                  <a:pt x="26673" y="3294"/>
                </a:cubicBezTo>
                <a:cubicBezTo>
                  <a:pt x="28974" y="4456"/>
                  <a:pt x="30813" y="6017"/>
                  <a:pt x="32189" y="7977"/>
                </a:cubicBezTo>
                <a:cubicBezTo>
                  <a:pt x="33565" y="9936"/>
                  <a:pt x="34532" y="12229"/>
                  <a:pt x="35091" y="14857"/>
                </a:cubicBezTo>
                <a:cubicBezTo>
                  <a:pt x="35651" y="17484"/>
                  <a:pt x="35930" y="20262"/>
                  <a:pt x="35930" y="23190"/>
                </a:cubicBezTo>
                <a:moveTo>
                  <a:pt x="26899" y="23513"/>
                </a:moveTo>
                <a:cubicBezTo>
                  <a:pt x="26899" y="21099"/>
                  <a:pt x="26727" y="18955"/>
                  <a:pt x="26383" y="17080"/>
                </a:cubicBezTo>
                <a:cubicBezTo>
                  <a:pt x="26039" y="15205"/>
                  <a:pt x="25512" y="13643"/>
                  <a:pt x="24803" y="12393"/>
                </a:cubicBezTo>
                <a:cubicBezTo>
                  <a:pt x="24093" y="11143"/>
                  <a:pt x="23158" y="10206"/>
                  <a:pt x="21997" y="9581"/>
                </a:cubicBezTo>
                <a:cubicBezTo>
                  <a:pt x="20836" y="8956"/>
                  <a:pt x="19459" y="8644"/>
                  <a:pt x="17868" y="8644"/>
                </a:cubicBezTo>
                <a:cubicBezTo>
                  <a:pt x="16363" y="8644"/>
                  <a:pt x="15051" y="8946"/>
                  <a:pt x="13933" y="9549"/>
                </a:cubicBezTo>
                <a:cubicBezTo>
                  <a:pt x="12815" y="10152"/>
                  <a:pt x="11901" y="11057"/>
                  <a:pt x="11192" y="12264"/>
                </a:cubicBezTo>
                <a:cubicBezTo>
                  <a:pt x="10482" y="13471"/>
                  <a:pt x="9955" y="14969"/>
                  <a:pt x="9611" y="16758"/>
                </a:cubicBezTo>
                <a:cubicBezTo>
                  <a:pt x="9267" y="18546"/>
                  <a:pt x="9095" y="20647"/>
                  <a:pt x="9095" y="23061"/>
                </a:cubicBezTo>
                <a:cubicBezTo>
                  <a:pt x="9095" y="25991"/>
                  <a:pt x="9300" y="28437"/>
                  <a:pt x="9708" y="30399"/>
                </a:cubicBezTo>
                <a:cubicBezTo>
                  <a:pt x="10117" y="32359"/>
                  <a:pt x="10697" y="33911"/>
                  <a:pt x="11450" y="35053"/>
                </a:cubicBezTo>
                <a:cubicBezTo>
                  <a:pt x="12202" y="36195"/>
                  <a:pt x="13149" y="36993"/>
                  <a:pt x="14288" y="37446"/>
                </a:cubicBezTo>
                <a:cubicBezTo>
                  <a:pt x="15428" y="37898"/>
                  <a:pt x="16729" y="38123"/>
                  <a:pt x="18191" y="38123"/>
                </a:cubicBezTo>
                <a:cubicBezTo>
                  <a:pt x="19911" y="38123"/>
                  <a:pt x="21319" y="37800"/>
                  <a:pt x="22416" y="37154"/>
                </a:cubicBezTo>
                <a:cubicBezTo>
                  <a:pt x="23513" y="36507"/>
                  <a:pt x="24394" y="35548"/>
                  <a:pt x="25061" y="34277"/>
                </a:cubicBezTo>
                <a:cubicBezTo>
                  <a:pt x="25727" y="33006"/>
                  <a:pt x="26200" y="31476"/>
                  <a:pt x="26480" y="29687"/>
                </a:cubicBezTo>
                <a:cubicBezTo>
                  <a:pt x="26759" y="27898"/>
                  <a:pt x="26899" y="25840"/>
                  <a:pt x="26899" y="23513"/>
                </a:cubicBezTo>
                <a:moveTo>
                  <a:pt x="85148" y="64990"/>
                </a:moveTo>
                <a:cubicBezTo>
                  <a:pt x="85148" y="68306"/>
                  <a:pt x="84783" y="71320"/>
                  <a:pt x="84052" y="74033"/>
                </a:cubicBezTo>
                <a:cubicBezTo>
                  <a:pt x="83321" y="76746"/>
                  <a:pt x="82203" y="79062"/>
                  <a:pt x="80697" y="80980"/>
                </a:cubicBezTo>
                <a:cubicBezTo>
                  <a:pt x="79192" y="82896"/>
                  <a:pt x="77289" y="84392"/>
                  <a:pt x="74989" y="85469"/>
                </a:cubicBezTo>
                <a:cubicBezTo>
                  <a:pt x="72688" y="86545"/>
                  <a:pt x="69989" y="87084"/>
                  <a:pt x="66893" y="87084"/>
                </a:cubicBezTo>
                <a:cubicBezTo>
                  <a:pt x="63754" y="87084"/>
                  <a:pt x="61066" y="86588"/>
                  <a:pt x="58830" y="85598"/>
                </a:cubicBezTo>
                <a:cubicBezTo>
                  <a:pt x="56594" y="84608"/>
                  <a:pt x="54766" y="83176"/>
                  <a:pt x="53347" y="81302"/>
                </a:cubicBezTo>
                <a:cubicBezTo>
                  <a:pt x="51928" y="79429"/>
                  <a:pt x="50885" y="77146"/>
                  <a:pt x="50218" y="74454"/>
                </a:cubicBezTo>
                <a:cubicBezTo>
                  <a:pt x="49552" y="71763"/>
                  <a:pt x="49218" y="68694"/>
                  <a:pt x="49218" y="65248"/>
                </a:cubicBezTo>
                <a:cubicBezTo>
                  <a:pt x="49218" y="62105"/>
                  <a:pt x="49573" y="59198"/>
                  <a:pt x="50283" y="56528"/>
                </a:cubicBezTo>
                <a:cubicBezTo>
                  <a:pt x="50992" y="53857"/>
                  <a:pt x="52078" y="51553"/>
                  <a:pt x="53540" y="49615"/>
                </a:cubicBezTo>
                <a:cubicBezTo>
                  <a:pt x="55002" y="47676"/>
                  <a:pt x="56884" y="46147"/>
                  <a:pt x="59185" y="45027"/>
                </a:cubicBezTo>
                <a:cubicBezTo>
                  <a:pt x="61485" y="43908"/>
                  <a:pt x="64205" y="43348"/>
                  <a:pt x="67345" y="43348"/>
                </a:cubicBezTo>
                <a:cubicBezTo>
                  <a:pt x="70742" y="43348"/>
                  <a:pt x="73591" y="43930"/>
                  <a:pt x="75892" y="45094"/>
                </a:cubicBezTo>
                <a:cubicBezTo>
                  <a:pt x="78192" y="46256"/>
                  <a:pt x="80031" y="47817"/>
                  <a:pt x="81407" y="49777"/>
                </a:cubicBezTo>
                <a:cubicBezTo>
                  <a:pt x="82783" y="51736"/>
                  <a:pt x="83751" y="54029"/>
                  <a:pt x="84310" y="56657"/>
                </a:cubicBezTo>
                <a:cubicBezTo>
                  <a:pt x="84869" y="59284"/>
                  <a:pt x="85148" y="62062"/>
                  <a:pt x="85148" y="64990"/>
                </a:cubicBezTo>
                <a:moveTo>
                  <a:pt x="76118" y="65313"/>
                </a:moveTo>
                <a:cubicBezTo>
                  <a:pt x="76118" y="62899"/>
                  <a:pt x="75946" y="60755"/>
                  <a:pt x="75601" y="58880"/>
                </a:cubicBezTo>
                <a:cubicBezTo>
                  <a:pt x="75257" y="57006"/>
                  <a:pt x="74731" y="55443"/>
                  <a:pt x="74021" y="54193"/>
                </a:cubicBezTo>
                <a:cubicBezTo>
                  <a:pt x="73312" y="52944"/>
                  <a:pt x="72376" y="52006"/>
                  <a:pt x="71215" y="51381"/>
                </a:cubicBezTo>
                <a:cubicBezTo>
                  <a:pt x="70054" y="50756"/>
                  <a:pt x="68678" y="50444"/>
                  <a:pt x="67087" y="50444"/>
                </a:cubicBezTo>
                <a:cubicBezTo>
                  <a:pt x="65581" y="50444"/>
                  <a:pt x="64270" y="50746"/>
                  <a:pt x="63152" y="51349"/>
                </a:cubicBezTo>
                <a:cubicBezTo>
                  <a:pt x="62034" y="51953"/>
                  <a:pt x="61120" y="52858"/>
                  <a:pt x="60410" y="54064"/>
                </a:cubicBezTo>
                <a:cubicBezTo>
                  <a:pt x="59701" y="55271"/>
                  <a:pt x="59174" y="56769"/>
                  <a:pt x="58830" y="58558"/>
                </a:cubicBezTo>
                <a:cubicBezTo>
                  <a:pt x="58486" y="60346"/>
                  <a:pt x="58314" y="62448"/>
                  <a:pt x="58314" y="64861"/>
                </a:cubicBezTo>
                <a:cubicBezTo>
                  <a:pt x="58314" y="67791"/>
                  <a:pt x="58518" y="70237"/>
                  <a:pt x="58927" y="72199"/>
                </a:cubicBezTo>
                <a:cubicBezTo>
                  <a:pt x="59335" y="74160"/>
                  <a:pt x="59916" y="75711"/>
                  <a:pt x="60668" y="76853"/>
                </a:cubicBezTo>
                <a:cubicBezTo>
                  <a:pt x="61421" y="77996"/>
                  <a:pt x="62367" y="78793"/>
                  <a:pt x="63507" y="79246"/>
                </a:cubicBezTo>
                <a:cubicBezTo>
                  <a:pt x="64646" y="79698"/>
                  <a:pt x="65947" y="79923"/>
                  <a:pt x="67409" y="79923"/>
                </a:cubicBezTo>
                <a:cubicBezTo>
                  <a:pt x="69129" y="79923"/>
                  <a:pt x="70538" y="79600"/>
                  <a:pt x="71634" y="78954"/>
                </a:cubicBezTo>
                <a:cubicBezTo>
                  <a:pt x="72731" y="78307"/>
                  <a:pt x="73613" y="77349"/>
                  <a:pt x="74279" y="76077"/>
                </a:cubicBezTo>
                <a:cubicBezTo>
                  <a:pt x="74946" y="74806"/>
                  <a:pt x="75419" y="73276"/>
                  <a:pt x="75698" y="71487"/>
                </a:cubicBezTo>
                <a:cubicBezTo>
                  <a:pt x="75978" y="69698"/>
                  <a:pt x="76118" y="67640"/>
                  <a:pt x="76118" y="65313"/>
                </a:cubicBezTo>
                <a:moveTo>
                  <a:pt x="17675" y="86566"/>
                </a:moveTo>
                <a:cubicBezTo>
                  <a:pt x="17460" y="86954"/>
                  <a:pt x="17202" y="87245"/>
                  <a:pt x="16901" y="87438"/>
                </a:cubicBezTo>
                <a:cubicBezTo>
                  <a:pt x="16600" y="87632"/>
                  <a:pt x="16234" y="87804"/>
                  <a:pt x="15804" y="87954"/>
                </a:cubicBezTo>
                <a:cubicBezTo>
                  <a:pt x="15374" y="88105"/>
                  <a:pt x="14858" y="88212"/>
                  <a:pt x="14256" y="88277"/>
                </a:cubicBezTo>
                <a:cubicBezTo>
                  <a:pt x="13654" y="88342"/>
                  <a:pt x="12923" y="88374"/>
                  <a:pt x="12063" y="88374"/>
                </a:cubicBezTo>
                <a:cubicBezTo>
                  <a:pt x="11117" y="88374"/>
                  <a:pt x="10353" y="88288"/>
                  <a:pt x="9773" y="88116"/>
                </a:cubicBezTo>
                <a:cubicBezTo>
                  <a:pt x="9192" y="87944"/>
                  <a:pt x="8784" y="87718"/>
                  <a:pt x="8547" y="87438"/>
                </a:cubicBezTo>
                <a:cubicBezTo>
                  <a:pt x="8311" y="87159"/>
                  <a:pt x="8225" y="86814"/>
                  <a:pt x="8289" y="86404"/>
                </a:cubicBezTo>
                <a:cubicBezTo>
                  <a:pt x="8354" y="85996"/>
                  <a:pt x="8558" y="85533"/>
                  <a:pt x="8902" y="85017"/>
                </a:cubicBezTo>
                <a:lnTo>
                  <a:pt x="66958" y="1808"/>
                </a:lnTo>
                <a:cubicBezTo>
                  <a:pt x="67173" y="1463"/>
                  <a:pt x="67431" y="1172"/>
                  <a:pt x="67732" y="935"/>
                </a:cubicBezTo>
                <a:cubicBezTo>
                  <a:pt x="68033" y="699"/>
                  <a:pt x="68409" y="516"/>
                  <a:pt x="68861" y="387"/>
                </a:cubicBezTo>
                <a:cubicBezTo>
                  <a:pt x="69312" y="258"/>
                  <a:pt x="69828" y="161"/>
                  <a:pt x="70409" y="97"/>
                </a:cubicBezTo>
                <a:cubicBezTo>
                  <a:pt x="70989" y="32"/>
                  <a:pt x="71731" y="0"/>
                  <a:pt x="72634" y="0"/>
                </a:cubicBezTo>
                <a:cubicBezTo>
                  <a:pt x="73537" y="0"/>
                  <a:pt x="74279" y="75"/>
                  <a:pt x="74860" y="226"/>
                </a:cubicBezTo>
                <a:cubicBezTo>
                  <a:pt x="75440" y="376"/>
                  <a:pt x="75860" y="602"/>
                  <a:pt x="76118" y="903"/>
                </a:cubicBezTo>
                <a:cubicBezTo>
                  <a:pt x="76376" y="1204"/>
                  <a:pt x="76472" y="1570"/>
                  <a:pt x="76408" y="2002"/>
                </a:cubicBezTo>
                <a:cubicBezTo>
                  <a:pt x="76343" y="2432"/>
                  <a:pt x="76139" y="2883"/>
                  <a:pt x="75795" y="3356"/>
                </a:cubicBezTo>
                <a:lnTo>
                  <a:pt x="17675" y="86566"/>
                </a:lnTo>
                <a:close/>
                <a:moveTo>
                  <a:pt x="143703" y="83213"/>
                </a:moveTo>
                <a:cubicBezTo>
                  <a:pt x="144047" y="83815"/>
                  <a:pt x="144219" y="84321"/>
                  <a:pt x="144219" y="84729"/>
                </a:cubicBezTo>
                <a:cubicBezTo>
                  <a:pt x="144219" y="85138"/>
                  <a:pt x="144015" y="85471"/>
                  <a:pt x="143606" y="85729"/>
                </a:cubicBezTo>
                <a:cubicBezTo>
                  <a:pt x="143197" y="85987"/>
                  <a:pt x="142574" y="86170"/>
                  <a:pt x="141735" y="86277"/>
                </a:cubicBezTo>
                <a:cubicBezTo>
                  <a:pt x="140897" y="86385"/>
                  <a:pt x="139811" y="86439"/>
                  <a:pt x="138478" y="86439"/>
                </a:cubicBezTo>
                <a:cubicBezTo>
                  <a:pt x="137188" y="86439"/>
                  <a:pt x="136166" y="86406"/>
                  <a:pt x="135414" y="86342"/>
                </a:cubicBezTo>
                <a:cubicBezTo>
                  <a:pt x="134661" y="86277"/>
                  <a:pt x="134059" y="86170"/>
                  <a:pt x="133608" y="86019"/>
                </a:cubicBezTo>
                <a:cubicBezTo>
                  <a:pt x="133156" y="85869"/>
                  <a:pt x="132812" y="85675"/>
                  <a:pt x="132575" y="85439"/>
                </a:cubicBezTo>
                <a:cubicBezTo>
                  <a:pt x="132339" y="85202"/>
                  <a:pt x="132135" y="84933"/>
                  <a:pt x="131963" y="84632"/>
                </a:cubicBezTo>
                <a:lnTo>
                  <a:pt x="118029" y="61604"/>
                </a:lnTo>
                <a:lnTo>
                  <a:pt x="104160" y="84632"/>
                </a:lnTo>
                <a:cubicBezTo>
                  <a:pt x="103988" y="84933"/>
                  <a:pt x="103784" y="85202"/>
                  <a:pt x="103548" y="85439"/>
                </a:cubicBezTo>
                <a:cubicBezTo>
                  <a:pt x="103311" y="85675"/>
                  <a:pt x="102967" y="85869"/>
                  <a:pt x="102515" y="86019"/>
                </a:cubicBezTo>
                <a:cubicBezTo>
                  <a:pt x="102064" y="86170"/>
                  <a:pt x="101473" y="86277"/>
                  <a:pt x="100741" y="86342"/>
                </a:cubicBezTo>
                <a:cubicBezTo>
                  <a:pt x="100010" y="86406"/>
                  <a:pt x="99043" y="86439"/>
                  <a:pt x="97839" y="86439"/>
                </a:cubicBezTo>
                <a:cubicBezTo>
                  <a:pt x="96592" y="86439"/>
                  <a:pt x="95570" y="86385"/>
                  <a:pt x="94775" y="86277"/>
                </a:cubicBezTo>
                <a:cubicBezTo>
                  <a:pt x="93979" y="86170"/>
                  <a:pt x="93399" y="85987"/>
                  <a:pt x="93033" y="85729"/>
                </a:cubicBezTo>
                <a:cubicBezTo>
                  <a:pt x="92667" y="85471"/>
                  <a:pt x="92495" y="85138"/>
                  <a:pt x="92517" y="84729"/>
                </a:cubicBezTo>
                <a:cubicBezTo>
                  <a:pt x="92538" y="84321"/>
                  <a:pt x="92743" y="83815"/>
                  <a:pt x="93130" y="83213"/>
                </a:cubicBezTo>
                <a:lnTo>
                  <a:pt x="111192" y="54895"/>
                </a:lnTo>
                <a:lnTo>
                  <a:pt x="94097" y="27609"/>
                </a:lnTo>
                <a:cubicBezTo>
                  <a:pt x="93753" y="27007"/>
                  <a:pt x="93571" y="26501"/>
                  <a:pt x="93549" y="26093"/>
                </a:cubicBezTo>
                <a:cubicBezTo>
                  <a:pt x="93528" y="25684"/>
                  <a:pt x="93721" y="25340"/>
                  <a:pt x="94130" y="25061"/>
                </a:cubicBezTo>
                <a:cubicBezTo>
                  <a:pt x="94538" y="24781"/>
                  <a:pt x="95162" y="24598"/>
                  <a:pt x="96000" y="24512"/>
                </a:cubicBezTo>
                <a:cubicBezTo>
                  <a:pt x="96839" y="24426"/>
                  <a:pt x="97946" y="24383"/>
                  <a:pt x="99322" y="24383"/>
                </a:cubicBezTo>
                <a:cubicBezTo>
                  <a:pt x="100569" y="24383"/>
                  <a:pt x="101569" y="24416"/>
                  <a:pt x="102322" y="24480"/>
                </a:cubicBezTo>
                <a:cubicBezTo>
                  <a:pt x="103074" y="24545"/>
                  <a:pt x="103666" y="24641"/>
                  <a:pt x="104096" y="24770"/>
                </a:cubicBezTo>
                <a:cubicBezTo>
                  <a:pt x="104526" y="24899"/>
                  <a:pt x="104848" y="25071"/>
                  <a:pt x="105063" y="25287"/>
                </a:cubicBezTo>
                <a:cubicBezTo>
                  <a:pt x="105278" y="25502"/>
                  <a:pt x="105472" y="25760"/>
                  <a:pt x="105644" y="26061"/>
                </a:cubicBezTo>
                <a:lnTo>
                  <a:pt x="118868" y="47670"/>
                </a:lnTo>
                <a:lnTo>
                  <a:pt x="132285" y="26061"/>
                </a:lnTo>
                <a:cubicBezTo>
                  <a:pt x="132457" y="25803"/>
                  <a:pt x="132651" y="25566"/>
                  <a:pt x="132866" y="25351"/>
                </a:cubicBezTo>
                <a:cubicBezTo>
                  <a:pt x="133081" y="25136"/>
                  <a:pt x="133371" y="24953"/>
                  <a:pt x="133737" y="24803"/>
                </a:cubicBezTo>
                <a:cubicBezTo>
                  <a:pt x="134102" y="24652"/>
                  <a:pt x="134618" y="24545"/>
                  <a:pt x="135285" y="24480"/>
                </a:cubicBezTo>
                <a:cubicBezTo>
                  <a:pt x="135951" y="24416"/>
                  <a:pt x="136865" y="24383"/>
                  <a:pt x="138026" y="24383"/>
                </a:cubicBezTo>
                <a:cubicBezTo>
                  <a:pt x="139273" y="24383"/>
                  <a:pt x="140295" y="24426"/>
                  <a:pt x="141090" y="24512"/>
                </a:cubicBezTo>
                <a:cubicBezTo>
                  <a:pt x="141886" y="24598"/>
                  <a:pt x="142477" y="24760"/>
                  <a:pt x="142864" y="24996"/>
                </a:cubicBezTo>
                <a:cubicBezTo>
                  <a:pt x="143251" y="25233"/>
                  <a:pt x="143423" y="25566"/>
                  <a:pt x="143380" y="25996"/>
                </a:cubicBezTo>
                <a:cubicBezTo>
                  <a:pt x="143337" y="26426"/>
                  <a:pt x="143122" y="26964"/>
                  <a:pt x="142735" y="27609"/>
                </a:cubicBezTo>
                <a:lnTo>
                  <a:pt x="125770" y="54572"/>
                </a:lnTo>
                <a:lnTo>
                  <a:pt x="143703" y="832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994AD-56F9-4D93-A3F6-7550944B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939" y="2690611"/>
            <a:ext cx="10" cy="104366"/>
          </a:xfrm>
          <a:custGeom xmlns:a="http://schemas.openxmlformats.org/drawingml/2006/main">
            <a:pathLst>
              <a:path w="1" h="104366" fill="none">
                <a:moveTo>
                  <a:pt x="0" y="1043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674F0-42CF-4740-9EF6-BF072AB7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83" y="2612667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A2E0D-1264-4E09-A15F-029167E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511" y="2690611"/>
            <a:ext cx="10" cy="104366"/>
          </a:xfrm>
          <a:custGeom xmlns:a="http://schemas.openxmlformats.org/drawingml/2006/main">
            <a:pathLst>
              <a:path w="1" h="104366" fill="none">
                <a:moveTo>
                  <a:pt x="0" y="1043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8BDC3-8DD0-4BCC-90CC-6A48228F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254" y="2612667"/>
            <a:ext cx="88513" cy="89174"/>
          </a:xfrm>
          <a:custGeom xmlns:a="http://schemas.openxmlformats.org/drawingml/2006/main">
            <a:pathLst>
              <a:path w="88513" h="89174">
                <a:moveTo>
                  <a:pt x="0" y="88513"/>
                </a:moveTo>
                <a:lnTo>
                  <a:pt x="44257" y="0"/>
                </a:lnTo>
                <a:lnTo>
                  <a:pt x="88513" y="89174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D91E8-11E9-4C57-AB0D-13FEEB80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939" y="1918433"/>
            <a:ext cx="10" cy="157870"/>
          </a:xfrm>
          <a:custGeom xmlns:a="http://schemas.openxmlformats.org/drawingml/2006/main">
            <a:pathLst>
              <a:path w="1" h="157870" fill="none">
                <a:moveTo>
                  <a:pt x="0" y="1578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69126-D9DD-4031-AAAD-6886ECEF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83" y="1840489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27F2A-0381-4805-8964-C48082B5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989" y="1919755"/>
            <a:ext cx="10" cy="156549"/>
          </a:xfrm>
          <a:custGeom xmlns:a="http://schemas.openxmlformats.org/drawingml/2006/main">
            <a:pathLst>
              <a:path w="1" h="156549" fill="none">
                <a:moveTo>
                  <a:pt x="0" y="1565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04135-585C-49EC-BC9C-90F758F3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0733" y="1841810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...">
            <a:extLst xmlns:a="http://schemas.openxmlformats.org/drawingml/2006/main">
              <a:ext uri="{FF2B5EF4-FFF2-40B4-BE49-F238E27FC236}">
                <a16:creationId xmlns:a16="http://schemas.microsoft.com/office/drawing/2014/main" id="{D46B21FE-3CB3-4CE0-A19F-AA889231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093" y="1746155"/>
            <a:ext cx="120044" cy="22642"/>
          </a:xfrm>
          <a:custGeom xmlns:a="http://schemas.openxmlformats.org/drawingml/2006/main">
            <a:pathLst>
              <a:path w="120044" h="22642">
                <a:moveTo>
                  <a:pt x="20803" y="11176"/>
                </a:moveTo>
                <a:cubicBezTo>
                  <a:pt x="20803" y="15776"/>
                  <a:pt x="20045" y="18837"/>
                  <a:pt x="18529" y="20359"/>
                </a:cubicBezTo>
                <a:cubicBezTo>
                  <a:pt x="17014" y="21881"/>
                  <a:pt x="14256" y="22642"/>
                  <a:pt x="10257" y="22642"/>
                </a:cubicBezTo>
                <a:cubicBezTo>
                  <a:pt x="6386" y="22642"/>
                  <a:pt x="3709" y="21897"/>
                  <a:pt x="2225" y="20407"/>
                </a:cubicBezTo>
                <a:cubicBezTo>
                  <a:pt x="742" y="18918"/>
                  <a:pt x="0" y="15937"/>
                  <a:pt x="0" y="11466"/>
                </a:cubicBezTo>
                <a:cubicBezTo>
                  <a:pt x="0" y="6866"/>
                  <a:pt x="758" y="3805"/>
                  <a:pt x="2274" y="2283"/>
                </a:cubicBezTo>
                <a:cubicBezTo>
                  <a:pt x="3790" y="761"/>
                  <a:pt x="6547" y="0"/>
                  <a:pt x="10547" y="0"/>
                </a:cubicBezTo>
                <a:cubicBezTo>
                  <a:pt x="14417" y="0"/>
                  <a:pt x="17094" y="745"/>
                  <a:pt x="18578" y="2235"/>
                </a:cubicBezTo>
                <a:cubicBezTo>
                  <a:pt x="20061" y="3724"/>
                  <a:pt x="20803" y="6705"/>
                  <a:pt x="20803" y="11176"/>
                </a:cubicBezTo>
                <a:close/>
                <a:moveTo>
                  <a:pt x="70423" y="11176"/>
                </a:moveTo>
                <a:cubicBezTo>
                  <a:pt x="70423" y="15776"/>
                  <a:pt x="69666" y="18837"/>
                  <a:pt x="68150" y="20359"/>
                </a:cubicBezTo>
                <a:cubicBezTo>
                  <a:pt x="66634" y="21881"/>
                  <a:pt x="63876" y="22642"/>
                  <a:pt x="59877" y="22642"/>
                </a:cubicBezTo>
                <a:cubicBezTo>
                  <a:pt x="56006" y="22642"/>
                  <a:pt x="53329" y="21897"/>
                  <a:pt x="51846" y="20407"/>
                </a:cubicBezTo>
                <a:cubicBezTo>
                  <a:pt x="50362" y="18918"/>
                  <a:pt x="49620" y="15937"/>
                  <a:pt x="49620" y="11466"/>
                </a:cubicBezTo>
                <a:cubicBezTo>
                  <a:pt x="49620" y="6866"/>
                  <a:pt x="50378" y="3805"/>
                  <a:pt x="51894" y="2283"/>
                </a:cubicBezTo>
                <a:cubicBezTo>
                  <a:pt x="53410" y="761"/>
                  <a:pt x="56168" y="0"/>
                  <a:pt x="60167" y="0"/>
                </a:cubicBezTo>
                <a:cubicBezTo>
                  <a:pt x="64037" y="0"/>
                  <a:pt x="66714" y="745"/>
                  <a:pt x="68198" y="2235"/>
                </a:cubicBezTo>
                <a:cubicBezTo>
                  <a:pt x="69682" y="3724"/>
                  <a:pt x="70423" y="6705"/>
                  <a:pt x="70423" y="11176"/>
                </a:cubicBezTo>
                <a:close/>
                <a:moveTo>
                  <a:pt x="120044" y="11176"/>
                </a:moveTo>
                <a:cubicBezTo>
                  <a:pt x="120044" y="15776"/>
                  <a:pt x="119286" y="18837"/>
                  <a:pt x="117770" y="20359"/>
                </a:cubicBezTo>
                <a:cubicBezTo>
                  <a:pt x="116254" y="21881"/>
                  <a:pt x="113496" y="22642"/>
                  <a:pt x="109497" y="22642"/>
                </a:cubicBezTo>
                <a:cubicBezTo>
                  <a:pt x="105627" y="22642"/>
                  <a:pt x="102950" y="21897"/>
                  <a:pt x="101466" y="20407"/>
                </a:cubicBezTo>
                <a:cubicBezTo>
                  <a:pt x="99982" y="18918"/>
                  <a:pt x="99240" y="15937"/>
                  <a:pt x="99240" y="11466"/>
                </a:cubicBezTo>
                <a:cubicBezTo>
                  <a:pt x="99240" y="6866"/>
                  <a:pt x="99998" y="3805"/>
                  <a:pt x="101514" y="2283"/>
                </a:cubicBezTo>
                <a:cubicBezTo>
                  <a:pt x="103030" y="761"/>
                  <a:pt x="105788" y="0"/>
                  <a:pt x="109787" y="0"/>
                </a:cubicBezTo>
                <a:cubicBezTo>
                  <a:pt x="113658" y="0"/>
                  <a:pt x="116335" y="745"/>
                  <a:pt x="117818" y="2235"/>
                </a:cubicBezTo>
                <a:cubicBezTo>
                  <a:pt x="119302" y="3724"/>
                  <a:pt x="120044" y="6705"/>
                  <a:pt x="120044" y="111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...">
            <a:extLst xmlns:a="http://schemas.openxmlformats.org/drawingml/2006/main">
              <a:ext uri="{FF2B5EF4-FFF2-40B4-BE49-F238E27FC236}">
                <a16:creationId xmlns:a16="http://schemas.microsoft.com/office/drawing/2014/main" id="{7693A4B2-6D08-4C4A-81AF-654C2A21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460" y="1746155"/>
            <a:ext cx="120539" cy="22642"/>
          </a:xfrm>
          <a:custGeom xmlns:a="http://schemas.openxmlformats.org/drawingml/2006/main">
            <a:pathLst>
              <a:path w="120539" h="22642">
                <a:moveTo>
                  <a:pt x="20803" y="11176"/>
                </a:moveTo>
                <a:cubicBezTo>
                  <a:pt x="20803" y="15776"/>
                  <a:pt x="20045" y="18837"/>
                  <a:pt x="18529" y="20359"/>
                </a:cubicBezTo>
                <a:cubicBezTo>
                  <a:pt x="17014" y="21881"/>
                  <a:pt x="14256" y="22642"/>
                  <a:pt x="10257" y="22642"/>
                </a:cubicBezTo>
                <a:cubicBezTo>
                  <a:pt x="6386" y="22642"/>
                  <a:pt x="3709" y="21897"/>
                  <a:pt x="2225" y="20407"/>
                </a:cubicBezTo>
                <a:cubicBezTo>
                  <a:pt x="742" y="18918"/>
                  <a:pt x="0" y="15937"/>
                  <a:pt x="0" y="11466"/>
                </a:cubicBezTo>
                <a:cubicBezTo>
                  <a:pt x="0" y="6866"/>
                  <a:pt x="758" y="3805"/>
                  <a:pt x="2274" y="2283"/>
                </a:cubicBezTo>
                <a:cubicBezTo>
                  <a:pt x="3790" y="761"/>
                  <a:pt x="6547" y="0"/>
                  <a:pt x="10547" y="0"/>
                </a:cubicBezTo>
                <a:cubicBezTo>
                  <a:pt x="14417" y="0"/>
                  <a:pt x="17094" y="745"/>
                  <a:pt x="18578" y="2235"/>
                </a:cubicBezTo>
                <a:cubicBezTo>
                  <a:pt x="20061" y="3724"/>
                  <a:pt x="20803" y="6705"/>
                  <a:pt x="20803" y="11176"/>
                </a:cubicBezTo>
                <a:close/>
                <a:moveTo>
                  <a:pt x="70918" y="11176"/>
                </a:moveTo>
                <a:cubicBezTo>
                  <a:pt x="70918" y="15776"/>
                  <a:pt x="70160" y="18837"/>
                  <a:pt x="68645" y="20359"/>
                </a:cubicBezTo>
                <a:cubicBezTo>
                  <a:pt x="67129" y="21881"/>
                  <a:pt x="64371" y="22642"/>
                  <a:pt x="60372" y="22642"/>
                </a:cubicBezTo>
                <a:cubicBezTo>
                  <a:pt x="56501" y="22642"/>
                  <a:pt x="53824" y="21897"/>
                  <a:pt x="52341" y="20407"/>
                </a:cubicBezTo>
                <a:cubicBezTo>
                  <a:pt x="50857" y="18918"/>
                  <a:pt x="50115" y="15937"/>
                  <a:pt x="50115" y="11466"/>
                </a:cubicBezTo>
                <a:cubicBezTo>
                  <a:pt x="50115" y="6866"/>
                  <a:pt x="50873" y="3805"/>
                  <a:pt x="52389" y="2283"/>
                </a:cubicBezTo>
                <a:cubicBezTo>
                  <a:pt x="53905" y="761"/>
                  <a:pt x="56663" y="0"/>
                  <a:pt x="60662" y="0"/>
                </a:cubicBezTo>
                <a:cubicBezTo>
                  <a:pt x="64532" y="0"/>
                  <a:pt x="67209" y="745"/>
                  <a:pt x="68693" y="2235"/>
                </a:cubicBezTo>
                <a:cubicBezTo>
                  <a:pt x="70177" y="3724"/>
                  <a:pt x="70918" y="6705"/>
                  <a:pt x="70918" y="11176"/>
                </a:cubicBezTo>
                <a:close/>
                <a:moveTo>
                  <a:pt x="120539" y="11176"/>
                </a:moveTo>
                <a:cubicBezTo>
                  <a:pt x="120539" y="15776"/>
                  <a:pt x="119781" y="18837"/>
                  <a:pt x="118265" y="20359"/>
                </a:cubicBezTo>
                <a:cubicBezTo>
                  <a:pt x="116749" y="21881"/>
                  <a:pt x="113991" y="22642"/>
                  <a:pt x="109992" y="22642"/>
                </a:cubicBezTo>
                <a:cubicBezTo>
                  <a:pt x="106121" y="22642"/>
                  <a:pt x="103444" y="21897"/>
                  <a:pt x="101961" y="20407"/>
                </a:cubicBezTo>
                <a:cubicBezTo>
                  <a:pt x="100477" y="18918"/>
                  <a:pt x="99735" y="15937"/>
                  <a:pt x="99735" y="11466"/>
                </a:cubicBezTo>
                <a:cubicBezTo>
                  <a:pt x="99735" y="6866"/>
                  <a:pt x="100493" y="3805"/>
                  <a:pt x="102009" y="2283"/>
                </a:cubicBezTo>
                <a:cubicBezTo>
                  <a:pt x="103525" y="761"/>
                  <a:pt x="106283" y="0"/>
                  <a:pt x="110282" y="0"/>
                </a:cubicBezTo>
                <a:cubicBezTo>
                  <a:pt x="114153" y="0"/>
                  <a:pt x="116830" y="745"/>
                  <a:pt x="118313" y="2235"/>
                </a:cubicBezTo>
                <a:cubicBezTo>
                  <a:pt x="119797" y="3724"/>
                  <a:pt x="120539" y="6705"/>
                  <a:pt x="120539" y="111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75B65-FB12-4B99-B43C-893A7C7D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945" y="3474018"/>
            <a:ext cx="503996" cy="843516"/>
          </a:xfrm>
          <a:custGeom xmlns:a="http://schemas.openxmlformats.org/drawingml/2006/main">
            <a:pathLst>
              <a:path w="503996" h="843516">
                <a:moveTo>
                  <a:pt x="47559" y="843516"/>
                </a:moveTo>
                <a:cubicBezTo>
                  <a:pt x="21137" y="843516"/>
                  <a:pt x="0" y="822379"/>
                  <a:pt x="0" y="796618"/>
                </a:cubicBezTo>
                <a:lnTo>
                  <a:pt x="0" y="46899"/>
                </a:lnTo>
                <a:cubicBezTo>
                  <a:pt x="0" y="21137"/>
                  <a:pt x="21137" y="0"/>
                  <a:pt x="47559" y="0"/>
                </a:cubicBezTo>
                <a:lnTo>
                  <a:pt x="456437" y="0"/>
                </a:lnTo>
                <a:cubicBezTo>
                  <a:pt x="482859" y="0"/>
                  <a:pt x="503996" y="21137"/>
                  <a:pt x="503996" y="46899"/>
                </a:cubicBezTo>
                <a:lnTo>
                  <a:pt x="503996" y="796618"/>
                </a:lnTo>
                <a:cubicBezTo>
                  <a:pt x="503996" y="822379"/>
                  <a:pt x="482859" y="843516"/>
                  <a:pt x="456437" y="843516"/>
                </a:cubicBezTo>
                <a:lnTo>
                  <a:pt x="47559" y="843516"/>
                </a:ln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595E3-C102-4977-9418-9A5EFD10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945" y="3474018"/>
            <a:ext cx="503996" cy="843516"/>
          </a:xfrm>
          <a:custGeom xmlns:a="http://schemas.openxmlformats.org/drawingml/2006/main">
            <a:pathLst>
              <a:path w="503996" h="843516" fill="none">
                <a:moveTo>
                  <a:pt x="47559" y="843516"/>
                </a:moveTo>
                <a:lnTo>
                  <a:pt x="456437" y="843516"/>
                </a:lnTo>
                <a:cubicBezTo>
                  <a:pt x="482859" y="843516"/>
                  <a:pt x="503996" y="822379"/>
                  <a:pt x="503996" y="796618"/>
                </a:cubicBezTo>
                <a:lnTo>
                  <a:pt x="503996" y="46899"/>
                </a:lnTo>
                <a:cubicBezTo>
                  <a:pt x="503996" y="21137"/>
                  <a:pt x="482859" y="0"/>
                  <a:pt x="456437" y="0"/>
                </a:cubicBezTo>
                <a:lnTo>
                  <a:pt x="47559" y="0"/>
                </a:lnTo>
                <a:cubicBezTo>
                  <a:pt x="21137" y="0"/>
                  <a:pt x="0" y="21137"/>
                  <a:pt x="0" y="46899"/>
                </a:cubicBezTo>
                <a:lnTo>
                  <a:pt x="0" y="796618"/>
                </a:lnTo>
                <a:cubicBezTo>
                  <a:pt x="0" y="822379"/>
                  <a:pt x="21137" y="843516"/>
                  <a:pt x="47559" y="8435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4770" cap="flat">
            <a:solidFill>
              <a:srgbClr val="A5A5A5"/>
            </a:solidFill>
            <a:custDash>
              <a:ds d="799956" sp="399987"/>
            </a:custDash>
            <a:miter/>
          </a:ln>
        </p:spPr>
      </p:sp>
      <p:sp>
        <p:nvSpPr>
          <p:cNvPr id="120" name="Text BB-Var">
            <a:extLst xmlns:a="http://schemas.openxmlformats.org/drawingml/2006/main">
              <a:ext uri="{FF2B5EF4-FFF2-40B4-BE49-F238E27FC236}">
                <a16:creationId xmlns:a16="http://schemas.microsoft.com/office/drawing/2014/main" id="{71853FEA-CF49-4E1C-BFA2-ED854602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856" y="3528249"/>
            <a:ext cx="413558" cy="99198"/>
          </a:xfrm>
          <a:custGeom xmlns:a="http://schemas.openxmlformats.org/drawingml/2006/main">
            <a:pathLst>
              <a:path w="413558" h="99198">
                <a:moveTo>
                  <a:pt x="64103" y="69814"/>
                </a:moveTo>
                <a:cubicBezTo>
                  <a:pt x="64103" y="72870"/>
                  <a:pt x="63715" y="75689"/>
                  <a:pt x="62938" y="78269"/>
                </a:cubicBezTo>
                <a:cubicBezTo>
                  <a:pt x="62162" y="80849"/>
                  <a:pt x="61072" y="83166"/>
                  <a:pt x="59669" y="85220"/>
                </a:cubicBezTo>
                <a:cubicBezTo>
                  <a:pt x="58266" y="87274"/>
                  <a:pt x="56575" y="89078"/>
                  <a:pt x="54596" y="90631"/>
                </a:cubicBezTo>
                <a:cubicBezTo>
                  <a:pt x="52617" y="92184"/>
                  <a:pt x="50388" y="93487"/>
                  <a:pt x="47908" y="94539"/>
                </a:cubicBezTo>
                <a:cubicBezTo>
                  <a:pt x="45428" y="95591"/>
                  <a:pt x="42773" y="96380"/>
                  <a:pt x="39942" y="96906"/>
                </a:cubicBezTo>
                <a:cubicBezTo>
                  <a:pt x="37112" y="97432"/>
                  <a:pt x="33868" y="97695"/>
                  <a:pt x="30210" y="97695"/>
                </a:cubicBezTo>
                <a:lnTo>
                  <a:pt x="4810" y="97695"/>
                </a:lnTo>
                <a:cubicBezTo>
                  <a:pt x="3657" y="97695"/>
                  <a:pt x="2568" y="97307"/>
                  <a:pt x="1541" y="96530"/>
                </a:cubicBezTo>
                <a:cubicBezTo>
                  <a:pt x="514" y="95754"/>
                  <a:pt x="0" y="94388"/>
                  <a:pt x="0" y="92434"/>
                </a:cubicBezTo>
                <a:lnTo>
                  <a:pt x="0" y="5711"/>
                </a:lnTo>
                <a:cubicBezTo>
                  <a:pt x="0" y="3757"/>
                  <a:pt x="514" y="2392"/>
                  <a:pt x="1541" y="1616"/>
                </a:cubicBezTo>
                <a:cubicBezTo>
                  <a:pt x="2568" y="839"/>
                  <a:pt x="3657" y="451"/>
                  <a:pt x="4810" y="451"/>
                </a:cubicBezTo>
                <a:lnTo>
                  <a:pt x="26904" y="451"/>
                </a:lnTo>
                <a:cubicBezTo>
                  <a:pt x="32715" y="451"/>
                  <a:pt x="37475" y="1002"/>
                  <a:pt x="41182" y="2104"/>
                </a:cubicBezTo>
                <a:cubicBezTo>
                  <a:pt x="44890" y="3206"/>
                  <a:pt x="47983" y="4810"/>
                  <a:pt x="50463" y="6914"/>
                </a:cubicBezTo>
                <a:cubicBezTo>
                  <a:pt x="52943" y="9018"/>
                  <a:pt x="54809" y="11598"/>
                  <a:pt x="56062" y="14654"/>
                </a:cubicBezTo>
                <a:cubicBezTo>
                  <a:pt x="57314" y="17710"/>
                  <a:pt x="57941" y="21167"/>
                  <a:pt x="57941" y="25025"/>
                </a:cubicBezTo>
                <a:cubicBezTo>
                  <a:pt x="57941" y="27330"/>
                  <a:pt x="57665" y="29534"/>
                  <a:pt x="57114" y="31638"/>
                </a:cubicBezTo>
                <a:cubicBezTo>
                  <a:pt x="56563" y="33742"/>
                  <a:pt x="55749" y="35684"/>
                  <a:pt x="54672" y="37462"/>
                </a:cubicBezTo>
                <a:cubicBezTo>
                  <a:pt x="53594" y="39241"/>
                  <a:pt x="52242" y="40831"/>
                  <a:pt x="50613" y="42234"/>
                </a:cubicBezTo>
                <a:cubicBezTo>
                  <a:pt x="48985" y="43637"/>
                  <a:pt x="47119" y="44789"/>
                  <a:pt x="45015" y="45691"/>
                </a:cubicBezTo>
                <a:cubicBezTo>
                  <a:pt x="47670" y="46192"/>
                  <a:pt x="50150" y="47106"/>
                  <a:pt x="52455" y="48434"/>
                </a:cubicBezTo>
                <a:cubicBezTo>
                  <a:pt x="54759" y="49762"/>
                  <a:pt x="56776" y="51453"/>
                  <a:pt x="58504" y="53507"/>
                </a:cubicBezTo>
                <a:cubicBezTo>
                  <a:pt x="60233" y="55561"/>
                  <a:pt x="61598" y="57966"/>
                  <a:pt x="62600" y="60721"/>
                </a:cubicBezTo>
                <a:cubicBezTo>
                  <a:pt x="63602" y="63477"/>
                  <a:pt x="64103" y="66508"/>
                  <a:pt x="64103" y="69814"/>
                </a:cubicBezTo>
                <a:moveTo>
                  <a:pt x="44639" y="26302"/>
                </a:moveTo>
                <a:cubicBezTo>
                  <a:pt x="44639" y="23948"/>
                  <a:pt x="44313" y="21819"/>
                  <a:pt x="43662" y="19915"/>
                </a:cubicBezTo>
                <a:cubicBezTo>
                  <a:pt x="43011" y="18011"/>
                  <a:pt x="41984" y="16395"/>
                  <a:pt x="40581" y="15068"/>
                </a:cubicBezTo>
                <a:cubicBezTo>
                  <a:pt x="39178" y="13740"/>
                  <a:pt x="37350" y="12725"/>
                  <a:pt x="35095" y="12024"/>
                </a:cubicBezTo>
                <a:cubicBezTo>
                  <a:pt x="32841" y="11323"/>
                  <a:pt x="29860" y="10972"/>
                  <a:pt x="26152" y="10972"/>
                </a:cubicBezTo>
                <a:lnTo>
                  <a:pt x="12775" y="10972"/>
                </a:lnTo>
                <a:lnTo>
                  <a:pt x="12775" y="42460"/>
                </a:lnTo>
                <a:lnTo>
                  <a:pt x="27505" y="42460"/>
                </a:lnTo>
                <a:cubicBezTo>
                  <a:pt x="30862" y="42460"/>
                  <a:pt x="33567" y="42021"/>
                  <a:pt x="35621" y="41145"/>
                </a:cubicBezTo>
                <a:cubicBezTo>
                  <a:pt x="37675" y="40268"/>
                  <a:pt x="39379" y="39090"/>
                  <a:pt x="40731" y="37613"/>
                </a:cubicBezTo>
                <a:cubicBezTo>
                  <a:pt x="42084" y="36135"/>
                  <a:pt x="43073" y="34406"/>
                  <a:pt x="43700" y="32427"/>
                </a:cubicBezTo>
                <a:cubicBezTo>
                  <a:pt x="44326" y="30448"/>
                  <a:pt x="44639" y="28407"/>
                  <a:pt x="44639" y="26302"/>
                </a:cubicBezTo>
                <a:moveTo>
                  <a:pt x="50501" y="70566"/>
                </a:moveTo>
                <a:cubicBezTo>
                  <a:pt x="50501" y="67660"/>
                  <a:pt x="50037" y="65105"/>
                  <a:pt x="49110" y="62900"/>
                </a:cubicBezTo>
                <a:cubicBezTo>
                  <a:pt x="48184" y="60696"/>
                  <a:pt x="46831" y="58842"/>
                  <a:pt x="45052" y="57339"/>
                </a:cubicBezTo>
                <a:cubicBezTo>
                  <a:pt x="43274" y="55836"/>
                  <a:pt x="41044" y="54697"/>
                  <a:pt x="38364" y="53920"/>
                </a:cubicBezTo>
                <a:cubicBezTo>
                  <a:pt x="35684" y="53144"/>
                  <a:pt x="32314" y="52755"/>
                  <a:pt x="28256" y="52755"/>
                </a:cubicBezTo>
                <a:lnTo>
                  <a:pt x="12775" y="52755"/>
                </a:lnTo>
                <a:lnTo>
                  <a:pt x="12775" y="87024"/>
                </a:lnTo>
                <a:lnTo>
                  <a:pt x="31563" y="87024"/>
                </a:lnTo>
                <a:cubicBezTo>
                  <a:pt x="34519" y="87024"/>
                  <a:pt x="37099" y="86673"/>
                  <a:pt x="39303" y="85972"/>
                </a:cubicBezTo>
                <a:cubicBezTo>
                  <a:pt x="41508" y="85270"/>
                  <a:pt x="43449" y="84231"/>
                  <a:pt x="45128" y="82853"/>
                </a:cubicBezTo>
                <a:cubicBezTo>
                  <a:pt x="46806" y="81475"/>
                  <a:pt x="48121" y="79759"/>
                  <a:pt x="49073" y="77705"/>
                </a:cubicBezTo>
                <a:cubicBezTo>
                  <a:pt x="50025" y="75651"/>
                  <a:pt x="50501" y="73271"/>
                  <a:pt x="50501" y="70566"/>
                </a:cubicBezTo>
                <a:close/>
                <a:moveTo>
                  <a:pt x="147813" y="69814"/>
                </a:moveTo>
                <a:cubicBezTo>
                  <a:pt x="147813" y="72870"/>
                  <a:pt x="147425" y="75689"/>
                  <a:pt x="146648" y="78269"/>
                </a:cubicBezTo>
                <a:cubicBezTo>
                  <a:pt x="145872" y="80849"/>
                  <a:pt x="144782" y="83166"/>
                  <a:pt x="143379" y="85220"/>
                </a:cubicBezTo>
                <a:cubicBezTo>
                  <a:pt x="141976" y="87274"/>
                  <a:pt x="140286" y="89078"/>
                  <a:pt x="138307" y="90631"/>
                </a:cubicBezTo>
                <a:cubicBezTo>
                  <a:pt x="136328" y="92184"/>
                  <a:pt x="134098" y="93487"/>
                  <a:pt x="131618" y="94539"/>
                </a:cubicBezTo>
                <a:cubicBezTo>
                  <a:pt x="129138" y="95591"/>
                  <a:pt x="126483" y="96380"/>
                  <a:pt x="123652" y="96906"/>
                </a:cubicBezTo>
                <a:cubicBezTo>
                  <a:pt x="120822" y="97432"/>
                  <a:pt x="117578" y="97695"/>
                  <a:pt x="113920" y="97695"/>
                </a:cubicBezTo>
                <a:lnTo>
                  <a:pt x="88520" y="97695"/>
                </a:lnTo>
                <a:cubicBezTo>
                  <a:pt x="87367" y="97695"/>
                  <a:pt x="86278" y="97307"/>
                  <a:pt x="85251" y="96530"/>
                </a:cubicBezTo>
                <a:cubicBezTo>
                  <a:pt x="84224" y="95754"/>
                  <a:pt x="83710" y="94388"/>
                  <a:pt x="83710" y="92434"/>
                </a:cubicBezTo>
                <a:lnTo>
                  <a:pt x="83710" y="5711"/>
                </a:lnTo>
                <a:cubicBezTo>
                  <a:pt x="83710" y="3757"/>
                  <a:pt x="84224" y="2392"/>
                  <a:pt x="85251" y="1616"/>
                </a:cubicBezTo>
                <a:cubicBezTo>
                  <a:pt x="86278" y="839"/>
                  <a:pt x="87367" y="451"/>
                  <a:pt x="88520" y="451"/>
                </a:cubicBezTo>
                <a:lnTo>
                  <a:pt x="110614" y="451"/>
                </a:lnTo>
                <a:cubicBezTo>
                  <a:pt x="116425" y="451"/>
                  <a:pt x="121185" y="1002"/>
                  <a:pt x="124892" y="2104"/>
                </a:cubicBezTo>
                <a:cubicBezTo>
                  <a:pt x="128600" y="3206"/>
                  <a:pt x="131693" y="4810"/>
                  <a:pt x="134173" y="6914"/>
                </a:cubicBezTo>
                <a:cubicBezTo>
                  <a:pt x="136653" y="9018"/>
                  <a:pt x="138520" y="11598"/>
                  <a:pt x="139772" y="14654"/>
                </a:cubicBezTo>
                <a:cubicBezTo>
                  <a:pt x="141025" y="17710"/>
                  <a:pt x="141651" y="21167"/>
                  <a:pt x="141651" y="25025"/>
                </a:cubicBezTo>
                <a:cubicBezTo>
                  <a:pt x="141651" y="27330"/>
                  <a:pt x="141375" y="29534"/>
                  <a:pt x="140824" y="31638"/>
                </a:cubicBezTo>
                <a:cubicBezTo>
                  <a:pt x="140273" y="33742"/>
                  <a:pt x="139459" y="35684"/>
                  <a:pt x="138382" y="37462"/>
                </a:cubicBezTo>
                <a:cubicBezTo>
                  <a:pt x="137305" y="39241"/>
                  <a:pt x="135952" y="40831"/>
                  <a:pt x="134324" y="42234"/>
                </a:cubicBezTo>
                <a:cubicBezTo>
                  <a:pt x="132695" y="43637"/>
                  <a:pt x="130829" y="44789"/>
                  <a:pt x="128725" y="45691"/>
                </a:cubicBezTo>
                <a:cubicBezTo>
                  <a:pt x="131380" y="46192"/>
                  <a:pt x="133860" y="47106"/>
                  <a:pt x="136165" y="48434"/>
                </a:cubicBezTo>
                <a:cubicBezTo>
                  <a:pt x="138469" y="49762"/>
                  <a:pt x="140486" y="51453"/>
                  <a:pt x="142214" y="53507"/>
                </a:cubicBezTo>
                <a:cubicBezTo>
                  <a:pt x="143943" y="55561"/>
                  <a:pt x="145308" y="57966"/>
                  <a:pt x="146310" y="60721"/>
                </a:cubicBezTo>
                <a:cubicBezTo>
                  <a:pt x="147312" y="63477"/>
                  <a:pt x="147813" y="66508"/>
                  <a:pt x="147813" y="69814"/>
                </a:cubicBezTo>
                <a:moveTo>
                  <a:pt x="128349" y="26302"/>
                </a:moveTo>
                <a:cubicBezTo>
                  <a:pt x="128349" y="23948"/>
                  <a:pt x="128024" y="21819"/>
                  <a:pt x="127372" y="19915"/>
                </a:cubicBezTo>
                <a:cubicBezTo>
                  <a:pt x="126721" y="18011"/>
                  <a:pt x="125694" y="16395"/>
                  <a:pt x="124291" y="15068"/>
                </a:cubicBezTo>
                <a:cubicBezTo>
                  <a:pt x="122888" y="13740"/>
                  <a:pt x="121060" y="12725"/>
                  <a:pt x="118805" y="12024"/>
                </a:cubicBezTo>
                <a:cubicBezTo>
                  <a:pt x="116551" y="11323"/>
                  <a:pt x="113570" y="10972"/>
                  <a:pt x="109862" y="10972"/>
                </a:cubicBezTo>
                <a:lnTo>
                  <a:pt x="96486" y="10972"/>
                </a:lnTo>
                <a:lnTo>
                  <a:pt x="96486" y="42460"/>
                </a:lnTo>
                <a:lnTo>
                  <a:pt x="111215" y="42460"/>
                </a:lnTo>
                <a:cubicBezTo>
                  <a:pt x="114572" y="42460"/>
                  <a:pt x="117277" y="42021"/>
                  <a:pt x="119331" y="41145"/>
                </a:cubicBezTo>
                <a:cubicBezTo>
                  <a:pt x="121385" y="40268"/>
                  <a:pt x="123089" y="39090"/>
                  <a:pt x="124441" y="37613"/>
                </a:cubicBezTo>
                <a:cubicBezTo>
                  <a:pt x="125794" y="36135"/>
                  <a:pt x="126784" y="34406"/>
                  <a:pt x="127410" y="32427"/>
                </a:cubicBezTo>
                <a:cubicBezTo>
                  <a:pt x="128036" y="30448"/>
                  <a:pt x="128349" y="28407"/>
                  <a:pt x="128349" y="26302"/>
                </a:cubicBezTo>
                <a:moveTo>
                  <a:pt x="134211" y="70566"/>
                </a:moveTo>
                <a:cubicBezTo>
                  <a:pt x="134211" y="67660"/>
                  <a:pt x="133748" y="65105"/>
                  <a:pt x="132821" y="62900"/>
                </a:cubicBezTo>
                <a:cubicBezTo>
                  <a:pt x="131894" y="60696"/>
                  <a:pt x="130541" y="58842"/>
                  <a:pt x="128763" y="57339"/>
                </a:cubicBezTo>
                <a:cubicBezTo>
                  <a:pt x="126984" y="55836"/>
                  <a:pt x="124755" y="54697"/>
                  <a:pt x="122074" y="53920"/>
                </a:cubicBezTo>
                <a:cubicBezTo>
                  <a:pt x="119394" y="53144"/>
                  <a:pt x="116025" y="52755"/>
                  <a:pt x="111967" y="52755"/>
                </a:cubicBezTo>
                <a:lnTo>
                  <a:pt x="96486" y="52755"/>
                </a:lnTo>
                <a:lnTo>
                  <a:pt x="96486" y="87024"/>
                </a:lnTo>
                <a:lnTo>
                  <a:pt x="115273" y="87024"/>
                </a:lnTo>
                <a:cubicBezTo>
                  <a:pt x="118229" y="87024"/>
                  <a:pt x="120809" y="86673"/>
                  <a:pt x="123014" y="85972"/>
                </a:cubicBezTo>
                <a:cubicBezTo>
                  <a:pt x="125218" y="85270"/>
                  <a:pt x="127159" y="84231"/>
                  <a:pt x="128838" y="82853"/>
                </a:cubicBezTo>
                <a:cubicBezTo>
                  <a:pt x="130516" y="81475"/>
                  <a:pt x="131831" y="79759"/>
                  <a:pt x="132783" y="77705"/>
                </a:cubicBezTo>
                <a:cubicBezTo>
                  <a:pt x="133735" y="75651"/>
                  <a:pt x="134211" y="73271"/>
                  <a:pt x="134211" y="70566"/>
                </a:cubicBezTo>
                <a:close/>
                <a:moveTo>
                  <a:pt x="196428" y="59744"/>
                </a:moveTo>
                <a:cubicBezTo>
                  <a:pt x="196428" y="61698"/>
                  <a:pt x="196203" y="63051"/>
                  <a:pt x="195752" y="63802"/>
                </a:cubicBezTo>
                <a:cubicBezTo>
                  <a:pt x="195301" y="64554"/>
                  <a:pt x="194650" y="64930"/>
                  <a:pt x="193798" y="64930"/>
                </a:cubicBezTo>
                <a:lnTo>
                  <a:pt x="162385" y="64930"/>
                </a:lnTo>
                <a:cubicBezTo>
                  <a:pt x="161484" y="64930"/>
                  <a:pt x="160807" y="64541"/>
                  <a:pt x="160356" y="63765"/>
                </a:cubicBezTo>
                <a:cubicBezTo>
                  <a:pt x="159905" y="62988"/>
                  <a:pt x="159680" y="61648"/>
                  <a:pt x="159680" y="59744"/>
                </a:cubicBezTo>
                <a:cubicBezTo>
                  <a:pt x="159680" y="57840"/>
                  <a:pt x="159905" y="56513"/>
                  <a:pt x="160356" y="55761"/>
                </a:cubicBezTo>
                <a:cubicBezTo>
                  <a:pt x="160807" y="55010"/>
                  <a:pt x="161484" y="54634"/>
                  <a:pt x="162385" y="54634"/>
                </a:cubicBezTo>
                <a:lnTo>
                  <a:pt x="193798" y="54634"/>
                </a:lnTo>
                <a:cubicBezTo>
                  <a:pt x="194199" y="54634"/>
                  <a:pt x="194562" y="54709"/>
                  <a:pt x="194888" y="54859"/>
                </a:cubicBezTo>
                <a:cubicBezTo>
                  <a:pt x="195213" y="55010"/>
                  <a:pt x="195489" y="55298"/>
                  <a:pt x="195714" y="55724"/>
                </a:cubicBezTo>
                <a:cubicBezTo>
                  <a:pt x="195940" y="56150"/>
                  <a:pt x="196115" y="56688"/>
                  <a:pt x="196240" y="57339"/>
                </a:cubicBezTo>
                <a:cubicBezTo>
                  <a:pt x="196366" y="57991"/>
                  <a:pt x="196428" y="58792"/>
                  <a:pt x="196428" y="59744"/>
                </a:cubicBezTo>
                <a:close/>
                <a:moveTo>
                  <a:pt x="253804" y="95440"/>
                </a:moveTo>
                <a:cubicBezTo>
                  <a:pt x="253604" y="95992"/>
                  <a:pt x="253328" y="96442"/>
                  <a:pt x="252977" y="96793"/>
                </a:cubicBezTo>
                <a:cubicBezTo>
                  <a:pt x="252627" y="97144"/>
                  <a:pt x="252138" y="97419"/>
                  <a:pt x="251512" y="97620"/>
                </a:cubicBezTo>
                <a:cubicBezTo>
                  <a:pt x="250886" y="97820"/>
                  <a:pt x="250084" y="97958"/>
                  <a:pt x="249107" y="98033"/>
                </a:cubicBezTo>
                <a:cubicBezTo>
                  <a:pt x="248130" y="98108"/>
                  <a:pt x="246915" y="98146"/>
                  <a:pt x="245462" y="98146"/>
                </a:cubicBezTo>
                <a:cubicBezTo>
                  <a:pt x="244360" y="98146"/>
                  <a:pt x="243396" y="98133"/>
                  <a:pt x="242569" y="98108"/>
                </a:cubicBezTo>
                <a:cubicBezTo>
                  <a:pt x="241742" y="98083"/>
                  <a:pt x="241028" y="98021"/>
                  <a:pt x="240427" y="97920"/>
                </a:cubicBezTo>
                <a:cubicBezTo>
                  <a:pt x="239826" y="97820"/>
                  <a:pt x="239313" y="97707"/>
                  <a:pt x="238887" y="97582"/>
                </a:cubicBezTo>
                <a:cubicBezTo>
                  <a:pt x="238461" y="97457"/>
                  <a:pt x="238098" y="97294"/>
                  <a:pt x="237797" y="97094"/>
                </a:cubicBezTo>
                <a:cubicBezTo>
                  <a:pt x="237496" y="96893"/>
                  <a:pt x="237258" y="96655"/>
                  <a:pt x="237083" y="96380"/>
                </a:cubicBezTo>
                <a:cubicBezTo>
                  <a:pt x="236908" y="96104"/>
                  <a:pt x="236745" y="95766"/>
                  <a:pt x="236595" y="95365"/>
                </a:cubicBezTo>
                <a:lnTo>
                  <a:pt x="204806" y="5035"/>
                </a:lnTo>
                <a:cubicBezTo>
                  <a:pt x="204405" y="3933"/>
                  <a:pt x="204192" y="3044"/>
                  <a:pt x="204167" y="2367"/>
                </a:cubicBezTo>
                <a:cubicBezTo>
                  <a:pt x="204142" y="1691"/>
                  <a:pt x="204355" y="1177"/>
                  <a:pt x="204806" y="827"/>
                </a:cubicBezTo>
                <a:cubicBezTo>
                  <a:pt x="205257" y="476"/>
                  <a:pt x="205984" y="250"/>
                  <a:pt x="206986" y="150"/>
                </a:cubicBezTo>
                <a:cubicBezTo>
                  <a:pt x="207988" y="50"/>
                  <a:pt x="209340" y="0"/>
                  <a:pt x="211044" y="0"/>
                </a:cubicBezTo>
                <a:cubicBezTo>
                  <a:pt x="212446" y="0"/>
                  <a:pt x="213561" y="38"/>
                  <a:pt x="214388" y="113"/>
                </a:cubicBezTo>
                <a:cubicBezTo>
                  <a:pt x="215214" y="188"/>
                  <a:pt x="215853" y="326"/>
                  <a:pt x="216304" y="526"/>
                </a:cubicBezTo>
                <a:cubicBezTo>
                  <a:pt x="216755" y="726"/>
                  <a:pt x="217093" y="989"/>
                  <a:pt x="217319" y="1315"/>
                </a:cubicBezTo>
                <a:cubicBezTo>
                  <a:pt x="217544" y="1641"/>
                  <a:pt x="217757" y="2054"/>
                  <a:pt x="217957" y="2555"/>
                </a:cubicBezTo>
                <a:lnTo>
                  <a:pt x="245838" y="84393"/>
                </a:lnTo>
                <a:lnTo>
                  <a:pt x="245913" y="84393"/>
                </a:lnTo>
                <a:lnTo>
                  <a:pt x="273042" y="2705"/>
                </a:lnTo>
                <a:cubicBezTo>
                  <a:pt x="273193" y="2154"/>
                  <a:pt x="273368" y="1703"/>
                  <a:pt x="273568" y="1353"/>
                </a:cubicBezTo>
                <a:cubicBezTo>
                  <a:pt x="273769" y="1002"/>
                  <a:pt x="274119" y="726"/>
                  <a:pt x="274620" y="526"/>
                </a:cubicBezTo>
                <a:cubicBezTo>
                  <a:pt x="275121" y="326"/>
                  <a:pt x="275823" y="188"/>
                  <a:pt x="276725" y="113"/>
                </a:cubicBezTo>
                <a:cubicBezTo>
                  <a:pt x="277626" y="38"/>
                  <a:pt x="278829" y="0"/>
                  <a:pt x="280332" y="0"/>
                </a:cubicBezTo>
                <a:cubicBezTo>
                  <a:pt x="281885" y="0"/>
                  <a:pt x="283112" y="63"/>
                  <a:pt x="284014" y="188"/>
                </a:cubicBezTo>
                <a:cubicBezTo>
                  <a:pt x="284916" y="313"/>
                  <a:pt x="285530" y="551"/>
                  <a:pt x="285855" y="902"/>
                </a:cubicBezTo>
                <a:cubicBezTo>
                  <a:pt x="286181" y="1252"/>
                  <a:pt x="286306" y="1766"/>
                  <a:pt x="286231" y="2442"/>
                </a:cubicBezTo>
                <a:cubicBezTo>
                  <a:pt x="286156" y="3119"/>
                  <a:pt x="285918" y="4008"/>
                  <a:pt x="285517" y="5110"/>
                </a:cubicBezTo>
                <a:lnTo>
                  <a:pt x="253804" y="95440"/>
                </a:lnTo>
                <a:close/>
                <a:moveTo>
                  <a:pt x="351274" y="95891"/>
                </a:moveTo>
                <a:cubicBezTo>
                  <a:pt x="351274" y="96493"/>
                  <a:pt x="351074" y="96943"/>
                  <a:pt x="350673" y="97244"/>
                </a:cubicBezTo>
                <a:cubicBezTo>
                  <a:pt x="350272" y="97545"/>
                  <a:pt x="349721" y="97770"/>
                  <a:pt x="349020" y="97920"/>
                </a:cubicBezTo>
                <a:cubicBezTo>
                  <a:pt x="348318" y="98071"/>
                  <a:pt x="347291" y="98146"/>
                  <a:pt x="345938" y="98146"/>
                </a:cubicBezTo>
                <a:cubicBezTo>
                  <a:pt x="344636" y="98146"/>
                  <a:pt x="343596" y="98071"/>
                  <a:pt x="342820" y="97920"/>
                </a:cubicBezTo>
                <a:cubicBezTo>
                  <a:pt x="342043" y="97770"/>
                  <a:pt x="341480" y="97545"/>
                  <a:pt x="341129" y="97244"/>
                </a:cubicBezTo>
                <a:cubicBezTo>
                  <a:pt x="340778" y="96943"/>
                  <a:pt x="340603" y="96493"/>
                  <a:pt x="340603" y="95891"/>
                </a:cubicBezTo>
                <a:lnTo>
                  <a:pt x="340603" y="89128"/>
                </a:lnTo>
                <a:cubicBezTo>
                  <a:pt x="337647" y="92284"/>
                  <a:pt x="334353" y="94752"/>
                  <a:pt x="330721" y="96530"/>
                </a:cubicBezTo>
                <a:cubicBezTo>
                  <a:pt x="327088" y="98309"/>
                  <a:pt x="323243" y="99198"/>
                  <a:pt x="319185" y="99198"/>
                </a:cubicBezTo>
                <a:cubicBezTo>
                  <a:pt x="315628" y="99198"/>
                  <a:pt x="312409" y="98733"/>
                  <a:pt x="309528" y="97803"/>
                </a:cubicBezTo>
                <a:cubicBezTo>
                  <a:pt x="306648" y="96873"/>
                  <a:pt x="304193" y="95528"/>
                  <a:pt x="302164" y="93768"/>
                </a:cubicBezTo>
                <a:cubicBezTo>
                  <a:pt x="300135" y="92009"/>
                  <a:pt x="298556" y="89847"/>
                  <a:pt x="297429" y="87284"/>
                </a:cubicBezTo>
                <a:cubicBezTo>
                  <a:pt x="296302" y="84720"/>
                  <a:pt x="295738" y="81803"/>
                  <a:pt x="295738" y="78534"/>
                </a:cubicBezTo>
                <a:cubicBezTo>
                  <a:pt x="295738" y="74714"/>
                  <a:pt x="296515" y="71396"/>
                  <a:pt x="298068" y="68581"/>
                </a:cubicBezTo>
                <a:cubicBezTo>
                  <a:pt x="299621" y="65765"/>
                  <a:pt x="301850" y="63427"/>
                  <a:pt x="304756" y="61567"/>
                </a:cubicBezTo>
                <a:cubicBezTo>
                  <a:pt x="307662" y="59707"/>
                  <a:pt x="311219" y="58312"/>
                  <a:pt x="315428" y="57382"/>
                </a:cubicBezTo>
                <a:cubicBezTo>
                  <a:pt x="319636" y="56452"/>
                  <a:pt x="324370" y="55987"/>
                  <a:pt x="329631" y="55987"/>
                </a:cubicBezTo>
                <a:lnTo>
                  <a:pt x="338950" y="55987"/>
                </a:lnTo>
                <a:lnTo>
                  <a:pt x="338950" y="50745"/>
                </a:lnTo>
                <a:cubicBezTo>
                  <a:pt x="338950" y="48149"/>
                  <a:pt x="338674" y="45853"/>
                  <a:pt x="338123" y="43857"/>
                </a:cubicBezTo>
                <a:cubicBezTo>
                  <a:pt x="337572" y="41859"/>
                  <a:pt x="336682" y="40199"/>
                  <a:pt x="335455" y="38876"/>
                </a:cubicBezTo>
                <a:cubicBezTo>
                  <a:pt x="334228" y="37553"/>
                  <a:pt x="332637" y="36555"/>
                  <a:pt x="330683" y="35882"/>
                </a:cubicBezTo>
                <a:cubicBezTo>
                  <a:pt x="328729" y="35207"/>
                  <a:pt x="326324" y="34870"/>
                  <a:pt x="323469" y="34870"/>
                </a:cubicBezTo>
                <a:cubicBezTo>
                  <a:pt x="320413" y="34870"/>
                  <a:pt x="317670" y="35229"/>
                  <a:pt x="315240" y="35948"/>
                </a:cubicBezTo>
                <a:cubicBezTo>
                  <a:pt x="312810" y="36666"/>
                  <a:pt x="310681" y="37459"/>
                  <a:pt x="308852" y="38326"/>
                </a:cubicBezTo>
                <a:cubicBezTo>
                  <a:pt x="307023" y="39194"/>
                  <a:pt x="305495" y="39987"/>
                  <a:pt x="304268" y="40705"/>
                </a:cubicBezTo>
                <a:cubicBezTo>
                  <a:pt x="303040" y="41424"/>
                  <a:pt x="302126" y="41783"/>
                  <a:pt x="301525" y="41783"/>
                </a:cubicBezTo>
                <a:cubicBezTo>
                  <a:pt x="301124" y="41783"/>
                  <a:pt x="300773" y="41683"/>
                  <a:pt x="300473" y="41483"/>
                </a:cubicBezTo>
                <a:cubicBezTo>
                  <a:pt x="300172" y="41282"/>
                  <a:pt x="299909" y="40982"/>
                  <a:pt x="299684" y="40581"/>
                </a:cubicBezTo>
                <a:cubicBezTo>
                  <a:pt x="299458" y="40180"/>
                  <a:pt x="299295" y="39667"/>
                  <a:pt x="299195" y="39040"/>
                </a:cubicBezTo>
                <a:cubicBezTo>
                  <a:pt x="299095" y="38414"/>
                  <a:pt x="299045" y="37725"/>
                  <a:pt x="299045" y="36974"/>
                </a:cubicBezTo>
                <a:cubicBezTo>
                  <a:pt x="299045" y="35721"/>
                  <a:pt x="299133" y="34732"/>
                  <a:pt x="299308" y="34005"/>
                </a:cubicBezTo>
                <a:cubicBezTo>
                  <a:pt x="299483" y="33279"/>
                  <a:pt x="299909" y="32590"/>
                  <a:pt x="300585" y="31939"/>
                </a:cubicBezTo>
                <a:cubicBezTo>
                  <a:pt x="301262" y="31287"/>
                  <a:pt x="302427" y="30529"/>
                  <a:pt x="304080" y="29663"/>
                </a:cubicBezTo>
                <a:cubicBezTo>
                  <a:pt x="305733" y="28796"/>
                  <a:pt x="307637" y="28004"/>
                  <a:pt x="309791" y="27286"/>
                </a:cubicBezTo>
                <a:cubicBezTo>
                  <a:pt x="311946" y="26569"/>
                  <a:pt x="314300" y="25976"/>
                  <a:pt x="316855" y="25506"/>
                </a:cubicBezTo>
                <a:cubicBezTo>
                  <a:pt x="319411" y="25035"/>
                  <a:pt x="321991" y="24799"/>
                  <a:pt x="324596" y="24799"/>
                </a:cubicBezTo>
                <a:cubicBezTo>
                  <a:pt x="329456" y="24799"/>
                  <a:pt x="333589" y="25351"/>
                  <a:pt x="336996" y="26453"/>
                </a:cubicBezTo>
                <a:cubicBezTo>
                  <a:pt x="340402" y="27555"/>
                  <a:pt x="343158" y="29171"/>
                  <a:pt x="345262" y="31300"/>
                </a:cubicBezTo>
                <a:cubicBezTo>
                  <a:pt x="347366" y="33429"/>
                  <a:pt x="348894" y="36072"/>
                  <a:pt x="349846" y="39228"/>
                </a:cubicBezTo>
                <a:cubicBezTo>
                  <a:pt x="350798" y="42385"/>
                  <a:pt x="351274" y="46067"/>
                  <a:pt x="351274" y="50275"/>
                </a:cubicBezTo>
                <a:lnTo>
                  <a:pt x="351274" y="95891"/>
                </a:lnTo>
                <a:moveTo>
                  <a:pt x="338950" y="64930"/>
                </a:moveTo>
                <a:lnTo>
                  <a:pt x="328353" y="64930"/>
                </a:lnTo>
                <a:cubicBezTo>
                  <a:pt x="324947" y="64930"/>
                  <a:pt x="321991" y="65220"/>
                  <a:pt x="319486" y="65801"/>
                </a:cubicBezTo>
                <a:cubicBezTo>
                  <a:pt x="316981" y="66380"/>
                  <a:pt x="314902" y="67236"/>
                  <a:pt x="313248" y="68370"/>
                </a:cubicBezTo>
                <a:cubicBezTo>
                  <a:pt x="311595" y="69504"/>
                  <a:pt x="310380" y="70865"/>
                  <a:pt x="309603" y="72454"/>
                </a:cubicBezTo>
                <a:cubicBezTo>
                  <a:pt x="308827" y="74041"/>
                  <a:pt x="308439" y="75869"/>
                  <a:pt x="308439" y="77935"/>
                </a:cubicBezTo>
                <a:cubicBezTo>
                  <a:pt x="308439" y="81464"/>
                  <a:pt x="309553" y="84274"/>
                  <a:pt x="311783" y="86366"/>
                </a:cubicBezTo>
                <a:cubicBezTo>
                  <a:pt x="314012" y="88458"/>
                  <a:pt x="317131" y="89504"/>
                  <a:pt x="321139" y="89504"/>
                </a:cubicBezTo>
                <a:cubicBezTo>
                  <a:pt x="324395" y="89504"/>
                  <a:pt x="327414" y="88672"/>
                  <a:pt x="330195" y="87010"/>
                </a:cubicBezTo>
                <a:cubicBezTo>
                  <a:pt x="332975" y="85345"/>
                  <a:pt x="335893" y="82800"/>
                  <a:pt x="338950" y="79372"/>
                </a:cubicBezTo>
                <a:lnTo>
                  <a:pt x="338950" y="64930"/>
                </a:lnTo>
                <a:close/>
                <a:moveTo>
                  <a:pt x="413558" y="32615"/>
                </a:moveTo>
                <a:cubicBezTo>
                  <a:pt x="413558" y="33717"/>
                  <a:pt x="413533" y="34644"/>
                  <a:pt x="413482" y="35396"/>
                </a:cubicBezTo>
                <a:cubicBezTo>
                  <a:pt x="413432" y="36147"/>
                  <a:pt x="413332" y="36736"/>
                  <a:pt x="413182" y="37162"/>
                </a:cubicBezTo>
                <a:cubicBezTo>
                  <a:pt x="413032" y="37587"/>
                  <a:pt x="412844" y="37913"/>
                  <a:pt x="412618" y="38139"/>
                </a:cubicBezTo>
                <a:cubicBezTo>
                  <a:pt x="412393" y="38364"/>
                  <a:pt x="412080" y="38477"/>
                  <a:pt x="411679" y="38477"/>
                </a:cubicBezTo>
                <a:cubicBezTo>
                  <a:pt x="411278" y="38477"/>
                  <a:pt x="410790" y="38364"/>
                  <a:pt x="410213" y="38139"/>
                </a:cubicBezTo>
                <a:cubicBezTo>
                  <a:pt x="409637" y="37913"/>
                  <a:pt x="408986" y="37688"/>
                  <a:pt x="408260" y="37462"/>
                </a:cubicBezTo>
                <a:cubicBezTo>
                  <a:pt x="407533" y="37237"/>
                  <a:pt x="406719" y="37024"/>
                  <a:pt x="405817" y="36823"/>
                </a:cubicBezTo>
                <a:cubicBezTo>
                  <a:pt x="404915" y="36623"/>
                  <a:pt x="403938" y="36523"/>
                  <a:pt x="402886" y="36523"/>
                </a:cubicBezTo>
                <a:cubicBezTo>
                  <a:pt x="401634" y="36523"/>
                  <a:pt x="400406" y="36773"/>
                  <a:pt x="399204" y="37274"/>
                </a:cubicBezTo>
                <a:cubicBezTo>
                  <a:pt x="398002" y="37775"/>
                  <a:pt x="396737" y="38602"/>
                  <a:pt x="395409" y="39754"/>
                </a:cubicBezTo>
                <a:cubicBezTo>
                  <a:pt x="394081" y="40907"/>
                  <a:pt x="392691" y="42435"/>
                  <a:pt x="391238" y="44338"/>
                </a:cubicBezTo>
                <a:cubicBezTo>
                  <a:pt x="389785" y="46242"/>
                  <a:pt x="388182" y="48572"/>
                  <a:pt x="386428" y="51327"/>
                </a:cubicBezTo>
                <a:lnTo>
                  <a:pt x="386428" y="95816"/>
                </a:lnTo>
                <a:cubicBezTo>
                  <a:pt x="386428" y="96217"/>
                  <a:pt x="386328" y="96555"/>
                  <a:pt x="386128" y="96831"/>
                </a:cubicBezTo>
                <a:cubicBezTo>
                  <a:pt x="385927" y="97106"/>
                  <a:pt x="385602" y="97344"/>
                  <a:pt x="385151" y="97545"/>
                </a:cubicBezTo>
                <a:cubicBezTo>
                  <a:pt x="384700" y="97745"/>
                  <a:pt x="384074" y="97895"/>
                  <a:pt x="383272" y="97996"/>
                </a:cubicBezTo>
                <a:cubicBezTo>
                  <a:pt x="382471" y="98096"/>
                  <a:pt x="381444" y="98146"/>
                  <a:pt x="380191" y="98146"/>
                </a:cubicBezTo>
                <a:cubicBezTo>
                  <a:pt x="378989" y="98146"/>
                  <a:pt x="377987" y="98096"/>
                  <a:pt x="377185" y="97996"/>
                </a:cubicBezTo>
                <a:cubicBezTo>
                  <a:pt x="376383" y="97895"/>
                  <a:pt x="375745" y="97745"/>
                  <a:pt x="375269" y="97545"/>
                </a:cubicBezTo>
                <a:cubicBezTo>
                  <a:pt x="374793" y="97344"/>
                  <a:pt x="374467" y="97106"/>
                  <a:pt x="374292" y="96831"/>
                </a:cubicBezTo>
                <a:cubicBezTo>
                  <a:pt x="374116" y="96555"/>
                  <a:pt x="374029" y="96217"/>
                  <a:pt x="374029" y="95816"/>
                </a:cubicBezTo>
                <a:lnTo>
                  <a:pt x="374029" y="28181"/>
                </a:lnTo>
                <a:cubicBezTo>
                  <a:pt x="374029" y="27780"/>
                  <a:pt x="374104" y="27442"/>
                  <a:pt x="374254" y="27167"/>
                </a:cubicBezTo>
                <a:cubicBezTo>
                  <a:pt x="374404" y="26891"/>
                  <a:pt x="374705" y="26641"/>
                  <a:pt x="375156" y="26415"/>
                </a:cubicBezTo>
                <a:cubicBezTo>
                  <a:pt x="375607" y="26190"/>
                  <a:pt x="376183" y="26039"/>
                  <a:pt x="376884" y="25964"/>
                </a:cubicBezTo>
                <a:cubicBezTo>
                  <a:pt x="377586" y="25889"/>
                  <a:pt x="378513" y="25852"/>
                  <a:pt x="379665" y="25852"/>
                </a:cubicBezTo>
                <a:cubicBezTo>
                  <a:pt x="380767" y="25852"/>
                  <a:pt x="381681" y="25889"/>
                  <a:pt x="382408" y="25964"/>
                </a:cubicBezTo>
                <a:cubicBezTo>
                  <a:pt x="383134" y="26039"/>
                  <a:pt x="383698" y="26190"/>
                  <a:pt x="384099" y="26415"/>
                </a:cubicBezTo>
                <a:cubicBezTo>
                  <a:pt x="384500" y="26641"/>
                  <a:pt x="384788" y="26891"/>
                  <a:pt x="384963" y="27167"/>
                </a:cubicBezTo>
                <a:cubicBezTo>
                  <a:pt x="385138" y="27442"/>
                  <a:pt x="385226" y="27780"/>
                  <a:pt x="385226" y="28181"/>
                </a:cubicBezTo>
                <a:lnTo>
                  <a:pt x="385226" y="38026"/>
                </a:lnTo>
                <a:cubicBezTo>
                  <a:pt x="387080" y="35320"/>
                  <a:pt x="388821" y="33116"/>
                  <a:pt x="390449" y="31413"/>
                </a:cubicBezTo>
                <a:cubicBezTo>
                  <a:pt x="392077" y="29709"/>
                  <a:pt x="393618" y="28369"/>
                  <a:pt x="395071" y="27392"/>
                </a:cubicBezTo>
                <a:cubicBezTo>
                  <a:pt x="396524" y="26415"/>
                  <a:pt x="397964" y="25739"/>
                  <a:pt x="399392" y="25363"/>
                </a:cubicBezTo>
                <a:cubicBezTo>
                  <a:pt x="400820" y="24987"/>
                  <a:pt x="402260" y="24799"/>
                  <a:pt x="403713" y="24799"/>
                </a:cubicBezTo>
                <a:cubicBezTo>
                  <a:pt x="404364" y="24799"/>
                  <a:pt x="405103" y="24837"/>
                  <a:pt x="405930" y="24912"/>
                </a:cubicBezTo>
                <a:cubicBezTo>
                  <a:pt x="406757" y="24987"/>
                  <a:pt x="407621" y="25125"/>
                  <a:pt x="408523" y="25326"/>
                </a:cubicBezTo>
                <a:cubicBezTo>
                  <a:pt x="409424" y="25526"/>
                  <a:pt x="410238" y="25751"/>
                  <a:pt x="410965" y="26002"/>
                </a:cubicBezTo>
                <a:cubicBezTo>
                  <a:pt x="411691" y="26252"/>
                  <a:pt x="412205" y="26503"/>
                  <a:pt x="412505" y="26753"/>
                </a:cubicBezTo>
                <a:cubicBezTo>
                  <a:pt x="412806" y="27004"/>
                  <a:pt x="413006" y="27242"/>
                  <a:pt x="413107" y="27467"/>
                </a:cubicBezTo>
                <a:cubicBezTo>
                  <a:pt x="413207" y="27693"/>
                  <a:pt x="413295" y="27981"/>
                  <a:pt x="413370" y="28332"/>
                </a:cubicBezTo>
                <a:cubicBezTo>
                  <a:pt x="413445" y="28682"/>
                  <a:pt x="413495" y="29196"/>
                  <a:pt x="413520" y="29872"/>
                </a:cubicBezTo>
                <a:cubicBezTo>
                  <a:pt x="413545" y="30548"/>
                  <a:pt x="413558" y="31463"/>
                  <a:pt x="413558" y="32615"/>
                </a:cubicBez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Flows">
            <a:extLst xmlns:a="http://schemas.openxmlformats.org/drawingml/2006/main">
              <a:ext uri="{FF2B5EF4-FFF2-40B4-BE49-F238E27FC236}">
                <a16:creationId xmlns:a16="http://schemas.microsoft.com/office/drawing/2014/main" id="{1B495029-4364-4EFE-B90C-230A2801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532" y="3706135"/>
            <a:ext cx="338811" cy="106262"/>
          </a:xfrm>
          <a:custGeom xmlns:a="http://schemas.openxmlformats.org/drawingml/2006/main">
            <a:pathLst>
              <a:path w="338811" h="106262">
                <a:moveTo>
                  <a:pt x="51102" y="13076"/>
                </a:moveTo>
                <a:cubicBezTo>
                  <a:pt x="51102" y="14028"/>
                  <a:pt x="51052" y="14855"/>
                  <a:pt x="50952" y="15556"/>
                </a:cubicBezTo>
                <a:cubicBezTo>
                  <a:pt x="50851" y="16257"/>
                  <a:pt x="50676" y="16821"/>
                  <a:pt x="50426" y="17247"/>
                </a:cubicBezTo>
                <a:cubicBezTo>
                  <a:pt x="50175" y="17673"/>
                  <a:pt x="49887" y="17986"/>
                  <a:pt x="49561" y="18186"/>
                </a:cubicBezTo>
                <a:cubicBezTo>
                  <a:pt x="49236" y="18387"/>
                  <a:pt x="48898" y="18487"/>
                  <a:pt x="48547" y="18487"/>
                </a:cubicBezTo>
                <a:lnTo>
                  <a:pt x="12926" y="18487"/>
                </a:lnTo>
                <a:lnTo>
                  <a:pt x="12926" y="51478"/>
                </a:lnTo>
                <a:lnTo>
                  <a:pt x="46593" y="51478"/>
                </a:lnTo>
                <a:cubicBezTo>
                  <a:pt x="46944" y="51478"/>
                  <a:pt x="47282" y="51565"/>
                  <a:pt x="47607" y="51741"/>
                </a:cubicBezTo>
                <a:cubicBezTo>
                  <a:pt x="47933" y="51916"/>
                  <a:pt x="48221" y="52204"/>
                  <a:pt x="48472" y="52605"/>
                </a:cubicBezTo>
                <a:cubicBezTo>
                  <a:pt x="48722" y="53006"/>
                  <a:pt x="48898" y="53544"/>
                  <a:pt x="48998" y="54221"/>
                </a:cubicBezTo>
                <a:cubicBezTo>
                  <a:pt x="49098" y="54897"/>
                  <a:pt x="49148" y="55761"/>
                  <a:pt x="49148" y="56813"/>
                </a:cubicBezTo>
                <a:cubicBezTo>
                  <a:pt x="49148" y="57765"/>
                  <a:pt x="49098" y="58579"/>
                  <a:pt x="48998" y="59256"/>
                </a:cubicBezTo>
                <a:cubicBezTo>
                  <a:pt x="48898" y="59932"/>
                  <a:pt x="48722" y="60483"/>
                  <a:pt x="48472" y="60909"/>
                </a:cubicBezTo>
                <a:cubicBezTo>
                  <a:pt x="48221" y="61335"/>
                  <a:pt x="47933" y="61661"/>
                  <a:pt x="47607" y="61886"/>
                </a:cubicBezTo>
                <a:cubicBezTo>
                  <a:pt x="47282" y="62111"/>
                  <a:pt x="46944" y="62224"/>
                  <a:pt x="46593" y="62224"/>
                </a:cubicBezTo>
                <a:lnTo>
                  <a:pt x="12926" y="62224"/>
                </a:lnTo>
                <a:lnTo>
                  <a:pt x="12926" y="102800"/>
                </a:lnTo>
                <a:cubicBezTo>
                  <a:pt x="12926" y="103153"/>
                  <a:pt x="12826" y="103492"/>
                  <a:pt x="12625" y="103817"/>
                </a:cubicBezTo>
                <a:cubicBezTo>
                  <a:pt x="12425" y="104143"/>
                  <a:pt x="12074" y="104394"/>
                  <a:pt x="11573" y="104571"/>
                </a:cubicBezTo>
                <a:cubicBezTo>
                  <a:pt x="11072" y="104747"/>
                  <a:pt x="10421" y="104897"/>
                  <a:pt x="9619" y="105022"/>
                </a:cubicBezTo>
                <a:cubicBezTo>
                  <a:pt x="8818" y="105147"/>
                  <a:pt x="7765" y="105210"/>
                  <a:pt x="6463" y="105210"/>
                </a:cubicBezTo>
                <a:cubicBezTo>
                  <a:pt x="5260" y="105210"/>
                  <a:pt x="4233" y="105147"/>
                  <a:pt x="3382" y="105022"/>
                </a:cubicBezTo>
                <a:cubicBezTo>
                  <a:pt x="2530" y="104897"/>
                  <a:pt x="1854" y="104747"/>
                  <a:pt x="1353" y="104571"/>
                </a:cubicBezTo>
                <a:cubicBezTo>
                  <a:pt x="852" y="104396"/>
                  <a:pt x="501" y="104145"/>
                  <a:pt x="301" y="103820"/>
                </a:cubicBezTo>
                <a:cubicBezTo>
                  <a:pt x="100" y="103494"/>
                  <a:pt x="0" y="103156"/>
                  <a:pt x="0" y="102805"/>
                </a:cubicBezTo>
                <a:lnTo>
                  <a:pt x="0" y="12775"/>
                </a:lnTo>
                <a:cubicBezTo>
                  <a:pt x="0" y="10822"/>
                  <a:pt x="514" y="9456"/>
                  <a:pt x="1541" y="8680"/>
                </a:cubicBezTo>
                <a:cubicBezTo>
                  <a:pt x="2568" y="7903"/>
                  <a:pt x="3657" y="7515"/>
                  <a:pt x="4810" y="7515"/>
                </a:cubicBezTo>
                <a:lnTo>
                  <a:pt x="48547" y="7515"/>
                </a:lnTo>
                <a:cubicBezTo>
                  <a:pt x="48898" y="7515"/>
                  <a:pt x="49236" y="7615"/>
                  <a:pt x="49561" y="7816"/>
                </a:cubicBezTo>
                <a:cubicBezTo>
                  <a:pt x="49887" y="8016"/>
                  <a:pt x="50175" y="8342"/>
                  <a:pt x="50426" y="8793"/>
                </a:cubicBezTo>
                <a:cubicBezTo>
                  <a:pt x="50676" y="9243"/>
                  <a:pt x="50851" y="9832"/>
                  <a:pt x="50952" y="10559"/>
                </a:cubicBezTo>
                <a:cubicBezTo>
                  <a:pt x="51052" y="11285"/>
                  <a:pt x="51102" y="12124"/>
                  <a:pt x="51102" y="13076"/>
                </a:cubicBezTo>
                <a:close/>
                <a:moveTo>
                  <a:pt x="81800" y="102878"/>
                </a:moveTo>
                <a:cubicBezTo>
                  <a:pt x="81800" y="103279"/>
                  <a:pt x="81699" y="103618"/>
                  <a:pt x="81499" y="103895"/>
                </a:cubicBezTo>
                <a:cubicBezTo>
                  <a:pt x="81299" y="104170"/>
                  <a:pt x="80973" y="104408"/>
                  <a:pt x="80522" y="104609"/>
                </a:cubicBezTo>
                <a:cubicBezTo>
                  <a:pt x="80071" y="104809"/>
                  <a:pt x="79445" y="104959"/>
                  <a:pt x="78643" y="105060"/>
                </a:cubicBezTo>
                <a:cubicBezTo>
                  <a:pt x="77842" y="105160"/>
                  <a:pt x="76815" y="105210"/>
                  <a:pt x="75562" y="105210"/>
                </a:cubicBezTo>
                <a:cubicBezTo>
                  <a:pt x="74360" y="105210"/>
                  <a:pt x="73358" y="105160"/>
                  <a:pt x="72556" y="105060"/>
                </a:cubicBezTo>
                <a:cubicBezTo>
                  <a:pt x="71755" y="104959"/>
                  <a:pt x="71116" y="104809"/>
                  <a:pt x="70640" y="104609"/>
                </a:cubicBezTo>
                <a:cubicBezTo>
                  <a:pt x="70164" y="104408"/>
                  <a:pt x="69838" y="104170"/>
                  <a:pt x="69663" y="103895"/>
                </a:cubicBezTo>
                <a:cubicBezTo>
                  <a:pt x="69488" y="103618"/>
                  <a:pt x="69400" y="103279"/>
                  <a:pt x="69400" y="102878"/>
                </a:cubicBezTo>
                <a:lnTo>
                  <a:pt x="69400" y="2407"/>
                </a:lnTo>
                <a:cubicBezTo>
                  <a:pt x="69400" y="2006"/>
                  <a:pt x="69488" y="1656"/>
                  <a:pt x="69663" y="1355"/>
                </a:cubicBezTo>
                <a:cubicBezTo>
                  <a:pt x="69838" y="1053"/>
                  <a:pt x="70164" y="802"/>
                  <a:pt x="70640" y="601"/>
                </a:cubicBezTo>
                <a:cubicBezTo>
                  <a:pt x="71116" y="401"/>
                  <a:pt x="71755" y="251"/>
                  <a:pt x="72556" y="150"/>
                </a:cubicBezTo>
                <a:cubicBezTo>
                  <a:pt x="73358" y="50"/>
                  <a:pt x="74360" y="0"/>
                  <a:pt x="75562" y="0"/>
                </a:cubicBezTo>
                <a:cubicBezTo>
                  <a:pt x="76815" y="0"/>
                  <a:pt x="77842" y="50"/>
                  <a:pt x="78643" y="150"/>
                </a:cubicBezTo>
                <a:cubicBezTo>
                  <a:pt x="79445" y="251"/>
                  <a:pt x="80071" y="401"/>
                  <a:pt x="80522" y="601"/>
                </a:cubicBezTo>
                <a:cubicBezTo>
                  <a:pt x="80973" y="802"/>
                  <a:pt x="81299" y="1053"/>
                  <a:pt x="81499" y="1355"/>
                </a:cubicBezTo>
                <a:cubicBezTo>
                  <a:pt x="81699" y="1656"/>
                  <a:pt x="81800" y="2006"/>
                  <a:pt x="81800" y="2407"/>
                </a:cubicBezTo>
                <a:lnTo>
                  <a:pt x="81800" y="102878"/>
                </a:lnTo>
                <a:close/>
                <a:moveTo>
                  <a:pt x="167730" y="68349"/>
                </a:moveTo>
                <a:cubicBezTo>
                  <a:pt x="167730" y="73865"/>
                  <a:pt x="167004" y="78942"/>
                  <a:pt x="165551" y="83581"/>
                </a:cubicBezTo>
                <a:cubicBezTo>
                  <a:pt x="164098" y="88220"/>
                  <a:pt x="161931" y="92220"/>
                  <a:pt x="159050" y="95581"/>
                </a:cubicBezTo>
                <a:cubicBezTo>
                  <a:pt x="156169" y="98941"/>
                  <a:pt x="152562" y="101561"/>
                  <a:pt x="148229" y="103442"/>
                </a:cubicBezTo>
                <a:cubicBezTo>
                  <a:pt x="143895" y="105322"/>
                  <a:pt x="138872" y="106262"/>
                  <a:pt x="133161" y="106262"/>
                </a:cubicBezTo>
                <a:cubicBezTo>
                  <a:pt x="127600" y="106262"/>
                  <a:pt x="122753" y="105435"/>
                  <a:pt x="118619" y="103780"/>
                </a:cubicBezTo>
                <a:cubicBezTo>
                  <a:pt x="114486" y="102125"/>
                  <a:pt x="111042" y="99718"/>
                  <a:pt x="108286" y="96558"/>
                </a:cubicBezTo>
                <a:cubicBezTo>
                  <a:pt x="105531" y="93399"/>
                  <a:pt x="103477" y="89562"/>
                  <a:pt x="102124" y="85049"/>
                </a:cubicBezTo>
                <a:cubicBezTo>
                  <a:pt x="100771" y="80535"/>
                  <a:pt x="100095" y="75419"/>
                  <a:pt x="100095" y="69702"/>
                </a:cubicBezTo>
                <a:cubicBezTo>
                  <a:pt x="100095" y="64186"/>
                  <a:pt x="100809" y="59109"/>
                  <a:pt x="102237" y="54470"/>
                </a:cubicBezTo>
                <a:cubicBezTo>
                  <a:pt x="103665" y="49831"/>
                  <a:pt x="105819" y="45831"/>
                  <a:pt x="108700" y="42471"/>
                </a:cubicBezTo>
                <a:cubicBezTo>
                  <a:pt x="111580" y="39110"/>
                  <a:pt x="115175" y="36502"/>
                  <a:pt x="119484" y="34646"/>
                </a:cubicBezTo>
                <a:cubicBezTo>
                  <a:pt x="123792" y="32791"/>
                  <a:pt x="128827" y="31864"/>
                  <a:pt x="134589" y="31864"/>
                </a:cubicBezTo>
                <a:cubicBezTo>
                  <a:pt x="140150" y="31864"/>
                  <a:pt x="144997" y="32691"/>
                  <a:pt x="149130" y="34346"/>
                </a:cubicBezTo>
                <a:cubicBezTo>
                  <a:pt x="153264" y="36001"/>
                  <a:pt x="156708" y="38408"/>
                  <a:pt x="159463" y="41567"/>
                </a:cubicBezTo>
                <a:cubicBezTo>
                  <a:pt x="162219" y="44727"/>
                  <a:pt x="164286" y="48563"/>
                  <a:pt x="165663" y="53077"/>
                </a:cubicBezTo>
                <a:cubicBezTo>
                  <a:pt x="167041" y="57591"/>
                  <a:pt x="167730" y="62681"/>
                  <a:pt x="167730" y="68349"/>
                </a:cubicBezTo>
                <a:moveTo>
                  <a:pt x="154654" y="69176"/>
                </a:moveTo>
                <a:cubicBezTo>
                  <a:pt x="154654" y="65514"/>
                  <a:pt x="154316" y="62052"/>
                  <a:pt x="153639" y="58791"/>
                </a:cubicBezTo>
                <a:cubicBezTo>
                  <a:pt x="152963" y="55530"/>
                  <a:pt x="151848" y="52670"/>
                  <a:pt x="150295" y="50212"/>
                </a:cubicBezTo>
                <a:cubicBezTo>
                  <a:pt x="148742" y="47754"/>
                  <a:pt x="146638" y="45810"/>
                  <a:pt x="143983" y="44381"/>
                </a:cubicBezTo>
                <a:cubicBezTo>
                  <a:pt x="141327" y="42950"/>
                  <a:pt x="138021" y="42234"/>
                  <a:pt x="134063" y="42234"/>
                </a:cubicBezTo>
                <a:cubicBezTo>
                  <a:pt x="130405" y="42234"/>
                  <a:pt x="127262" y="42886"/>
                  <a:pt x="124631" y="44191"/>
                </a:cubicBezTo>
                <a:cubicBezTo>
                  <a:pt x="122001" y="45495"/>
                  <a:pt x="119834" y="47339"/>
                  <a:pt x="118131" y="49723"/>
                </a:cubicBezTo>
                <a:cubicBezTo>
                  <a:pt x="116428" y="52106"/>
                  <a:pt x="115163" y="54928"/>
                  <a:pt x="114336" y="58190"/>
                </a:cubicBezTo>
                <a:cubicBezTo>
                  <a:pt x="113509" y="61449"/>
                  <a:pt x="113096" y="65011"/>
                  <a:pt x="113096" y="68875"/>
                </a:cubicBezTo>
                <a:cubicBezTo>
                  <a:pt x="113096" y="72587"/>
                  <a:pt x="113434" y="76074"/>
                  <a:pt x="114110" y="79335"/>
                </a:cubicBezTo>
                <a:cubicBezTo>
                  <a:pt x="114787" y="82596"/>
                  <a:pt x="115914" y="85443"/>
                  <a:pt x="117492" y="87876"/>
                </a:cubicBezTo>
                <a:cubicBezTo>
                  <a:pt x="119070" y="90309"/>
                  <a:pt x="121187" y="92241"/>
                  <a:pt x="123842" y="93672"/>
                </a:cubicBezTo>
                <a:cubicBezTo>
                  <a:pt x="126498" y="95101"/>
                  <a:pt x="129804" y="95816"/>
                  <a:pt x="133762" y="95816"/>
                </a:cubicBezTo>
                <a:cubicBezTo>
                  <a:pt x="137369" y="95816"/>
                  <a:pt x="140501" y="95164"/>
                  <a:pt x="143156" y="93860"/>
                </a:cubicBezTo>
                <a:cubicBezTo>
                  <a:pt x="145811" y="92556"/>
                  <a:pt x="147991" y="90725"/>
                  <a:pt x="149694" y="88367"/>
                </a:cubicBezTo>
                <a:cubicBezTo>
                  <a:pt x="151397" y="86008"/>
                  <a:pt x="152650" y="83198"/>
                  <a:pt x="153451" y="79938"/>
                </a:cubicBezTo>
                <a:cubicBezTo>
                  <a:pt x="154253" y="76677"/>
                  <a:pt x="154654" y="73090"/>
                  <a:pt x="154654" y="69176"/>
                </a:cubicBezTo>
                <a:close/>
                <a:moveTo>
                  <a:pt x="280737" y="35095"/>
                </a:moveTo>
                <a:cubicBezTo>
                  <a:pt x="280737" y="35446"/>
                  <a:pt x="280687" y="35872"/>
                  <a:pt x="280587" y="36373"/>
                </a:cubicBezTo>
                <a:cubicBezTo>
                  <a:pt x="280487" y="36874"/>
                  <a:pt x="280311" y="37500"/>
                  <a:pt x="280061" y="38251"/>
                </a:cubicBezTo>
                <a:lnTo>
                  <a:pt x="260146" y="102505"/>
                </a:lnTo>
                <a:cubicBezTo>
                  <a:pt x="259996" y="103056"/>
                  <a:pt x="259758" y="103507"/>
                  <a:pt x="259432" y="103857"/>
                </a:cubicBezTo>
                <a:cubicBezTo>
                  <a:pt x="259106" y="104208"/>
                  <a:pt x="258656" y="104483"/>
                  <a:pt x="258079" y="104684"/>
                </a:cubicBezTo>
                <a:cubicBezTo>
                  <a:pt x="257503" y="104884"/>
                  <a:pt x="256714" y="105022"/>
                  <a:pt x="255712" y="105097"/>
                </a:cubicBezTo>
                <a:cubicBezTo>
                  <a:pt x="254710" y="105172"/>
                  <a:pt x="253458" y="105210"/>
                  <a:pt x="251955" y="105210"/>
                </a:cubicBezTo>
                <a:cubicBezTo>
                  <a:pt x="250402" y="105210"/>
                  <a:pt x="249099" y="105160"/>
                  <a:pt x="248047" y="105060"/>
                </a:cubicBezTo>
                <a:cubicBezTo>
                  <a:pt x="246995" y="104959"/>
                  <a:pt x="246156" y="104809"/>
                  <a:pt x="245529" y="104609"/>
                </a:cubicBezTo>
                <a:cubicBezTo>
                  <a:pt x="244903" y="104408"/>
                  <a:pt x="244440" y="104133"/>
                  <a:pt x="244139" y="103782"/>
                </a:cubicBezTo>
                <a:cubicBezTo>
                  <a:pt x="243838" y="103431"/>
                  <a:pt x="243613" y="103006"/>
                  <a:pt x="243463" y="102505"/>
                </a:cubicBezTo>
                <a:lnTo>
                  <a:pt x="229259" y="53432"/>
                </a:lnTo>
                <a:lnTo>
                  <a:pt x="229109" y="52755"/>
                </a:lnTo>
                <a:lnTo>
                  <a:pt x="228959" y="53432"/>
                </a:lnTo>
                <a:lnTo>
                  <a:pt x="215808" y="102505"/>
                </a:lnTo>
                <a:cubicBezTo>
                  <a:pt x="215657" y="103056"/>
                  <a:pt x="215419" y="103507"/>
                  <a:pt x="215094" y="103857"/>
                </a:cubicBezTo>
                <a:cubicBezTo>
                  <a:pt x="214768" y="104208"/>
                  <a:pt x="214280" y="104483"/>
                  <a:pt x="213628" y="104684"/>
                </a:cubicBezTo>
                <a:cubicBezTo>
                  <a:pt x="212977" y="104884"/>
                  <a:pt x="212138" y="105022"/>
                  <a:pt x="211111" y="105097"/>
                </a:cubicBezTo>
                <a:cubicBezTo>
                  <a:pt x="210084" y="105172"/>
                  <a:pt x="208819" y="105210"/>
                  <a:pt x="207316" y="105210"/>
                </a:cubicBezTo>
                <a:cubicBezTo>
                  <a:pt x="205763" y="105210"/>
                  <a:pt x="204497" y="105160"/>
                  <a:pt x="203521" y="105060"/>
                </a:cubicBezTo>
                <a:cubicBezTo>
                  <a:pt x="202544" y="104959"/>
                  <a:pt x="201742" y="104809"/>
                  <a:pt x="201116" y="104609"/>
                </a:cubicBezTo>
                <a:cubicBezTo>
                  <a:pt x="200489" y="104408"/>
                  <a:pt x="200026" y="104133"/>
                  <a:pt x="199725" y="103782"/>
                </a:cubicBezTo>
                <a:cubicBezTo>
                  <a:pt x="199425" y="103431"/>
                  <a:pt x="199199" y="103006"/>
                  <a:pt x="199049" y="102505"/>
                </a:cubicBezTo>
                <a:lnTo>
                  <a:pt x="179285" y="38251"/>
                </a:lnTo>
                <a:cubicBezTo>
                  <a:pt x="179034" y="37500"/>
                  <a:pt x="178859" y="36874"/>
                  <a:pt x="178759" y="36373"/>
                </a:cubicBezTo>
                <a:cubicBezTo>
                  <a:pt x="178658" y="35872"/>
                  <a:pt x="178608" y="35446"/>
                  <a:pt x="178608" y="35095"/>
                </a:cubicBezTo>
                <a:cubicBezTo>
                  <a:pt x="178608" y="34644"/>
                  <a:pt x="178709" y="34281"/>
                  <a:pt x="178909" y="34005"/>
                </a:cubicBezTo>
                <a:cubicBezTo>
                  <a:pt x="179109" y="33730"/>
                  <a:pt x="179448" y="33504"/>
                  <a:pt x="179923" y="33329"/>
                </a:cubicBezTo>
                <a:cubicBezTo>
                  <a:pt x="180399" y="33154"/>
                  <a:pt x="181038" y="33041"/>
                  <a:pt x="181840" y="32991"/>
                </a:cubicBezTo>
                <a:cubicBezTo>
                  <a:pt x="182641" y="32941"/>
                  <a:pt x="183618" y="32916"/>
                  <a:pt x="184771" y="32916"/>
                </a:cubicBezTo>
                <a:cubicBezTo>
                  <a:pt x="186173" y="32916"/>
                  <a:pt x="187301" y="32953"/>
                  <a:pt x="188152" y="33028"/>
                </a:cubicBezTo>
                <a:cubicBezTo>
                  <a:pt x="189004" y="33104"/>
                  <a:pt x="189655" y="33229"/>
                  <a:pt x="190106" y="33404"/>
                </a:cubicBezTo>
                <a:cubicBezTo>
                  <a:pt x="190557" y="33580"/>
                  <a:pt x="190883" y="33830"/>
                  <a:pt x="191083" y="34156"/>
                </a:cubicBezTo>
                <a:cubicBezTo>
                  <a:pt x="191284" y="34480"/>
                  <a:pt x="191459" y="34867"/>
                  <a:pt x="191609" y="35318"/>
                </a:cubicBezTo>
                <a:lnTo>
                  <a:pt x="207917" y="91007"/>
                </a:lnTo>
                <a:lnTo>
                  <a:pt x="208067" y="91683"/>
                </a:lnTo>
                <a:lnTo>
                  <a:pt x="208217" y="91007"/>
                </a:lnTo>
                <a:lnTo>
                  <a:pt x="223172" y="35318"/>
                </a:lnTo>
                <a:cubicBezTo>
                  <a:pt x="223272" y="34867"/>
                  <a:pt x="223435" y="34480"/>
                  <a:pt x="223661" y="34156"/>
                </a:cubicBezTo>
                <a:cubicBezTo>
                  <a:pt x="223886" y="33830"/>
                  <a:pt x="224224" y="33580"/>
                  <a:pt x="224675" y="33404"/>
                </a:cubicBezTo>
                <a:cubicBezTo>
                  <a:pt x="225126" y="33229"/>
                  <a:pt x="225740" y="33104"/>
                  <a:pt x="226516" y="33028"/>
                </a:cubicBezTo>
                <a:cubicBezTo>
                  <a:pt x="227293" y="32953"/>
                  <a:pt x="228308" y="32916"/>
                  <a:pt x="229560" y="32916"/>
                </a:cubicBezTo>
                <a:cubicBezTo>
                  <a:pt x="230762" y="32916"/>
                  <a:pt x="231752" y="32953"/>
                  <a:pt x="232528" y="33028"/>
                </a:cubicBezTo>
                <a:cubicBezTo>
                  <a:pt x="233305" y="33104"/>
                  <a:pt x="233919" y="33229"/>
                  <a:pt x="234370" y="33404"/>
                </a:cubicBezTo>
                <a:cubicBezTo>
                  <a:pt x="234820" y="33580"/>
                  <a:pt x="235146" y="33817"/>
                  <a:pt x="235347" y="34118"/>
                </a:cubicBezTo>
                <a:cubicBezTo>
                  <a:pt x="235547" y="34417"/>
                  <a:pt x="235697" y="34767"/>
                  <a:pt x="235797" y="35168"/>
                </a:cubicBezTo>
                <a:lnTo>
                  <a:pt x="251955" y="91007"/>
                </a:lnTo>
                <a:lnTo>
                  <a:pt x="252105" y="91683"/>
                </a:lnTo>
                <a:lnTo>
                  <a:pt x="252180" y="91007"/>
                </a:lnTo>
                <a:lnTo>
                  <a:pt x="268262" y="35318"/>
                </a:lnTo>
                <a:cubicBezTo>
                  <a:pt x="268362" y="34867"/>
                  <a:pt x="268525" y="34480"/>
                  <a:pt x="268751" y="34156"/>
                </a:cubicBezTo>
                <a:cubicBezTo>
                  <a:pt x="268976" y="33830"/>
                  <a:pt x="269327" y="33580"/>
                  <a:pt x="269803" y="33404"/>
                </a:cubicBezTo>
                <a:cubicBezTo>
                  <a:pt x="270279" y="33229"/>
                  <a:pt x="270930" y="33104"/>
                  <a:pt x="271757" y="33028"/>
                </a:cubicBezTo>
                <a:cubicBezTo>
                  <a:pt x="272583" y="32953"/>
                  <a:pt x="273648" y="32916"/>
                  <a:pt x="274951" y="32916"/>
                </a:cubicBezTo>
                <a:cubicBezTo>
                  <a:pt x="276153" y="32916"/>
                  <a:pt x="277117" y="32941"/>
                  <a:pt x="277844" y="32991"/>
                </a:cubicBezTo>
                <a:cubicBezTo>
                  <a:pt x="278570" y="33041"/>
                  <a:pt x="279146" y="33166"/>
                  <a:pt x="279572" y="33367"/>
                </a:cubicBezTo>
                <a:cubicBezTo>
                  <a:pt x="279998" y="33567"/>
                  <a:pt x="280299" y="33792"/>
                  <a:pt x="280474" y="34043"/>
                </a:cubicBezTo>
                <a:cubicBezTo>
                  <a:pt x="280649" y="34293"/>
                  <a:pt x="280737" y="34644"/>
                  <a:pt x="280737" y="35095"/>
                </a:cubicBezTo>
                <a:close/>
                <a:moveTo>
                  <a:pt x="338811" y="84523"/>
                </a:moveTo>
                <a:cubicBezTo>
                  <a:pt x="338811" y="87983"/>
                  <a:pt x="338172" y="91067"/>
                  <a:pt x="336895" y="93775"/>
                </a:cubicBezTo>
                <a:cubicBezTo>
                  <a:pt x="335617" y="96482"/>
                  <a:pt x="333801" y="98764"/>
                  <a:pt x="331446" y="100621"/>
                </a:cubicBezTo>
                <a:cubicBezTo>
                  <a:pt x="329092" y="102476"/>
                  <a:pt x="326286" y="103880"/>
                  <a:pt x="323030" y="104832"/>
                </a:cubicBezTo>
                <a:cubicBezTo>
                  <a:pt x="319773" y="105785"/>
                  <a:pt x="316191" y="106262"/>
                  <a:pt x="312283" y="106262"/>
                </a:cubicBezTo>
                <a:cubicBezTo>
                  <a:pt x="309878" y="106262"/>
                  <a:pt x="307586" y="106074"/>
                  <a:pt x="305407" y="105698"/>
                </a:cubicBezTo>
                <a:cubicBezTo>
                  <a:pt x="303228" y="105323"/>
                  <a:pt x="301274" y="104847"/>
                  <a:pt x="299545" y="104271"/>
                </a:cubicBezTo>
                <a:cubicBezTo>
                  <a:pt x="297817" y="103694"/>
                  <a:pt x="296351" y="103093"/>
                  <a:pt x="295149" y="102467"/>
                </a:cubicBezTo>
                <a:cubicBezTo>
                  <a:pt x="293947" y="101841"/>
                  <a:pt x="293070" y="101277"/>
                  <a:pt x="292519" y="100776"/>
                </a:cubicBezTo>
                <a:cubicBezTo>
                  <a:pt x="291968" y="100275"/>
                  <a:pt x="291567" y="99574"/>
                  <a:pt x="291316" y="98672"/>
                </a:cubicBezTo>
                <a:cubicBezTo>
                  <a:pt x="291066" y="97770"/>
                  <a:pt x="290941" y="96543"/>
                  <a:pt x="290941" y="94990"/>
                </a:cubicBezTo>
                <a:cubicBezTo>
                  <a:pt x="290941" y="94038"/>
                  <a:pt x="290991" y="93236"/>
                  <a:pt x="291091" y="92585"/>
                </a:cubicBezTo>
                <a:cubicBezTo>
                  <a:pt x="291191" y="91933"/>
                  <a:pt x="291316" y="91407"/>
                  <a:pt x="291467" y="91007"/>
                </a:cubicBezTo>
                <a:cubicBezTo>
                  <a:pt x="291617" y="90606"/>
                  <a:pt x="291830" y="90318"/>
                  <a:pt x="292105" y="90142"/>
                </a:cubicBezTo>
                <a:cubicBezTo>
                  <a:pt x="292381" y="89967"/>
                  <a:pt x="292694" y="89879"/>
                  <a:pt x="293045" y="89879"/>
                </a:cubicBezTo>
                <a:cubicBezTo>
                  <a:pt x="293596" y="89879"/>
                  <a:pt x="294410" y="90218"/>
                  <a:pt x="295487" y="90894"/>
                </a:cubicBezTo>
                <a:cubicBezTo>
                  <a:pt x="296564" y="91570"/>
                  <a:pt x="297892" y="92309"/>
                  <a:pt x="299470" y="93111"/>
                </a:cubicBezTo>
                <a:cubicBezTo>
                  <a:pt x="301048" y="93912"/>
                  <a:pt x="302914" y="94651"/>
                  <a:pt x="305069" y="95328"/>
                </a:cubicBezTo>
                <a:cubicBezTo>
                  <a:pt x="307223" y="96004"/>
                  <a:pt x="309703" y="96342"/>
                  <a:pt x="312509" y="96342"/>
                </a:cubicBezTo>
                <a:cubicBezTo>
                  <a:pt x="314613" y="96342"/>
                  <a:pt x="316517" y="96117"/>
                  <a:pt x="318220" y="95666"/>
                </a:cubicBezTo>
                <a:cubicBezTo>
                  <a:pt x="319923" y="95213"/>
                  <a:pt x="321401" y="94548"/>
                  <a:pt x="322654" y="93670"/>
                </a:cubicBezTo>
                <a:cubicBezTo>
                  <a:pt x="323906" y="92791"/>
                  <a:pt x="324871" y="91674"/>
                  <a:pt x="325547" y="90318"/>
                </a:cubicBezTo>
                <a:cubicBezTo>
                  <a:pt x="326224" y="88963"/>
                  <a:pt x="326562" y="87356"/>
                  <a:pt x="326562" y="85500"/>
                </a:cubicBezTo>
                <a:cubicBezTo>
                  <a:pt x="326562" y="83594"/>
                  <a:pt x="326073" y="81989"/>
                  <a:pt x="325096" y="80685"/>
                </a:cubicBezTo>
                <a:cubicBezTo>
                  <a:pt x="324119" y="79381"/>
                  <a:pt x="322829" y="78228"/>
                  <a:pt x="321226" y="77226"/>
                </a:cubicBezTo>
                <a:cubicBezTo>
                  <a:pt x="319623" y="76222"/>
                  <a:pt x="317819" y="75332"/>
                  <a:pt x="315815" y="74556"/>
                </a:cubicBezTo>
                <a:cubicBezTo>
                  <a:pt x="313811" y="73778"/>
                  <a:pt x="311745" y="72963"/>
                  <a:pt x="309615" y="72111"/>
                </a:cubicBezTo>
                <a:cubicBezTo>
                  <a:pt x="307486" y="71258"/>
                  <a:pt x="305407" y="70292"/>
                  <a:pt x="303378" y="69213"/>
                </a:cubicBezTo>
                <a:cubicBezTo>
                  <a:pt x="301349" y="68134"/>
                  <a:pt x="299533" y="66818"/>
                  <a:pt x="297930" y="65263"/>
                </a:cubicBezTo>
                <a:cubicBezTo>
                  <a:pt x="296326" y="63708"/>
                  <a:pt x="295036" y="61853"/>
                  <a:pt x="294059" y="59697"/>
                </a:cubicBezTo>
                <a:cubicBezTo>
                  <a:pt x="293082" y="57541"/>
                  <a:pt x="292594" y="54959"/>
                  <a:pt x="292594" y="51950"/>
                </a:cubicBezTo>
                <a:cubicBezTo>
                  <a:pt x="292594" y="49291"/>
                  <a:pt x="293107" y="46746"/>
                  <a:pt x="294134" y="44315"/>
                </a:cubicBezTo>
                <a:cubicBezTo>
                  <a:pt x="295162" y="41882"/>
                  <a:pt x="296702" y="39750"/>
                  <a:pt x="298756" y="37920"/>
                </a:cubicBezTo>
                <a:cubicBezTo>
                  <a:pt x="300810" y="36088"/>
                  <a:pt x="303378" y="34621"/>
                  <a:pt x="306459" y="33519"/>
                </a:cubicBezTo>
                <a:cubicBezTo>
                  <a:pt x="309540" y="32415"/>
                  <a:pt x="313135" y="31864"/>
                  <a:pt x="317243" y="31864"/>
                </a:cubicBezTo>
                <a:cubicBezTo>
                  <a:pt x="319047" y="31864"/>
                  <a:pt x="320850" y="32016"/>
                  <a:pt x="322654" y="32322"/>
                </a:cubicBezTo>
                <a:cubicBezTo>
                  <a:pt x="324457" y="32627"/>
                  <a:pt x="326086" y="33008"/>
                  <a:pt x="327539" y="33465"/>
                </a:cubicBezTo>
                <a:cubicBezTo>
                  <a:pt x="328992" y="33922"/>
                  <a:pt x="330231" y="34418"/>
                  <a:pt x="331259" y="34952"/>
                </a:cubicBezTo>
                <a:cubicBezTo>
                  <a:pt x="332286" y="35486"/>
                  <a:pt x="333062" y="35956"/>
                  <a:pt x="333588" y="36363"/>
                </a:cubicBezTo>
                <a:cubicBezTo>
                  <a:pt x="334114" y="36770"/>
                  <a:pt x="334465" y="37124"/>
                  <a:pt x="334640" y="37425"/>
                </a:cubicBezTo>
                <a:cubicBezTo>
                  <a:pt x="334816" y="37725"/>
                  <a:pt x="334941" y="38063"/>
                  <a:pt x="335016" y="38439"/>
                </a:cubicBezTo>
                <a:cubicBezTo>
                  <a:pt x="335091" y="38815"/>
                  <a:pt x="335166" y="39278"/>
                  <a:pt x="335241" y="39829"/>
                </a:cubicBezTo>
                <a:cubicBezTo>
                  <a:pt x="335317" y="40381"/>
                  <a:pt x="335354" y="41057"/>
                  <a:pt x="335354" y="41859"/>
                </a:cubicBezTo>
                <a:cubicBezTo>
                  <a:pt x="335354" y="42710"/>
                  <a:pt x="335317" y="43449"/>
                  <a:pt x="335241" y="44075"/>
                </a:cubicBezTo>
                <a:cubicBezTo>
                  <a:pt x="335166" y="44702"/>
                  <a:pt x="335041" y="45215"/>
                  <a:pt x="334866" y="45616"/>
                </a:cubicBezTo>
                <a:cubicBezTo>
                  <a:pt x="334690" y="46017"/>
                  <a:pt x="334477" y="46305"/>
                  <a:pt x="334227" y="46480"/>
                </a:cubicBezTo>
                <a:cubicBezTo>
                  <a:pt x="333976" y="46656"/>
                  <a:pt x="333701" y="46743"/>
                  <a:pt x="333400" y="46743"/>
                </a:cubicBezTo>
                <a:cubicBezTo>
                  <a:pt x="332949" y="46743"/>
                  <a:pt x="332298" y="46464"/>
                  <a:pt x="331446" y="45905"/>
                </a:cubicBezTo>
                <a:cubicBezTo>
                  <a:pt x="330595" y="45346"/>
                  <a:pt x="329493" y="44749"/>
                  <a:pt x="328140" y="44113"/>
                </a:cubicBezTo>
                <a:cubicBezTo>
                  <a:pt x="326787" y="43477"/>
                  <a:pt x="325196" y="42880"/>
                  <a:pt x="323368" y="42321"/>
                </a:cubicBezTo>
                <a:cubicBezTo>
                  <a:pt x="321539" y="41762"/>
                  <a:pt x="319447" y="41483"/>
                  <a:pt x="317093" y="41483"/>
                </a:cubicBezTo>
                <a:cubicBezTo>
                  <a:pt x="314989" y="41483"/>
                  <a:pt x="313135" y="41722"/>
                  <a:pt x="311532" y="42199"/>
                </a:cubicBezTo>
                <a:cubicBezTo>
                  <a:pt x="309928" y="42675"/>
                  <a:pt x="308613" y="43352"/>
                  <a:pt x="307586" y="44230"/>
                </a:cubicBezTo>
                <a:cubicBezTo>
                  <a:pt x="306559" y="45109"/>
                  <a:pt x="305783" y="46151"/>
                  <a:pt x="305257" y="47356"/>
                </a:cubicBezTo>
                <a:cubicBezTo>
                  <a:pt x="304731" y="48560"/>
                  <a:pt x="304468" y="49865"/>
                  <a:pt x="304468" y="51271"/>
                </a:cubicBezTo>
                <a:cubicBezTo>
                  <a:pt x="304468" y="53227"/>
                  <a:pt x="304969" y="54869"/>
                  <a:pt x="305971" y="56198"/>
                </a:cubicBezTo>
                <a:cubicBezTo>
                  <a:pt x="306973" y="57527"/>
                  <a:pt x="308275" y="58694"/>
                  <a:pt x="309878" y="59697"/>
                </a:cubicBezTo>
                <a:cubicBezTo>
                  <a:pt x="311482" y="60699"/>
                  <a:pt x="313310" y="61602"/>
                  <a:pt x="315364" y="62405"/>
                </a:cubicBezTo>
                <a:cubicBezTo>
                  <a:pt x="317418" y="63207"/>
                  <a:pt x="319510" y="64034"/>
                  <a:pt x="321639" y="64887"/>
                </a:cubicBezTo>
                <a:cubicBezTo>
                  <a:pt x="323769" y="65739"/>
                  <a:pt x="325873" y="66692"/>
                  <a:pt x="327952" y="67745"/>
                </a:cubicBezTo>
                <a:cubicBezTo>
                  <a:pt x="330031" y="68799"/>
                  <a:pt x="331872" y="70078"/>
                  <a:pt x="333475" y="71583"/>
                </a:cubicBezTo>
                <a:cubicBezTo>
                  <a:pt x="335079" y="73087"/>
                  <a:pt x="336369" y="74893"/>
                  <a:pt x="337346" y="77001"/>
                </a:cubicBezTo>
                <a:cubicBezTo>
                  <a:pt x="338323" y="79106"/>
                  <a:pt x="338811" y="81614"/>
                  <a:pt x="338811" y="84523"/>
                </a:cubicBez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A12C4A-CC32-4C94-A257-B3875D65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74" y="3479302"/>
            <a:ext cx="2530549" cy="843516"/>
          </a:xfrm>
          <a:custGeom xmlns:a="http://schemas.openxmlformats.org/drawingml/2006/main">
            <a:pathLst>
              <a:path w="2530549" h="843516">
                <a:moveTo>
                  <a:pt x="89174" y="843516"/>
                </a:moveTo>
                <a:cubicBezTo>
                  <a:pt x="40293" y="843516"/>
                  <a:pt x="0" y="803884"/>
                  <a:pt x="0" y="755003"/>
                </a:cubicBezTo>
                <a:lnTo>
                  <a:pt x="0" y="88513"/>
                </a:lnTo>
                <a:cubicBezTo>
                  <a:pt x="0" y="39633"/>
                  <a:pt x="40293" y="0"/>
                  <a:pt x="89174" y="0"/>
                </a:cubicBezTo>
                <a:lnTo>
                  <a:pt x="2442036" y="0"/>
                </a:lnTo>
                <a:cubicBezTo>
                  <a:pt x="2490917" y="0"/>
                  <a:pt x="2530549" y="39633"/>
                  <a:pt x="2530549" y="88513"/>
                </a:cubicBezTo>
                <a:lnTo>
                  <a:pt x="2530549" y="755003"/>
                </a:lnTo>
                <a:cubicBezTo>
                  <a:pt x="2530549" y="803884"/>
                  <a:pt x="2490917" y="843516"/>
                  <a:pt x="2442036" y="843516"/>
                </a:cubicBezTo>
                <a:lnTo>
                  <a:pt x="89174" y="843516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321C4-8937-4CFB-8B27-D771ADC9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74" y="3479302"/>
            <a:ext cx="2530549" cy="843516"/>
          </a:xfrm>
          <a:custGeom xmlns:a="http://schemas.openxmlformats.org/drawingml/2006/main">
            <a:pathLst>
              <a:path w="2530549" h="843516" fill="none">
                <a:moveTo>
                  <a:pt x="89174" y="843516"/>
                </a:moveTo>
                <a:lnTo>
                  <a:pt x="2442036" y="843516"/>
                </a:lnTo>
                <a:cubicBezTo>
                  <a:pt x="2490917" y="843516"/>
                  <a:pt x="2530549" y="803884"/>
                  <a:pt x="2530549" y="755003"/>
                </a:cubicBezTo>
                <a:lnTo>
                  <a:pt x="2530549" y="88513"/>
                </a:lnTo>
                <a:cubicBezTo>
                  <a:pt x="2530549" y="39633"/>
                  <a:pt x="2490917" y="0"/>
                  <a:pt x="2442036" y="0"/>
                </a:cubicBezTo>
                <a:lnTo>
                  <a:pt x="89174" y="0"/>
                </a:lnTo>
                <a:cubicBezTo>
                  <a:pt x="40293" y="0"/>
                  <a:pt x="0" y="39633"/>
                  <a:pt x="0" y="88513"/>
                </a:cubicBezTo>
                <a:lnTo>
                  <a:pt x="0" y="755003"/>
                </a:lnTo>
                <a:cubicBezTo>
                  <a:pt x="0" y="803884"/>
                  <a:pt x="40293" y="843516"/>
                  <a:pt x="89174" y="8435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4770" cap="flat">
            <a:solidFill>
              <a:srgbClr val="A5A5A5"/>
            </a:solidFill>
            <a:custDash>
              <a:ds d="799956" sp="399987"/>
            </a:custDash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755C4-20AF-4278-B4BC-AE680776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40" y="3479963"/>
            <a:ext cx="719334" cy="843516"/>
          </a:xfrm>
          <a:custGeom xmlns:a="http://schemas.openxmlformats.org/drawingml/2006/main">
            <a:pathLst>
              <a:path w="719334" h="843516">
                <a:moveTo>
                  <a:pt x="67376" y="843516"/>
                </a:moveTo>
                <a:cubicBezTo>
                  <a:pt x="30385" y="843516"/>
                  <a:pt x="0" y="813131"/>
                  <a:pt x="0" y="776141"/>
                </a:cubicBezTo>
                <a:lnTo>
                  <a:pt x="0" y="67376"/>
                </a:lnTo>
                <a:cubicBezTo>
                  <a:pt x="0" y="29725"/>
                  <a:pt x="30385" y="0"/>
                  <a:pt x="67376" y="0"/>
                </a:cubicBezTo>
                <a:lnTo>
                  <a:pt x="651958" y="0"/>
                </a:lnTo>
                <a:cubicBezTo>
                  <a:pt x="688949" y="0"/>
                  <a:pt x="719334" y="29725"/>
                  <a:pt x="719334" y="67376"/>
                </a:cubicBezTo>
                <a:lnTo>
                  <a:pt x="719334" y="776141"/>
                </a:lnTo>
                <a:cubicBezTo>
                  <a:pt x="719334" y="813131"/>
                  <a:pt x="688949" y="843516"/>
                  <a:pt x="651958" y="843516"/>
                </a:cubicBezTo>
                <a:lnTo>
                  <a:pt x="67376" y="843516"/>
                </a:ln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271F9-9EC9-4C29-B673-C7721B04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40" y="3479963"/>
            <a:ext cx="719334" cy="843516"/>
          </a:xfrm>
          <a:custGeom xmlns:a="http://schemas.openxmlformats.org/drawingml/2006/main">
            <a:pathLst>
              <a:path w="719334" h="843516" fill="none">
                <a:moveTo>
                  <a:pt x="67376" y="843516"/>
                </a:moveTo>
                <a:lnTo>
                  <a:pt x="651958" y="843516"/>
                </a:lnTo>
                <a:cubicBezTo>
                  <a:pt x="688949" y="843516"/>
                  <a:pt x="719334" y="813131"/>
                  <a:pt x="719334" y="776141"/>
                </a:cubicBezTo>
                <a:lnTo>
                  <a:pt x="719334" y="67376"/>
                </a:lnTo>
                <a:cubicBezTo>
                  <a:pt x="719334" y="29725"/>
                  <a:pt x="688949" y="0"/>
                  <a:pt x="651958" y="0"/>
                </a:cubicBezTo>
                <a:lnTo>
                  <a:pt x="67376" y="0"/>
                </a:lnTo>
                <a:cubicBezTo>
                  <a:pt x="30385" y="0"/>
                  <a:pt x="0" y="29725"/>
                  <a:pt x="0" y="67376"/>
                </a:cubicBezTo>
                <a:lnTo>
                  <a:pt x="0" y="776141"/>
                </a:lnTo>
                <a:cubicBezTo>
                  <a:pt x="0" y="813131"/>
                  <a:pt x="30385" y="843516"/>
                  <a:pt x="67376" y="8435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4770" cap="flat">
            <a:solidFill>
              <a:srgbClr val="A5A5A5"/>
            </a:solidFill>
            <a:custDash>
              <a:ds d="799956" sp="399987"/>
            </a:custDash>
            <a:miter/>
          </a:ln>
        </p:spPr>
      </p:sp>
      <p:sp>
        <p:nvSpPr>
          <p:cNvPr id="126" name="Text CFG">
            <a:extLst xmlns:a="http://schemas.openxmlformats.org/drawingml/2006/main">
              <a:ext uri="{FF2B5EF4-FFF2-40B4-BE49-F238E27FC236}">
                <a16:creationId xmlns:a16="http://schemas.microsoft.com/office/drawing/2014/main" id="{6FA81CA2-8165-40CB-9D0D-1EF90084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356" y="3550517"/>
            <a:ext cx="298005" cy="128690"/>
          </a:xfrm>
          <a:custGeom xmlns:a="http://schemas.openxmlformats.org/drawingml/2006/main">
            <a:pathLst>
              <a:path w="298005" h="128690">
                <a:moveTo>
                  <a:pt x="90857" y="109145"/>
                </a:moveTo>
                <a:cubicBezTo>
                  <a:pt x="90857" y="110177"/>
                  <a:pt x="90825" y="111080"/>
                  <a:pt x="90760" y="111854"/>
                </a:cubicBezTo>
                <a:cubicBezTo>
                  <a:pt x="90696" y="112628"/>
                  <a:pt x="90583" y="113305"/>
                  <a:pt x="90422" y="113886"/>
                </a:cubicBezTo>
                <a:cubicBezTo>
                  <a:pt x="90261" y="114467"/>
                  <a:pt x="90051" y="114983"/>
                  <a:pt x="89793" y="115434"/>
                </a:cubicBezTo>
                <a:cubicBezTo>
                  <a:pt x="89535" y="115886"/>
                  <a:pt x="89083" y="116437"/>
                  <a:pt x="88438" y="117088"/>
                </a:cubicBezTo>
                <a:cubicBezTo>
                  <a:pt x="87793" y="117737"/>
                  <a:pt x="86439" y="118728"/>
                  <a:pt x="84374" y="120060"/>
                </a:cubicBezTo>
                <a:cubicBezTo>
                  <a:pt x="82310" y="121393"/>
                  <a:pt x="79746" y="122693"/>
                  <a:pt x="76682" y="123961"/>
                </a:cubicBezTo>
                <a:cubicBezTo>
                  <a:pt x="73618" y="125229"/>
                  <a:pt x="70102" y="126301"/>
                  <a:pt x="66135" y="127178"/>
                </a:cubicBezTo>
                <a:cubicBezTo>
                  <a:pt x="62168" y="128057"/>
                  <a:pt x="57830" y="128497"/>
                  <a:pt x="53121" y="128497"/>
                </a:cubicBezTo>
                <a:cubicBezTo>
                  <a:pt x="44993" y="128497"/>
                  <a:pt x="37656" y="127142"/>
                  <a:pt x="31108" y="124433"/>
                </a:cubicBezTo>
                <a:cubicBezTo>
                  <a:pt x="24561" y="121724"/>
                  <a:pt x="18981" y="117724"/>
                  <a:pt x="14369" y="112435"/>
                </a:cubicBezTo>
                <a:cubicBezTo>
                  <a:pt x="9757" y="107145"/>
                  <a:pt x="6209" y="100614"/>
                  <a:pt x="3725" y="92841"/>
                </a:cubicBezTo>
                <a:cubicBezTo>
                  <a:pt x="1242" y="85068"/>
                  <a:pt x="0" y="76118"/>
                  <a:pt x="0" y="65990"/>
                </a:cubicBezTo>
                <a:cubicBezTo>
                  <a:pt x="0" y="55605"/>
                  <a:pt x="1339" y="46348"/>
                  <a:pt x="4016" y="38220"/>
                </a:cubicBezTo>
                <a:cubicBezTo>
                  <a:pt x="6693" y="30092"/>
                  <a:pt x="10450" y="23206"/>
                  <a:pt x="15288" y="17562"/>
                </a:cubicBezTo>
                <a:cubicBezTo>
                  <a:pt x="20126" y="11918"/>
                  <a:pt x="25915" y="7612"/>
                  <a:pt x="32656" y="4644"/>
                </a:cubicBezTo>
                <a:cubicBezTo>
                  <a:pt x="39397" y="1677"/>
                  <a:pt x="46864" y="194"/>
                  <a:pt x="55056" y="194"/>
                </a:cubicBezTo>
                <a:cubicBezTo>
                  <a:pt x="58669" y="194"/>
                  <a:pt x="62184" y="535"/>
                  <a:pt x="65603" y="1219"/>
                </a:cubicBezTo>
                <a:cubicBezTo>
                  <a:pt x="69022" y="1902"/>
                  <a:pt x="72183" y="2764"/>
                  <a:pt x="75085" y="3804"/>
                </a:cubicBezTo>
                <a:cubicBezTo>
                  <a:pt x="77988" y="4844"/>
                  <a:pt x="80568" y="6047"/>
                  <a:pt x="82826" y="7414"/>
                </a:cubicBezTo>
                <a:cubicBezTo>
                  <a:pt x="85084" y="8779"/>
                  <a:pt x="86648" y="9901"/>
                  <a:pt x="87519" y="10780"/>
                </a:cubicBezTo>
                <a:cubicBezTo>
                  <a:pt x="88390" y="11657"/>
                  <a:pt x="88954" y="12321"/>
                  <a:pt x="89212" y="12772"/>
                </a:cubicBezTo>
                <a:cubicBezTo>
                  <a:pt x="89470" y="13224"/>
                  <a:pt x="89680" y="13756"/>
                  <a:pt x="89841" y="14369"/>
                </a:cubicBezTo>
                <a:cubicBezTo>
                  <a:pt x="90003" y="14982"/>
                  <a:pt x="90132" y="15707"/>
                  <a:pt x="90228" y="16546"/>
                </a:cubicBezTo>
                <a:cubicBezTo>
                  <a:pt x="90325" y="17384"/>
                  <a:pt x="90373" y="18384"/>
                  <a:pt x="90373" y="19545"/>
                </a:cubicBezTo>
                <a:cubicBezTo>
                  <a:pt x="90373" y="20836"/>
                  <a:pt x="90309" y="21932"/>
                  <a:pt x="90180" y="22835"/>
                </a:cubicBezTo>
                <a:cubicBezTo>
                  <a:pt x="90051" y="23738"/>
                  <a:pt x="89857" y="24496"/>
                  <a:pt x="89599" y="25109"/>
                </a:cubicBezTo>
                <a:cubicBezTo>
                  <a:pt x="89341" y="25722"/>
                  <a:pt x="89035" y="26173"/>
                  <a:pt x="88680" y="26464"/>
                </a:cubicBezTo>
                <a:cubicBezTo>
                  <a:pt x="88325" y="26754"/>
                  <a:pt x="87890" y="26899"/>
                  <a:pt x="87374" y="26899"/>
                </a:cubicBezTo>
                <a:cubicBezTo>
                  <a:pt x="86471" y="26899"/>
                  <a:pt x="85213" y="26265"/>
                  <a:pt x="83600" y="24997"/>
                </a:cubicBezTo>
                <a:cubicBezTo>
                  <a:pt x="81988" y="23729"/>
                  <a:pt x="79907" y="22331"/>
                  <a:pt x="77359" y="20803"/>
                </a:cubicBezTo>
                <a:cubicBezTo>
                  <a:pt x="74811" y="19275"/>
                  <a:pt x="71715" y="17877"/>
                  <a:pt x="68070" y="16609"/>
                </a:cubicBezTo>
                <a:cubicBezTo>
                  <a:pt x="64426" y="15341"/>
                  <a:pt x="60055" y="14707"/>
                  <a:pt x="54959" y="14707"/>
                </a:cubicBezTo>
                <a:cubicBezTo>
                  <a:pt x="49412" y="14707"/>
                  <a:pt x="44364" y="15820"/>
                  <a:pt x="39817" y="18046"/>
                </a:cubicBezTo>
                <a:cubicBezTo>
                  <a:pt x="35269" y="20271"/>
                  <a:pt x="31382" y="23545"/>
                  <a:pt x="28157" y="27867"/>
                </a:cubicBezTo>
                <a:cubicBezTo>
                  <a:pt x="24932" y="32189"/>
                  <a:pt x="22432" y="37462"/>
                  <a:pt x="20658" y="43687"/>
                </a:cubicBezTo>
                <a:cubicBezTo>
                  <a:pt x="18884" y="49912"/>
                  <a:pt x="17997" y="57024"/>
                  <a:pt x="17997" y="65022"/>
                </a:cubicBezTo>
                <a:cubicBezTo>
                  <a:pt x="17997" y="72957"/>
                  <a:pt x="18852" y="79972"/>
                  <a:pt x="20561" y="86068"/>
                </a:cubicBezTo>
                <a:cubicBezTo>
                  <a:pt x="22271" y="92164"/>
                  <a:pt x="24722" y="97260"/>
                  <a:pt x="27915" y="101356"/>
                </a:cubicBezTo>
                <a:cubicBezTo>
                  <a:pt x="31108" y="105452"/>
                  <a:pt x="35027" y="108548"/>
                  <a:pt x="39671" y="110645"/>
                </a:cubicBezTo>
                <a:cubicBezTo>
                  <a:pt x="44316" y="112741"/>
                  <a:pt x="49573" y="113789"/>
                  <a:pt x="55443" y="113789"/>
                </a:cubicBezTo>
                <a:cubicBezTo>
                  <a:pt x="60410" y="113789"/>
                  <a:pt x="64748" y="113171"/>
                  <a:pt x="68457" y="111936"/>
                </a:cubicBezTo>
                <a:cubicBezTo>
                  <a:pt x="72167" y="110700"/>
                  <a:pt x="75327" y="109318"/>
                  <a:pt x="77940" y="107790"/>
                </a:cubicBezTo>
                <a:cubicBezTo>
                  <a:pt x="80552" y="106262"/>
                  <a:pt x="82697" y="104880"/>
                  <a:pt x="84374" y="103645"/>
                </a:cubicBezTo>
                <a:cubicBezTo>
                  <a:pt x="86052" y="102409"/>
                  <a:pt x="87374" y="101791"/>
                  <a:pt x="88342" y="101791"/>
                </a:cubicBezTo>
                <a:cubicBezTo>
                  <a:pt x="88793" y="101791"/>
                  <a:pt x="89180" y="101888"/>
                  <a:pt x="89503" y="102081"/>
                </a:cubicBezTo>
                <a:cubicBezTo>
                  <a:pt x="89825" y="102275"/>
                  <a:pt x="90083" y="102646"/>
                  <a:pt x="90277" y="103194"/>
                </a:cubicBezTo>
                <a:cubicBezTo>
                  <a:pt x="90470" y="103742"/>
                  <a:pt x="90615" y="104500"/>
                  <a:pt x="90712" y="105468"/>
                </a:cubicBezTo>
                <a:cubicBezTo>
                  <a:pt x="90809" y="106436"/>
                  <a:pt x="90857" y="107661"/>
                  <a:pt x="90857" y="109145"/>
                </a:cubicBezTo>
                <a:close/>
                <a:moveTo>
                  <a:pt x="178734" y="8902"/>
                </a:moveTo>
                <a:cubicBezTo>
                  <a:pt x="178734" y="10127"/>
                  <a:pt x="178670" y="11192"/>
                  <a:pt x="178541" y="12095"/>
                </a:cubicBezTo>
                <a:cubicBezTo>
                  <a:pt x="178412" y="12998"/>
                  <a:pt x="178186" y="13724"/>
                  <a:pt x="177864" y="14272"/>
                </a:cubicBezTo>
                <a:cubicBezTo>
                  <a:pt x="177541" y="14820"/>
                  <a:pt x="177170" y="15224"/>
                  <a:pt x="176751" y="15482"/>
                </a:cubicBezTo>
                <a:cubicBezTo>
                  <a:pt x="176332" y="15740"/>
                  <a:pt x="175896" y="15869"/>
                  <a:pt x="175445" y="15869"/>
                </a:cubicBezTo>
                <a:lnTo>
                  <a:pt x="129581" y="15869"/>
                </a:lnTo>
                <a:lnTo>
                  <a:pt x="129581" y="58346"/>
                </a:lnTo>
                <a:lnTo>
                  <a:pt x="172929" y="58346"/>
                </a:lnTo>
                <a:cubicBezTo>
                  <a:pt x="173380" y="58346"/>
                  <a:pt x="173816" y="58459"/>
                  <a:pt x="174235" y="58685"/>
                </a:cubicBezTo>
                <a:cubicBezTo>
                  <a:pt x="174654" y="58910"/>
                  <a:pt x="175025" y="59281"/>
                  <a:pt x="175348" y="59797"/>
                </a:cubicBezTo>
                <a:cubicBezTo>
                  <a:pt x="175670" y="60313"/>
                  <a:pt x="175896" y="61007"/>
                  <a:pt x="176025" y="61878"/>
                </a:cubicBezTo>
                <a:cubicBezTo>
                  <a:pt x="176154" y="62749"/>
                  <a:pt x="176219" y="63861"/>
                  <a:pt x="176219" y="65216"/>
                </a:cubicBezTo>
                <a:cubicBezTo>
                  <a:pt x="176219" y="66442"/>
                  <a:pt x="176154" y="67490"/>
                  <a:pt x="176025" y="68361"/>
                </a:cubicBezTo>
                <a:cubicBezTo>
                  <a:pt x="175896" y="69231"/>
                  <a:pt x="175670" y="69941"/>
                  <a:pt x="175348" y="70489"/>
                </a:cubicBezTo>
                <a:cubicBezTo>
                  <a:pt x="175025" y="71038"/>
                  <a:pt x="174654" y="71457"/>
                  <a:pt x="174235" y="71747"/>
                </a:cubicBezTo>
                <a:cubicBezTo>
                  <a:pt x="173816" y="72038"/>
                  <a:pt x="173380" y="72183"/>
                  <a:pt x="172929" y="72183"/>
                </a:cubicBezTo>
                <a:lnTo>
                  <a:pt x="129581" y="72183"/>
                </a:lnTo>
                <a:lnTo>
                  <a:pt x="129581" y="124427"/>
                </a:lnTo>
                <a:cubicBezTo>
                  <a:pt x="129581" y="124880"/>
                  <a:pt x="129451" y="125317"/>
                  <a:pt x="129193" y="125736"/>
                </a:cubicBezTo>
                <a:cubicBezTo>
                  <a:pt x="128935" y="126155"/>
                  <a:pt x="128484" y="126479"/>
                  <a:pt x="127839" y="126707"/>
                </a:cubicBezTo>
                <a:cubicBezTo>
                  <a:pt x="127194" y="126932"/>
                  <a:pt x="126355" y="127126"/>
                  <a:pt x="125323" y="127287"/>
                </a:cubicBezTo>
                <a:cubicBezTo>
                  <a:pt x="124291" y="127448"/>
                  <a:pt x="122936" y="127529"/>
                  <a:pt x="121259" y="127529"/>
                </a:cubicBezTo>
                <a:cubicBezTo>
                  <a:pt x="119711" y="127529"/>
                  <a:pt x="118389" y="127448"/>
                  <a:pt x="117292" y="127287"/>
                </a:cubicBezTo>
                <a:cubicBezTo>
                  <a:pt x="116195" y="127126"/>
                  <a:pt x="115325" y="126932"/>
                  <a:pt x="114680" y="126707"/>
                </a:cubicBezTo>
                <a:cubicBezTo>
                  <a:pt x="114034" y="126481"/>
                  <a:pt x="113583" y="126158"/>
                  <a:pt x="113325" y="125739"/>
                </a:cubicBezTo>
                <a:cubicBezTo>
                  <a:pt x="113067" y="125320"/>
                  <a:pt x="112938" y="124884"/>
                  <a:pt x="112938" y="124433"/>
                </a:cubicBezTo>
                <a:lnTo>
                  <a:pt x="112938" y="8515"/>
                </a:lnTo>
                <a:cubicBezTo>
                  <a:pt x="112938" y="5999"/>
                  <a:pt x="113599" y="4241"/>
                  <a:pt x="114921" y="3241"/>
                </a:cubicBezTo>
                <a:cubicBezTo>
                  <a:pt x="116244" y="2242"/>
                  <a:pt x="117647" y="1742"/>
                  <a:pt x="119130" y="1742"/>
                </a:cubicBezTo>
                <a:lnTo>
                  <a:pt x="175445" y="1742"/>
                </a:lnTo>
                <a:cubicBezTo>
                  <a:pt x="175896" y="1742"/>
                  <a:pt x="176332" y="1871"/>
                  <a:pt x="176751" y="2129"/>
                </a:cubicBezTo>
                <a:cubicBezTo>
                  <a:pt x="177170" y="2387"/>
                  <a:pt x="177541" y="2806"/>
                  <a:pt x="177864" y="3387"/>
                </a:cubicBezTo>
                <a:cubicBezTo>
                  <a:pt x="178186" y="3967"/>
                  <a:pt x="178412" y="4725"/>
                  <a:pt x="178541" y="5660"/>
                </a:cubicBezTo>
                <a:cubicBezTo>
                  <a:pt x="178670" y="6596"/>
                  <a:pt x="178734" y="7676"/>
                  <a:pt x="178734" y="8902"/>
                </a:cubicBezTo>
                <a:close/>
                <a:moveTo>
                  <a:pt x="298005" y="18771"/>
                </a:moveTo>
                <a:cubicBezTo>
                  <a:pt x="298005" y="19997"/>
                  <a:pt x="297940" y="21077"/>
                  <a:pt x="297811" y="22013"/>
                </a:cubicBezTo>
                <a:cubicBezTo>
                  <a:pt x="297682" y="22948"/>
                  <a:pt x="297489" y="23722"/>
                  <a:pt x="297231" y="24335"/>
                </a:cubicBezTo>
                <a:cubicBezTo>
                  <a:pt x="296973" y="24948"/>
                  <a:pt x="296650" y="25383"/>
                  <a:pt x="296263" y="25641"/>
                </a:cubicBezTo>
                <a:cubicBezTo>
                  <a:pt x="295876" y="25899"/>
                  <a:pt x="295457" y="26028"/>
                  <a:pt x="295005" y="26028"/>
                </a:cubicBezTo>
                <a:cubicBezTo>
                  <a:pt x="294231" y="26028"/>
                  <a:pt x="292941" y="25416"/>
                  <a:pt x="291135" y="24190"/>
                </a:cubicBezTo>
                <a:cubicBezTo>
                  <a:pt x="289329" y="22964"/>
                  <a:pt x="286910" y="21610"/>
                  <a:pt x="283878" y="20126"/>
                </a:cubicBezTo>
                <a:cubicBezTo>
                  <a:pt x="280846" y="18642"/>
                  <a:pt x="277218" y="17288"/>
                  <a:pt x="272992" y="16062"/>
                </a:cubicBezTo>
                <a:cubicBezTo>
                  <a:pt x="268767" y="14836"/>
                  <a:pt x="263752" y="14224"/>
                  <a:pt x="257946" y="14224"/>
                </a:cubicBezTo>
                <a:cubicBezTo>
                  <a:pt x="251044" y="14224"/>
                  <a:pt x="244851" y="15482"/>
                  <a:pt x="239368" y="17997"/>
                </a:cubicBezTo>
                <a:cubicBezTo>
                  <a:pt x="233885" y="20513"/>
                  <a:pt x="229241" y="23996"/>
                  <a:pt x="225435" y="28447"/>
                </a:cubicBezTo>
                <a:cubicBezTo>
                  <a:pt x="221629" y="32898"/>
                  <a:pt x="218710" y="38188"/>
                  <a:pt x="216678" y="44316"/>
                </a:cubicBezTo>
                <a:cubicBezTo>
                  <a:pt x="214646" y="50444"/>
                  <a:pt x="213630" y="57088"/>
                  <a:pt x="213630" y="64248"/>
                </a:cubicBezTo>
                <a:cubicBezTo>
                  <a:pt x="213630" y="72247"/>
                  <a:pt x="214743" y="79343"/>
                  <a:pt x="216969" y="85535"/>
                </a:cubicBezTo>
                <a:cubicBezTo>
                  <a:pt x="219194" y="91728"/>
                  <a:pt x="222274" y="96953"/>
                  <a:pt x="226209" y="101211"/>
                </a:cubicBezTo>
                <a:cubicBezTo>
                  <a:pt x="230144" y="105468"/>
                  <a:pt x="234837" y="108693"/>
                  <a:pt x="240288" y="110886"/>
                </a:cubicBezTo>
                <a:cubicBezTo>
                  <a:pt x="245738" y="113080"/>
                  <a:pt x="251721" y="114176"/>
                  <a:pt x="258237" y="114176"/>
                </a:cubicBezTo>
                <a:cubicBezTo>
                  <a:pt x="262107" y="114176"/>
                  <a:pt x="266026" y="113709"/>
                  <a:pt x="269993" y="112773"/>
                </a:cubicBezTo>
                <a:cubicBezTo>
                  <a:pt x="273960" y="111838"/>
                  <a:pt x="277653" y="110435"/>
                  <a:pt x="281072" y="108564"/>
                </a:cubicBezTo>
                <a:lnTo>
                  <a:pt x="281072" y="72086"/>
                </a:lnTo>
                <a:lnTo>
                  <a:pt x="252044" y="72086"/>
                </a:lnTo>
                <a:cubicBezTo>
                  <a:pt x="250947" y="72086"/>
                  <a:pt x="250125" y="71538"/>
                  <a:pt x="249577" y="70441"/>
                </a:cubicBezTo>
                <a:cubicBezTo>
                  <a:pt x="249028" y="69344"/>
                  <a:pt x="248754" y="67635"/>
                  <a:pt x="248754" y="65313"/>
                </a:cubicBezTo>
                <a:cubicBezTo>
                  <a:pt x="248754" y="64087"/>
                  <a:pt x="248819" y="63039"/>
                  <a:pt x="248948" y="62168"/>
                </a:cubicBezTo>
                <a:cubicBezTo>
                  <a:pt x="249077" y="61297"/>
                  <a:pt x="249286" y="60588"/>
                  <a:pt x="249577" y="60039"/>
                </a:cubicBezTo>
                <a:cubicBezTo>
                  <a:pt x="249867" y="59491"/>
                  <a:pt x="250205" y="59088"/>
                  <a:pt x="250593" y="58830"/>
                </a:cubicBezTo>
                <a:cubicBezTo>
                  <a:pt x="250980" y="58572"/>
                  <a:pt x="251463" y="58443"/>
                  <a:pt x="252044" y="58443"/>
                </a:cubicBezTo>
                <a:lnTo>
                  <a:pt x="291812" y="58443"/>
                </a:lnTo>
                <a:cubicBezTo>
                  <a:pt x="292522" y="58443"/>
                  <a:pt x="293231" y="58572"/>
                  <a:pt x="293941" y="58830"/>
                </a:cubicBezTo>
                <a:cubicBezTo>
                  <a:pt x="294650" y="59088"/>
                  <a:pt x="295295" y="59475"/>
                  <a:pt x="295876" y="59991"/>
                </a:cubicBezTo>
                <a:cubicBezTo>
                  <a:pt x="296457" y="60507"/>
                  <a:pt x="296908" y="61217"/>
                  <a:pt x="297231" y="62120"/>
                </a:cubicBezTo>
                <a:cubicBezTo>
                  <a:pt x="297553" y="63023"/>
                  <a:pt x="297714" y="64055"/>
                  <a:pt x="297714" y="65216"/>
                </a:cubicBezTo>
                <a:lnTo>
                  <a:pt x="297714" y="112918"/>
                </a:lnTo>
                <a:cubicBezTo>
                  <a:pt x="297714" y="114596"/>
                  <a:pt x="297424" y="116047"/>
                  <a:pt x="296844" y="117273"/>
                </a:cubicBezTo>
                <a:cubicBezTo>
                  <a:pt x="296263" y="118498"/>
                  <a:pt x="295037" y="119579"/>
                  <a:pt x="293167" y="120514"/>
                </a:cubicBezTo>
                <a:cubicBezTo>
                  <a:pt x="291296" y="121449"/>
                  <a:pt x="288877" y="122465"/>
                  <a:pt x="285910" y="123562"/>
                </a:cubicBezTo>
                <a:cubicBezTo>
                  <a:pt x="282942" y="124659"/>
                  <a:pt x="279878" y="125594"/>
                  <a:pt x="276718" y="126368"/>
                </a:cubicBezTo>
                <a:cubicBezTo>
                  <a:pt x="273557" y="127142"/>
                  <a:pt x="270364" y="127723"/>
                  <a:pt x="267138" y="128110"/>
                </a:cubicBezTo>
                <a:cubicBezTo>
                  <a:pt x="263913" y="128497"/>
                  <a:pt x="260720" y="128690"/>
                  <a:pt x="257559" y="128690"/>
                </a:cubicBezTo>
                <a:cubicBezTo>
                  <a:pt x="247883" y="128690"/>
                  <a:pt x="239239" y="127190"/>
                  <a:pt x="231628" y="124191"/>
                </a:cubicBezTo>
                <a:cubicBezTo>
                  <a:pt x="224016" y="121191"/>
                  <a:pt x="217581" y="116918"/>
                  <a:pt x="212324" y="111370"/>
                </a:cubicBezTo>
                <a:cubicBezTo>
                  <a:pt x="207067" y="105823"/>
                  <a:pt x="203051" y="99179"/>
                  <a:pt x="200278" y="91438"/>
                </a:cubicBezTo>
                <a:cubicBezTo>
                  <a:pt x="197504" y="83697"/>
                  <a:pt x="196117" y="75053"/>
                  <a:pt x="196117" y="65506"/>
                </a:cubicBezTo>
                <a:cubicBezTo>
                  <a:pt x="196117" y="55572"/>
                  <a:pt x="197617" y="46574"/>
                  <a:pt x="200616" y="38510"/>
                </a:cubicBezTo>
                <a:cubicBezTo>
                  <a:pt x="203616" y="30447"/>
                  <a:pt x="207841" y="23577"/>
                  <a:pt x="213292" y="17901"/>
                </a:cubicBezTo>
                <a:cubicBezTo>
                  <a:pt x="218742" y="12224"/>
                  <a:pt x="225290" y="7821"/>
                  <a:pt x="232934" y="4693"/>
                </a:cubicBezTo>
                <a:cubicBezTo>
                  <a:pt x="240578" y="1564"/>
                  <a:pt x="249044" y="0"/>
                  <a:pt x="258333" y="0"/>
                </a:cubicBezTo>
                <a:cubicBezTo>
                  <a:pt x="263107" y="0"/>
                  <a:pt x="267590" y="419"/>
                  <a:pt x="271783" y="1258"/>
                </a:cubicBezTo>
                <a:cubicBezTo>
                  <a:pt x="275976" y="2096"/>
                  <a:pt x="279701" y="3080"/>
                  <a:pt x="282959" y="4209"/>
                </a:cubicBezTo>
                <a:cubicBezTo>
                  <a:pt x="286216" y="5338"/>
                  <a:pt x="288958" y="6564"/>
                  <a:pt x="291183" y="7886"/>
                </a:cubicBezTo>
                <a:cubicBezTo>
                  <a:pt x="293409" y="9208"/>
                  <a:pt x="294941" y="10289"/>
                  <a:pt x="295779" y="11127"/>
                </a:cubicBezTo>
                <a:cubicBezTo>
                  <a:pt x="296618" y="11966"/>
                  <a:pt x="297198" y="12934"/>
                  <a:pt x="297521" y="14030"/>
                </a:cubicBezTo>
                <a:cubicBezTo>
                  <a:pt x="297843" y="15127"/>
                  <a:pt x="298005" y="16707"/>
                  <a:pt x="298005" y="187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D16FE-2DF1-4A83-A1CF-604B83C8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3569797"/>
            <a:ext cx="344144" cy="165797"/>
          </a:xfrm>
          <a:custGeom xmlns:a="http://schemas.openxmlformats.org/drawingml/2006/main">
            <a:pathLst>
              <a:path w="344144" h="165797">
                <a:moveTo>
                  <a:pt x="13211" y="165797"/>
                </a:moveTo>
                <a:cubicBezTo>
                  <a:pt x="5945" y="165797"/>
                  <a:pt x="0" y="159852"/>
                  <a:pt x="0" y="152586"/>
                </a:cubicBezTo>
                <a:lnTo>
                  <a:pt x="0" y="13211"/>
                </a:lnTo>
                <a:cubicBezTo>
                  <a:pt x="0" y="5945"/>
                  <a:pt x="5945" y="0"/>
                  <a:pt x="13211" y="0"/>
                </a:cubicBezTo>
                <a:lnTo>
                  <a:pt x="330933" y="0"/>
                </a:lnTo>
                <a:cubicBezTo>
                  <a:pt x="338199" y="0"/>
                  <a:pt x="344144" y="5945"/>
                  <a:pt x="344144" y="13211"/>
                </a:cubicBezTo>
                <a:lnTo>
                  <a:pt x="344144" y="152586"/>
                </a:lnTo>
                <a:cubicBezTo>
                  <a:pt x="344144" y="159852"/>
                  <a:pt x="338199" y="165797"/>
                  <a:pt x="330933" y="165797"/>
                </a:cubicBezTo>
                <a:lnTo>
                  <a:pt x="13211" y="16579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6E865-0108-4FBC-80C5-971F5ACB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3569797"/>
            <a:ext cx="344144" cy="165797"/>
          </a:xfrm>
          <a:custGeom xmlns:a="http://schemas.openxmlformats.org/drawingml/2006/main">
            <a:pathLst>
              <a:path w="344144" h="165797" fill="none">
                <a:moveTo>
                  <a:pt x="13211" y="165797"/>
                </a:moveTo>
                <a:lnTo>
                  <a:pt x="330933" y="165797"/>
                </a:lnTo>
                <a:cubicBezTo>
                  <a:pt x="338199" y="165797"/>
                  <a:pt x="344144" y="159852"/>
                  <a:pt x="344144" y="152586"/>
                </a:cubicBezTo>
                <a:lnTo>
                  <a:pt x="344144" y="13211"/>
                </a:lnTo>
                <a:cubicBezTo>
                  <a:pt x="344144" y="5945"/>
                  <a:pt x="338199" y="0"/>
                  <a:pt x="330933" y="0"/>
                </a:cubicBezTo>
                <a:lnTo>
                  <a:pt x="13211" y="0"/>
                </a:lnTo>
                <a:cubicBezTo>
                  <a:pt x="5945" y="0"/>
                  <a:pt x="0" y="5945"/>
                  <a:pt x="0" y="13211"/>
                </a:cubicBezTo>
                <a:lnTo>
                  <a:pt x="0" y="152586"/>
                </a:lnTo>
                <a:cubicBezTo>
                  <a:pt x="0" y="159852"/>
                  <a:pt x="5945" y="165797"/>
                  <a:pt x="13211" y="1657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305497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8CFB0-4136-4328-8C13-E1EE4D86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078" y="3855814"/>
            <a:ext cx="344144" cy="165136"/>
          </a:xfrm>
          <a:custGeom xmlns:a="http://schemas.openxmlformats.org/drawingml/2006/main">
            <a:pathLst>
              <a:path w="344144" h="165136">
                <a:moveTo>
                  <a:pt x="13211" y="165136"/>
                </a:moveTo>
                <a:cubicBezTo>
                  <a:pt x="5945" y="165136"/>
                  <a:pt x="0" y="159191"/>
                  <a:pt x="0" y="151925"/>
                </a:cubicBezTo>
                <a:lnTo>
                  <a:pt x="0" y="13211"/>
                </a:lnTo>
                <a:cubicBezTo>
                  <a:pt x="0" y="5945"/>
                  <a:pt x="5945" y="0"/>
                  <a:pt x="13211" y="0"/>
                </a:cubicBezTo>
                <a:lnTo>
                  <a:pt x="330933" y="0"/>
                </a:lnTo>
                <a:cubicBezTo>
                  <a:pt x="338199" y="0"/>
                  <a:pt x="344144" y="5945"/>
                  <a:pt x="344144" y="13211"/>
                </a:cubicBezTo>
                <a:lnTo>
                  <a:pt x="344144" y="151925"/>
                </a:lnTo>
                <a:cubicBezTo>
                  <a:pt x="344144" y="159191"/>
                  <a:pt x="338199" y="165136"/>
                  <a:pt x="330933" y="165136"/>
                </a:cubicBezTo>
                <a:lnTo>
                  <a:pt x="13211" y="1651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CE29D-39EF-4737-8BD6-E7EDF5AD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078" y="3855814"/>
            <a:ext cx="344144" cy="165136"/>
          </a:xfrm>
          <a:custGeom xmlns:a="http://schemas.openxmlformats.org/drawingml/2006/main">
            <a:pathLst>
              <a:path w="344144" h="165136" fill="none">
                <a:moveTo>
                  <a:pt x="13211" y="165136"/>
                </a:moveTo>
                <a:lnTo>
                  <a:pt x="330933" y="165136"/>
                </a:lnTo>
                <a:cubicBezTo>
                  <a:pt x="338199" y="165136"/>
                  <a:pt x="344144" y="159191"/>
                  <a:pt x="344144" y="151925"/>
                </a:cubicBezTo>
                <a:lnTo>
                  <a:pt x="344144" y="13211"/>
                </a:lnTo>
                <a:cubicBezTo>
                  <a:pt x="344144" y="5945"/>
                  <a:pt x="338199" y="0"/>
                  <a:pt x="330933" y="0"/>
                </a:cubicBezTo>
                <a:lnTo>
                  <a:pt x="13211" y="0"/>
                </a:lnTo>
                <a:cubicBezTo>
                  <a:pt x="5945" y="0"/>
                  <a:pt x="0" y="5945"/>
                  <a:pt x="0" y="13211"/>
                </a:cubicBezTo>
                <a:lnTo>
                  <a:pt x="0" y="151925"/>
                </a:lnTo>
                <a:cubicBezTo>
                  <a:pt x="0" y="159191"/>
                  <a:pt x="5945" y="165136"/>
                  <a:pt x="13211" y="165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305497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A5790-E4CD-48BA-BDE8-C431DB71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067848"/>
            <a:ext cx="344144" cy="165136"/>
          </a:xfrm>
          <a:custGeom xmlns:a="http://schemas.openxmlformats.org/drawingml/2006/main">
            <a:pathLst>
              <a:path w="344144" h="165136">
                <a:moveTo>
                  <a:pt x="13211" y="165136"/>
                </a:moveTo>
                <a:cubicBezTo>
                  <a:pt x="5945" y="165136"/>
                  <a:pt x="0" y="159191"/>
                  <a:pt x="0" y="151925"/>
                </a:cubicBezTo>
                <a:lnTo>
                  <a:pt x="0" y="13211"/>
                </a:lnTo>
                <a:cubicBezTo>
                  <a:pt x="0" y="5945"/>
                  <a:pt x="5945" y="0"/>
                  <a:pt x="13211" y="0"/>
                </a:cubicBezTo>
                <a:lnTo>
                  <a:pt x="330933" y="0"/>
                </a:lnTo>
                <a:cubicBezTo>
                  <a:pt x="338199" y="0"/>
                  <a:pt x="344144" y="5945"/>
                  <a:pt x="344144" y="13211"/>
                </a:cubicBezTo>
                <a:lnTo>
                  <a:pt x="344144" y="151925"/>
                </a:lnTo>
                <a:cubicBezTo>
                  <a:pt x="344144" y="159191"/>
                  <a:pt x="338199" y="165136"/>
                  <a:pt x="330933" y="165136"/>
                </a:cubicBezTo>
                <a:lnTo>
                  <a:pt x="13211" y="1651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32154-67A7-4CE8-B163-6F1509B3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067848"/>
            <a:ext cx="344144" cy="165136"/>
          </a:xfrm>
          <a:custGeom xmlns:a="http://schemas.openxmlformats.org/drawingml/2006/main">
            <a:pathLst>
              <a:path w="344144" h="165136" fill="none">
                <a:moveTo>
                  <a:pt x="13211" y="165136"/>
                </a:moveTo>
                <a:lnTo>
                  <a:pt x="330933" y="165136"/>
                </a:lnTo>
                <a:cubicBezTo>
                  <a:pt x="338199" y="165136"/>
                  <a:pt x="344144" y="159191"/>
                  <a:pt x="344144" y="151925"/>
                </a:cubicBezTo>
                <a:lnTo>
                  <a:pt x="344144" y="13211"/>
                </a:lnTo>
                <a:cubicBezTo>
                  <a:pt x="344144" y="5945"/>
                  <a:pt x="338199" y="0"/>
                  <a:pt x="330933" y="0"/>
                </a:cubicBezTo>
                <a:lnTo>
                  <a:pt x="13211" y="0"/>
                </a:lnTo>
                <a:cubicBezTo>
                  <a:pt x="5945" y="0"/>
                  <a:pt x="0" y="5945"/>
                  <a:pt x="0" y="13211"/>
                </a:cubicBezTo>
                <a:lnTo>
                  <a:pt x="0" y="151925"/>
                </a:lnTo>
                <a:cubicBezTo>
                  <a:pt x="0" y="159191"/>
                  <a:pt x="5945" y="165136"/>
                  <a:pt x="13211" y="165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305497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19AA8D-1EEA-4070-99FD-8D6F8EC5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290" y="3735594"/>
            <a:ext cx="10" cy="254971"/>
          </a:xfrm>
          <a:custGeom xmlns:a="http://schemas.openxmlformats.org/drawingml/2006/main">
            <a:pathLst>
              <a:path w="1" h="254971" fill="none">
                <a:moveTo>
                  <a:pt x="0" y="0"/>
                </a:moveTo>
                <a:lnTo>
                  <a:pt x="0" y="254971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13C0C6-8C7D-48E7-977B-C0F0F97C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034" y="3979335"/>
            <a:ext cx="88513" cy="88513"/>
          </a:xfrm>
          <a:custGeom xmlns:a="http://schemas.openxmlformats.org/drawingml/2006/main">
            <a:pathLst>
              <a:path w="88513" h="88513">
                <a:moveTo>
                  <a:pt x="88513" y="0"/>
                </a:moveTo>
                <a:lnTo>
                  <a:pt x="44257" y="88513"/>
                </a:lnTo>
                <a:lnTo>
                  <a:pt x="0" y="0"/>
                </a:lnTo>
                <a:lnTo>
                  <a:pt x="885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A8C80-8849-4614-B808-190063EC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290" y="3735594"/>
            <a:ext cx="301209" cy="96440"/>
          </a:xfrm>
          <a:custGeom xmlns:a="http://schemas.openxmlformats.org/drawingml/2006/main">
            <a:pathLst>
              <a:path w="301209" h="96440" fill="none">
                <a:moveTo>
                  <a:pt x="0" y="0"/>
                </a:moveTo>
                <a:lnTo>
                  <a:pt x="301209" y="9644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65BB0-B7B0-4CD2-AB44-F87C69C4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719" y="3786456"/>
            <a:ext cx="97761" cy="84550"/>
          </a:xfrm>
          <a:custGeom xmlns:a="http://schemas.openxmlformats.org/drawingml/2006/main">
            <a:pathLst>
              <a:path w="97761" h="84550">
                <a:moveTo>
                  <a:pt x="27082" y="0"/>
                </a:moveTo>
                <a:lnTo>
                  <a:pt x="97761" y="69357"/>
                </a:lnTo>
                <a:lnTo>
                  <a:pt x="0" y="84550"/>
                </a:lnTo>
                <a:lnTo>
                  <a:pt x="2708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DF64D-1062-4FA1-BDC8-5FD29F9A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913" y="4020950"/>
            <a:ext cx="298567" cy="36991"/>
          </a:xfrm>
          <a:custGeom xmlns:a="http://schemas.openxmlformats.org/drawingml/2006/main">
            <a:pathLst>
              <a:path w="298567" h="36991" fill="none">
                <a:moveTo>
                  <a:pt x="298567" y="0"/>
                </a:moveTo>
                <a:lnTo>
                  <a:pt x="0" y="36991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44CFB-76B7-48F2-AB36-18FFEBE8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290" y="4013023"/>
            <a:ext cx="93137" cy="87853"/>
          </a:xfrm>
          <a:custGeom xmlns:a="http://schemas.openxmlformats.org/drawingml/2006/main">
            <a:pathLst>
              <a:path w="93137" h="87853">
                <a:moveTo>
                  <a:pt x="93137" y="87853"/>
                </a:moveTo>
                <a:lnTo>
                  <a:pt x="0" y="54825"/>
                </a:lnTo>
                <a:lnTo>
                  <a:pt x="81908" y="0"/>
                </a:lnTo>
                <a:lnTo>
                  <a:pt x="93137" y="878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89A558-76E3-4180-8EC6-1D6EEB3E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05" y="3569797"/>
            <a:ext cx="344144" cy="165797"/>
          </a:xfrm>
          <a:custGeom xmlns:a="http://schemas.openxmlformats.org/drawingml/2006/main">
            <a:pathLst>
              <a:path w="344144" h="165797">
                <a:moveTo>
                  <a:pt x="13211" y="165797"/>
                </a:moveTo>
                <a:cubicBezTo>
                  <a:pt x="5945" y="165797"/>
                  <a:pt x="0" y="159852"/>
                  <a:pt x="0" y="152586"/>
                </a:cubicBezTo>
                <a:lnTo>
                  <a:pt x="0" y="13211"/>
                </a:lnTo>
                <a:cubicBezTo>
                  <a:pt x="0" y="5945"/>
                  <a:pt x="5945" y="0"/>
                  <a:pt x="13211" y="0"/>
                </a:cubicBezTo>
                <a:lnTo>
                  <a:pt x="330273" y="0"/>
                </a:lnTo>
                <a:cubicBezTo>
                  <a:pt x="338199" y="0"/>
                  <a:pt x="344144" y="5945"/>
                  <a:pt x="344144" y="13211"/>
                </a:cubicBezTo>
                <a:lnTo>
                  <a:pt x="344144" y="152586"/>
                </a:lnTo>
                <a:cubicBezTo>
                  <a:pt x="344144" y="159852"/>
                  <a:pt x="338199" y="165797"/>
                  <a:pt x="330273" y="165797"/>
                </a:cubicBezTo>
                <a:lnTo>
                  <a:pt x="13211" y="16579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BB9217-67DE-4AD7-8120-3DB6AC2D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05" y="3569797"/>
            <a:ext cx="344144" cy="165797"/>
          </a:xfrm>
          <a:custGeom xmlns:a="http://schemas.openxmlformats.org/drawingml/2006/main">
            <a:pathLst>
              <a:path w="344144" h="165797" fill="none">
                <a:moveTo>
                  <a:pt x="13211" y="165797"/>
                </a:moveTo>
                <a:lnTo>
                  <a:pt x="330273" y="165797"/>
                </a:lnTo>
                <a:cubicBezTo>
                  <a:pt x="338199" y="165797"/>
                  <a:pt x="344144" y="159852"/>
                  <a:pt x="344144" y="152586"/>
                </a:cubicBezTo>
                <a:lnTo>
                  <a:pt x="344144" y="13211"/>
                </a:lnTo>
                <a:cubicBezTo>
                  <a:pt x="344144" y="5945"/>
                  <a:pt x="338199" y="0"/>
                  <a:pt x="330273" y="0"/>
                </a:cubicBezTo>
                <a:lnTo>
                  <a:pt x="13211" y="0"/>
                </a:lnTo>
                <a:cubicBezTo>
                  <a:pt x="5945" y="0"/>
                  <a:pt x="0" y="5945"/>
                  <a:pt x="0" y="13211"/>
                </a:cubicBezTo>
                <a:lnTo>
                  <a:pt x="0" y="152586"/>
                </a:lnTo>
                <a:cubicBezTo>
                  <a:pt x="0" y="159852"/>
                  <a:pt x="5945" y="165797"/>
                  <a:pt x="13211" y="1657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305497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8E6B57-0CF3-43B3-B64D-EA1896CF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95" y="3855814"/>
            <a:ext cx="344144" cy="165136"/>
          </a:xfrm>
          <a:custGeom xmlns:a="http://schemas.openxmlformats.org/drawingml/2006/main">
            <a:pathLst>
              <a:path w="344144" h="165136">
                <a:moveTo>
                  <a:pt x="13211" y="165136"/>
                </a:moveTo>
                <a:cubicBezTo>
                  <a:pt x="5945" y="165136"/>
                  <a:pt x="0" y="159191"/>
                  <a:pt x="0" y="151925"/>
                </a:cubicBezTo>
                <a:lnTo>
                  <a:pt x="0" y="13211"/>
                </a:lnTo>
                <a:cubicBezTo>
                  <a:pt x="0" y="5945"/>
                  <a:pt x="5945" y="0"/>
                  <a:pt x="13211" y="0"/>
                </a:cubicBezTo>
                <a:lnTo>
                  <a:pt x="330933" y="0"/>
                </a:lnTo>
                <a:cubicBezTo>
                  <a:pt x="338199" y="0"/>
                  <a:pt x="344144" y="5945"/>
                  <a:pt x="344144" y="13211"/>
                </a:cubicBezTo>
                <a:lnTo>
                  <a:pt x="344144" y="151925"/>
                </a:lnTo>
                <a:cubicBezTo>
                  <a:pt x="344144" y="159191"/>
                  <a:pt x="338199" y="165136"/>
                  <a:pt x="330933" y="165136"/>
                </a:cubicBezTo>
                <a:lnTo>
                  <a:pt x="13211" y="1651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B7FF06-59CC-4181-B8D2-045B1B3C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95" y="3855814"/>
            <a:ext cx="344144" cy="165136"/>
          </a:xfrm>
          <a:custGeom xmlns:a="http://schemas.openxmlformats.org/drawingml/2006/main">
            <a:pathLst>
              <a:path w="344144" h="165136" fill="none">
                <a:moveTo>
                  <a:pt x="13211" y="165136"/>
                </a:moveTo>
                <a:lnTo>
                  <a:pt x="330933" y="165136"/>
                </a:lnTo>
                <a:cubicBezTo>
                  <a:pt x="338199" y="165136"/>
                  <a:pt x="344144" y="159191"/>
                  <a:pt x="344144" y="151925"/>
                </a:cubicBezTo>
                <a:lnTo>
                  <a:pt x="344144" y="13211"/>
                </a:lnTo>
                <a:cubicBezTo>
                  <a:pt x="344144" y="5945"/>
                  <a:pt x="338199" y="0"/>
                  <a:pt x="330933" y="0"/>
                </a:cubicBezTo>
                <a:lnTo>
                  <a:pt x="13211" y="0"/>
                </a:lnTo>
                <a:cubicBezTo>
                  <a:pt x="5945" y="0"/>
                  <a:pt x="0" y="5945"/>
                  <a:pt x="0" y="13211"/>
                </a:cubicBezTo>
                <a:lnTo>
                  <a:pt x="0" y="151925"/>
                </a:lnTo>
                <a:cubicBezTo>
                  <a:pt x="0" y="159191"/>
                  <a:pt x="5945" y="165136"/>
                  <a:pt x="13211" y="165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305497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9DBA1B-C417-485D-B53A-4AADDCF7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05" y="4067848"/>
            <a:ext cx="344144" cy="165136"/>
          </a:xfrm>
          <a:custGeom xmlns:a="http://schemas.openxmlformats.org/drawingml/2006/main">
            <a:pathLst>
              <a:path w="344144" h="165136">
                <a:moveTo>
                  <a:pt x="13211" y="165136"/>
                </a:moveTo>
                <a:cubicBezTo>
                  <a:pt x="5945" y="165136"/>
                  <a:pt x="0" y="159191"/>
                  <a:pt x="0" y="151925"/>
                </a:cubicBezTo>
                <a:lnTo>
                  <a:pt x="0" y="13211"/>
                </a:lnTo>
                <a:cubicBezTo>
                  <a:pt x="0" y="5945"/>
                  <a:pt x="5945" y="0"/>
                  <a:pt x="13211" y="0"/>
                </a:cubicBezTo>
                <a:lnTo>
                  <a:pt x="330273" y="0"/>
                </a:lnTo>
                <a:cubicBezTo>
                  <a:pt x="338199" y="0"/>
                  <a:pt x="344144" y="5945"/>
                  <a:pt x="344144" y="13211"/>
                </a:cubicBezTo>
                <a:lnTo>
                  <a:pt x="344144" y="151925"/>
                </a:lnTo>
                <a:cubicBezTo>
                  <a:pt x="344144" y="159191"/>
                  <a:pt x="338199" y="165136"/>
                  <a:pt x="330273" y="165136"/>
                </a:cubicBezTo>
                <a:lnTo>
                  <a:pt x="13211" y="1651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7CE150-9A94-4F85-B3CB-6D55AE95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05" y="4067848"/>
            <a:ext cx="344144" cy="165136"/>
          </a:xfrm>
          <a:custGeom xmlns:a="http://schemas.openxmlformats.org/drawingml/2006/main">
            <a:pathLst>
              <a:path w="344144" h="165136" fill="none">
                <a:moveTo>
                  <a:pt x="13211" y="165136"/>
                </a:moveTo>
                <a:lnTo>
                  <a:pt x="330273" y="165136"/>
                </a:lnTo>
                <a:cubicBezTo>
                  <a:pt x="338199" y="165136"/>
                  <a:pt x="344144" y="159191"/>
                  <a:pt x="344144" y="151925"/>
                </a:cubicBezTo>
                <a:lnTo>
                  <a:pt x="344144" y="13211"/>
                </a:lnTo>
                <a:cubicBezTo>
                  <a:pt x="344144" y="5945"/>
                  <a:pt x="338199" y="0"/>
                  <a:pt x="330273" y="0"/>
                </a:cubicBezTo>
                <a:lnTo>
                  <a:pt x="13211" y="0"/>
                </a:lnTo>
                <a:cubicBezTo>
                  <a:pt x="5945" y="0"/>
                  <a:pt x="0" y="5945"/>
                  <a:pt x="0" y="13211"/>
                </a:cubicBezTo>
                <a:lnTo>
                  <a:pt x="0" y="151925"/>
                </a:lnTo>
                <a:cubicBezTo>
                  <a:pt x="0" y="159191"/>
                  <a:pt x="5945" y="165136"/>
                  <a:pt x="13211" y="165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305497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C35C9-337C-4D69-838C-B7322B01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47" y="3735594"/>
            <a:ext cx="10" cy="254971"/>
          </a:xfrm>
          <a:custGeom xmlns:a="http://schemas.openxmlformats.org/drawingml/2006/main">
            <a:pathLst>
              <a:path w="1" h="254971" fill="none">
                <a:moveTo>
                  <a:pt x="0" y="0"/>
                </a:moveTo>
                <a:lnTo>
                  <a:pt x="0" y="254971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D5113-B040-4092-9100-82B8488D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90" y="3979335"/>
            <a:ext cx="88513" cy="88513"/>
          </a:xfrm>
          <a:custGeom xmlns:a="http://schemas.openxmlformats.org/drawingml/2006/main">
            <a:pathLst>
              <a:path w="88513" h="88513">
                <a:moveTo>
                  <a:pt x="88513" y="0"/>
                </a:moveTo>
                <a:lnTo>
                  <a:pt x="44257" y="88513"/>
                </a:lnTo>
                <a:lnTo>
                  <a:pt x="0" y="0"/>
                </a:lnTo>
                <a:lnTo>
                  <a:pt x="885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64FBA-32B3-445E-B910-860CC251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47" y="3735594"/>
            <a:ext cx="301209" cy="96440"/>
          </a:xfrm>
          <a:custGeom xmlns:a="http://schemas.openxmlformats.org/drawingml/2006/main">
            <a:pathLst>
              <a:path w="301209" h="96440" fill="none">
                <a:moveTo>
                  <a:pt x="0" y="0"/>
                </a:moveTo>
                <a:lnTo>
                  <a:pt x="301209" y="9644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B1E173-2721-4713-8E6A-25A97D49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76" y="3786456"/>
            <a:ext cx="97761" cy="84550"/>
          </a:xfrm>
          <a:custGeom xmlns:a="http://schemas.openxmlformats.org/drawingml/2006/main">
            <a:pathLst>
              <a:path w="97761" h="84550">
                <a:moveTo>
                  <a:pt x="27082" y="0"/>
                </a:moveTo>
                <a:lnTo>
                  <a:pt x="97761" y="69357"/>
                </a:lnTo>
                <a:lnTo>
                  <a:pt x="0" y="84550"/>
                </a:lnTo>
                <a:lnTo>
                  <a:pt x="2708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FCCF6-0A33-495A-BBC4-3F7E8A6C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770" y="4020950"/>
            <a:ext cx="298567" cy="36991"/>
          </a:xfrm>
          <a:custGeom xmlns:a="http://schemas.openxmlformats.org/drawingml/2006/main">
            <a:pathLst>
              <a:path w="298567" h="36991" fill="none">
                <a:moveTo>
                  <a:pt x="298567" y="0"/>
                </a:moveTo>
                <a:lnTo>
                  <a:pt x="0" y="36991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F2902-FEBC-4614-A08E-5707B4CA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47" y="4013023"/>
            <a:ext cx="93137" cy="87853"/>
          </a:xfrm>
          <a:custGeom xmlns:a="http://schemas.openxmlformats.org/drawingml/2006/main">
            <a:pathLst>
              <a:path w="93137" h="87853">
                <a:moveTo>
                  <a:pt x="93137" y="87853"/>
                </a:moveTo>
                <a:lnTo>
                  <a:pt x="0" y="54825"/>
                </a:lnTo>
                <a:lnTo>
                  <a:pt x="82568" y="0"/>
                </a:lnTo>
                <a:lnTo>
                  <a:pt x="93137" y="878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693BA-02AD-43AA-A934-B4FA41A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39" y="3674824"/>
            <a:ext cx="881168" cy="263558"/>
          </a:xfrm>
          <a:custGeom xmlns:a="http://schemas.openxmlformats.org/drawingml/2006/main">
            <a:pathLst>
              <a:path w="881168" h="263558" fill="none">
                <a:moveTo>
                  <a:pt x="0" y="263558"/>
                </a:moveTo>
                <a:lnTo>
                  <a:pt x="88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C55A11"/>
            </a:solidFill>
            <a:round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54831-4C43-4DF3-808C-BDA71031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787" y="3635852"/>
            <a:ext cx="97100" cy="84550"/>
          </a:xfrm>
          <a:custGeom xmlns:a="http://schemas.openxmlformats.org/drawingml/2006/main">
            <a:pathLst>
              <a:path w="97100" h="84550">
                <a:moveTo>
                  <a:pt x="0" y="0"/>
                </a:moveTo>
                <a:lnTo>
                  <a:pt x="97100" y="17174"/>
                </a:lnTo>
                <a:lnTo>
                  <a:pt x="25101" y="845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633B00-C385-4D53-BDA4-FDDC4B32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041" y="3954895"/>
            <a:ext cx="879846" cy="195521"/>
          </a:xfrm>
          <a:custGeom xmlns:a="http://schemas.openxmlformats.org/drawingml/2006/main">
            <a:pathLst>
              <a:path w="879846" h="195521" fill="none">
                <a:moveTo>
                  <a:pt x="879846" y="1955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C55A11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ABCE16-5D16-4B7B-A159-D9B8C59C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39" y="3913941"/>
            <a:ext cx="95779" cy="86531"/>
          </a:xfrm>
          <a:custGeom xmlns:a="http://schemas.openxmlformats.org/drawingml/2006/main">
            <a:pathLst>
              <a:path w="95779" h="86531">
                <a:moveTo>
                  <a:pt x="76623" y="86531"/>
                </a:moveTo>
                <a:lnTo>
                  <a:pt x="0" y="24440"/>
                </a:lnTo>
                <a:lnTo>
                  <a:pt x="95779" y="0"/>
                </a:lnTo>
                <a:lnTo>
                  <a:pt x="76623" y="86531"/>
                </a:ln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CallFlows">
            <a:extLst xmlns:a="http://schemas.openxmlformats.org/drawingml/2006/main">
              <a:ext uri="{FF2B5EF4-FFF2-40B4-BE49-F238E27FC236}">
                <a16:creationId xmlns:a16="http://schemas.microsoft.com/office/drawing/2014/main" id="{20E4B7DA-F8ED-4F0A-8A30-8CB761C2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62" y="3532414"/>
            <a:ext cx="605936" cy="106262"/>
          </a:xfrm>
          <a:custGeom xmlns:a="http://schemas.openxmlformats.org/drawingml/2006/main">
            <a:pathLst>
              <a:path w="605936" h="106262">
                <a:moveTo>
                  <a:pt x="70566" y="90931"/>
                </a:moveTo>
                <a:cubicBezTo>
                  <a:pt x="70566" y="91733"/>
                  <a:pt x="70541" y="92434"/>
                  <a:pt x="70491" y="93036"/>
                </a:cubicBezTo>
                <a:cubicBezTo>
                  <a:pt x="70441" y="93637"/>
                  <a:pt x="70353" y="94163"/>
                  <a:pt x="70228" y="94614"/>
                </a:cubicBezTo>
                <a:cubicBezTo>
                  <a:pt x="70102" y="95065"/>
                  <a:pt x="69940" y="95465"/>
                  <a:pt x="69739" y="95816"/>
                </a:cubicBezTo>
                <a:cubicBezTo>
                  <a:pt x="69539" y="96167"/>
                  <a:pt x="69188" y="96595"/>
                  <a:pt x="68687" y="97101"/>
                </a:cubicBezTo>
                <a:cubicBezTo>
                  <a:pt x="68186" y="97605"/>
                  <a:pt x="67134" y="98374"/>
                  <a:pt x="65531" y="99409"/>
                </a:cubicBezTo>
                <a:cubicBezTo>
                  <a:pt x="63928" y="100444"/>
                  <a:pt x="61936" y="101454"/>
                  <a:pt x="59556" y="102439"/>
                </a:cubicBezTo>
                <a:cubicBezTo>
                  <a:pt x="57177" y="103424"/>
                  <a:pt x="54446" y="104256"/>
                  <a:pt x="51365" y="104938"/>
                </a:cubicBezTo>
                <a:cubicBezTo>
                  <a:pt x="48284" y="105620"/>
                  <a:pt x="44915" y="105961"/>
                  <a:pt x="41257" y="105961"/>
                </a:cubicBezTo>
                <a:cubicBezTo>
                  <a:pt x="34945" y="105961"/>
                  <a:pt x="29246" y="104909"/>
                  <a:pt x="24161" y="102805"/>
                </a:cubicBezTo>
                <a:cubicBezTo>
                  <a:pt x="19076" y="100701"/>
                  <a:pt x="14742" y="97595"/>
                  <a:pt x="11160" y="93487"/>
                </a:cubicBezTo>
                <a:cubicBezTo>
                  <a:pt x="7578" y="89378"/>
                  <a:pt x="4822" y="84306"/>
                  <a:pt x="2893" y="78269"/>
                </a:cubicBezTo>
                <a:cubicBezTo>
                  <a:pt x="964" y="72232"/>
                  <a:pt x="0" y="65280"/>
                  <a:pt x="0" y="57415"/>
                </a:cubicBezTo>
                <a:cubicBezTo>
                  <a:pt x="0" y="49348"/>
                  <a:pt x="1040" y="42159"/>
                  <a:pt x="3119" y="35847"/>
                </a:cubicBezTo>
                <a:cubicBezTo>
                  <a:pt x="5198" y="29534"/>
                  <a:pt x="8116" y="24186"/>
                  <a:pt x="11874" y="19802"/>
                </a:cubicBezTo>
                <a:cubicBezTo>
                  <a:pt x="15631" y="15418"/>
                  <a:pt x="20128" y="12074"/>
                  <a:pt x="25363" y="9769"/>
                </a:cubicBezTo>
                <a:cubicBezTo>
                  <a:pt x="30599" y="7465"/>
                  <a:pt x="36398" y="6313"/>
                  <a:pt x="42760" y="6313"/>
                </a:cubicBezTo>
                <a:cubicBezTo>
                  <a:pt x="45566" y="6313"/>
                  <a:pt x="48296" y="6578"/>
                  <a:pt x="50952" y="7109"/>
                </a:cubicBezTo>
                <a:cubicBezTo>
                  <a:pt x="53607" y="7639"/>
                  <a:pt x="56062" y="8309"/>
                  <a:pt x="58316" y="9117"/>
                </a:cubicBezTo>
                <a:cubicBezTo>
                  <a:pt x="60571" y="9924"/>
                  <a:pt x="62575" y="10859"/>
                  <a:pt x="64328" y="11921"/>
                </a:cubicBezTo>
                <a:cubicBezTo>
                  <a:pt x="66082" y="12981"/>
                  <a:pt x="67297" y="13852"/>
                  <a:pt x="67973" y="14534"/>
                </a:cubicBezTo>
                <a:cubicBezTo>
                  <a:pt x="68649" y="15216"/>
                  <a:pt x="69088" y="15731"/>
                  <a:pt x="69288" y="16082"/>
                </a:cubicBezTo>
                <a:cubicBezTo>
                  <a:pt x="69489" y="16433"/>
                  <a:pt x="69651" y="16846"/>
                  <a:pt x="69777" y="17322"/>
                </a:cubicBezTo>
                <a:cubicBezTo>
                  <a:pt x="69902" y="17798"/>
                  <a:pt x="70002" y="18362"/>
                  <a:pt x="70077" y="19013"/>
                </a:cubicBezTo>
                <a:cubicBezTo>
                  <a:pt x="70152" y="19664"/>
                  <a:pt x="70190" y="20441"/>
                  <a:pt x="70190" y="21343"/>
                </a:cubicBezTo>
                <a:cubicBezTo>
                  <a:pt x="70190" y="22345"/>
                  <a:pt x="70140" y="23196"/>
                  <a:pt x="70040" y="23898"/>
                </a:cubicBezTo>
                <a:cubicBezTo>
                  <a:pt x="69940" y="24599"/>
                  <a:pt x="69789" y="25188"/>
                  <a:pt x="69589" y="25664"/>
                </a:cubicBezTo>
                <a:cubicBezTo>
                  <a:pt x="69388" y="26140"/>
                  <a:pt x="69150" y="26490"/>
                  <a:pt x="68875" y="26716"/>
                </a:cubicBezTo>
                <a:cubicBezTo>
                  <a:pt x="68599" y="26941"/>
                  <a:pt x="68261" y="27054"/>
                  <a:pt x="67860" y="27054"/>
                </a:cubicBezTo>
                <a:cubicBezTo>
                  <a:pt x="67159" y="27054"/>
                  <a:pt x="66182" y="26562"/>
                  <a:pt x="64930" y="25577"/>
                </a:cubicBezTo>
                <a:cubicBezTo>
                  <a:pt x="63677" y="24592"/>
                  <a:pt x="62061" y="23506"/>
                  <a:pt x="60082" y="22320"/>
                </a:cubicBezTo>
                <a:cubicBezTo>
                  <a:pt x="58103" y="21133"/>
                  <a:pt x="55699" y="20047"/>
                  <a:pt x="52868" y="19062"/>
                </a:cubicBezTo>
                <a:cubicBezTo>
                  <a:pt x="50037" y="18077"/>
                  <a:pt x="46643" y="17585"/>
                  <a:pt x="42685" y="17585"/>
                </a:cubicBezTo>
                <a:cubicBezTo>
                  <a:pt x="38377" y="17585"/>
                  <a:pt x="34456" y="18449"/>
                  <a:pt x="30924" y="20178"/>
                </a:cubicBezTo>
                <a:cubicBezTo>
                  <a:pt x="27392" y="21906"/>
                  <a:pt x="24374" y="24449"/>
                  <a:pt x="21869" y="27805"/>
                </a:cubicBezTo>
                <a:cubicBezTo>
                  <a:pt x="19364" y="31162"/>
                  <a:pt x="17422" y="35258"/>
                  <a:pt x="16045" y="40092"/>
                </a:cubicBezTo>
                <a:cubicBezTo>
                  <a:pt x="14667" y="44927"/>
                  <a:pt x="13978" y="50451"/>
                  <a:pt x="13978" y="56663"/>
                </a:cubicBezTo>
                <a:cubicBezTo>
                  <a:pt x="13978" y="62825"/>
                  <a:pt x="14642" y="68274"/>
                  <a:pt x="15969" y="73008"/>
                </a:cubicBezTo>
                <a:cubicBezTo>
                  <a:pt x="17297" y="77743"/>
                  <a:pt x="19201" y="81701"/>
                  <a:pt x="21681" y="84882"/>
                </a:cubicBezTo>
                <a:cubicBezTo>
                  <a:pt x="24161" y="88063"/>
                  <a:pt x="27204" y="90468"/>
                  <a:pt x="30811" y="92096"/>
                </a:cubicBezTo>
                <a:cubicBezTo>
                  <a:pt x="34419" y="93725"/>
                  <a:pt x="38502" y="94539"/>
                  <a:pt x="43061" y="94539"/>
                </a:cubicBezTo>
                <a:cubicBezTo>
                  <a:pt x="46919" y="94539"/>
                  <a:pt x="50288" y="94059"/>
                  <a:pt x="53169" y="93099"/>
                </a:cubicBezTo>
                <a:cubicBezTo>
                  <a:pt x="56049" y="92139"/>
                  <a:pt x="58504" y="91066"/>
                  <a:pt x="60533" y="89879"/>
                </a:cubicBezTo>
                <a:cubicBezTo>
                  <a:pt x="62562" y="88693"/>
                  <a:pt x="64228" y="87619"/>
                  <a:pt x="65531" y="86660"/>
                </a:cubicBezTo>
                <a:cubicBezTo>
                  <a:pt x="66833" y="85700"/>
                  <a:pt x="67860" y="85220"/>
                  <a:pt x="68612" y="85220"/>
                </a:cubicBezTo>
                <a:cubicBezTo>
                  <a:pt x="68963" y="85220"/>
                  <a:pt x="69263" y="85295"/>
                  <a:pt x="69514" y="85445"/>
                </a:cubicBezTo>
                <a:cubicBezTo>
                  <a:pt x="69764" y="85596"/>
                  <a:pt x="69965" y="85884"/>
                  <a:pt x="70115" y="86310"/>
                </a:cubicBezTo>
                <a:cubicBezTo>
                  <a:pt x="70265" y="86736"/>
                  <a:pt x="70378" y="87324"/>
                  <a:pt x="70453" y="88076"/>
                </a:cubicBezTo>
                <a:cubicBezTo>
                  <a:pt x="70528" y="88827"/>
                  <a:pt x="70566" y="89779"/>
                  <a:pt x="70566" y="90931"/>
                </a:cubicBezTo>
                <a:close/>
                <a:moveTo>
                  <a:pt x="137316" y="102955"/>
                </a:moveTo>
                <a:cubicBezTo>
                  <a:pt x="137316" y="103557"/>
                  <a:pt x="137115" y="104008"/>
                  <a:pt x="136715" y="104308"/>
                </a:cubicBezTo>
                <a:cubicBezTo>
                  <a:pt x="136314" y="104609"/>
                  <a:pt x="135763" y="104834"/>
                  <a:pt x="135061" y="104984"/>
                </a:cubicBezTo>
                <a:cubicBezTo>
                  <a:pt x="134360" y="105135"/>
                  <a:pt x="133333" y="105210"/>
                  <a:pt x="131980" y="105210"/>
                </a:cubicBezTo>
                <a:cubicBezTo>
                  <a:pt x="130677" y="105210"/>
                  <a:pt x="129638" y="105135"/>
                  <a:pt x="128861" y="104984"/>
                </a:cubicBezTo>
                <a:cubicBezTo>
                  <a:pt x="128085" y="104834"/>
                  <a:pt x="127521" y="104609"/>
                  <a:pt x="127170" y="104308"/>
                </a:cubicBezTo>
                <a:cubicBezTo>
                  <a:pt x="126820" y="104008"/>
                  <a:pt x="126644" y="103557"/>
                  <a:pt x="126644" y="102955"/>
                </a:cubicBezTo>
                <a:lnTo>
                  <a:pt x="126644" y="96192"/>
                </a:lnTo>
                <a:cubicBezTo>
                  <a:pt x="123689" y="99348"/>
                  <a:pt x="120394" y="101816"/>
                  <a:pt x="116762" y="103594"/>
                </a:cubicBezTo>
                <a:cubicBezTo>
                  <a:pt x="113130" y="105373"/>
                  <a:pt x="109285" y="106262"/>
                  <a:pt x="105227" y="106262"/>
                </a:cubicBezTo>
                <a:cubicBezTo>
                  <a:pt x="101670" y="106262"/>
                  <a:pt x="98451" y="105797"/>
                  <a:pt x="95570" y="104867"/>
                </a:cubicBezTo>
                <a:cubicBezTo>
                  <a:pt x="92689" y="103937"/>
                  <a:pt x="90234" y="102592"/>
                  <a:pt x="88205" y="100832"/>
                </a:cubicBezTo>
                <a:cubicBezTo>
                  <a:pt x="86176" y="99073"/>
                  <a:pt x="84598" y="96911"/>
                  <a:pt x="83471" y="94348"/>
                </a:cubicBezTo>
                <a:cubicBezTo>
                  <a:pt x="82344" y="91784"/>
                  <a:pt x="81780" y="88867"/>
                  <a:pt x="81780" y="85598"/>
                </a:cubicBezTo>
                <a:cubicBezTo>
                  <a:pt x="81780" y="81778"/>
                  <a:pt x="82556" y="78460"/>
                  <a:pt x="84110" y="75645"/>
                </a:cubicBezTo>
                <a:cubicBezTo>
                  <a:pt x="85663" y="72829"/>
                  <a:pt x="87892" y="70491"/>
                  <a:pt x="90798" y="68631"/>
                </a:cubicBezTo>
                <a:cubicBezTo>
                  <a:pt x="93704" y="66771"/>
                  <a:pt x="97261" y="65376"/>
                  <a:pt x="101469" y="64446"/>
                </a:cubicBezTo>
                <a:cubicBezTo>
                  <a:pt x="105678" y="63516"/>
                  <a:pt x="110412" y="63051"/>
                  <a:pt x="115673" y="63051"/>
                </a:cubicBezTo>
                <a:lnTo>
                  <a:pt x="124991" y="63051"/>
                </a:lnTo>
                <a:lnTo>
                  <a:pt x="124991" y="57809"/>
                </a:lnTo>
                <a:cubicBezTo>
                  <a:pt x="124991" y="55213"/>
                  <a:pt x="124716" y="52917"/>
                  <a:pt x="124164" y="50921"/>
                </a:cubicBezTo>
                <a:cubicBezTo>
                  <a:pt x="123613" y="48923"/>
                  <a:pt x="122724" y="47263"/>
                  <a:pt x="121497" y="45940"/>
                </a:cubicBezTo>
                <a:cubicBezTo>
                  <a:pt x="120269" y="44617"/>
                  <a:pt x="118679" y="43619"/>
                  <a:pt x="116725" y="42946"/>
                </a:cubicBezTo>
                <a:cubicBezTo>
                  <a:pt x="114771" y="42271"/>
                  <a:pt x="112366" y="41934"/>
                  <a:pt x="109510" y="41934"/>
                </a:cubicBezTo>
                <a:cubicBezTo>
                  <a:pt x="106454" y="41934"/>
                  <a:pt x="103711" y="42293"/>
                  <a:pt x="101281" y="43012"/>
                </a:cubicBezTo>
                <a:cubicBezTo>
                  <a:pt x="98851" y="43730"/>
                  <a:pt x="96722" y="44523"/>
                  <a:pt x="94894" y="45391"/>
                </a:cubicBezTo>
                <a:cubicBezTo>
                  <a:pt x="93065" y="46258"/>
                  <a:pt x="91537" y="47051"/>
                  <a:pt x="90309" y="47770"/>
                </a:cubicBezTo>
                <a:cubicBezTo>
                  <a:pt x="89082" y="48488"/>
                  <a:pt x="88168" y="48847"/>
                  <a:pt x="87566" y="48847"/>
                </a:cubicBezTo>
                <a:cubicBezTo>
                  <a:pt x="87166" y="48847"/>
                  <a:pt x="86815" y="48747"/>
                  <a:pt x="86514" y="48547"/>
                </a:cubicBezTo>
                <a:cubicBezTo>
                  <a:pt x="86214" y="48346"/>
                  <a:pt x="85951" y="48046"/>
                  <a:pt x="85725" y="47645"/>
                </a:cubicBezTo>
                <a:cubicBezTo>
                  <a:pt x="85500" y="47244"/>
                  <a:pt x="85337" y="46731"/>
                  <a:pt x="85237" y="46104"/>
                </a:cubicBezTo>
                <a:cubicBezTo>
                  <a:pt x="85137" y="45478"/>
                  <a:pt x="85086" y="44789"/>
                  <a:pt x="85086" y="44038"/>
                </a:cubicBezTo>
                <a:cubicBezTo>
                  <a:pt x="85086" y="42785"/>
                  <a:pt x="85174" y="41796"/>
                  <a:pt x="85350" y="41069"/>
                </a:cubicBezTo>
                <a:cubicBezTo>
                  <a:pt x="85525" y="40343"/>
                  <a:pt x="85951" y="39654"/>
                  <a:pt x="86627" y="39003"/>
                </a:cubicBezTo>
                <a:cubicBezTo>
                  <a:pt x="87303" y="38352"/>
                  <a:pt x="88468" y="37593"/>
                  <a:pt x="90122" y="36727"/>
                </a:cubicBezTo>
                <a:cubicBezTo>
                  <a:pt x="91775" y="35860"/>
                  <a:pt x="93679" y="35068"/>
                  <a:pt x="95833" y="34351"/>
                </a:cubicBezTo>
                <a:cubicBezTo>
                  <a:pt x="97987" y="33634"/>
                  <a:pt x="100342" y="33040"/>
                  <a:pt x="102897" y="32570"/>
                </a:cubicBezTo>
                <a:cubicBezTo>
                  <a:pt x="105452" y="32099"/>
                  <a:pt x="108032" y="31864"/>
                  <a:pt x="110637" y="31864"/>
                </a:cubicBezTo>
                <a:cubicBezTo>
                  <a:pt x="115497" y="31864"/>
                  <a:pt x="119630" y="32415"/>
                  <a:pt x="123037" y="33517"/>
                </a:cubicBezTo>
                <a:cubicBezTo>
                  <a:pt x="126444" y="34619"/>
                  <a:pt x="129200" y="36235"/>
                  <a:pt x="131304" y="38364"/>
                </a:cubicBezTo>
                <a:cubicBezTo>
                  <a:pt x="133408" y="40493"/>
                  <a:pt x="134936" y="43136"/>
                  <a:pt x="135888" y="46292"/>
                </a:cubicBezTo>
                <a:cubicBezTo>
                  <a:pt x="136840" y="49449"/>
                  <a:pt x="137316" y="53131"/>
                  <a:pt x="137316" y="57339"/>
                </a:cubicBezTo>
                <a:lnTo>
                  <a:pt x="137316" y="102955"/>
                </a:lnTo>
                <a:moveTo>
                  <a:pt x="124991" y="71994"/>
                </a:moveTo>
                <a:lnTo>
                  <a:pt x="114395" y="71994"/>
                </a:lnTo>
                <a:cubicBezTo>
                  <a:pt x="110988" y="71994"/>
                  <a:pt x="108032" y="72284"/>
                  <a:pt x="105527" y="72865"/>
                </a:cubicBezTo>
                <a:cubicBezTo>
                  <a:pt x="103022" y="73444"/>
                  <a:pt x="100943" y="74301"/>
                  <a:pt x="99290" y="75434"/>
                </a:cubicBezTo>
                <a:cubicBezTo>
                  <a:pt x="97637" y="76568"/>
                  <a:pt x="96422" y="77929"/>
                  <a:pt x="95645" y="79518"/>
                </a:cubicBezTo>
                <a:cubicBezTo>
                  <a:pt x="94869" y="81106"/>
                  <a:pt x="94480" y="82933"/>
                  <a:pt x="94480" y="84999"/>
                </a:cubicBezTo>
                <a:cubicBezTo>
                  <a:pt x="94480" y="88528"/>
                  <a:pt x="95595" y="91338"/>
                  <a:pt x="97824" y="93430"/>
                </a:cubicBezTo>
                <a:cubicBezTo>
                  <a:pt x="100054" y="95522"/>
                  <a:pt x="103173" y="96568"/>
                  <a:pt x="107181" y="96568"/>
                </a:cubicBezTo>
                <a:cubicBezTo>
                  <a:pt x="110437" y="96568"/>
                  <a:pt x="113456" y="95736"/>
                  <a:pt x="116236" y="94074"/>
                </a:cubicBezTo>
                <a:cubicBezTo>
                  <a:pt x="119017" y="92409"/>
                  <a:pt x="121935" y="89864"/>
                  <a:pt x="124991" y="86437"/>
                </a:cubicBezTo>
                <a:lnTo>
                  <a:pt x="124991" y="71994"/>
                </a:lnTo>
                <a:close/>
                <a:moveTo>
                  <a:pt x="172608" y="102878"/>
                </a:moveTo>
                <a:cubicBezTo>
                  <a:pt x="172608" y="103279"/>
                  <a:pt x="172508" y="103618"/>
                  <a:pt x="172308" y="103895"/>
                </a:cubicBezTo>
                <a:cubicBezTo>
                  <a:pt x="172107" y="104170"/>
                  <a:pt x="171782" y="104408"/>
                  <a:pt x="171331" y="104609"/>
                </a:cubicBezTo>
                <a:cubicBezTo>
                  <a:pt x="170880" y="104809"/>
                  <a:pt x="170254" y="104959"/>
                  <a:pt x="169452" y="105060"/>
                </a:cubicBezTo>
                <a:cubicBezTo>
                  <a:pt x="168651" y="105160"/>
                  <a:pt x="167624" y="105210"/>
                  <a:pt x="166371" y="105210"/>
                </a:cubicBezTo>
                <a:cubicBezTo>
                  <a:pt x="165169" y="105210"/>
                  <a:pt x="164167" y="105160"/>
                  <a:pt x="163365" y="105060"/>
                </a:cubicBezTo>
                <a:cubicBezTo>
                  <a:pt x="162563" y="104959"/>
                  <a:pt x="161925" y="104809"/>
                  <a:pt x="161449" y="104609"/>
                </a:cubicBezTo>
                <a:cubicBezTo>
                  <a:pt x="160973" y="104408"/>
                  <a:pt x="160647" y="104170"/>
                  <a:pt x="160472" y="103895"/>
                </a:cubicBezTo>
                <a:cubicBezTo>
                  <a:pt x="160296" y="103618"/>
                  <a:pt x="160209" y="103279"/>
                  <a:pt x="160209" y="102878"/>
                </a:cubicBezTo>
                <a:lnTo>
                  <a:pt x="160209" y="2407"/>
                </a:lnTo>
                <a:cubicBezTo>
                  <a:pt x="160209" y="2006"/>
                  <a:pt x="160296" y="1656"/>
                  <a:pt x="160472" y="1355"/>
                </a:cubicBezTo>
                <a:cubicBezTo>
                  <a:pt x="160647" y="1053"/>
                  <a:pt x="160973" y="802"/>
                  <a:pt x="161449" y="601"/>
                </a:cubicBezTo>
                <a:cubicBezTo>
                  <a:pt x="161925" y="401"/>
                  <a:pt x="162563" y="251"/>
                  <a:pt x="163365" y="150"/>
                </a:cubicBezTo>
                <a:cubicBezTo>
                  <a:pt x="164167" y="50"/>
                  <a:pt x="165169" y="0"/>
                  <a:pt x="166371" y="0"/>
                </a:cubicBezTo>
                <a:cubicBezTo>
                  <a:pt x="167624" y="0"/>
                  <a:pt x="168651" y="50"/>
                  <a:pt x="169452" y="150"/>
                </a:cubicBezTo>
                <a:cubicBezTo>
                  <a:pt x="170254" y="251"/>
                  <a:pt x="170880" y="401"/>
                  <a:pt x="171331" y="601"/>
                </a:cubicBezTo>
                <a:cubicBezTo>
                  <a:pt x="171782" y="802"/>
                  <a:pt x="172107" y="1053"/>
                  <a:pt x="172308" y="1355"/>
                </a:cubicBezTo>
                <a:cubicBezTo>
                  <a:pt x="172508" y="1656"/>
                  <a:pt x="172608" y="2006"/>
                  <a:pt x="172608" y="2407"/>
                </a:cubicBezTo>
                <a:lnTo>
                  <a:pt x="172608" y="102878"/>
                </a:lnTo>
                <a:close/>
                <a:moveTo>
                  <a:pt x="207976" y="102878"/>
                </a:moveTo>
                <a:cubicBezTo>
                  <a:pt x="207976" y="103279"/>
                  <a:pt x="207876" y="103618"/>
                  <a:pt x="207676" y="103895"/>
                </a:cubicBezTo>
                <a:cubicBezTo>
                  <a:pt x="207475" y="104170"/>
                  <a:pt x="207150" y="104408"/>
                  <a:pt x="206699" y="104609"/>
                </a:cubicBezTo>
                <a:cubicBezTo>
                  <a:pt x="206248" y="104809"/>
                  <a:pt x="205622" y="104959"/>
                  <a:pt x="204820" y="105060"/>
                </a:cubicBezTo>
                <a:cubicBezTo>
                  <a:pt x="204018" y="105160"/>
                  <a:pt x="202991" y="105210"/>
                  <a:pt x="201739" y="105210"/>
                </a:cubicBezTo>
                <a:cubicBezTo>
                  <a:pt x="200536" y="105210"/>
                  <a:pt x="199534" y="105160"/>
                  <a:pt x="198733" y="105060"/>
                </a:cubicBezTo>
                <a:cubicBezTo>
                  <a:pt x="197931" y="104959"/>
                  <a:pt x="197292" y="104809"/>
                  <a:pt x="196817" y="104609"/>
                </a:cubicBezTo>
                <a:cubicBezTo>
                  <a:pt x="196341" y="104408"/>
                  <a:pt x="196015" y="104170"/>
                  <a:pt x="195840" y="103895"/>
                </a:cubicBezTo>
                <a:cubicBezTo>
                  <a:pt x="195664" y="103618"/>
                  <a:pt x="195577" y="103279"/>
                  <a:pt x="195577" y="102878"/>
                </a:cubicBezTo>
                <a:lnTo>
                  <a:pt x="195577" y="2407"/>
                </a:lnTo>
                <a:cubicBezTo>
                  <a:pt x="195577" y="2006"/>
                  <a:pt x="195664" y="1656"/>
                  <a:pt x="195840" y="1355"/>
                </a:cubicBezTo>
                <a:cubicBezTo>
                  <a:pt x="196015" y="1053"/>
                  <a:pt x="196341" y="802"/>
                  <a:pt x="196817" y="601"/>
                </a:cubicBezTo>
                <a:cubicBezTo>
                  <a:pt x="197292" y="401"/>
                  <a:pt x="197931" y="251"/>
                  <a:pt x="198733" y="150"/>
                </a:cubicBezTo>
                <a:cubicBezTo>
                  <a:pt x="199534" y="50"/>
                  <a:pt x="200536" y="0"/>
                  <a:pt x="201739" y="0"/>
                </a:cubicBezTo>
                <a:cubicBezTo>
                  <a:pt x="202991" y="0"/>
                  <a:pt x="204018" y="50"/>
                  <a:pt x="204820" y="150"/>
                </a:cubicBezTo>
                <a:cubicBezTo>
                  <a:pt x="205622" y="251"/>
                  <a:pt x="206248" y="401"/>
                  <a:pt x="206699" y="601"/>
                </a:cubicBezTo>
                <a:cubicBezTo>
                  <a:pt x="207150" y="802"/>
                  <a:pt x="207475" y="1053"/>
                  <a:pt x="207676" y="1355"/>
                </a:cubicBezTo>
                <a:cubicBezTo>
                  <a:pt x="207876" y="1656"/>
                  <a:pt x="207976" y="2006"/>
                  <a:pt x="207976" y="2407"/>
                </a:cubicBezTo>
                <a:lnTo>
                  <a:pt x="207976" y="102878"/>
                </a:lnTo>
                <a:close/>
                <a:moveTo>
                  <a:pt x="318473" y="13076"/>
                </a:moveTo>
                <a:cubicBezTo>
                  <a:pt x="318473" y="14028"/>
                  <a:pt x="318423" y="14855"/>
                  <a:pt x="318322" y="15556"/>
                </a:cubicBezTo>
                <a:cubicBezTo>
                  <a:pt x="318222" y="16257"/>
                  <a:pt x="318047" y="16821"/>
                  <a:pt x="317796" y="17247"/>
                </a:cubicBezTo>
                <a:cubicBezTo>
                  <a:pt x="317546" y="17673"/>
                  <a:pt x="317258" y="17986"/>
                  <a:pt x="316932" y="18186"/>
                </a:cubicBezTo>
                <a:cubicBezTo>
                  <a:pt x="316607" y="18387"/>
                  <a:pt x="316268" y="18487"/>
                  <a:pt x="315918" y="18487"/>
                </a:cubicBezTo>
                <a:lnTo>
                  <a:pt x="280297" y="18487"/>
                </a:lnTo>
                <a:lnTo>
                  <a:pt x="280297" y="51478"/>
                </a:lnTo>
                <a:lnTo>
                  <a:pt x="313964" y="51478"/>
                </a:lnTo>
                <a:cubicBezTo>
                  <a:pt x="314314" y="51478"/>
                  <a:pt x="314653" y="51565"/>
                  <a:pt x="314978" y="51741"/>
                </a:cubicBezTo>
                <a:cubicBezTo>
                  <a:pt x="315304" y="51916"/>
                  <a:pt x="315592" y="52204"/>
                  <a:pt x="315843" y="52605"/>
                </a:cubicBezTo>
                <a:cubicBezTo>
                  <a:pt x="316093" y="53006"/>
                  <a:pt x="316268" y="53544"/>
                  <a:pt x="316369" y="54221"/>
                </a:cubicBezTo>
                <a:cubicBezTo>
                  <a:pt x="316469" y="54897"/>
                  <a:pt x="316519" y="55761"/>
                  <a:pt x="316519" y="56813"/>
                </a:cubicBezTo>
                <a:cubicBezTo>
                  <a:pt x="316519" y="57765"/>
                  <a:pt x="316469" y="58579"/>
                  <a:pt x="316369" y="59256"/>
                </a:cubicBezTo>
                <a:cubicBezTo>
                  <a:pt x="316268" y="59932"/>
                  <a:pt x="316093" y="60483"/>
                  <a:pt x="315843" y="60909"/>
                </a:cubicBezTo>
                <a:cubicBezTo>
                  <a:pt x="315592" y="61335"/>
                  <a:pt x="315304" y="61661"/>
                  <a:pt x="314978" y="61886"/>
                </a:cubicBezTo>
                <a:cubicBezTo>
                  <a:pt x="314653" y="62111"/>
                  <a:pt x="314314" y="62224"/>
                  <a:pt x="313964" y="62224"/>
                </a:cubicBezTo>
                <a:lnTo>
                  <a:pt x="280297" y="62224"/>
                </a:lnTo>
                <a:lnTo>
                  <a:pt x="280297" y="102800"/>
                </a:lnTo>
                <a:cubicBezTo>
                  <a:pt x="280297" y="103153"/>
                  <a:pt x="280196" y="103492"/>
                  <a:pt x="279996" y="103817"/>
                </a:cubicBezTo>
                <a:cubicBezTo>
                  <a:pt x="279796" y="104143"/>
                  <a:pt x="279445" y="104394"/>
                  <a:pt x="278944" y="104571"/>
                </a:cubicBezTo>
                <a:cubicBezTo>
                  <a:pt x="278443" y="104747"/>
                  <a:pt x="277792" y="104897"/>
                  <a:pt x="276990" y="105022"/>
                </a:cubicBezTo>
                <a:cubicBezTo>
                  <a:pt x="276188" y="105147"/>
                  <a:pt x="275136" y="105210"/>
                  <a:pt x="273834" y="105210"/>
                </a:cubicBezTo>
                <a:cubicBezTo>
                  <a:pt x="272631" y="105210"/>
                  <a:pt x="271604" y="105147"/>
                  <a:pt x="270753" y="105022"/>
                </a:cubicBezTo>
                <a:cubicBezTo>
                  <a:pt x="269901" y="104897"/>
                  <a:pt x="269225" y="104747"/>
                  <a:pt x="268724" y="104571"/>
                </a:cubicBezTo>
                <a:cubicBezTo>
                  <a:pt x="268223" y="104396"/>
                  <a:pt x="267872" y="104145"/>
                  <a:pt x="267671" y="103820"/>
                </a:cubicBezTo>
                <a:cubicBezTo>
                  <a:pt x="267471" y="103494"/>
                  <a:pt x="267371" y="103156"/>
                  <a:pt x="267371" y="102805"/>
                </a:cubicBezTo>
                <a:lnTo>
                  <a:pt x="267371" y="12775"/>
                </a:lnTo>
                <a:cubicBezTo>
                  <a:pt x="267371" y="10822"/>
                  <a:pt x="267884" y="9456"/>
                  <a:pt x="268911" y="8680"/>
                </a:cubicBezTo>
                <a:cubicBezTo>
                  <a:pt x="269938" y="7903"/>
                  <a:pt x="271028" y="7515"/>
                  <a:pt x="272180" y="7515"/>
                </a:cubicBezTo>
                <a:lnTo>
                  <a:pt x="315918" y="7515"/>
                </a:lnTo>
                <a:cubicBezTo>
                  <a:pt x="316268" y="7515"/>
                  <a:pt x="316607" y="7615"/>
                  <a:pt x="316932" y="7816"/>
                </a:cubicBezTo>
                <a:cubicBezTo>
                  <a:pt x="317258" y="8016"/>
                  <a:pt x="317546" y="8342"/>
                  <a:pt x="317796" y="8793"/>
                </a:cubicBezTo>
                <a:cubicBezTo>
                  <a:pt x="318047" y="9243"/>
                  <a:pt x="318222" y="9832"/>
                  <a:pt x="318322" y="10559"/>
                </a:cubicBezTo>
                <a:cubicBezTo>
                  <a:pt x="318423" y="11285"/>
                  <a:pt x="318473" y="12124"/>
                  <a:pt x="318473" y="13076"/>
                </a:cubicBezTo>
                <a:close/>
                <a:moveTo>
                  <a:pt x="349109" y="102878"/>
                </a:moveTo>
                <a:cubicBezTo>
                  <a:pt x="349109" y="103279"/>
                  <a:pt x="349009" y="103618"/>
                  <a:pt x="348809" y="103895"/>
                </a:cubicBezTo>
                <a:cubicBezTo>
                  <a:pt x="348608" y="104170"/>
                  <a:pt x="348282" y="104408"/>
                  <a:pt x="347832" y="104609"/>
                </a:cubicBezTo>
                <a:cubicBezTo>
                  <a:pt x="347381" y="104809"/>
                  <a:pt x="346754" y="104959"/>
                  <a:pt x="345953" y="105060"/>
                </a:cubicBezTo>
                <a:cubicBezTo>
                  <a:pt x="345151" y="105160"/>
                  <a:pt x="344124" y="105210"/>
                  <a:pt x="342872" y="105210"/>
                </a:cubicBezTo>
                <a:cubicBezTo>
                  <a:pt x="341669" y="105210"/>
                  <a:pt x="340667" y="105160"/>
                  <a:pt x="339866" y="105060"/>
                </a:cubicBezTo>
                <a:cubicBezTo>
                  <a:pt x="339064" y="104959"/>
                  <a:pt x="338425" y="104809"/>
                  <a:pt x="337949" y="104609"/>
                </a:cubicBezTo>
                <a:cubicBezTo>
                  <a:pt x="337473" y="104408"/>
                  <a:pt x="337148" y="104170"/>
                  <a:pt x="336972" y="103895"/>
                </a:cubicBezTo>
                <a:cubicBezTo>
                  <a:pt x="336797" y="103618"/>
                  <a:pt x="336709" y="103279"/>
                  <a:pt x="336709" y="102878"/>
                </a:cubicBezTo>
                <a:lnTo>
                  <a:pt x="336709" y="2407"/>
                </a:lnTo>
                <a:cubicBezTo>
                  <a:pt x="336709" y="2006"/>
                  <a:pt x="336797" y="1656"/>
                  <a:pt x="336972" y="1355"/>
                </a:cubicBezTo>
                <a:cubicBezTo>
                  <a:pt x="337148" y="1053"/>
                  <a:pt x="337473" y="802"/>
                  <a:pt x="337949" y="601"/>
                </a:cubicBezTo>
                <a:cubicBezTo>
                  <a:pt x="338425" y="401"/>
                  <a:pt x="339064" y="251"/>
                  <a:pt x="339866" y="150"/>
                </a:cubicBezTo>
                <a:cubicBezTo>
                  <a:pt x="340667" y="50"/>
                  <a:pt x="341669" y="0"/>
                  <a:pt x="342872" y="0"/>
                </a:cubicBezTo>
                <a:cubicBezTo>
                  <a:pt x="344124" y="0"/>
                  <a:pt x="345151" y="50"/>
                  <a:pt x="345953" y="150"/>
                </a:cubicBezTo>
                <a:cubicBezTo>
                  <a:pt x="346754" y="251"/>
                  <a:pt x="347381" y="401"/>
                  <a:pt x="347832" y="601"/>
                </a:cubicBezTo>
                <a:cubicBezTo>
                  <a:pt x="348282" y="802"/>
                  <a:pt x="348608" y="1053"/>
                  <a:pt x="348809" y="1355"/>
                </a:cubicBezTo>
                <a:cubicBezTo>
                  <a:pt x="349009" y="1656"/>
                  <a:pt x="349109" y="2006"/>
                  <a:pt x="349109" y="2407"/>
                </a:cubicBezTo>
                <a:lnTo>
                  <a:pt x="349109" y="102878"/>
                </a:lnTo>
                <a:close/>
                <a:moveTo>
                  <a:pt x="434978" y="68349"/>
                </a:moveTo>
                <a:cubicBezTo>
                  <a:pt x="434978" y="73865"/>
                  <a:pt x="434251" y="78942"/>
                  <a:pt x="432798" y="83581"/>
                </a:cubicBezTo>
                <a:cubicBezTo>
                  <a:pt x="431345" y="88220"/>
                  <a:pt x="429179" y="92220"/>
                  <a:pt x="426298" y="95581"/>
                </a:cubicBezTo>
                <a:cubicBezTo>
                  <a:pt x="423417" y="98941"/>
                  <a:pt x="419810" y="101561"/>
                  <a:pt x="415476" y="103442"/>
                </a:cubicBezTo>
                <a:cubicBezTo>
                  <a:pt x="411143" y="105322"/>
                  <a:pt x="406120" y="106262"/>
                  <a:pt x="400409" y="106262"/>
                </a:cubicBezTo>
                <a:cubicBezTo>
                  <a:pt x="394848" y="106262"/>
                  <a:pt x="390000" y="105435"/>
                  <a:pt x="385867" y="103780"/>
                </a:cubicBezTo>
                <a:cubicBezTo>
                  <a:pt x="381734" y="102125"/>
                  <a:pt x="378290" y="99718"/>
                  <a:pt x="375534" y="96558"/>
                </a:cubicBezTo>
                <a:cubicBezTo>
                  <a:pt x="372779" y="93399"/>
                  <a:pt x="370724" y="89562"/>
                  <a:pt x="369372" y="85049"/>
                </a:cubicBezTo>
                <a:cubicBezTo>
                  <a:pt x="368019" y="80535"/>
                  <a:pt x="367343" y="75419"/>
                  <a:pt x="367343" y="69702"/>
                </a:cubicBezTo>
                <a:cubicBezTo>
                  <a:pt x="367343" y="64186"/>
                  <a:pt x="368057" y="59109"/>
                  <a:pt x="369485" y="54470"/>
                </a:cubicBezTo>
                <a:cubicBezTo>
                  <a:pt x="370912" y="49831"/>
                  <a:pt x="373067" y="45831"/>
                  <a:pt x="375947" y="42471"/>
                </a:cubicBezTo>
                <a:cubicBezTo>
                  <a:pt x="378828" y="39110"/>
                  <a:pt x="382423" y="36502"/>
                  <a:pt x="386731" y="34646"/>
                </a:cubicBezTo>
                <a:cubicBezTo>
                  <a:pt x="391040" y="32791"/>
                  <a:pt x="396075" y="31864"/>
                  <a:pt x="401837" y="31864"/>
                </a:cubicBezTo>
                <a:cubicBezTo>
                  <a:pt x="407398" y="31864"/>
                  <a:pt x="412245" y="32691"/>
                  <a:pt x="416378" y="34346"/>
                </a:cubicBezTo>
                <a:cubicBezTo>
                  <a:pt x="420511" y="36001"/>
                  <a:pt x="423956" y="38408"/>
                  <a:pt x="426711" y="41567"/>
                </a:cubicBezTo>
                <a:cubicBezTo>
                  <a:pt x="429467" y="44727"/>
                  <a:pt x="431533" y="48563"/>
                  <a:pt x="432911" y="53077"/>
                </a:cubicBezTo>
                <a:cubicBezTo>
                  <a:pt x="434289" y="57591"/>
                  <a:pt x="434978" y="62681"/>
                  <a:pt x="434978" y="68349"/>
                </a:cubicBezTo>
                <a:moveTo>
                  <a:pt x="421902" y="69176"/>
                </a:moveTo>
                <a:cubicBezTo>
                  <a:pt x="421902" y="65514"/>
                  <a:pt x="421563" y="62052"/>
                  <a:pt x="420887" y="58791"/>
                </a:cubicBezTo>
                <a:cubicBezTo>
                  <a:pt x="420211" y="55530"/>
                  <a:pt x="419096" y="52670"/>
                  <a:pt x="417543" y="50212"/>
                </a:cubicBezTo>
                <a:cubicBezTo>
                  <a:pt x="415990" y="47754"/>
                  <a:pt x="413886" y="45810"/>
                  <a:pt x="411230" y="44381"/>
                </a:cubicBezTo>
                <a:cubicBezTo>
                  <a:pt x="408575" y="42950"/>
                  <a:pt x="405268" y="42234"/>
                  <a:pt x="401311" y="42234"/>
                </a:cubicBezTo>
                <a:cubicBezTo>
                  <a:pt x="397653" y="42234"/>
                  <a:pt x="394509" y="42886"/>
                  <a:pt x="391879" y="44191"/>
                </a:cubicBezTo>
                <a:cubicBezTo>
                  <a:pt x="389249" y="45495"/>
                  <a:pt x="387082" y="47339"/>
                  <a:pt x="385379" y="49723"/>
                </a:cubicBezTo>
                <a:cubicBezTo>
                  <a:pt x="383675" y="52106"/>
                  <a:pt x="382410" y="54928"/>
                  <a:pt x="381584" y="58190"/>
                </a:cubicBezTo>
                <a:cubicBezTo>
                  <a:pt x="380757" y="61449"/>
                  <a:pt x="380344" y="65011"/>
                  <a:pt x="380344" y="68875"/>
                </a:cubicBezTo>
                <a:cubicBezTo>
                  <a:pt x="380344" y="72587"/>
                  <a:pt x="380682" y="76074"/>
                  <a:pt x="381358" y="79335"/>
                </a:cubicBezTo>
                <a:cubicBezTo>
                  <a:pt x="382035" y="82596"/>
                  <a:pt x="383162" y="85443"/>
                  <a:pt x="384740" y="87876"/>
                </a:cubicBezTo>
                <a:cubicBezTo>
                  <a:pt x="386318" y="90309"/>
                  <a:pt x="388435" y="92241"/>
                  <a:pt x="391090" y="93672"/>
                </a:cubicBezTo>
                <a:cubicBezTo>
                  <a:pt x="393745" y="95101"/>
                  <a:pt x="397052" y="95816"/>
                  <a:pt x="401010" y="95816"/>
                </a:cubicBezTo>
                <a:cubicBezTo>
                  <a:pt x="404617" y="95816"/>
                  <a:pt x="407748" y="95164"/>
                  <a:pt x="410404" y="93860"/>
                </a:cubicBezTo>
                <a:cubicBezTo>
                  <a:pt x="413059" y="92556"/>
                  <a:pt x="415238" y="90725"/>
                  <a:pt x="416942" y="88367"/>
                </a:cubicBezTo>
                <a:cubicBezTo>
                  <a:pt x="418645" y="86008"/>
                  <a:pt x="419898" y="83198"/>
                  <a:pt x="420699" y="79938"/>
                </a:cubicBezTo>
                <a:cubicBezTo>
                  <a:pt x="421501" y="76677"/>
                  <a:pt x="421902" y="73090"/>
                  <a:pt x="421902" y="69176"/>
                </a:cubicBezTo>
                <a:close/>
                <a:moveTo>
                  <a:pt x="547923" y="35095"/>
                </a:moveTo>
                <a:cubicBezTo>
                  <a:pt x="547923" y="35446"/>
                  <a:pt x="547873" y="35872"/>
                  <a:pt x="547773" y="36373"/>
                </a:cubicBezTo>
                <a:cubicBezTo>
                  <a:pt x="547673" y="36874"/>
                  <a:pt x="547497" y="37500"/>
                  <a:pt x="547247" y="38251"/>
                </a:cubicBezTo>
                <a:lnTo>
                  <a:pt x="527332" y="102505"/>
                </a:lnTo>
                <a:cubicBezTo>
                  <a:pt x="527182" y="103056"/>
                  <a:pt x="526944" y="103507"/>
                  <a:pt x="526618" y="103857"/>
                </a:cubicBezTo>
                <a:cubicBezTo>
                  <a:pt x="526293" y="104208"/>
                  <a:pt x="525842" y="104483"/>
                  <a:pt x="525265" y="104684"/>
                </a:cubicBezTo>
                <a:cubicBezTo>
                  <a:pt x="524689" y="104884"/>
                  <a:pt x="523900" y="105022"/>
                  <a:pt x="522898" y="105097"/>
                </a:cubicBezTo>
                <a:cubicBezTo>
                  <a:pt x="521896" y="105172"/>
                  <a:pt x="520644" y="105210"/>
                  <a:pt x="519141" y="105210"/>
                </a:cubicBezTo>
                <a:cubicBezTo>
                  <a:pt x="517588" y="105210"/>
                  <a:pt x="516285" y="105160"/>
                  <a:pt x="515233" y="105060"/>
                </a:cubicBezTo>
                <a:cubicBezTo>
                  <a:pt x="514181" y="104959"/>
                  <a:pt x="513342" y="104809"/>
                  <a:pt x="512715" y="104609"/>
                </a:cubicBezTo>
                <a:cubicBezTo>
                  <a:pt x="512089" y="104408"/>
                  <a:pt x="511626" y="104133"/>
                  <a:pt x="511325" y="103782"/>
                </a:cubicBezTo>
                <a:cubicBezTo>
                  <a:pt x="511025" y="103431"/>
                  <a:pt x="510799" y="103006"/>
                  <a:pt x="510649" y="102505"/>
                </a:cubicBezTo>
                <a:lnTo>
                  <a:pt x="496445" y="53432"/>
                </a:lnTo>
                <a:lnTo>
                  <a:pt x="496295" y="52755"/>
                </a:lnTo>
                <a:lnTo>
                  <a:pt x="496145" y="53432"/>
                </a:lnTo>
                <a:lnTo>
                  <a:pt x="482994" y="102505"/>
                </a:lnTo>
                <a:cubicBezTo>
                  <a:pt x="482843" y="103056"/>
                  <a:pt x="482605" y="103507"/>
                  <a:pt x="482280" y="103857"/>
                </a:cubicBezTo>
                <a:cubicBezTo>
                  <a:pt x="481954" y="104208"/>
                  <a:pt x="481466" y="104483"/>
                  <a:pt x="480814" y="104684"/>
                </a:cubicBezTo>
                <a:cubicBezTo>
                  <a:pt x="480163" y="104884"/>
                  <a:pt x="479324" y="105022"/>
                  <a:pt x="478297" y="105097"/>
                </a:cubicBezTo>
                <a:cubicBezTo>
                  <a:pt x="477270" y="105172"/>
                  <a:pt x="476005" y="105210"/>
                  <a:pt x="474502" y="105210"/>
                </a:cubicBezTo>
                <a:cubicBezTo>
                  <a:pt x="472949" y="105210"/>
                  <a:pt x="471684" y="105160"/>
                  <a:pt x="470707" y="105060"/>
                </a:cubicBezTo>
                <a:cubicBezTo>
                  <a:pt x="469730" y="104959"/>
                  <a:pt x="468928" y="104809"/>
                  <a:pt x="468302" y="104609"/>
                </a:cubicBezTo>
                <a:cubicBezTo>
                  <a:pt x="467676" y="104408"/>
                  <a:pt x="467212" y="104133"/>
                  <a:pt x="466912" y="103782"/>
                </a:cubicBezTo>
                <a:cubicBezTo>
                  <a:pt x="466611" y="103431"/>
                  <a:pt x="466385" y="103006"/>
                  <a:pt x="466235" y="102505"/>
                </a:cubicBezTo>
                <a:lnTo>
                  <a:pt x="446471" y="38251"/>
                </a:lnTo>
                <a:cubicBezTo>
                  <a:pt x="446220" y="37500"/>
                  <a:pt x="446045" y="36874"/>
                  <a:pt x="445945" y="36373"/>
                </a:cubicBezTo>
                <a:cubicBezTo>
                  <a:pt x="445844" y="35872"/>
                  <a:pt x="445794" y="35446"/>
                  <a:pt x="445794" y="35095"/>
                </a:cubicBezTo>
                <a:cubicBezTo>
                  <a:pt x="445794" y="34644"/>
                  <a:pt x="445895" y="34281"/>
                  <a:pt x="446095" y="34005"/>
                </a:cubicBezTo>
                <a:cubicBezTo>
                  <a:pt x="446295" y="33730"/>
                  <a:pt x="446634" y="33504"/>
                  <a:pt x="447110" y="33329"/>
                </a:cubicBezTo>
                <a:cubicBezTo>
                  <a:pt x="447585" y="33154"/>
                  <a:pt x="448224" y="33041"/>
                  <a:pt x="449026" y="32991"/>
                </a:cubicBezTo>
                <a:cubicBezTo>
                  <a:pt x="449827" y="32941"/>
                  <a:pt x="450804" y="32916"/>
                  <a:pt x="451957" y="32916"/>
                </a:cubicBezTo>
                <a:cubicBezTo>
                  <a:pt x="453359" y="32916"/>
                  <a:pt x="454487" y="32953"/>
                  <a:pt x="455338" y="33028"/>
                </a:cubicBezTo>
                <a:cubicBezTo>
                  <a:pt x="456190" y="33104"/>
                  <a:pt x="456841" y="33229"/>
                  <a:pt x="457292" y="33404"/>
                </a:cubicBezTo>
                <a:cubicBezTo>
                  <a:pt x="457743" y="33580"/>
                  <a:pt x="458069" y="33830"/>
                  <a:pt x="458269" y="34156"/>
                </a:cubicBezTo>
                <a:cubicBezTo>
                  <a:pt x="458470" y="34480"/>
                  <a:pt x="458645" y="34867"/>
                  <a:pt x="458795" y="35318"/>
                </a:cubicBezTo>
                <a:lnTo>
                  <a:pt x="475103" y="91007"/>
                </a:lnTo>
                <a:lnTo>
                  <a:pt x="475253" y="91683"/>
                </a:lnTo>
                <a:lnTo>
                  <a:pt x="475403" y="91007"/>
                </a:lnTo>
                <a:lnTo>
                  <a:pt x="490358" y="35318"/>
                </a:lnTo>
                <a:cubicBezTo>
                  <a:pt x="490459" y="34867"/>
                  <a:pt x="490621" y="34480"/>
                  <a:pt x="490847" y="34156"/>
                </a:cubicBezTo>
                <a:cubicBezTo>
                  <a:pt x="491072" y="33830"/>
                  <a:pt x="491410" y="33580"/>
                  <a:pt x="491861" y="33404"/>
                </a:cubicBezTo>
                <a:cubicBezTo>
                  <a:pt x="492312" y="33229"/>
                  <a:pt x="492926" y="33104"/>
                  <a:pt x="493702" y="33028"/>
                </a:cubicBezTo>
                <a:cubicBezTo>
                  <a:pt x="494479" y="32953"/>
                  <a:pt x="495494" y="32916"/>
                  <a:pt x="496746" y="32916"/>
                </a:cubicBezTo>
                <a:cubicBezTo>
                  <a:pt x="497948" y="32916"/>
                  <a:pt x="498938" y="32953"/>
                  <a:pt x="499714" y="33028"/>
                </a:cubicBezTo>
                <a:cubicBezTo>
                  <a:pt x="500491" y="33104"/>
                  <a:pt x="501105" y="33229"/>
                  <a:pt x="501556" y="33404"/>
                </a:cubicBezTo>
                <a:cubicBezTo>
                  <a:pt x="502007" y="33580"/>
                  <a:pt x="502332" y="33817"/>
                  <a:pt x="502533" y="34118"/>
                </a:cubicBezTo>
                <a:cubicBezTo>
                  <a:pt x="502733" y="34417"/>
                  <a:pt x="502883" y="34767"/>
                  <a:pt x="502983" y="35168"/>
                </a:cubicBezTo>
                <a:lnTo>
                  <a:pt x="519141" y="91007"/>
                </a:lnTo>
                <a:lnTo>
                  <a:pt x="519291" y="91683"/>
                </a:lnTo>
                <a:lnTo>
                  <a:pt x="519366" y="91007"/>
                </a:lnTo>
                <a:lnTo>
                  <a:pt x="535448" y="35318"/>
                </a:lnTo>
                <a:cubicBezTo>
                  <a:pt x="535548" y="34867"/>
                  <a:pt x="535711" y="34480"/>
                  <a:pt x="535937" y="34156"/>
                </a:cubicBezTo>
                <a:cubicBezTo>
                  <a:pt x="536162" y="33830"/>
                  <a:pt x="536513" y="33580"/>
                  <a:pt x="536989" y="33404"/>
                </a:cubicBezTo>
                <a:cubicBezTo>
                  <a:pt x="537465" y="33229"/>
                  <a:pt x="538116" y="33104"/>
                  <a:pt x="538943" y="33028"/>
                </a:cubicBezTo>
                <a:cubicBezTo>
                  <a:pt x="539769" y="32953"/>
                  <a:pt x="540834" y="32916"/>
                  <a:pt x="542137" y="32916"/>
                </a:cubicBezTo>
                <a:cubicBezTo>
                  <a:pt x="543339" y="32916"/>
                  <a:pt x="544303" y="32941"/>
                  <a:pt x="545030" y="32991"/>
                </a:cubicBezTo>
                <a:cubicBezTo>
                  <a:pt x="545756" y="33041"/>
                  <a:pt x="546332" y="33166"/>
                  <a:pt x="546758" y="33367"/>
                </a:cubicBezTo>
                <a:cubicBezTo>
                  <a:pt x="547184" y="33567"/>
                  <a:pt x="547485" y="33792"/>
                  <a:pt x="547660" y="34043"/>
                </a:cubicBezTo>
                <a:cubicBezTo>
                  <a:pt x="547835" y="34293"/>
                  <a:pt x="547923" y="34644"/>
                  <a:pt x="547923" y="35095"/>
                </a:cubicBezTo>
                <a:close/>
                <a:moveTo>
                  <a:pt x="605936" y="84523"/>
                </a:moveTo>
                <a:cubicBezTo>
                  <a:pt x="605936" y="87983"/>
                  <a:pt x="605297" y="91067"/>
                  <a:pt x="604020" y="93775"/>
                </a:cubicBezTo>
                <a:cubicBezTo>
                  <a:pt x="602742" y="96482"/>
                  <a:pt x="600926" y="98764"/>
                  <a:pt x="598571" y="100621"/>
                </a:cubicBezTo>
                <a:cubicBezTo>
                  <a:pt x="596217" y="102476"/>
                  <a:pt x="593411" y="103880"/>
                  <a:pt x="590155" y="104832"/>
                </a:cubicBezTo>
                <a:cubicBezTo>
                  <a:pt x="586898" y="105785"/>
                  <a:pt x="583316" y="106262"/>
                  <a:pt x="579408" y="106262"/>
                </a:cubicBezTo>
                <a:cubicBezTo>
                  <a:pt x="577003" y="106262"/>
                  <a:pt x="574711" y="106074"/>
                  <a:pt x="572532" y="105698"/>
                </a:cubicBezTo>
                <a:cubicBezTo>
                  <a:pt x="570353" y="105323"/>
                  <a:pt x="568399" y="104847"/>
                  <a:pt x="566670" y="104271"/>
                </a:cubicBezTo>
                <a:cubicBezTo>
                  <a:pt x="564942" y="103694"/>
                  <a:pt x="563476" y="103093"/>
                  <a:pt x="562274" y="102467"/>
                </a:cubicBezTo>
                <a:cubicBezTo>
                  <a:pt x="561071" y="101841"/>
                  <a:pt x="560195" y="101277"/>
                  <a:pt x="559644" y="100776"/>
                </a:cubicBezTo>
                <a:cubicBezTo>
                  <a:pt x="559093" y="100275"/>
                  <a:pt x="558692" y="99574"/>
                  <a:pt x="558441" y="98672"/>
                </a:cubicBezTo>
                <a:cubicBezTo>
                  <a:pt x="558191" y="97770"/>
                  <a:pt x="558066" y="96543"/>
                  <a:pt x="558066" y="94990"/>
                </a:cubicBezTo>
                <a:cubicBezTo>
                  <a:pt x="558066" y="94038"/>
                  <a:pt x="558116" y="93236"/>
                  <a:pt x="558216" y="92585"/>
                </a:cubicBezTo>
                <a:cubicBezTo>
                  <a:pt x="558316" y="91933"/>
                  <a:pt x="558441" y="91407"/>
                  <a:pt x="558592" y="91007"/>
                </a:cubicBezTo>
                <a:cubicBezTo>
                  <a:pt x="558742" y="90606"/>
                  <a:pt x="558955" y="90318"/>
                  <a:pt x="559230" y="90142"/>
                </a:cubicBezTo>
                <a:cubicBezTo>
                  <a:pt x="559506" y="89967"/>
                  <a:pt x="559819" y="89879"/>
                  <a:pt x="560170" y="89879"/>
                </a:cubicBezTo>
                <a:cubicBezTo>
                  <a:pt x="560721" y="89879"/>
                  <a:pt x="561535" y="90218"/>
                  <a:pt x="562612" y="90894"/>
                </a:cubicBezTo>
                <a:cubicBezTo>
                  <a:pt x="563689" y="91570"/>
                  <a:pt x="565017" y="92309"/>
                  <a:pt x="566595" y="93111"/>
                </a:cubicBezTo>
                <a:cubicBezTo>
                  <a:pt x="568173" y="93912"/>
                  <a:pt x="570039" y="94651"/>
                  <a:pt x="572194" y="95328"/>
                </a:cubicBezTo>
                <a:cubicBezTo>
                  <a:pt x="574348" y="96004"/>
                  <a:pt x="576828" y="96342"/>
                  <a:pt x="579634" y="96342"/>
                </a:cubicBezTo>
                <a:cubicBezTo>
                  <a:pt x="581738" y="96342"/>
                  <a:pt x="583642" y="96117"/>
                  <a:pt x="585345" y="95666"/>
                </a:cubicBezTo>
                <a:cubicBezTo>
                  <a:pt x="587048" y="95213"/>
                  <a:pt x="588526" y="94548"/>
                  <a:pt x="589779" y="93670"/>
                </a:cubicBezTo>
                <a:cubicBezTo>
                  <a:pt x="591031" y="92791"/>
                  <a:pt x="591996" y="91674"/>
                  <a:pt x="592672" y="90318"/>
                </a:cubicBezTo>
                <a:cubicBezTo>
                  <a:pt x="593348" y="88963"/>
                  <a:pt x="593687" y="87356"/>
                  <a:pt x="593687" y="85500"/>
                </a:cubicBezTo>
                <a:cubicBezTo>
                  <a:pt x="593687" y="83594"/>
                  <a:pt x="593198" y="81989"/>
                  <a:pt x="592221" y="80685"/>
                </a:cubicBezTo>
                <a:cubicBezTo>
                  <a:pt x="591244" y="79381"/>
                  <a:pt x="589954" y="78228"/>
                  <a:pt x="588351" y="77226"/>
                </a:cubicBezTo>
                <a:cubicBezTo>
                  <a:pt x="586748" y="76222"/>
                  <a:pt x="584944" y="75332"/>
                  <a:pt x="582940" y="74556"/>
                </a:cubicBezTo>
                <a:cubicBezTo>
                  <a:pt x="580936" y="73778"/>
                  <a:pt x="578870" y="72963"/>
                  <a:pt x="576740" y="72111"/>
                </a:cubicBezTo>
                <a:cubicBezTo>
                  <a:pt x="574611" y="71258"/>
                  <a:pt x="572532" y="70292"/>
                  <a:pt x="570503" y="69213"/>
                </a:cubicBezTo>
                <a:cubicBezTo>
                  <a:pt x="568474" y="68134"/>
                  <a:pt x="566658" y="66818"/>
                  <a:pt x="565054" y="65263"/>
                </a:cubicBezTo>
                <a:cubicBezTo>
                  <a:pt x="563451" y="63708"/>
                  <a:pt x="562161" y="61853"/>
                  <a:pt x="561184" y="59697"/>
                </a:cubicBezTo>
                <a:cubicBezTo>
                  <a:pt x="560207" y="57541"/>
                  <a:pt x="559719" y="54959"/>
                  <a:pt x="559719" y="51950"/>
                </a:cubicBezTo>
                <a:cubicBezTo>
                  <a:pt x="559719" y="49291"/>
                  <a:pt x="560232" y="46746"/>
                  <a:pt x="561259" y="44315"/>
                </a:cubicBezTo>
                <a:cubicBezTo>
                  <a:pt x="562286" y="41882"/>
                  <a:pt x="563827" y="39750"/>
                  <a:pt x="565881" y="37920"/>
                </a:cubicBezTo>
                <a:cubicBezTo>
                  <a:pt x="567935" y="36088"/>
                  <a:pt x="570503" y="34621"/>
                  <a:pt x="573584" y="33519"/>
                </a:cubicBezTo>
                <a:cubicBezTo>
                  <a:pt x="576665" y="32415"/>
                  <a:pt x="580260" y="31864"/>
                  <a:pt x="584368" y="31864"/>
                </a:cubicBezTo>
                <a:cubicBezTo>
                  <a:pt x="586172" y="31864"/>
                  <a:pt x="587975" y="32016"/>
                  <a:pt x="589779" y="32322"/>
                </a:cubicBezTo>
                <a:cubicBezTo>
                  <a:pt x="591582" y="32627"/>
                  <a:pt x="593211" y="33008"/>
                  <a:pt x="594664" y="33465"/>
                </a:cubicBezTo>
                <a:cubicBezTo>
                  <a:pt x="596116" y="33922"/>
                  <a:pt x="597356" y="34418"/>
                  <a:pt x="598383" y="34952"/>
                </a:cubicBezTo>
                <a:cubicBezTo>
                  <a:pt x="599410" y="35486"/>
                  <a:pt x="600187" y="35956"/>
                  <a:pt x="600713" y="36363"/>
                </a:cubicBezTo>
                <a:cubicBezTo>
                  <a:pt x="601239" y="36770"/>
                  <a:pt x="601590" y="37124"/>
                  <a:pt x="601765" y="37425"/>
                </a:cubicBezTo>
                <a:cubicBezTo>
                  <a:pt x="601941" y="37725"/>
                  <a:pt x="602066" y="38063"/>
                  <a:pt x="602141" y="38439"/>
                </a:cubicBezTo>
                <a:cubicBezTo>
                  <a:pt x="602216" y="38815"/>
                  <a:pt x="602291" y="39278"/>
                  <a:pt x="602366" y="39829"/>
                </a:cubicBezTo>
                <a:cubicBezTo>
                  <a:pt x="602442" y="40381"/>
                  <a:pt x="602479" y="41057"/>
                  <a:pt x="602479" y="41859"/>
                </a:cubicBezTo>
                <a:cubicBezTo>
                  <a:pt x="602479" y="42710"/>
                  <a:pt x="602442" y="43449"/>
                  <a:pt x="602366" y="44075"/>
                </a:cubicBezTo>
                <a:cubicBezTo>
                  <a:pt x="602291" y="44702"/>
                  <a:pt x="602166" y="45215"/>
                  <a:pt x="601991" y="45616"/>
                </a:cubicBezTo>
                <a:cubicBezTo>
                  <a:pt x="601815" y="46017"/>
                  <a:pt x="601602" y="46305"/>
                  <a:pt x="601352" y="46480"/>
                </a:cubicBezTo>
                <a:cubicBezTo>
                  <a:pt x="601101" y="46656"/>
                  <a:pt x="600826" y="46743"/>
                  <a:pt x="600525" y="46743"/>
                </a:cubicBezTo>
                <a:cubicBezTo>
                  <a:pt x="600074" y="46743"/>
                  <a:pt x="599423" y="46464"/>
                  <a:pt x="598571" y="45905"/>
                </a:cubicBezTo>
                <a:cubicBezTo>
                  <a:pt x="597720" y="45346"/>
                  <a:pt x="596617" y="44749"/>
                  <a:pt x="595265" y="44113"/>
                </a:cubicBezTo>
                <a:cubicBezTo>
                  <a:pt x="593912" y="43477"/>
                  <a:pt x="592321" y="42880"/>
                  <a:pt x="590493" y="42321"/>
                </a:cubicBezTo>
                <a:cubicBezTo>
                  <a:pt x="588664" y="41762"/>
                  <a:pt x="586572" y="41483"/>
                  <a:pt x="584218" y="41483"/>
                </a:cubicBezTo>
                <a:cubicBezTo>
                  <a:pt x="582113" y="41483"/>
                  <a:pt x="580260" y="41722"/>
                  <a:pt x="578657" y="42199"/>
                </a:cubicBezTo>
                <a:cubicBezTo>
                  <a:pt x="577053" y="42675"/>
                  <a:pt x="575738" y="43352"/>
                  <a:pt x="574711" y="44230"/>
                </a:cubicBezTo>
                <a:cubicBezTo>
                  <a:pt x="573684" y="45109"/>
                  <a:pt x="572908" y="46151"/>
                  <a:pt x="572382" y="47356"/>
                </a:cubicBezTo>
                <a:cubicBezTo>
                  <a:pt x="571856" y="48560"/>
                  <a:pt x="571592" y="49865"/>
                  <a:pt x="571592" y="51271"/>
                </a:cubicBezTo>
                <a:cubicBezTo>
                  <a:pt x="571592" y="53227"/>
                  <a:pt x="572093" y="54869"/>
                  <a:pt x="573095" y="56198"/>
                </a:cubicBezTo>
                <a:cubicBezTo>
                  <a:pt x="574097" y="57527"/>
                  <a:pt x="575400" y="58694"/>
                  <a:pt x="577003" y="59697"/>
                </a:cubicBezTo>
                <a:cubicBezTo>
                  <a:pt x="578606" y="60699"/>
                  <a:pt x="580435" y="61602"/>
                  <a:pt x="582489" y="62405"/>
                </a:cubicBezTo>
                <a:cubicBezTo>
                  <a:pt x="584543" y="63207"/>
                  <a:pt x="586635" y="64034"/>
                  <a:pt x="588764" y="64887"/>
                </a:cubicBezTo>
                <a:cubicBezTo>
                  <a:pt x="590894" y="65739"/>
                  <a:pt x="592998" y="66692"/>
                  <a:pt x="595077" y="67745"/>
                </a:cubicBezTo>
                <a:cubicBezTo>
                  <a:pt x="597156" y="68799"/>
                  <a:pt x="598997" y="70078"/>
                  <a:pt x="600600" y="71583"/>
                </a:cubicBezTo>
                <a:cubicBezTo>
                  <a:pt x="602204" y="73087"/>
                  <a:pt x="603494" y="74893"/>
                  <a:pt x="604471" y="77001"/>
                </a:cubicBezTo>
                <a:cubicBezTo>
                  <a:pt x="605448" y="79106"/>
                  <a:pt x="605936" y="81614"/>
                  <a:pt x="605936" y="84523"/>
                </a:cubicBez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70C1B6-267D-49BB-A352-F14553B0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601" y="3479302"/>
            <a:ext cx="2529889" cy="843516"/>
          </a:xfrm>
          <a:custGeom xmlns:a="http://schemas.openxmlformats.org/drawingml/2006/main">
            <a:pathLst>
              <a:path w="2529889" h="843516">
                <a:moveTo>
                  <a:pt x="88513" y="843516"/>
                </a:moveTo>
                <a:cubicBezTo>
                  <a:pt x="39633" y="843516"/>
                  <a:pt x="0" y="803884"/>
                  <a:pt x="0" y="755003"/>
                </a:cubicBezTo>
                <a:lnTo>
                  <a:pt x="0" y="88513"/>
                </a:lnTo>
                <a:cubicBezTo>
                  <a:pt x="0" y="39633"/>
                  <a:pt x="39633" y="0"/>
                  <a:pt x="88513" y="0"/>
                </a:cubicBezTo>
                <a:lnTo>
                  <a:pt x="2441376" y="0"/>
                </a:lnTo>
                <a:cubicBezTo>
                  <a:pt x="2490256" y="0"/>
                  <a:pt x="2529889" y="39633"/>
                  <a:pt x="2529889" y="88513"/>
                </a:cubicBezTo>
                <a:lnTo>
                  <a:pt x="2529889" y="755003"/>
                </a:lnTo>
                <a:cubicBezTo>
                  <a:pt x="2529889" y="803884"/>
                  <a:pt x="2490256" y="843516"/>
                  <a:pt x="2441376" y="843516"/>
                </a:cubicBezTo>
                <a:lnTo>
                  <a:pt x="88513" y="843516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FE9C1-97A1-4C12-8505-91F8A752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601" y="3479302"/>
            <a:ext cx="2529889" cy="843516"/>
          </a:xfrm>
          <a:custGeom xmlns:a="http://schemas.openxmlformats.org/drawingml/2006/main">
            <a:pathLst>
              <a:path w="2529889" h="843516" fill="none">
                <a:moveTo>
                  <a:pt x="88513" y="843516"/>
                </a:moveTo>
                <a:lnTo>
                  <a:pt x="2441365" y="843516"/>
                </a:lnTo>
                <a:cubicBezTo>
                  <a:pt x="2490256" y="843516"/>
                  <a:pt x="2529889" y="803884"/>
                  <a:pt x="2529889" y="755003"/>
                </a:cubicBezTo>
                <a:lnTo>
                  <a:pt x="2529889" y="88513"/>
                </a:lnTo>
                <a:cubicBezTo>
                  <a:pt x="2529889" y="39633"/>
                  <a:pt x="2490256" y="0"/>
                  <a:pt x="2441365" y="0"/>
                </a:cubicBezTo>
                <a:lnTo>
                  <a:pt x="88513" y="0"/>
                </a:lnTo>
                <a:cubicBezTo>
                  <a:pt x="39633" y="0"/>
                  <a:pt x="0" y="39633"/>
                  <a:pt x="0" y="88513"/>
                </a:cubicBezTo>
                <a:lnTo>
                  <a:pt x="0" y="755003"/>
                </a:lnTo>
                <a:cubicBezTo>
                  <a:pt x="0" y="803884"/>
                  <a:pt x="39633" y="843516"/>
                  <a:pt x="88513" y="8435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4770" cap="flat">
            <a:solidFill>
              <a:srgbClr val="A5A5A5"/>
            </a:solidFill>
            <a:custDash>
              <a:ds d="799956" sp="399987"/>
            </a:custDash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43073-0C37-4D3E-9A32-3CCFF365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906" y="3479963"/>
            <a:ext cx="719334" cy="843516"/>
          </a:xfrm>
          <a:custGeom xmlns:a="http://schemas.openxmlformats.org/drawingml/2006/main">
            <a:pathLst>
              <a:path w="719334" h="843516">
                <a:moveTo>
                  <a:pt x="67376" y="843516"/>
                </a:moveTo>
                <a:cubicBezTo>
                  <a:pt x="30385" y="843516"/>
                  <a:pt x="0" y="813131"/>
                  <a:pt x="0" y="776141"/>
                </a:cubicBezTo>
                <a:lnTo>
                  <a:pt x="0" y="67376"/>
                </a:lnTo>
                <a:cubicBezTo>
                  <a:pt x="0" y="29725"/>
                  <a:pt x="30385" y="0"/>
                  <a:pt x="67376" y="0"/>
                </a:cubicBezTo>
                <a:lnTo>
                  <a:pt x="651958" y="0"/>
                </a:lnTo>
                <a:cubicBezTo>
                  <a:pt x="688949" y="0"/>
                  <a:pt x="719334" y="29725"/>
                  <a:pt x="719334" y="67376"/>
                </a:cubicBezTo>
                <a:lnTo>
                  <a:pt x="719334" y="776141"/>
                </a:lnTo>
                <a:cubicBezTo>
                  <a:pt x="719334" y="813131"/>
                  <a:pt x="688949" y="843516"/>
                  <a:pt x="651958" y="843516"/>
                </a:cubicBezTo>
                <a:lnTo>
                  <a:pt x="67376" y="843516"/>
                </a:ln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8322A-5482-4DDC-8D44-DF8AC94E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906" y="3479963"/>
            <a:ext cx="719334" cy="843516"/>
          </a:xfrm>
          <a:custGeom xmlns:a="http://schemas.openxmlformats.org/drawingml/2006/main">
            <a:pathLst>
              <a:path w="719334" h="843516" fill="none">
                <a:moveTo>
                  <a:pt x="67376" y="843516"/>
                </a:moveTo>
                <a:lnTo>
                  <a:pt x="651958" y="843516"/>
                </a:lnTo>
                <a:cubicBezTo>
                  <a:pt x="688938" y="843516"/>
                  <a:pt x="719334" y="813131"/>
                  <a:pt x="719334" y="776141"/>
                </a:cubicBezTo>
                <a:lnTo>
                  <a:pt x="719334" y="67376"/>
                </a:lnTo>
                <a:cubicBezTo>
                  <a:pt x="719334" y="29725"/>
                  <a:pt x="688938" y="0"/>
                  <a:pt x="651958" y="0"/>
                </a:cubicBezTo>
                <a:lnTo>
                  <a:pt x="67376" y="0"/>
                </a:lnTo>
                <a:cubicBezTo>
                  <a:pt x="30385" y="0"/>
                  <a:pt x="0" y="29725"/>
                  <a:pt x="0" y="67376"/>
                </a:cubicBezTo>
                <a:lnTo>
                  <a:pt x="0" y="776141"/>
                </a:lnTo>
                <a:cubicBezTo>
                  <a:pt x="0" y="813131"/>
                  <a:pt x="30385" y="843516"/>
                  <a:pt x="67376" y="8435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4770" cap="flat">
            <a:solidFill>
              <a:srgbClr val="A5A5A5"/>
            </a:solidFill>
            <a:custDash>
              <a:ds d="799956" sp="399987"/>
            </a:custDash>
            <a:miter/>
          </a:ln>
        </p:spPr>
      </p:sp>
      <p:sp>
        <p:nvSpPr>
          <p:cNvPr id="160" name="Text DFG">
            <a:extLst xmlns:a="http://schemas.openxmlformats.org/drawingml/2006/main">
              <a:ext uri="{FF2B5EF4-FFF2-40B4-BE49-F238E27FC236}">
                <a16:creationId xmlns:a16="http://schemas.microsoft.com/office/drawing/2014/main" id="{ECB0A9EE-2898-4C3C-B53E-3632013F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993" y="3550517"/>
            <a:ext cx="306600" cy="128690"/>
          </a:xfrm>
          <a:custGeom xmlns:a="http://schemas.openxmlformats.org/drawingml/2006/main">
            <a:pathLst>
              <a:path w="306600" h="128690">
                <a:moveTo>
                  <a:pt x="96276" y="62507"/>
                </a:moveTo>
                <a:cubicBezTo>
                  <a:pt x="96276" y="73344"/>
                  <a:pt x="94889" y="82810"/>
                  <a:pt x="92115" y="90906"/>
                </a:cubicBezTo>
                <a:cubicBezTo>
                  <a:pt x="89341" y="99001"/>
                  <a:pt x="85294" y="105710"/>
                  <a:pt x="79972" y="111032"/>
                </a:cubicBezTo>
                <a:cubicBezTo>
                  <a:pt x="74650" y="116353"/>
                  <a:pt x="68119" y="120337"/>
                  <a:pt x="60378" y="122981"/>
                </a:cubicBezTo>
                <a:cubicBezTo>
                  <a:pt x="52637" y="125626"/>
                  <a:pt x="43413" y="126949"/>
                  <a:pt x="32705" y="126949"/>
                </a:cubicBezTo>
                <a:lnTo>
                  <a:pt x="6193" y="126949"/>
                </a:lnTo>
                <a:cubicBezTo>
                  <a:pt x="4709" y="126949"/>
                  <a:pt x="3306" y="126449"/>
                  <a:pt x="1984" y="125449"/>
                </a:cubicBezTo>
                <a:cubicBezTo>
                  <a:pt x="661" y="124449"/>
                  <a:pt x="0" y="122691"/>
                  <a:pt x="0" y="120175"/>
                </a:cubicBezTo>
                <a:lnTo>
                  <a:pt x="0" y="8515"/>
                </a:lnTo>
                <a:cubicBezTo>
                  <a:pt x="0" y="5999"/>
                  <a:pt x="661" y="4241"/>
                  <a:pt x="1984" y="3241"/>
                </a:cubicBezTo>
                <a:cubicBezTo>
                  <a:pt x="3306" y="2242"/>
                  <a:pt x="4709" y="1742"/>
                  <a:pt x="6193" y="1742"/>
                </a:cubicBezTo>
                <a:lnTo>
                  <a:pt x="34543" y="1742"/>
                </a:lnTo>
                <a:cubicBezTo>
                  <a:pt x="45380" y="1742"/>
                  <a:pt x="54540" y="3145"/>
                  <a:pt x="62023" y="5951"/>
                </a:cubicBezTo>
                <a:cubicBezTo>
                  <a:pt x="69506" y="8757"/>
                  <a:pt x="75779" y="12788"/>
                  <a:pt x="80843" y="18046"/>
                </a:cubicBezTo>
                <a:cubicBezTo>
                  <a:pt x="85906" y="23303"/>
                  <a:pt x="89745" y="29673"/>
                  <a:pt x="92357" y="37156"/>
                </a:cubicBezTo>
                <a:cubicBezTo>
                  <a:pt x="94970" y="44638"/>
                  <a:pt x="96276" y="53089"/>
                  <a:pt x="96276" y="62507"/>
                </a:cubicBezTo>
                <a:moveTo>
                  <a:pt x="78762" y="63184"/>
                </a:moveTo>
                <a:cubicBezTo>
                  <a:pt x="78762" y="56411"/>
                  <a:pt x="77924" y="50105"/>
                  <a:pt x="76247" y="44268"/>
                </a:cubicBezTo>
                <a:cubicBezTo>
                  <a:pt x="74569" y="38430"/>
                  <a:pt x="71941" y="33382"/>
                  <a:pt x="68361" y="29125"/>
                </a:cubicBezTo>
                <a:cubicBezTo>
                  <a:pt x="64781" y="24867"/>
                  <a:pt x="60249" y="21545"/>
                  <a:pt x="54766" y="19158"/>
                </a:cubicBezTo>
                <a:cubicBezTo>
                  <a:pt x="49283" y="16772"/>
                  <a:pt x="42219" y="15578"/>
                  <a:pt x="33576" y="15578"/>
                </a:cubicBezTo>
                <a:lnTo>
                  <a:pt x="16643" y="15578"/>
                </a:lnTo>
                <a:lnTo>
                  <a:pt x="16643" y="113015"/>
                </a:lnTo>
                <a:lnTo>
                  <a:pt x="33769" y="113015"/>
                </a:lnTo>
                <a:cubicBezTo>
                  <a:pt x="41768" y="113015"/>
                  <a:pt x="48509" y="112015"/>
                  <a:pt x="53992" y="110016"/>
                </a:cubicBezTo>
                <a:cubicBezTo>
                  <a:pt x="59475" y="108016"/>
                  <a:pt x="64055" y="104952"/>
                  <a:pt x="67732" y="100823"/>
                </a:cubicBezTo>
                <a:cubicBezTo>
                  <a:pt x="71409" y="96695"/>
                  <a:pt x="74166" y="91518"/>
                  <a:pt x="76005" y="85294"/>
                </a:cubicBezTo>
                <a:cubicBezTo>
                  <a:pt x="77843" y="79069"/>
                  <a:pt x="78762" y="71699"/>
                  <a:pt x="78762" y="63184"/>
                </a:cubicBezTo>
                <a:close/>
                <a:moveTo>
                  <a:pt x="187528" y="8902"/>
                </a:moveTo>
                <a:cubicBezTo>
                  <a:pt x="187528" y="10127"/>
                  <a:pt x="187464" y="11192"/>
                  <a:pt x="187334" y="12095"/>
                </a:cubicBezTo>
                <a:cubicBezTo>
                  <a:pt x="187205" y="12998"/>
                  <a:pt x="186980" y="13724"/>
                  <a:pt x="186657" y="14272"/>
                </a:cubicBezTo>
                <a:cubicBezTo>
                  <a:pt x="186335" y="14820"/>
                  <a:pt x="185964" y="15224"/>
                  <a:pt x="185544" y="15482"/>
                </a:cubicBezTo>
                <a:cubicBezTo>
                  <a:pt x="185125" y="15740"/>
                  <a:pt x="184690" y="15869"/>
                  <a:pt x="184238" y="15869"/>
                </a:cubicBezTo>
                <a:lnTo>
                  <a:pt x="138374" y="15869"/>
                </a:lnTo>
                <a:lnTo>
                  <a:pt x="138374" y="58346"/>
                </a:lnTo>
                <a:lnTo>
                  <a:pt x="181722" y="58346"/>
                </a:lnTo>
                <a:cubicBezTo>
                  <a:pt x="182174" y="58346"/>
                  <a:pt x="182609" y="58459"/>
                  <a:pt x="183029" y="58685"/>
                </a:cubicBezTo>
                <a:cubicBezTo>
                  <a:pt x="183448" y="58910"/>
                  <a:pt x="183819" y="59281"/>
                  <a:pt x="184141" y="59797"/>
                </a:cubicBezTo>
                <a:cubicBezTo>
                  <a:pt x="184464" y="60313"/>
                  <a:pt x="184690" y="61007"/>
                  <a:pt x="184819" y="61878"/>
                </a:cubicBezTo>
                <a:cubicBezTo>
                  <a:pt x="184948" y="62749"/>
                  <a:pt x="185012" y="63861"/>
                  <a:pt x="185012" y="65216"/>
                </a:cubicBezTo>
                <a:cubicBezTo>
                  <a:pt x="185012" y="66442"/>
                  <a:pt x="184948" y="67490"/>
                  <a:pt x="184819" y="68361"/>
                </a:cubicBezTo>
                <a:cubicBezTo>
                  <a:pt x="184690" y="69231"/>
                  <a:pt x="184464" y="69941"/>
                  <a:pt x="184141" y="70489"/>
                </a:cubicBezTo>
                <a:cubicBezTo>
                  <a:pt x="183819" y="71038"/>
                  <a:pt x="183448" y="71457"/>
                  <a:pt x="183029" y="71747"/>
                </a:cubicBezTo>
                <a:cubicBezTo>
                  <a:pt x="182609" y="72038"/>
                  <a:pt x="182174" y="72183"/>
                  <a:pt x="181722" y="72183"/>
                </a:cubicBezTo>
                <a:lnTo>
                  <a:pt x="138374" y="72183"/>
                </a:lnTo>
                <a:lnTo>
                  <a:pt x="138374" y="124427"/>
                </a:lnTo>
                <a:cubicBezTo>
                  <a:pt x="138374" y="124880"/>
                  <a:pt x="138245" y="125317"/>
                  <a:pt x="137987" y="125736"/>
                </a:cubicBezTo>
                <a:cubicBezTo>
                  <a:pt x="137729" y="126155"/>
                  <a:pt x="137278" y="126479"/>
                  <a:pt x="136632" y="126707"/>
                </a:cubicBezTo>
                <a:cubicBezTo>
                  <a:pt x="135987" y="126932"/>
                  <a:pt x="135149" y="127126"/>
                  <a:pt x="134117" y="127287"/>
                </a:cubicBezTo>
                <a:cubicBezTo>
                  <a:pt x="133085" y="127448"/>
                  <a:pt x="131730" y="127529"/>
                  <a:pt x="130053" y="127529"/>
                </a:cubicBezTo>
                <a:cubicBezTo>
                  <a:pt x="128505" y="127529"/>
                  <a:pt x="127182" y="127448"/>
                  <a:pt x="126086" y="127287"/>
                </a:cubicBezTo>
                <a:cubicBezTo>
                  <a:pt x="124989" y="127126"/>
                  <a:pt x="124118" y="126932"/>
                  <a:pt x="123473" y="126707"/>
                </a:cubicBezTo>
                <a:cubicBezTo>
                  <a:pt x="122828" y="126481"/>
                  <a:pt x="122377" y="126158"/>
                  <a:pt x="122119" y="125739"/>
                </a:cubicBezTo>
                <a:cubicBezTo>
                  <a:pt x="121861" y="125320"/>
                  <a:pt x="121732" y="124884"/>
                  <a:pt x="121732" y="124433"/>
                </a:cubicBezTo>
                <a:lnTo>
                  <a:pt x="121732" y="8515"/>
                </a:lnTo>
                <a:cubicBezTo>
                  <a:pt x="121732" y="5999"/>
                  <a:pt x="122393" y="4241"/>
                  <a:pt x="123715" y="3241"/>
                </a:cubicBezTo>
                <a:cubicBezTo>
                  <a:pt x="125037" y="2242"/>
                  <a:pt x="126440" y="1742"/>
                  <a:pt x="127924" y="1742"/>
                </a:cubicBezTo>
                <a:lnTo>
                  <a:pt x="184238" y="1742"/>
                </a:lnTo>
                <a:cubicBezTo>
                  <a:pt x="184690" y="1742"/>
                  <a:pt x="185125" y="1871"/>
                  <a:pt x="185544" y="2129"/>
                </a:cubicBezTo>
                <a:cubicBezTo>
                  <a:pt x="185964" y="2387"/>
                  <a:pt x="186335" y="2806"/>
                  <a:pt x="186657" y="3387"/>
                </a:cubicBezTo>
                <a:cubicBezTo>
                  <a:pt x="186980" y="3967"/>
                  <a:pt x="187205" y="4725"/>
                  <a:pt x="187334" y="5660"/>
                </a:cubicBezTo>
                <a:cubicBezTo>
                  <a:pt x="187464" y="6596"/>
                  <a:pt x="187528" y="7676"/>
                  <a:pt x="187528" y="8902"/>
                </a:cubicBezTo>
                <a:close/>
                <a:moveTo>
                  <a:pt x="306600" y="18771"/>
                </a:moveTo>
                <a:cubicBezTo>
                  <a:pt x="306600" y="19997"/>
                  <a:pt x="306536" y="21077"/>
                  <a:pt x="306407" y="22013"/>
                </a:cubicBezTo>
                <a:cubicBezTo>
                  <a:pt x="306277" y="22948"/>
                  <a:pt x="306084" y="23722"/>
                  <a:pt x="305826" y="24335"/>
                </a:cubicBezTo>
                <a:cubicBezTo>
                  <a:pt x="305568" y="24948"/>
                  <a:pt x="305245" y="25383"/>
                  <a:pt x="304858" y="25641"/>
                </a:cubicBezTo>
                <a:cubicBezTo>
                  <a:pt x="304471" y="25899"/>
                  <a:pt x="304052" y="26028"/>
                  <a:pt x="303600" y="26028"/>
                </a:cubicBezTo>
                <a:cubicBezTo>
                  <a:pt x="302826" y="26028"/>
                  <a:pt x="301536" y="25416"/>
                  <a:pt x="299730" y="24190"/>
                </a:cubicBezTo>
                <a:cubicBezTo>
                  <a:pt x="297924" y="22964"/>
                  <a:pt x="295505" y="21610"/>
                  <a:pt x="292473" y="20126"/>
                </a:cubicBezTo>
                <a:cubicBezTo>
                  <a:pt x="289441" y="18642"/>
                  <a:pt x="285813" y="17288"/>
                  <a:pt x="281588" y="16062"/>
                </a:cubicBezTo>
                <a:cubicBezTo>
                  <a:pt x="277363" y="14836"/>
                  <a:pt x="272347" y="14224"/>
                  <a:pt x="266542" y="14224"/>
                </a:cubicBezTo>
                <a:cubicBezTo>
                  <a:pt x="259639" y="14224"/>
                  <a:pt x="253447" y="15482"/>
                  <a:pt x="247964" y="17997"/>
                </a:cubicBezTo>
                <a:cubicBezTo>
                  <a:pt x="242481" y="20513"/>
                  <a:pt x="237836" y="23996"/>
                  <a:pt x="234030" y="28447"/>
                </a:cubicBezTo>
                <a:cubicBezTo>
                  <a:pt x="230224" y="32898"/>
                  <a:pt x="227306" y="38188"/>
                  <a:pt x="225274" y="44316"/>
                </a:cubicBezTo>
                <a:cubicBezTo>
                  <a:pt x="223242" y="50444"/>
                  <a:pt x="222226" y="57088"/>
                  <a:pt x="222226" y="64248"/>
                </a:cubicBezTo>
                <a:cubicBezTo>
                  <a:pt x="222226" y="72247"/>
                  <a:pt x="223338" y="79343"/>
                  <a:pt x="225564" y="85535"/>
                </a:cubicBezTo>
                <a:cubicBezTo>
                  <a:pt x="227789" y="91728"/>
                  <a:pt x="230870" y="96953"/>
                  <a:pt x="234804" y="101211"/>
                </a:cubicBezTo>
                <a:cubicBezTo>
                  <a:pt x="238739" y="105468"/>
                  <a:pt x="243432" y="108693"/>
                  <a:pt x="248883" y="110886"/>
                </a:cubicBezTo>
                <a:cubicBezTo>
                  <a:pt x="254334" y="113080"/>
                  <a:pt x="260317" y="114176"/>
                  <a:pt x="266832" y="114176"/>
                </a:cubicBezTo>
                <a:cubicBezTo>
                  <a:pt x="270702" y="114176"/>
                  <a:pt x="274621" y="113709"/>
                  <a:pt x="278588" y="112773"/>
                </a:cubicBezTo>
                <a:cubicBezTo>
                  <a:pt x="282555" y="111838"/>
                  <a:pt x="286248" y="110435"/>
                  <a:pt x="289667" y="108564"/>
                </a:cubicBezTo>
                <a:lnTo>
                  <a:pt x="289667" y="72086"/>
                </a:lnTo>
                <a:lnTo>
                  <a:pt x="260639" y="72086"/>
                </a:lnTo>
                <a:cubicBezTo>
                  <a:pt x="259543" y="72086"/>
                  <a:pt x="258720" y="71538"/>
                  <a:pt x="258172" y="70441"/>
                </a:cubicBezTo>
                <a:cubicBezTo>
                  <a:pt x="257624" y="69344"/>
                  <a:pt x="257349" y="67635"/>
                  <a:pt x="257349" y="65313"/>
                </a:cubicBezTo>
                <a:cubicBezTo>
                  <a:pt x="257349" y="64087"/>
                  <a:pt x="257414" y="63039"/>
                  <a:pt x="257543" y="62168"/>
                </a:cubicBezTo>
                <a:cubicBezTo>
                  <a:pt x="257672" y="61297"/>
                  <a:pt x="257882" y="60588"/>
                  <a:pt x="258172" y="60039"/>
                </a:cubicBezTo>
                <a:cubicBezTo>
                  <a:pt x="258462" y="59491"/>
                  <a:pt x="258801" y="59088"/>
                  <a:pt x="259188" y="58830"/>
                </a:cubicBezTo>
                <a:cubicBezTo>
                  <a:pt x="259575" y="58572"/>
                  <a:pt x="260059" y="58443"/>
                  <a:pt x="260639" y="58443"/>
                </a:cubicBezTo>
                <a:lnTo>
                  <a:pt x="300407" y="58443"/>
                </a:lnTo>
                <a:cubicBezTo>
                  <a:pt x="301117" y="58443"/>
                  <a:pt x="301827" y="58572"/>
                  <a:pt x="302536" y="58830"/>
                </a:cubicBezTo>
                <a:cubicBezTo>
                  <a:pt x="303246" y="59088"/>
                  <a:pt x="303891" y="59475"/>
                  <a:pt x="304471" y="59991"/>
                </a:cubicBezTo>
                <a:cubicBezTo>
                  <a:pt x="305052" y="60507"/>
                  <a:pt x="305503" y="61217"/>
                  <a:pt x="305826" y="62120"/>
                </a:cubicBezTo>
                <a:cubicBezTo>
                  <a:pt x="306148" y="63023"/>
                  <a:pt x="306310" y="64055"/>
                  <a:pt x="306310" y="65216"/>
                </a:cubicBezTo>
                <a:lnTo>
                  <a:pt x="306310" y="112918"/>
                </a:lnTo>
                <a:cubicBezTo>
                  <a:pt x="306310" y="114596"/>
                  <a:pt x="306019" y="116047"/>
                  <a:pt x="305439" y="117273"/>
                </a:cubicBezTo>
                <a:cubicBezTo>
                  <a:pt x="304858" y="118498"/>
                  <a:pt x="303633" y="119579"/>
                  <a:pt x="301762" y="120514"/>
                </a:cubicBezTo>
                <a:cubicBezTo>
                  <a:pt x="299891" y="121449"/>
                  <a:pt x="297472" y="122465"/>
                  <a:pt x="294505" y="123562"/>
                </a:cubicBezTo>
                <a:cubicBezTo>
                  <a:pt x="291538" y="124659"/>
                  <a:pt x="288474" y="125594"/>
                  <a:pt x="285313" y="126368"/>
                </a:cubicBezTo>
                <a:cubicBezTo>
                  <a:pt x="282152" y="127142"/>
                  <a:pt x="278959" y="127723"/>
                  <a:pt x="275734" y="128110"/>
                </a:cubicBezTo>
                <a:cubicBezTo>
                  <a:pt x="272508" y="128497"/>
                  <a:pt x="269315" y="128690"/>
                  <a:pt x="266155" y="128690"/>
                </a:cubicBezTo>
                <a:cubicBezTo>
                  <a:pt x="256479" y="128690"/>
                  <a:pt x="247835" y="127190"/>
                  <a:pt x="240223" y="124191"/>
                </a:cubicBezTo>
                <a:cubicBezTo>
                  <a:pt x="232611" y="121191"/>
                  <a:pt x="226177" y="116918"/>
                  <a:pt x="220919" y="111370"/>
                </a:cubicBezTo>
                <a:cubicBezTo>
                  <a:pt x="215662" y="105823"/>
                  <a:pt x="211647" y="99179"/>
                  <a:pt x="208873" y="91438"/>
                </a:cubicBezTo>
                <a:cubicBezTo>
                  <a:pt x="206099" y="83697"/>
                  <a:pt x="204712" y="75053"/>
                  <a:pt x="204712" y="65506"/>
                </a:cubicBezTo>
                <a:cubicBezTo>
                  <a:pt x="204712" y="55572"/>
                  <a:pt x="206212" y="46574"/>
                  <a:pt x="209212" y="38510"/>
                </a:cubicBezTo>
                <a:cubicBezTo>
                  <a:pt x="212211" y="30447"/>
                  <a:pt x="216436" y="23577"/>
                  <a:pt x="221887" y="17901"/>
                </a:cubicBezTo>
                <a:cubicBezTo>
                  <a:pt x="227338" y="12224"/>
                  <a:pt x="233885" y="7821"/>
                  <a:pt x="241529" y="4693"/>
                </a:cubicBezTo>
                <a:cubicBezTo>
                  <a:pt x="249173" y="1564"/>
                  <a:pt x="257640" y="0"/>
                  <a:pt x="266929" y="0"/>
                </a:cubicBezTo>
                <a:cubicBezTo>
                  <a:pt x="271702" y="0"/>
                  <a:pt x="276185" y="419"/>
                  <a:pt x="280378" y="1258"/>
                </a:cubicBezTo>
                <a:cubicBezTo>
                  <a:pt x="284571" y="2096"/>
                  <a:pt x="288296" y="3080"/>
                  <a:pt x="291554" y="4209"/>
                </a:cubicBezTo>
                <a:cubicBezTo>
                  <a:pt x="294811" y="5338"/>
                  <a:pt x="297553" y="6564"/>
                  <a:pt x="299778" y="7886"/>
                </a:cubicBezTo>
                <a:cubicBezTo>
                  <a:pt x="302004" y="9208"/>
                  <a:pt x="303536" y="10289"/>
                  <a:pt x="304375" y="11127"/>
                </a:cubicBezTo>
                <a:cubicBezTo>
                  <a:pt x="305213" y="11966"/>
                  <a:pt x="305794" y="12934"/>
                  <a:pt x="306116" y="14030"/>
                </a:cubicBezTo>
                <a:cubicBezTo>
                  <a:pt x="306439" y="15127"/>
                  <a:pt x="306600" y="16707"/>
                  <a:pt x="306600" y="187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98C53-F7BC-493B-BDE3-937E0814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854" y="3569797"/>
            <a:ext cx="344144" cy="165797"/>
          </a:xfrm>
          <a:custGeom xmlns:a="http://schemas.openxmlformats.org/drawingml/2006/main">
            <a:pathLst>
              <a:path w="344144" h="165797">
                <a:moveTo>
                  <a:pt x="13211" y="165797"/>
                </a:moveTo>
                <a:cubicBezTo>
                  <a:pt x="5945" y="165797"/>
                  <a:pt x="0" y="159852"/>
                  <a:pt x="0" y="152586"/>
                </a:cubicBezTo>
                <a:lnTo>
                  <a:pt x="0" y="13211"/>
                </a:lnTo>
                <a:cubicBezTo>
                  <a:pt x="0" y="5945"/>
                  <a:pt x="5945" y="0"/>
                  <a:pt x="13211" y="0"/>
                </a:cubicBezTo>
                <a:lnTo>
                  <a:pt x="330933" y="0"/>
                </a:lnTo>
                <a:cubicBezTo>
                  <a:pt x="338199" y="0"/>
                  <a:pt x="344144" y="5945"/>
                  <a:pt x="344144" y="13211"/>
                </a:cubicBezTo>
                <a:lnTo>
                  <a:pt x="344144" y="152586"/>
                </a:lnTo>
                <a:cubicBezTo>
                  <a:pt x="344144" y="159852"/>
                  <a:pt x="338199" y="165797"/>
                  <a:pt x="330933" y="165797"/>
                </a:cubicBezTo>
                <a:lnTo>
                  <a:pt x="13211" y="16579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5CBEE-3861-4D71-905D-8D232C62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854" y="3569797"/>
            <a:ext cx="344144" cy="165797"/>
          </a:xfrm>
          <a:custGeom xmlns:a="http://schemas.openxmlformats.org/drawingml/2006/main">
            <a:pathLst>
              <a:path w="344144" h="165797" fill="none">
                <a:moveTo>
                  <a:pt x="13211" y="165797"/>
                </a:moveTo>
                <a:lnTo>
                  <a:pt x="330933" y="165797"/>
                </a:lnTo>
                <a:cubicBezTo>
                  <a:pt x="338199" y="165797"/>
                  <a:pt x="344144" y="159852"/>
                  <a:pt x="344144" y="152586"/>
                </a:cubicBezTo>
                <a:lnTo>
                  <a:pt x="344144" y="13211"/>
                </a:lnTo>
                <a:cubicBezTo>
                  <a:pt x="344144" y="5945"/>
                  <a:pt x="338199" y="0"/>
                  <a:pt x="330933" y="0"/>
                </a:cubicBezTo>
                <a:lnTo>
                  <a:pt x="13211" y="0"/>
                </a:lnTo>
                <a:cubicBezTo>
                  <a:pt x="5945" y="0"/>
                  <a:pt x="0" y="5945"/>
                  <a:pt x="0" y="13211"/>
                </a:cubicBezTo>
                <a:lnTo>
                  <a:pt x="0" y="152586"/>
                </a:lnTo>
                <a:cubicBezTo>
                  <a:pt x="0" y="159852"/>
                  <a:pt x="5945" y="165797"/>
                  <a:pt x="13211" y="1657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538135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F99B3-8C45-43B4-8A8E-33610EC5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033" y="3855814"/>
            <a:ext cx="344144" cy="165136"/>
          </a:xfrm>
          <a:custGeom xmlns:a="http://schemas.openxmlformats.org/drawingml/2006/main">
            <a:pathLst>
              <a:path w="344144" h="165136">
                <a:moveTo>
                  <a:pt x="13211" y="165136"/>
                </a:moveTo>
                <a:cubicBezTo>
                  <a:pt x="5945" y="165136"/>
                  <a:pt x="0" y="159191"/>
                  <a:pt x="0" y="151925"/>
                </a:cubicBezTo>
                <a:lnTo>
                  <a:pt x="0" y="13211"/>
                </a:lnTo>
                <a:cubicBezTo>
                  <a:pt x="0" y="5945"/>
                  <a:pt x="5945" y="0"/>
                  <a:pt x="13211" y="0"/>
                </a:cubicBezTo>
                <a:lnTo>
                  <a:pt x="330933" y="0"/>
                </a:lnTo>
                <a:cubicBezTo>
                  <a:pt x="338199" y="0"/>
                  <a:pt x="344144" y="5945"/>
                  <a:pt x="344144" y="13211"/>
                </a:cubicBezTo>
                <a:lnTo>
                  <a:pt x="344144" y="151925"/>
                </a:lnTo>
                <a:cubicBezTo>
                  <a:pt x="344144" y="159191"/>
                  <a:pt x="338199" y="165136"/>
                  <a:pt x="330933" y="165136"/>
                </a:cubicBezTo>
                <a:lnTo>
                  <a:pt x="13211" y="1651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102224-B529-4421-8FF0-E398FCC8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033" y="3855814"/>
            <a:ext cx="344144" cy="165136"/>
          </a:xfrm>
          <a:custGeom xmlns:a="http://schemas.openxmlformats.org/drawingml/2006/main">
            <a:pathLst>
              <a:path w="344144" h="165136" fill="none">
                <a:moveTo>
                  <a:pt x="13211" y="165136"/>
                </a:moveTo>
                <a:lnTo>
                  <a:pt x="330933" y="165136"/>
                </a:lnTo>
                <a:cubicBezTo>
                  <a:pt x="338199" y="165136"/>
                  <a:pt x="344144" y="159191"/>
                  <a:pt x="344144" y="151925"/>
                </a:cubicBezTo>
                <a:lnTo>
                  <a:pt x="344144" y="13211"/>
                </a:lnTo>
                <a:cubicBezTo>
                  <a:pt x="344144" y="5945"/>
                  <a:pt x="338199" y="0"/>
                  <a:pt x="330933" y="0"/>
                </a:cubicBezTo>
                <a:lnTo>
                  <a:pt x="13211" y="0"/>
                </a:lnTo>
                <a:cubicBezTo>
                  <a:pt x="5945" y="0"/>
                  <a:pt x="0" y="5945"/>
                  <a:pt x="0" y="13211"/>
                </a:cubicBezTo>
                <a:lnTo>
                  <a:pt x="0" y="151925"/>
                </a:lnTo>
                <a:cubicBezTo>
                  <a:pt x="0" y="159191"/>
                  <a:pt x="5945" y="165136"/>
                  <a:pt x="13211" y="165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538135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D7DAD-9AA1-486F-AFB1-D661BE6B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854" y="4067848"/>
            <a:ext cx="344144" cy="165136"/>
          </a:xfrm>
          <a:custGeom xmlns:a="http://schemas.openxmlformats.org/drawingml/2006/main">
            <a:pathLst>
              <a:path w="344144" h="165136">
                <a:moveTo>
                  <a:pt x="13211" y="165136"/>
                </a:moveTo>
                <a:cubicBezTo>
                  <a:pt x="5945" y="165136"/>
                  <a:pt x="0" y="159191"/>
                  <a:pt x="0" y="151925"/>
                </a:cubicBezTo>
                <a:lnTo>
                  <a:pt x="0" y="13211"/>
                </a:lnTo>
                <a:cubicBezTo>
                  <a:pt x="0" y="5945"/>
                  <a:pt x="5945" y="0"/>
                  <a:pt x="13211" y="0"/>
                </a:cubicBezTo>
                <a:lnTo>
                  <a:pt x="330933" y="0"/>
                </a:lnTo>
                <a:cubicBezTo>
                  <a:pt x="338199" y="0"/>
                  <a:pt x="344144" y="5945"/>
                  <a:pt x="344144" y="13211"/>
                </a:cubicBezTo>
                <a:lnTo>
                  <a:pt x="344144" y="151925"/>
                </a:lnTo>
                <a:cubicBezTo>
                  <a:pt x="344144" y="159191"/>
                  <a:pt x="338199" y="165136"/>
                  <a:pt x="330933" y="165136"/>
                </a:cubicBezTo>
                <a:lnTo>
                  <a:pt x="13211" y="1651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97B56-5EA2-4423-8209-5F0E4257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854" y="4067848"/>
            <a:ext cx="344144" cy="165136"/>
          </a:xfrm>
          <a:custGeom xmlns:a="http://schemas.openxmlformats.org/drawingml/2006/main">
            <a:pathLst>
              <a:path w="344144" h="165136" fill="none">
                <a:moveTo>
                  <a:pt x="13211" y="165136"/>
                </a:moveTo>
                <a:lnTo>
                  <a:pt x="330933" y="165136"/>
                </a:lnTo>
                <a:cubicBezTo>
                  <a:pt x="338199" y="165136"/>
                  <a:pt x="344144" y="159191"/>
                  <a:pt x="344144" y="151925"/>
                </a:cubicBezTo>
                <a:lnTo>
                  <a:pt x="344144" y="13211"/>
                </a:lnTo>
                <a:cubicBezTo>
                  <a:pt x="344144" y="5945"/>
                  <a:pt x="338199" y="0"/>
                  <a:pt x="330933" y="0"/>
                </a:cubicBezTo>
                <a:lnTo>
                  <a:pt x="13211" y="0"/>
                </a:lnTo>
                <a:cubicBezTo>
                  <a:pt x="5945" y="0"/>
                  <a:pt x="0" y="5945"/>
                  <a:pt x="0" y="13211"/>
                </a:cubicBezTo>
                <a:lnTo>
                  <a:pt x="0" y="151925"/>
                </a:lnTo>
                <a:cubicBezTo>
                  <a:pt x="0" y="159191"/>
                  <a:pt x="5945" y="165136"/>
                  <a:pt x="13211" y="165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538135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B5A05-0188-4E33-8D33-91007F5E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245" y="3735594"/>
            <a:ext cx="10" cy="254971"/>
          </a:xfrm>
          <a:custGeom xmlns:a="http://schemas.openxmlformats.org/drawingml/2006/main">
            <a:pathLst>
              <a:path w="1" h="254971" fill="none">
                <a:moveTo>
                  <a:pt x="0" y="0"/>
                </a:moveTo>
                <a:lnTo>
                  <a:pt x="0" y="254971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3FF80-9E3D-4A04-9870-B74A4775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000" y="3979335"/>
            <a:ext cx="88513" cy="88513"/>
          </a:xfrm>
          <a:custGeom xmlns:a="http://schemas.openxmlformats.org/drawingml/2006/main">
            <a:pathLst>
              <a:path w="88513" h="88513">
                <a:moveTo>
                  <a:pt x="88513" y="0"/>
                </a:moveTo>
                <a:lnTo>
                  <a:pt x="44257" y="88513"/>
                </a:lnTo>
                <a:lnTo>
                  <a:pt x="0" y="0"/>
                </a:lnTo>
                <a:lnTo>
                  <a:pt x="885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F7BAC8-14E7-4E80-9F6D-0484237A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245" y="3735594"/>
            <a:ext cx="301209" cy="96440"/>
          </a:xfrm>
          <a:custGeom xmlns:a="http://schemas.openxmlformats.org/drawingml/2006/main">
            <a:pathLst>
              <a:path w="301209" h="96440" fill="none">
                <a:moveTo>
                  <a:pt x="0" y="0"/>
                </a:moveTo>
                <a:lnTo>
                  <a:pt x="301209" y="9644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FD9AA-269F-40AE-98AB-0D601B1C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686" y="3786456"/>
            <a:ext cx="97761" cy="84550"/>
          </a:xfrm>
          <a:custGeom xmlns:a="http://schemas.openxmlformats.org/drawingml/2006/main">
            <a:pathLst>
              <a:path w="97761" h="84550">
                <a:moveTo>
                  <a:pt x="27082" y="0"/>
                </a:moveTo>
                <a:lnTo>
                  <a:pt x="97761" y="69357"/>
                </a:lnTo>
                <a:lnTo>
                  <a:pt x="0" y="84550"/>
                </a:lnTo>
                <a:lnTo>
                  <a:pt x="2708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B0027-E5E8-4B12-A645-54D50F25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880" y="4020950"/>
            <a:ext cx="298567" cy="36991"/>
          </a:xfrm>
          <a:custGeom xmlns:a="http://schemas.openxmlformats.org/drawingml/2006/main">
            <a:pathLst>
              <a:path w="298567" h="36991" fill="none">
                <a:moveTo>
                  <a:pt x="298567" y="0"/>
                </a:moveTo>
                <a:lnTo>
                  <a:pt x="0" y="36991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E8F61A-B72A-4341-8CD9-3E881512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256" y="4013023"/>
            <a:ext cx="93137" cy="87853"/>
          </a:xfrm>
          <a:custGeom xmlns:a="http://schemas.openxmlformats.org/drawingml/2006/main">
            <a:pathLst>
              <a:path w="93137" h="87853">
                <a:moveTo>
                  <a:pt x="93137" y="87853"/>
                </a:moveTo>
                <a:lnTo>
                  <a:pt x="0" y="54825"/>
                </a:lnTo>
                <a:lnTo>
                  <a:pt x="81908" y="0"/>
                </a:lnTo>
                <a:lnTo>
                  <a:pt x="93137" y="878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BA128-DA69-4369-A757-7AA498CD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72" y="3569797"/>
            <a:ext cx="344144" cy="165797"/>
          </a:xfrm>
          <a:custGeom xmlns:a="http://schemas.openxmlformats.org/drawingml/2006/main">
            <a:pathLst>
              <a:path w="344144" h="165797">
                <a:moveTo>
                  <a:pt x="13211" y="165797"/>
                </a:moveTo>
                <a:cubicBezTo>
                  <a:pt x="5945" y="165797"/>
                  <a:pt x="0" y="159852"/>
                  <a:pt x="0" y="152586"/>
                </a:cubicBezTo>
                <a:lnTo>
                  <a:pt x="0" y="13211"/>
                </a:lnTo>
                <a:cubicBezTo>
                  <a:pt x="0" y="5945"/>
                  <a:pt x="5945" y="0"/>
                  <a:pt x="13211" y="0"/>
                </a:cubicBezTo>
                <a:lnTo>
                  <a:pt x="330933" y="0"/>
                </a:lnTo>
                <a:cubicBezTo>
                  <a:pt x="338199" y="0"/>
                  <a:pt x="344144" y="5945"/>
                  <a:pt x="344144" y="13211"/>
                </a:cubicBezTo>
                <a:lnTo>
                  <a:pt x="344144" y="152586"/>
                </a:lnTo>
                <a:cubicBezTo>
                  <a:pt x="344144" y="159852"/>
                  <a:pt x="338199" y="165797"/>
                  <a:pt x="330933" y="165797"/>
                </a:cubicBezTo>
                <a:lnTo>
                  <a:pt x="13211" y="16579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D5DE2-282C-463E-963A-0F89F431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72" y="3569797"/>
            <a:ext cx="344144" cy="165797"/>
          </a:xfrm>
          <a:custGeom xmlns:a="http://schemas.openxmlformats.org/drawingml/2006/main">
            <a:pathLst>
              <a:path w="344144" h="165797" fill="none">
                <a:moveTo>
                  <a:pt x="13211" y="165797"/>
                </a:moveTo>
                <a:lnTo>
                  <a:pt x="330933" y="165797"/>
                </a:lnTo>
                <a:cubicBezTo>
                  <a:pt x="338199" y="165797"/>
                  <a:pt x="344144" y="159852"/>
                  <a:pt x="344144" y="152586"/>
                </a:cubicBezTo>
                <a:lnTo>
                  <a:pt x="344144" y="13211"/>
                </a:lnTo>
                <a:cubicBezTo>
                  <a:pt x="344144" y="5945"/>
                  <a:pt x="338199" y="0"/>
                  <a:pt x="330933" y="0"/>
                </a:cubicBezTo>
                <a:lnTo>
                  <a:pt x="13211" y="0"/>
                </a:lnTo>
                <a:cubicBezTo>
                  <a:pt x="5945" y="0"/>
                  <a:pt x="0" y="5945"/>
                  <a:pt x="0" y="13211"/>
                </a:cubicBezTo>
                <a:lnTo>
                  <a:pt x="0" y="152586"/>
                </a:lnTo>
                <a:cubicBezTo>
                  <a:pt x="0" y="159852"/>
                  <a:pt x="5945" y="165797"/>
                  <a:pt x="13211" y="1657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538135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F4124-B4A1-4589-81D0-FF750E4B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561" y="3855814"/>
            <a:ext cx="344144" cy="165136"/>
          </a:xfrm>
          <a:custGeom xmlns:a="http://schemas.openxmlformats.org/drawingml/2006/main">
            <a:pathLst>
              <a:path w="344144" h="165136">
                <a:moveTo>
                  <a:pt x="13211" y="165136"/>
                </a:moveTo>
                <a:cubicBezTo>
                  <a:pt x="5945" y="165136"/>
                  <a:pt x="0" y="159191"/>
                  <a:pt x="0" y="151925"/>
                </a:cubicBezTo>
                <a:lnTo>
                  <a:pt x="0" y="13211"/>
                </a:lnTo>
                <a:cubicBezTo>
                  <a:pt x="0" y="5945"/>
                  <a:pt x="5945" y="0"/>
                  <a:pt x="13211" y="0"/>
                </a:cubicBezTo>
                <a:lnTo>
                  <a:pt x="330933" y="0"/>
                </a:lnTo>
                <a:cubicBezTo>
                  <a:pt x="338199" y="0"/>
                  <a:pt x="344144" y="5945"/>
                  <a:pt x="344144" y="13211"/>
                </a:cubicBezTo>
                <a:lnTo>
                  <a:pt x="344144" y="151925"/>
                </a:lnTo>
                <a:cubicBezTo>
                  <a:pt x="344144" y="159191"/>
                  <a:pt x="338199" y="165136"/>
                  <a:pt x="330933" y="165136"/>
                </a:cubicBezTo>
                <a:lnTo>
                  <a:pt x="13211" y="1651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815BD-0358-4E44-8DF9-F0D10225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561" y="3855814"/>
            <a:ext cx="344144" cy="165136"/>
          </a:xfrm>
          <a:custGeom xmlns:a="http://schemas.openxmlformats.org/drawingml/2006/main">
            <a:pathLst>
              <a:path w="344144" h="165136" fill="none">
                <a:moveTo>
                  <a:pt x="13211" y="165136"/>
                </a:moveTo>
                <a:lnTo>
                  <a:pt x="330933" y="165136"/>
                </a:lnTo>
                <a:cubicBezTo>
                  <a:pt x="338199" y="165136"/>
                  <a:pt x="344144" y="159191"/>
                  <a:pt x="344144" y="151925"/>
                </a:cubicBezTo>
                <a:lnTo>
                  <a:pt x="344144" y="13211"/>
                </a:lnTo>
                <a:cubicBezTo>
                  <a:pt x="344144" y="5945"/>
                  <a:pt x="338199" y="0"/>
                  <a:pt x="330933" y="0"/>
                </a:cubicBezTo>
                <a:lnTo>
                  <a:pt x="13211" y="0"/>
                </a:lnTo>
                <a:cubicBezTo>
                  <a:pt x="5945" y="0"/>
                  <a:pt x="0" y="5945"/>
                  <a:pt x="0" y="13211"/>
                </a:cubicBezTo>
                <a:lnTo>
                  <a:pt x="0" y="151925"/>
                </a:lnTo>
                <a:cubicBezTo>
                  <a:pt x="0" y="159191"/>
                  <a:pt x="5945" y="165136"/>
                  <a:pt x="13211" y="165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538135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7C760-96D1-4A5F-AFE7-88023032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72" y="4067848"/>
            <a:ext cx="344144" cy="165136"/>
          </a:xfrm>
          <a:custGeom xmlns:a="http://schemas.openxmlformats.org/drawingml/2006/main">
            <a:pathLst>
              <a:path w="344144" h="165136">
                <a:moveTo>
                  <a:pt x="13211" y="165136"/>
                </a:moveTo>
                <a:cubicBezTo>
                  <a:pt x="5945" y="165136"/>
                  <a:pt x="0" y="159191"/>
                  <a:pt x="0" y="151925"/>
                </a:cubicBezTo>
                <a:lnTo>
                  <a:pt x="0" y="13211"/>
                </a:lnTo>
                <a:cubicBezTo>
                  <a:pt x="0" y="5945"/>
                  <a:pt x="5945" y="0"/>
                  <a:pt x="13211" y="0"/>
                </a:cubicBezTo>
                <a:lnTo>
                  <a:pt x="330933" y="0"/>
                </a:lnTo>
                <a:cubicBezTo>
                  <a:pt x="338199" y="0"/>
                  <a:pt x="344144" y="5945"/>
                  <a:pt x="344144" y="13211"/>
                </a:cubicBezTo>
                <a:lnTo>
                  <a:pt x="344144" y="151925"/>
                </a:lnTo>
                <a:cubicBezTo>
                  <a:pt x="344144" y="159191"/>
                  <a:pt x="338199" y="165136"/>
                  <a:pt x="330933" y="165136"/>
                </a:cubicBezTo>
                <a:lnTo>
                  <a:pt x="13211" y="1651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F635F-C5BE-4EC1-A9F4-1CEFEC8C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72" y="4067848"/>
            <a:ext cx="344144" cy="165136"/>
          </a:xfrm>
          <a:custGeom xmlns:a="http://schemas.openxmlformats.org/drawingml/2006/main">
            <a:pathLst>
              <a:path w="344144" h="165136" fill="none">
                <a:moveTo>
                  <a:pt x="13211" y="165136"/>
                </a:moveTo>
                <a:lnTo>
                  <a:pt x="330933" y="165136"/>
                </a:lnTo>
                <a:cubicBezTo>
                  <a:pt x="338199" y="165136"/>
                  <a:pt x="344144" y="159191"/>
                  <a:pt x="344144" y="151925"/>
                </a:cubicBezTo>
                <a:lnTo>
                  <a:pt x="344144" y="13211"/>
                </a:lnTo>
                <a:cubicBezTo>
                  <a:pt x="344144" y="5945"/>
                  <a:pt x="338199" y="0"/>
                  <a:pt x="330933" y="0"/>
                </a:cubicBezTo>
                <a:lnTo>
                  <a:pt x="13211" y="0"/>
                </a:lnTo>
                <a:cubicBezTo>
                  <a:pt x="5945" y="0"/>
                  <a:pt x="0" y="5945"/>
                  <a:pt x="0" y="13211"/>
                </a:cubicBezTo>
                <a:lnTo>
                  <a:pt x="0" y="151925"/>
                </a:lnTo>
                <a:cubicBezTo>
                  <a:pt x="0" y="159191"/>
                  <a:pt x="5945" y="165136"/>
                  <a:pt x="13211" y="1651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538135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FC26E-F909-4FDA-84AA-3F2BC261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113" y="3735594"/>
            <a:ext cx="10" cy="254971"/>
          </a:xfrm>
          <a:custGeom xmlns:a="http://schemas.openxmlformats.org/drawingml/2006/main">
            <a:pathLst>
              <a:path w="1" h="254971" fill="none">
                <a:moveTo>
                  <a:pt x="0" y="0"/>
                </a:moveTo>
                <a:lnTo>
                  <a:pt x="0" y="254971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BF9A5-50CB-4B62-97C4-5C2E9FC1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857" y="3979335"/>
            <a:ext cx="88513" cy="88513"/>
          </a:xfrm>
          <a:custGeom xmlns:a="http://schemas.openxmlformats.org/drawingml/2006/main">
            <a:pathLst>
              <a:path w="88513" h="88513">
                <a:moveTo>
                  <a:pt x="88513" y="0"/>
                </a:moveTo>
                <a:lnTo>
                  <a:pt x="44257" y="88513"/>
                </a:lnTo>
                <a:lnTo>
                  <a:pt x="0" y="0"/>
                </a:lnTo>
                <a:lnTo>
                  <a:pt x="885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5AF4C-039B-444F-9BF1-DC50B6E7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113" y="3735594"/>
            <a:ext cx="301869" cy="96440"/>
          </a:xfrm>
          <a:custGeom xmlns:a="http://schemas.openxmlformats.org/drawingml/2006/main">
            <a:pathLst>
              <a:path w="301869" h="96440" fill="none">
                <a:moveTo>
                  <a:pt x="0" y="0"/>
                </a:moveTo>
                <a:lnTo>
                  <a:pt x="301869" y="9644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84135-D9F6-4AB5-BB2E-825A62C9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42" y="3786456"/>
            <a:ext cx="97761" cy="84550"/>
          </a:xfrm>
          <a:custGeom xmlns:a="http://schemas.openxmlformats.org/drawingml/2006/main">
            <a:pathLst>
              <a:path w="97761" h="84550">
                <a:moveTo>
                  <a:pt x="27082" y="0"/>
                </a:moveTo>
                <a:lnTo>
                  <a:pt x="97761" y="69357"/>
                </a:lnTo>
                <a:lnTo>
                  <a:pt x="0" y="84550"/>
                </a:lnTo>
                <a:lnTo>
                  <a:pt x="2708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453ED-AFFF-434D-89D1-8F6A80AA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397" y="4020950"/>
            <a:ext cx="297906" cy="36991"/>
          </a:xfrm>
          <a:custGeom xmlns:a="http://schemas.openxmlformats.org/drawingml/2006/main">
            <a:pathLst>
              <a:path w="297906" h="36991" fill="none">
                <a:moveTo>
                  <a:pt x="297906" y="0"/>
                </a:moveTo>
                <a:lnTo>
                  <a:pt x="0" y="36991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BFC92-3323-4B99-9C76-0B19EE47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113" y="4013023"/>
            <a:ext cx="93137" cy="87853"/>
          </a:xfrm>
          <a:custGeom xmlns:a="http://schemas.openxmlformats.org/drawingml/2006/main">
            <a:pathLst>
              <a:path w="93137" h="87853">
                <a:moveTo>
                  <a:pt x="93137" y="87853"/>
                </a:moveTo>
                <a:lnTo>
                  <a:pt x="0" y="54825"/>
                </a:lnTo>
                <a:lnTo>
                  <a:pt x="82568" y="0"/>
                </a:lnTo>
                <a:lnTo>
                  <a:pt x="93137" y="8785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45BBC-6ED7-4884-8A4C-7C2E36AB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705" y="3674824"/>
            <a:ext cx="881168" cy="263558"/>
          </a:xfrm>
          <a:custGeom xmlns:a="http://schemas.openxmlformats.org/drawingml/2006/main">
            <a:pathLst>
              <a:path w="881168" h="263558" fill="none">
                <a:moveTo>
                  <a:pt x="0" y="263558"/>
                </a:moveTo>
                <a:lnTo>
                  <a:pt x="88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C55A11"/>
            </a:solidFill>
            <a:round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E0AD7-902D-454B-A65B-946B27DD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754" y="3635852"/>
            <a:ext cx="97100" cy="84550"/>
          </a:xfrm>
          <a:custGeom xmlns:a="http://schemas.openxmlformats.org/drawingml/2006/main">
            <a:pathLst>
              <a:path w="97100" h="84550">
                <a:moveTo>
                  <a:pt x="0" y="0"/>
                </a:moveTo>
                <a:lnTo>
                  <a:pt x="97100" y="17174"/>
                </a:lnTo>
                <a:lnTo>
                  <a:pt x="25101" y="845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97028-F312-4592-8B23-2928C9EE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989" y="3938382"/>
            <a:ext cx="1253055" cy="10"/>
          </a:xfrm>
          <a:custGeom xmlns:a="http://schemas.openxmlformats.org/drawingml/2006/main">
            <a:pathLst>
              <a:path w="1253055" h="1" fill="none">
                <a:moveTo>
                  <a:pt x="125305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C55A11"/>
            </a:solidFill>
            <a:round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D68A3-27DF-42E6-AEB5-AC095E1E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705" y="3894125"/>
            <a:ext cx="88513" cy="88513"/>
          </a:xfrm>
          <a:custGeom xmlns:a="http://schemas.openxmlformats.org/drawingml/2006/main">
            <a:pathLst>
              <a:path w="88513" h="88513">
                <a:moveTo>
                  <a:pt x="88513" y="88513"/>
                </a:moveTo>
                <a:lnTo>
                  <a:pt x="0" y="44257"/>
                </a:lnTo>
                <a:lnTo>
                  <a:pt x="88513" y="0"/>
                </a:lnTo>
                <a:lnTo>
                  <a:pt x="88513" y="88513"/>
                </a:ln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CallFlows">
            <a:extLst xmlns:a="http://schemas.openxmlformats.org/drawingml/2006/main">
              <a:ext uri="{FF2B5EF4-FFF2-40B4-BE49-F238E27FC236}">
                <a16:creationId xmlns:a16="http://schemas.microsoft.com/office/drawing/2014/main" id="{ED0B2CA7-9559-4DD4-A44F-4924FED5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428" y="3532414"/>
            <a:ext cx="605936" cy="106262"/>
          </a:xfrm>
          <a:custGeom xmlns:a="http://schemas.openxmlformats.org/drawingml/2006/main">
            <a:pathLst>
              <a:path w="605936" h="106262">
                <a:moveTo>
                  <a:pt x="70566" y="90931"/>
                </a:moveTo>
                <a:cubicBezTo>
                  <a:pt x="70566" y="91733"/>
                  <a:pt x="70541" y="92434"/>
                  <a:pt x="70491" y="93036"/>
                </a:cubicBezTo>
                <a:cubicBezTo>
                  <a:pt x="70441" y="93637"/>
                  <a:pt x="70353" y="94163"/>
                  <a:pt x="70228" y="94614"/>
                </a:cubicBezTo>
                <a:cubicBezTo>
                  <a:pt x="70102" y="95065"/>
                  <a:pt x="69940" y="95465"/>
                  <a:pt x="69739" y="95816"/>
                </a:cubicBezTo>
                <a:cubicBezTo>
                  <a:pt x="69539" y="96167"/>
                  <a:pt x="69188" y="96595"/>
                  <a:pt x="68687" y="97101"/>
                </a:cubicBezTo>
                <a:cubicBezTo>
                  <a:pt x="68186" y="97605"/>
                  <a:pt x="67134" y="98374"/>
                  <a:pt x="65531" y="99409"/>
                </a:cubicBezTo>
                <a:cubicBezTo>
                  <a:pt x="63928" y="100444"/>
                  <a:pt x="61936" y="101454"/>
                  <a:pt x="59556" y="102439"/>
                </a:cubicBezTo>
                <a:cubicBezTo>
                  <a:pt x="57177" y="103424"/>
                  <a:pt x="54446" y="104256"/>
                  <a:pt x="51365" y="104938"/>
                </a:cubicBezTo>
                <a:cubicBezTo>
                  <a:pt x="48284" y="105620"/>
                  <a:pt x="44915" y="105961"/>
                  <a:pt x="41257" y="105961"/>
                </a:cubicBezTo>
                <a:cubicBezTo>
                  <a:pt x="34945" y="105961"/>
                  <a:pt x="29246" y="104909"/>
                  <a:pt x="24161" y="102805"/>
                </a:cubicBezTo>
                <a:cubicBezTo>
                  <a:pt x="19076" y="100701"/>
                  <a:pt x="14742" y="97595"/>
                  <a:pt x="11160" y="93487"/>
                </a:cubicBezTo>
                <a:cubicBezTo>
                  <a:pt x="7578" y="89378"/>
                  <a:pt x="4822" y="84306"/>
                  <a:pt x="2893" y="78269"/>
                </a:cubicBezTo>
                <a:cubicBezTo>
                  <a:pt x="964" y="72232"/>
                  <a:pt x="0" y="65280"/>
                  <a:pt x="0" y="57415"/>
                </a:cubicBezTo>
                <a:cubicBezTo>
                  <a:pt x="0" y="49348"/>
                  <a:pt x="1040" y="42159"/>
                  <a:pt x="3119" y="35847"/>
                </a:cubicBezTo>
                <a:cubicBezTo>
                  <a:pt x="5198" y="29534"/>
                  <a:pt x="8116" y="24186"/>
                  <a:pt x="11874" y="19802"/>
                </a:cubicBezTo>
                <a:cubicBezTo>
                  <a:pt x="15631" y="15418"/>
                  <a:pt x="20128" y="12074"/>
                  <a:pt x="25363" y="9769"/>
                </a:cubicBezTo>
                <a:cubicBezTo>
                  <a:pt x="30599" y="7465"/>
                  <a:pt x="36398" y="6313"/>
                  <a:pt x="42760" y="6313"/>
                </a:cubicBezTo>
                <a:cubicBezTo>
                  <a:pt x="45566" y="6313"/>
                  <a:pt x="48296" y="6578"/>
                  <a:pt x="50952" y="7109"/>
                </a:cubicBezTo>
                <a:cubicBezTo>
                  <a:pt x="53607" y="7639"/>
                  <a:pt x="56062" y="8309"/>
                  <a:pt x="58316" y="9117"/>
                </a:cubicBezTo>
                <a:cubicBezTo>
                  <a:pt x="60571" y="9924"/>
                  <a:pt x="62575" y="10859"/>
                  <a:pt x="64328" y="11921"/>
                </a:cubicBezTo>
                <a:cubicBezTo>
                  <a:pt x="66082" y="12981"/>
                  <a:pt x="67297" y="13852"/>
                  <a:pt x="67973" y="14534"/>
                </a:cubicBezTo>
                <a:cubicBezTo>
                  <a:pt x="68649" y="15216"/>
                  <a:pt x="69088" y="15731"/>
                  <a:pt x="69288" y="16082"/>
                </a:cubicBezTo>
                <a:cubicBezTo>
                  <a:pt x="69489" y="16433"/>
                  <a:pt x="69651" y="16846"/>
                  <a:pt x="69777" y="17322"/>
                </a:cubicBezTo>
                <a:cubicBezTo>
                  <a:pt x="69902" y="17798"/>
                  <a:pt x="70002" y="18362"/>
                  <a:pt x="70077" y="19013"/>
                </a:cubicBezTo>
                <a:cubicBezTo>
                  <a:pt x="70152" y="19664"/>
                  <a:pt x="70190" y="20441"/>
                  <a:pt x="70190" y="21343"/>
                </a:cubicBezTo>
                <a:cubicBezTo>
                  <a:pt x="70190" y="22345"/>
                  <a:pt x="70140" y="23196"/>
                  <a:pt x="70040" y="23898"/>
                </a:cubicBezTo>
                <a:cubicBezTo>
                  <a:pt x="69940" y="24599"/>
                  <a:pt x="69789" y="25188"/>
                  <a:pt x="69589" y="25664"/>
                </a:cubicBezTo>
                <a:cubicBezTo>
                  <a:pt x="69388" y="26140"/>
                  <a:pt x="69150" y="26490"/>
                  <a:pt x="68875" y="26716"/>
                </a:cubicBezTo>
                <a:cubicBezTo>
                  <a:pt x="68599" y="26941"/>
                  <a:pt x="68261" y="27054"/>
                  <a:pt x="67860" y="27054"/>
                </a:cubicBezTo>
                <a:cubicBezTo>
                  <a:pt x="67159" y="27054"/>
                  <a:pt x="66182" y="26562"/>
                  <a:pt x="64930" y="25577"/>
                </a:cubicBezTo>
                <a:cubicBezTo>
                  <a:pt x="63677" y="24592"/>
                  <a:pt x="62061" y="23506"/>
                  <a:pt x="60082" y="22320"/>
                </a:cubicBezTo>
                <a:cubicBezTo>
                  <a:pt x="58103" y="21133"/>
                  <a:pt x="55699" y="20047"/>
                  <a:pt x="52868" y="19062"/>
                </a:cubicBezTo>
                <a:cubicBezTo>
                  <a:pt x="50037" y="18077"/>
                  <a:pt x="46643" y="17585"/>
                  <a:pt x="42685" y="17585"/>
                </a:cubicBezTo>
                <a:cubicBezTo>
                  <a:pt x="38377" y="17585"/>
                  <a:pt x="34456" y="18449"/>
                  <a:pt x="30924" y="20178"/>
                </a:cubicBezTo>
                <a:cubicBezTo>
                  <a:pt x="27392" y="21906"/>
                  <a:pt x="24374" y="24449"/>
                  <a:pt x="21869" y="27805"/>
                </a:cubicBezTo>
                <a:cubicBezTo>
                  <a:pt x="19364" y="31162"/>
                  <a:pt x="17422" y="35258"/>
                  <a:pt x="16045" y="40092"/>
                </a:cubicBezTo>
                <a:cubicBezTo>
                  <a:pt x="14667" y="44927"/>
                  <a:pt x="13978" y="50451"/>
                  <a:pt x="13978" y="56663"/>
                </a:cubicBezTo>
                <a:cubicBezTo>
                  <a:pt x="13978" y="62825"/>
                  <a:pt x="14642" y="68274"/>
                  <a:pt x="15969" y="73008"/>
                </a:cubicBezTo>
                <a:cubicBezTo>
                  <a:pt x="17297" y="77743"/>
                  <a:pt x="19201" y="81701"/>
                  <a:pt x="21681" y="84882"/>
                </a:cubicBezTo>
                <a:cubicBezTo>
                  <a:pt x="24161" y="88063"/>
                  <a:pt x="27204" y="90468"/>
                  <a:pt x="30811" y="92096"/>
                </a:cubicBezTo>
                <a:cubicBezTo>
                  <a:pt x="34419" y="93725"/>
                  <a:pt x="38502" y="94539"/>
                  <a:pt x="43061" y="94539"/>
                </a:cubicBezTo>
                <a:cubicBezTo>
                  <a:pt x="46919" y="94539"/>
                  <a:pt x="50288" y="94059"/>
                  <a:pt x="53169" y="93099"/>
                </a:cubicBezTo>
                <a:cubicBezTo>
                  <a:pt x="56049" y="92139"/>
                  <a:pt x="58504" y="91066"/>
                  <a:pt x="60533" y="89879"/>
                </a:cubicBezTo>
                <a:cubicBezTo>
                  <a:pt x="62562" y="88693"/>
                  <a:pt x="64228" y="87619"/>
                  <a:pt x="65531" y="86660"/>
                </a:cubicBezTo>
                <a:cubicBezTo>
                  <a:pt x="66833" y="85700"/>
                  <a:pt x="67860" y="85220"/>
                  <a:pt x="68612" y="85220"/>
                </a:cubicBezTo>
                <a:cubicBezTo>
                  <a:pt x="68963" y="85220"/>
                  <a:pt x="69263" y="85295"/>
                  <a:pt x="69514" y="85445"/>
                </a:cubicBezTo>
                <a:cubicBezTo>
                  <a:pt x="69764" y="85596"/>
                  <a:pt x="69965" y="85884"/>
                  <a:pt x="70115" y="86310"/>
                </a:cubicBezTo>
                <a:cubicBezTo>
                  <a:pt x="70265" y="86736"/>
                  <a:pt x="70378" y="87324"/>
                  <a:pt x="70453" y="88076"/>
                </a:cubicBezTo>
                <a:cubicBezTo>
                  <a:pt x="70528" y="88827"/>
                  <a:pt x="70566" y="89779"/>
                  <a:pt x="70566" y="90931"/>
                </a:cubicBezTo>
                <a:close/>
                <a:moveTo>
                  <a:pt x="137316" y="102955"/>
                </a:moveTo>
                <a:cubicBezTo>
                  <a:pt x="137316" y="103557"/>
                  <a:pt x="137115" y="104008"/>
                  <a:pt x="136715" y="104308"/>
                </a:cubicBezTo>
                <a:cubicBezTo>
                  <a:pt x="136314" y="104609"/>
                  <a:pt x="135763" y="104834"/>
                  <a:pt x="135061" y="104984"/>
                </a:cubicBezTo>
                <a:cubicBezTo>
                  <a:pt x="134360" y="105135"/>
                  <a:pt x="133333" y="105210"/>
                  <a:pt x="131980" y="105210"/>
                </a:cubicBezTo>
                <a:cubicBezTo>
                  <a:pt x="130678" y="105210"/>
                  <a:pt x="129638" y="105135"/>
                  <a:pt x="128861" y="104984"/>
                </a:cubicBezTo>
                <a:cubicBezTo>
                  <a:pt x="128085" y="104834"/>
                  <a:pt x="127521" y="104609"/>
                  <a:pt x="127171" y="104308"/>
                </a:cubicBezTo>
                <a:cubicBezTo>
                  <a:pt x="126820" y="104008"/>
                  <a:pt x="126644" y="103557"/>
                  <a:pt x="126644" y="102955"/>
                </a:cubicBezTo>
                <a:lnTo>
                  <a:pt x="126644" y="96192"/>
                </a:lnTo>
                <a:cubicBezTo>
                  <a:pt x="123689" y="99348"/>
                  <a:pt x="120394" y="101816"/>
                  <a:pt x="116762" y="103594"/>
                </a:cubicBezTo>
                <a:cubicBezTo>
                  <a:pt x="113130" y="105373"/>
                  <a:pt x="109285" y="106262"/>
                  <a:pt x="105227" y="106262"/>
                </a:cubicBezTo>
                <a:cubicBezTo>
                  <a:pt x="101670" y="106262"/>
                  <a:pt x="98451" y="105797"/>
                  <a:pt x="95570" y="104867"/>
                </a:cubicBezTo>
                <a:cubicBezTo>
                  <a:pt x="92689" y="103937"/>
                  <a:pt x="90234" y="102592"/>
                  <a:pt x="88205" y="100832"/>
                </a:cubicBezTo>
                <a:cubicBezTo>
                  <a:pt x="86176" y="99073"/>
                  <a:pt x="84598" y="96911"/>
                  <a:pt x="83471" y="94348"/>
                </a:cubicBezTo>
                <a:cubicBezTo>
                  <a:pt x="82344" y="91784"/>
                  <a:pt x="81780" y="88867"/>
                  <a:pt x="81780" y="85598"/>
                </a:cubicBezTo>
                <a:cubicBezTo>
                  <a:pt x="81780" y="81778"/>
                  <a:pt x="82556" y="78460"/>
                  <a:pt x="84110" y="75645"/>
                </a:cubicBezTo>
                <a:cubicBezTo>
                  <a:pt x="85663" y="72829"/>
                  <a:pt x="87892" y="70491"/>
                  <a:pt x="90798" y="68631"/>
                </a:cubicBezTo>
                <a:cubicBezTo>
                  <a:pt x="93704" y="66771"/>
                  <a:pt x="97261" y="65376"/>
                  <a:pt x="101469" y="64446"/>
                </a:cubicBezTo>
                <a:cubicBezTo>
                  <a:pt x="105678" y="63516"/>
                  <a:pt x="110412" y="63051"/>
                  <a:pt x="115673" y="63051"/>
                </a:cubicBezTo>
                <a:lnTo>
                  <a:pt x="124991" y="63051"/>
                </a:lnTo>
                <a:lnTo>
                  <a:pt x="124991" y="57809"/>
                </a:lnTo>
                <a:cubicBezTo>
                  <a:pt x="124991" y="55213"/>
                  <a:pt x="124716" y="52917"/>
                  <a:pt x="124165" y="50921"/>
                </a:cubicBezTo>
                <a:cubicBezTo>
                  <a:pt x="123613" y="48923"/>
                  <a:pt x="122724" y="47263"/>
                  <a:pt x="121497" y="45940"/>
                </a:cubicBezTo>
                <a:cubicBezTo>
                  <a:pt x="120269" y="44617"/>
                  <a:pt x="118679" y="43619"/>
                  <a:pt x="116725" y="42946"/>
                </a:cubicBezTo>
                <a:cubicBezTo>
                  <a:pt x="114771" y="42271"/>
                  <a:pt x="112366" y="41934"/>
                  <a:pt x="109510" y="41934"/>
                </a:cubicBezTo>
                <a:cubicBezTo>
                  <a:pt x="106454" y="41934"/>
                  <a:pt x="103711" y="42293"/>
                  <a:pt x="101281" y="43012"/>
                </a:cubicBezTo>
                <a:cubicBezTo>
                  <a:pt x="98852" y="43730"/>
                  <a:pt x="96722" y="44523"/>
                  <a:pt x="94894" y="45391"/>
                </a:cubicBezTo>
                <a:cubicBezTo>
                  <a:pt x="93065" y="46258"/>
                  <a:pt x="91537" y="47051"/>
                  <a:pt x="90309" y="47770"/>
                </a:cubicBezTo>
                <a:cubicBezTo>
                  <a:pt x="89082" y="48488"/>
                  <a:pt x="88168" y="48847"/>
                  <a:pt x="87566" y="48847"/>
                </a:cubicBezTo>
                <a:cubicBezTo>
                  <a:pt x="87166" y="48847"/>
                  <a:pt x="86815" y="48747"/>
                  <a:pt x="86514" y="48547"/>
                </a:cubicBezTo>
                <a:cubicBezTo>
                  <a:pt x="86214" y="48346"/>
                  <a:pt x="85951" y="48046"/>
                  <a:pt x="85725" y="47645"/>
                </a:cubicBezTo>
                <a:cubicBezTo>
                  <a:pt x="85500" y="47244"/>
                  <a:pt x="85337" y="46731"/>
                  <a:pt x="85237" y="46104"/>
                </a:cubicBezTo>
                <a:cubicBezTo>
                  <a:pt x="85137" y="45478"/>
                  <a:pt x="85087" y="44789"/>
                  <a:pt x="85087" y="44038"/>
                </a:cubicBezTo>
                <a:cubicBezTo>
                  <a:pt x="85087" y="42785"/>
                  <a:pt x="85174" y="41796"/>
                  <a:pt x="85350" y="41069"/>
                </a:cubicBezTo>
                <a:cubicBezTo>
                  <a:pt x="85525" y="40343"/>
                  <a:pt x="85951" y="39654"/>
                  <a:pt x="86627" y="39003"/>
                </a:cubicBezTo>
                <a:cubicBezTo>
                  <a:pt x="87303" y="38352"/>
                  <a:pt x="88468" y="37593"/>
                  <a:pt x="90122" y="36727"/>
                </a:cubicBezTo>
                <a:cubicBezTo>
                  <a:pt x="91775" y="35860"/>
                  <a:pt x="93679" y="35068"/>
                  <a:pt x="95833" y="34351"/>
                </a:cubicBezTo>
                <a:cubicBezTo>
                  <a:pt x="97987" y="33634"/>
                  <a:pt x="100342" y="33040"/>
                  <a:pt x="102897" y="32570"/>
                </a:cubicBezTo>
                <a:cubicBezTo>
                  <a:pt x="105452" y="32099"/>
                  <a:pt x="108032" y="31864"/>
                  <a:pt x="110638" y="31864"/>
                </a:cubicBezTo>
                <a:cubicBezTo>
                  <a:pt x="115497" y="31864"/>
                  <a:pt x="119630" y="32415"/>
                  <a:pt x="123037" y="33517"/>
                </a:cubicBezTo>
                <a:cubicBezTo>
                  <a:pt x="126444" y="34619"/>
                  <a:pt x="129200" y="36235"/>
                  <a:pt x="131304" y="38364"/>
                </a:cubicBezTo>
                <a:cubicBezTo>
                  <a:pt x="133408" y="40493"/>
                  <a:pt x="134936" y="43136"/>
                  <a:pt x="135888" y="46292"/>
                </a:cubicBezTo>
                <a:cubicBezTo>
                  <a:pt x="136840" y="49449"/>
                  <a:pt x="137316" y="53131"/>
                  <a:pt x="137316" y="57339"/>
                </a:cubicBezTo>
                <a:lnTo>
                  <a:pt x="137316" y="102955"/>
                </a:lnTo>
                <a:moveTo>
                  <a:pt x="124991" y="71994"/>
                </a:moveTo>
                <a:lnTo>
                  <a:pt x="114395" y="71994"/>
                </a:lnTo>
                <a:cubicBezTo>
                  <a:pt x="110988" y="71994"/>
                  <a:pt x="108032" y="72284"/>
                  <a:pt x="105527" y="72865"/>
                </a:cubicBezTo>
                <a:cubicBezTo>
                  <a:pt x="103022" y="73444"/>
                  <a:pt x="100943" y="74301"/>
                  <a:pt x="99290" y="75434"/>
                </a:cubicBezTo>
                <a:cubicBezTo>
                  <a:pt x="97637" y="76568"/>
                  <a:pt x="96422" y="77929"/>
                  <a:pt x="95645" y="79518"/>
                </a:cubicBezTo>
                <a:cubicBezTo>
                  <a:pt x="94869" y="81106"/>
                  <a:pt x="94480" y="82933"/>
                  <a:pt x="94480" y="84999"/>
                </a:cubicBezTo>
                <a:cubicBezTo>
                  <a:pt x="94480" y="88528"/>
                  <a:pt x="95595" y="91338"/>
                  <a:pt x="97824" y="93430"/>
                </a:cubicBezTo>
                <a:cubicBezTo>
                  <a:pt x="100054" y="95522"/>
                  <a:pt x="103173" y="96568"/>
                  <a:pt x="107181" y="96568"/>
                </a:cubicBezTo>
                <a:cubicBezTo>
                  <a:pt x="110437" y="96568"/>
                  <a:pt x="113456" y="95736"/>
                  <a:pt x="116236" y="94074"/>
                </a:cubicBezTo>
                <a:cubicBezTo>
                  <a:pt x="119017" y="92409"/>
                  <a:pt x="121935" y="89864"/>
                  <a:pt x="124991" y="86437"/>
                </a:cubicBezTo>
                <a:lnTo>
                  <a:pt x="124991" y="71994"/>
                </a:lnTo>
                <a:close/>
                <a:moveTo>
                  <a:pt x="172608" y="102878"/>
                </a:moveTo>
                <a:cubicBezTo>
                  <a:pt x="172608" y="103279"/>
                  <a:pt x="172508" y="103618"/>
                  <a:pt x="172308" y="103895"/>
                </a:cubicBezTo>
                <a:cubicBezTo>
                  <a:pt x="172107" y="104170"/>
                  <a:pt x="171782" y="104408"/>
                  <a:pt x="171331" y="104609"/>
                </a:cubicBezTo>
                <a:cubicBezTo>
                  <a:pt x="170880" y="104809"/>
                  <a:pt x="170254" y="104959"/>
                  <a:pt x="169452" y="105060"/>
                </a:cubicBezTo>
                <a:cubicBezTo>
                  <a:pt x="168651" y="105160"/>
                  <a:pt x="167624" y="105210"/>
                  <a:pt x="166371" y="105210"/>
                </a:cubicBezTo>
                <a:cubicBezTo>
                  <a:pt x="165169" y="105210"/>
                  <a:pt x="164167" y="105160"/>
                  <a:pt x="163365" y="105060"/>
                </a:cubicBezTo>
                <a:cubicBezTo>
                  <a:pt x="162563" y="104959"/>
                  <a:pt x="161925" y="104809"/>
                  <a:pt x="161449" y="104609"/>
                </a:cubicBezTo>
                <a:cubicBezTo>
                  <a:pt x="160973" y="104408"/>
                  <a:pt x="160647" y="104170"/>
                  <a:pt x="160472" y="103895"/>
                </a:cubicBezTo>
                <a:cubicBezTo>
                  <a:pt x="160296" y="103618"/>
                  <a:pt x="160209" y="103279"/>
                  <a:pt x="160209" y="102878"/>
                </a:cubicBezTo>
                <a:lnTo>
                  <a:pt x="160209" y="2407"/>
                </a:lnTo>
                <a:cubicBezTo>
                  <a:pt x="160209" y="2006"/>
                  <a:pt x="160296" y="1656"/>
                  <a:pt x="160472" y="1355"/>
                </a:cubicBezTo>
                <a:cubicBezTo>
                  <a:pt x="160647" y="1053"/>
                  <a:pt x="160973" y="802"/>
                  <a:pt x="161449" y="601"/>
                </a:cubicBezTo>
                <a:cubicBezTo>
                  <a:pt x="161925" y="401"/>
                  <a:pt x="162563" y="251"/>
                  <a:pt x="163365" y="150"/>
                </a:cubicBezTo>
                <a:cubicBezTo>
                  <a:pt x="164167" y="50"/>
                  <a:pt x="165169" y="0"/>
                  <a:pt x="166371" y="0"/>
                </a:cubicBezTo>
                <a:cubicBezTo>
                  <a:pt x="167624" y="0"/>
                  <a:pt x="168651" y="50"/>
                  <a:pt x="169452" y="150"/>
                </a:cubicBezTo>
                <a:cubicBezTo>
                  <a:pt x="170254" y="251"/>
                  <a:pt x="170880" y="401"/>
                  <a:pt x="171331" y="601"/>
                </a:cubicBezTo>
                <a:cubicBezTo>
                  <a:pt x="171782" y="802"/>
                  <a:pt x="172107" y="1053"/>
                  <a:pt x="172308" y="1355"/>
                </a:cubicBezTo>
                <a:cubicBezTo>
                  <a:pt x="172508" y="1656"/>
                  <a:pt x="172608" y="2006"/>
                  <a:pt x="172608" y="2407"/>
                </a:cubicBezTo>
                <a:lnTo>
                  <a:pt x="172608" y="102878"/>
                </a:lnTo>
                <a:close/>
                <a:moveTo>
                  <a:pt x="207977" y="102878"/>
                </a:moveTo>
                <a:cubicBezTo>
                  <a:pt x="207977" y="103279"/>
                  <a:pt x="207877" y="103618"/>
                  <a:pt x="207676" y="103895"/>
                </a:cubicBezTo>
                <a:cubicBezTo>
                  <a:pt x="207476" y="104170"/>
                  <a:pt x="207150" y="104408"/>
                  <a:pt x="206699" y="104609"/>
                </a:cubicBezTo>
                <a:cubicBezTo>
                  <a:pt x="206248" y="104809"/>
                  <a:pt x="205622" y="104959"/>
                  <a:pt x="204821" y="105060"/>
                </a:cubicBezTo>
                <a:cubicBezTo>
                  <a:pt x="204019" y="105160"/>
                  <a:pt x="202992" y="105210"/>
                  <a:pt x="201739" y="105210"/>
                </a:cubicBezTo>
                <a:cubicBezTo>
                  <a:pt x="200537" y="105210"/>
                  <a:pt x="199535" y="105160"/>
                  <a:pt x="198733" y="105060"/>
                </a:cubicBezTo>
                <a:cubicBezTo>
                  <a:pt x="197932" y="104959"/>
                  <a:pt x="197293" y="104809"/>
                  <a:pt x="196817" y="104609"/>
                </a:cubicBezTo>
                <a:cubicBezTo>
                  <a:pt x="196341" y="104408"/>
                  <a:pt x="196016" y="104170"/>
                  <a:pt x="195840" y="103895"/>
                </a:cubicBezTo>
                <a:cubicBezTo>
                  <a:pt x="195665" y="103618"/>
                  <a:pt x="195577" y="103279"/>
                  <a:pt x="195577" y="102878"/>
                </a:cubicBezTo>
                <a:lnTo>
                  <a:pt x="195577" y="2407"/>
                </a:lnTo>
                <a:cubicBezTo>
                  <a:pt x="195577" y="2006"/>
                  <a:pt x="195665" y="1656"/>
                  <a:pt x="195840" y="1355"/>
                </a:cubicBezTo>
                <a:cubicBezTo>
                  <a:pt x="196016" y="1053"/>
                  <a:pt x="196341" y="802"/>
                  <a:pt x="196817" y="601"/>
                </a:cubicBezTo>
                <a:cubicBezTo>
                  <a:pt x="197293" y="401"/>
                  <a:pt x="197932" y="251"/>
                  <a:pt x="198733" y="150"/>
                </a:cubicBezTo>
                <a:cubicBezTo>
                  <a:pt x="199535" y="50"/>
                  <a:pt x="200537" y="0"/>
                  <a:pt x="201739" y="0"/>
                </a:cubicBezTo>
                <a:cubicBezTo>
                  <a:pt x="202992" y="0"/>
                  <a:pt x="204019" y="50"/>
                  <a:pt x="204821" y="150"/>
                </a:cubicBezTo>
                <a:cubicBezTo>
                  <a:pt x="205622" y="251"/>
                  <a:pt x="206248" y="401"/>
                  <a:pt x="206699" y="601"/>
                </a:cubicBezTo>
                <a:cubicBezTo>
                  <a:pt x="207150" y="802"/>
                  <a:pt x="207476" y="1053"/>
                  <a:pt x="207676" y="1355"/>
                </a:cubicBezTo>
                <a:cubicBezTo>
                  <a:pt x="207877" y="1656"/>
                  <a:pt x="207977" y="2006"/>
                  <a:pt x="207977" y="2407"/>
                </a:cubicBezTo>
                <a:lnTo>
                  <a:pt x="207977" y="102878"/>
                </a:lnTo>
                <a:close/>
                <a:moveTo>
                  <a:pt x="318473" y="13076"/>
                </a:moveTo>
                <a:cubicBezTo>
                  <a:pt x="318473" y="14028"/>
                  <a:pt x="318423" y="14855"/>
                  <a:pt x="318323" y="15556"/>
                </a:cubicBezTo>
                <a:cubicBezTo>
                  <a:pt x="318223" y="16257"/>
                  <a:pt x="318047" y="16821"/>
                  <a:pt x="317797" y="17247"/>
                </a:cubicBezTo>
                <a:cubicBezTo>
                  <a:pt x="317546" y="17673"/>
                  <a:pt x="317258" y="17986"/>
                  <a:pt x="316933" y="18186"/>
                </a:cubicBezTo>
                <a:cubicBezTo>
                  <a:pt x="316607" y="18387"/>
                  <a:pt x="316269" y="18487"/>
                  <a:pt x="315918" y="18487"/>
                </a:cubicBezTo>
                <a:lnTo>
                  <a:pt x="280297" y="18487"/>
                </a:lnTo>
                <a:lnTo>
                  <a:pt x="280297" y="51478"/>
                </a:lnTo>
                <a:lnTo>
                  <a:pt x="313964" y="51478"/>
                </a:lnTo>
                <a:cubicBezTo>
                  <a:pt x="314315" y="51478"/>
                  <a:pt x="314653" y="51565"/>
                  <a:pt x="314979" y="51741"/>
                </a:cubicBezTo>
                <a:cubicBezTo>
                  <a:pt x="315304" y="51916"/>
                  <a:pt x="315592" y="52204"/>
                  <a:pt x="315843" y="52605"/>
                </a:cubicBezTo>
                <a:cubicBezTo>
                  <a:pt x="316093" y="53006"/>
                  <a:pt x="316269" y="53544"/>
                  <a:pt x="316369" y="54221"/>
                </a:cubicBezTo>
                <a:cubicBezTo>
                  <a:pt x="316469" y="54897"/>
                  <a:pt x="316519" y="55761"/>
                  <a:pt x="316519" y="56813"/>
                </a:cubicBezTo>
                <a:cubicBezTo>
                  <a:pt x="316519" y="57765"/>
                  <a:pt x="316469" y="58579"/>
                  <a:pt x="316369" y="59256"/>
                </a:cubicBezTo>
                <a:cubicBezTo>
                  <a:pt x="316269" y="59932"/>
                  <a:pt x="316093" y="60483"/>
                  <a:pt x="315843" y="60909"/>
                </a:cubicBezTo>
                <a:cubicBezTo>
                  <a:pt x="315592" y="61335"/>
                  <a:pt x="315304" y="61661"/>
                  <a:pt x="314979" y="61886"/>
                </a:cubicBezTo>
                <a:cubicBezTo>
                  <a:pt x="314653" y="62111"/>
                  <a:pt x="314315" y="62224"/>
                  <a:pt x="313964" y="62224"/>
                </a:cubicBezTo>
                <a:lnTo>
                  <a:pt x="280297" y="62224"/>
                </a:lnTo>
                <a:lnTo>
                  <a:pt x="280297" y="102800"/>
                </a:lnTo>
                <a:cubicBezTo>
                  <a:pt x="280297" y="103153"/>
                  <a:pt x="280197" y="103492"/>
                  <a:pt x="279996" y="103817"/>
                </a:cubicBezTo>
                <a:cubicBezTo>
                  <a:pt x="279796" y="104143"/>
                  <a:pt x="279445" y="104394"/>
                  <a:pt x="278944" y="104571"/>
                </a:cubicBezTo>
                <a:cubicBezTo>
                  <a:pt x="278443" y="104747"/>
                  <a:pt x="277792" y="104897"/>
                  <a:pt x="276990" y="105022"/>
                </a:cubicBezTo>
                <a:cubicBezTo>
                  <a:pt x="276189" y="105147"/>
                  <a:pt x="275137" y="105210"/>
                  <a:pt x="273834" y="105210"/>
                </a:cubicBezTo>
                <a:cubicBezTo>
                  <a:pt x="272632" y="105210"/>
                  <a:pt x="271605" y="105147"/>
                  <a:pt x="270753" y="105022"/>
                </a:cubicBezTo>
                <a:cubicBezTo>
                  <a:pt x="269901" y="104897"/>
                  <a:pt x="269225" y="104747"/>
                  <a:pt x="268724" y="104571"/>
                </a:cubicBezTo>
                <a:cubicBezTo>
                  <a:pt x="268223" y="104396"/>
                  <a:pt x="267872" y="104145"/>
                  <a:pt x="267672" y="103820"/>
                </a:cubicBezTo>
                <a:cubicBezTo>
                  <a:pt x="267471" y="103494"/>
                  <a:pt x="267371" y="103156"/>
                  <a:pt x="267371" y="102805"/>
                </a:cubicBezTo>
                <a:lnTo>
                  <a:pt x="267371" y="12775"/>
                </a:lnTo>
                <a:cubicBezTo>
                  <a:pt x="267371" y="10822"/>
                  <a:pt x="267885" y="9456"/>
                  <a:pt x="268912" y="8680"/>
                </a:cubicBezTo>
                <a:cubicBezTo>
                  <a:pt x="269939" y="7903"/>
                  <a:pt x="271029" y="7515"/>
                  <a:pt x="272181" y="7515"/>
                </a:cubicBezTo>
                <a:lnTo>
                  <a:pt x="315918" y="7515"/>
                </a:lnTo>
                <a:cubicBezTo>
                  <a:pt x="316269" y="7515"/>
                  <a:pt x="316607" y="7615"/>
                  <a:pt x="316933" y="7816"/>
                </a:cubicBezTo>
                <a:cubicBezTo>
                  <a:pt x="317258" y="8016"/>
                  <a:pt x="317546" y="8342"/>
                  <a:pt x="317797" y="8793"/>
                </a:cubicBezTo>
                <a:cubicBezTo>
                  <a:pt x="318047" y="9243"/>
                  <a:pt x="318223" y="9832"/>
                  <a:pt x="318323" y="10559"/>
                </a:cubicBezTo>
                <a:cubicBezTo>
                  <a:pt x="318423" y="11285"/>
                  <a:pt x="318473" y="12124"/>
                  <a:pt x="318473" y="13076"/>
                </a:cubicBezTo>
                <a:close/>
                <a:moveTo>
                  <a:pt x="349109" y="102878"/>
                </a:moveTo>
                <a:cubicBezTo>
                  <a:pt x="349109" y="103279"/>
                  <a:pt x="349009" y="103618"/>
                  <a:pt x="348809" y="103895"/>
                </a:cubicBezTo>
                <a:cubicBezTo>
                  <a:pt x="348608" y="104170"/>
                  <a:pt x="348283" y="104408"/>
                  <a:pt x="347832" y="104609"/>
                </a:cubicBezTo>
                <a:cubicBezTo>
                  <a:pt x="347381" y="104809"/>
                  <a:pt x="346755" y="104959"/>
                  <a:pt x="345953" y="105060"/>
                </a:cubicBezTo>
                <a:cubicBezTo>
                  <a:pt x="345152" y="105160"/>
                  <a:pt x="344124" y="105210"/>
                  <a:pt x="342872" y="105210"/>
                </a:cubicBezTo>
                <a:cubicBezTo>
                  <a:pt x="341670" y="105210"/>
                  <a:pt x="340668" y="105160"/>
                  <a:pt x="339866" y="105060"/>
                </a:cubicBezTo>
                <a:cubicBezTo>
                  <a:pt x="339064" y="104959"/>
                  <a:pt x="338426" y="104809"/>
                  <a:pt x="337950" y="104609"/>
                </a:cubicBezTo>
                <a:cubicBezTo>
                  <a:pt x="337474" y="104408"/>
                  <a:pt x="337148" y="104170"/>
                  <a:pt x="336973" y="103895"/>
                </a:cubicBezTo>
                <a:cubicBezTo>
                  <a:pt x="336797" y="103618"/>
                  <a:pt x="336710" y="103279"/>
                  <a:pt x="336710" y="102878"/>
                </a:cubicBezTo>
                <a:lnTo>
                  <a:pt x="336710" y="2407"/>
                </a:lnTo>
                <a:cubicBezTo>
                  <a:pt x="336710" y="2006"/>
                  <a:pt x="336797" y="1656"/>
                  <a:pt x="336973" y="1355"/>
                </a:cubicBezTo>
                <a:cubicBezTo>
                  <a:pt x="337148" y="1053"/>
                  <a:pt x="337474" y="802"/>
                  <a:pt x="337950" y="601"/>
                </a:cubicBezTo>
                <a:cubicBezTo>
                  <a:pt x="338426" y="401"/>
                  <a:pt x="339064" y="251"/>
                  <a:pt x="339866" y="150"/>
                </a:cubicBezTo>
                <a:cubicBezTo>
                  <a:pt x="340668" y="50"/>
                  <a:pt x="341670" y="0"/>
                  <a:pt x="342872" y="0"/>
                </a:cubicBezTo>
                <a:cubicBezTo>
                  <a:pt x="344124" y="0"/>
                  <a:pt x="345152" y="50"/>
                  <a:pt x="345953" y="150"/>
                </a:cubicBezTo>
                <a:cubicBezTo>
                  <a:pt x="346755" y="251"/>
                  <a:pt x="347381" y="401"/>
                  <a:pt x="347832" y="601"/>
                </a:cubicBezTo>
                <a:cubicBezTo>
                  <a:pt x="348283" y="802"/>
                  <a:pt x="348608" y="1053"/>
                  <a:pt x="348809" y="1355"/>
                </a:cubicBezTo>
                <a:cubicBezTo>
                  <a:pt x="349009" y="1656"/>
                  <a:pt x="349109" y="2006"/>
                  <a:pt x="349109" y="2407"/>
                </a:cubicBezTo>
                <a:lnTo>
                  <a:pt x="349109" y="102878"/>
                </a:lnTo>
                <a:close/>
                <a:moveTo>
                  <a:pt x="434978" y="68349"/>
                </a:moveTo>
                <a:cubicBezTo>
                  <a:pt x="434978" y="73865"/>
                  <a:pt x="434252" y="78942"/>
                  <a:pt x="432799" y="83581"/>
                </a:cubicBezTo>
                <a:cubicBezTo>
                  <a:pt x="431346" y="88220"/>
                  <a:pt x="429179" y="92220"/>
                  <a:pt x="426298" y="95581"/>
                </a:cubicBezTo>
                <a:cubicBezTo>
                  <a:pt x="423418" y="98941"/>
                  <a:pt x="419811" y="101561"/>
                  <a:pt x="415477" y="103442"/>
                </a:cubicBezTo>
                <a:cubicBezTo>
                  <a:pt x="411143" y="105322"/>
                  <a:pt x="406121" y="106262"/>
                  <a:pt x="400409" y="106262"/>
                </a:cubicBezTo>
                <a:cubicBezTo>
                  <a:pt x="394848" y="106262"/>
                  <a:pt x="390001" y="105435"/>
                  <a:pt x="385868" y="103780"/>
                </a:cubicBezTo>
                <a:cubicBezTo>
                  <a:pt x="381735" y="102125"/>
                  <a:pt x="378290" y="99718"/>
                  <a:pt x="375535" y="96558"/>
                </a:cubicBezTo>
                <a:cubicBezTo>
                  <a:pt x="372779" y="93399"/>
                  <a:pt x="370725" y="89562"/>
                  <a:pt x="369372" y="85049"/>
                </a:cubicBezTo>
                <a:cubicBezTo>
                  <a:pt x="368020" y="80535"/>
                  <a:pt x="367343" y="75419"/>
                  <a:pt x="367343" y="69702"/>
                </a:cubicBezTo>
                <a:cubicBezTo>
                  <a:pt x="367343" y="64186"/>
                  <a:pt x="368057" y="59109"/>
                  <a:pt x="369485" y="54470"/>
                </a:cubicBezTo>
                <a:cubicBezTo>
                  <a:pt x="370913" y="49831"/>
                  <a:pt x="373067" y="45831"/>
                  <a:pt x="375948" y="42471"/>
                </a:cubicBezTo>
                <a:cubicBezTo>
                  <a:pt x="378829" y="39110"/>
                  <a:pt x="382423" y="36502"/>
                  <a:pt x="386732" y="34646"/>
                </a:cubicBezTo>
                <a:cubicBezTo>
                  <a:pt x="391041" y="32791"/>
                  <a:pt x="396076" y="31864"/>
                  <a:pt x="401837" y="31864"/>
                </a:cubicBezTo>
                <a:cubicBezTo>
                  <a:pt x="407398" y="31864"/>
                  <a:pt x="412245" y="32691"/>
                  <a:pt x="416379" y="34346"/>
                </a:cubicBezTo>
                <a:cubicBezTo>
                  <a:pt x="420512" y="36001"/>
                  <a:pt x="423956" y="38408"/>
                  <a:pt x="426712" y="41567"/>
                </a:cubicBezTo>
                <a:cubicBezTo>
                  <a:pt x="429467" y="44727"/>
                  <a:pt x="431534" y="48563"/>
                  <a:pt x="432912" y="53077"/>
                </a:cubicBezTo>
                <a:cubicBezTo>
                  <a:pt x="434289" y="57591"/>
                  <a:pt x="434978" y="62681"/>
                  <a:pt x="434978" y="68349"/>
                </a:cubicBezTo>
                <a:moveTo>
                  <a:pt x="421902" y="69176"/>
                </a:moveTo>
                <a:cubicBezTo>
                  <a:pt x="421902" y="65514"/>
                  <a:pt x="421564" y="62052"/>
                  <a:pt x="420888" y="58791"/>
                </a:cubicBezTo>
                <a:cubicBezTo>
                  <a:pt x="420211" y="55530"/>
                  <a:pt x="419097" y="52670"/>
                  <a:pt x="417544" y="50212"/>
                </a:cubicBezTo>
                <a:cubicBezTo>
                  <a:pt x="415990" y="47754"/>
                  <a:pt x="413886" y="45810"/>
                  <a:pt x="411231" y="44381"/>
                </a:cubicBezTo>
                <a:cubicBezTo>
                  <a:pt x="408576" y="42950"/>
                  <a:pt x="405269" y="42234"/>
                  <a:pt x="401311" y="42234"/>
                </a:cubicBezTo>
                <a:cubicBezTo>
                  <a:pt x="397654" y="42234"/>
                  <a:pt x="394510" y="42886"/>
                  <a:pt x="391880" y="44191"/>
                </a:cubicBezTo>
                <a:cubicBezTo>
                  <a:pt x="389250" y="45495"/>
                  <a:pt x="387083" y="47339"/>
                  <a:pt x="385379" y="49723"/>
                </a:cubicBezTo>
                <a:cubicBezTo>
                  <a:pt x="383676" y="52106"/>
                  <a:pt x="382411" y="54928"/>
                  <a:pt x="381584" y="58190"/>
                </a:cubicBezTo>
                <a:cubicBezTo>
                  <a:pt x="380758" y="61449"/>
                  <a:pt x="380344" y="65011"/>
                  <a:pt x="380344" y="68875"/>
                </a:cubicBezTo>
                <a:cubicBezTo>
                  <a:pt x="380344" y="72587"/>
                  <a:pt x="380682" y="76074"/>
                  <a:pt x="381359" y="79335"/>
                </a:cubicBezTo>
                <a:cubicBezTo>
                  <a:pt x="382035" y="82596"/>
                  <a:pt x="383162" y="85443"/>
                  <a:pt x="384741" y="87876"/>
                </a:cubicBezTo>
                <a:cubicBezTo>
                  <a:pt x="386319" y="90309"/>
                  <a:pt x="388435" y="92241"/>
                  <a:pt x="391091" y="93672"/>
                </a:cubicBezTo>
                <a:cubicBezTo>
                  <a:pt x="393746" y="95101"/>
                  <a:pt x="397053" y="95816"/>
                  <a:pt x="401011" y="95816"/>
                </a:cubicBezTo>
                <a:cubicBezTo>
                  <a:pt x="404618" y="95816"/>
                  <a:pt x="407749" y="95164"/>
                  <a:pt x="410404" y="93860"/>
                </a:cubicBezTo>
                <a:cubicBezTo>
                  <a:pt x="413060" y="92556"/>
                  <a:pt x="415239" y="90725"/>
                  <a:pt x="416942" y="88367"/>
                </a:cubicBezTo>
                <a:cubicBezTo>
                  <a:pt x="418646" y="86008"/>
                  <a:pt x="419898" y="83198"/>
                  <a:pt x="420700" y="79938"/>
                </a:cubicBezTo>
                <a:cubicBezTo>
                  <a:pt x="421501" y="76677"/>
                  <a:pt x="421902" y="73090"/>
                  <a:pt x="421902" y="69176"/>
                </a:cubicBezTo>
                <a:close/>
                <a:moveTo>
                  <a:pt x="547923" y="35095"/>
                </a:moveTo>
                <a:cubicBezTo>
                  <a:pt x="547923" y="35446"/>
                  <a:pt x="547873" y="35872"/>
                  <a:pt x="547773" y="36373"/>
                </a:cubicBezTo>
                <a:cubicBezTo>
                  <a:pt x="547673" y="36874"/>
                  <a:pt x="547498" y="37500"/>
                  <a:pt x="547247" y="38251"/>
                </a:cubicBezTo>
                <a:lnTo>
                  <a:pt x="527332" y="102505"/>
                </a:lnTo>
                <a:cubicBezTo>
                  <a:pt x="527182" y="103056"/>
                  <a:pt x="526944" y="103507"/>
                  <a:pt x="526618" y="103857"/>
                </a:cubicBezTo>
                <a:cubicBezTo>
                  <a:pt x="526293" y="104208"/>
                  <a:pt x="525842" y="104483"/>
                  <a:pt x="525266" y="104684"/>
                </a:cubicBezTo>
                <a:cubicBezTo>
                  <a:pt x="524690" y="104884"/>
                  <a:pt x="523901" y="105022"/>
                  <a:pt x="522899" y="105097"/>
                </a:cubicBezTo>
                <a:cubicBezTo>
                  <a:pt x="521897" y="105172"/>
                  <a:pt x="520644" y="105210"/>
                  <a:pt x="519141" y="105210"/>
                </a:cubicBezTo>
                <a:cubicBezTo>
                  <a:pt x="517588" y="105210"/>
                  <a:pt x="516285" y="105160"/>
                  <a:pt x="515233" y="105060"/>
                </a:cubicBezTo>
                <a:cubicBezTo>
                  <a:pt x="514181" y="104959"/>
                  <a:pt x="513342" y="104809"/>
                  <a:pt x="512716" y="104609"/>
                </a:cubicBezTo>
                <a:cubicBezTo>
                  <a:pt x="512089" y="104408"/>
                  <a:pt x="511626" y="104133"/>
                  <a:pt x="511325" y="103782"/>
                </a:cubicBezTo>
                <a:cubicBezTo>
                  <a:pt x="511025" y="103431"/>
                  <a:pt x="510799" y="103006"/>
                  <a:pt x="510649" y="102505"/>
                </a:cubicBezTo>
                <a:lnTo>
                  <a:pt x="496446" y="53432"/>
                </a:lnTo>
                <a:lnTo>
                  <a:pt x="496295" y="52755"/>
                </a:lnTo>
                <a:lnTo>
                  <a:pt x="496145" y="53432"/>
                </a:lnTo>
                <a:lnTo>
                  <a:pt x="482994" y="102505"/>
                </a:lnTo>
                <a:cubicBezTo>
                  <a:pt x="482844" y="103056"/>
                  <a:pt x="482606" y="103507"/>
                  <a:pt x="482280" y="103857"/>
                </a:cubicBezTo>
                <a:cubicBezTo>
                  <a:pt x="481954" y="104208"/>
                  <a:pt x="481466" y="104483"/>
                  <a:pt x="480815" y="104684"/>
                </a:cubicBezTo>
                <a:cubicBezTo>
                  <a:pt x="480163" y="104884"/>
                  <a:pt x="479324" y="105022"/>
                  <a:pt x="478297" y="105097"/>
                </a:cubicBezTo>
                <a:cubicBezTo>
                  <a:pt x="477270" y="105172"/>
                  <a:pt x="476005" y="105210"/>
                  <a:pt x="474502" y="105210"/>
                </a:cubicBezTo>
                <a:cubicBezTo>
                  <a:pt x="472949" y="105210"/>
                  <a:pt x="471684" y="105160"/>
                  <a:pt x="470707" y="105060"/>
                </a:cubicBezTo>
                <a:cubicBezTo>
                  <a:pt x="469730" y="104959"/>
                  <a:pt x="468928" y="104809"/>
                  <a:pt x="468302" y="104609"/>
                </a:cubicBezTo>
                <a:cubicBezTo>
                  <a:pt x="467676" y="104408"/>
                  <a:pt x="467212" y="104133"/>
                  <a:pt x="466912" y="103782"/>
                </a:cubicBezTo>
                <a:cubicBezTo>
                  <a:pt x="466611" y="103431"/>
                  <a:pt x="466386" y="103006"/>
                  <a:pt x="466235" y="102505"/>
                </a:cubicBezTo>
                <a:lnTo>
                  <a:pt x="446471" y="38251"/>
                </a:lnTo>
                <a:cubicBezTo>
                  <a:pt x="446221" y="37500"/>
                  <a:pt x="446045" y="36874"/>
                  <a:pt x="445945" y="36373"/>
                </a:cubicBezTo>
                <a:cubicBezTo>
                  <a:pt x="445845" y="35872"/>
                  <a:pt x="445795" y="35446"/>
                  <a:pt x="445795" y="35095"/>
                </a:cubicBezTo>
                <a:cubicBezTo>
                  <a:pt x="445795" y="34644"/>
                  <a:pt x="445895" y="34281"/>
                  <a:pt x="446095" y="34005"/>
                </a:cubicBezTo>
                <a:cubicBezTo>
                  <a:pt x="446296" y="33730"/>
                  <a:pt x="446634" y="33504"/>
                  <a:pt x="447110" y="33329"/>
                </a:cubicBezTo>
                <a:cubicBezTo>
                  <a:pt x="447586" y="33154"/>
                  <a:pt x="448225" y="33041"/>
                  <a:pt x="449026" y="32991"/>
                </a:cubicBezTo>
                <a:cubicBezTo>
                  <a:pt x="449828" y="32941"/>
                  <a:pt x="450805" y="32916"/>
                  <a:pt x="451957" y="32916"/>
                </a:cubicBezTo>
                <a:cubicBezTo>
                  <a:pt x="453360" y="32916"/>
                  <a:pt x="454487" y="32953"/>
                  <a:pt x="455339" y="33028"/>
                </a:cubicBezTo>
                <a:cubicBezTo>
                  <a:pt x="456190" y="33104"/>
                  <a:pt x="456842" y="33229"/>
                  <a:pt x="457293" y="33404"/>
                </a:cubicBezTo>
                <a:cubicBezTo>
                  <a:pt x="457744" y="33580"/>
                  <a:pt x="458069" y="33830"/>
                  <a:pt x="458270" y="34156"/>
                </a:cubicBezTo>
                <a:cubicBezTo>
                  <a:pt x="458470" y="34480"/>
                  <a:pt x="458645" y="34867"/>
                  <a:pt x="458796" y="35318"/>
                </a:cubicBezTo>
                <a:lnTo>
                  <a:pt x="475103" y="91007"/>
                </a:lnTo>
                <a:lnTo>
                  <a:pt x="475253" y="91683"/>
                </a:lnTo>
                <a:lnTo>
                  <a:pt x="475404" y="91007"/>
                </a:lnTo>
                <a:lnTo>
                  <a:pt x="490359" y="35318"/>
                </a:lnTo>
                <a:cubicBezTo>
                  <a:pt x="490459" y="34867"/>
                  <a:pt x="490622" y="34480"/>
                  <a:pt x="490847" y="34156"/>
                </a:cubicBezTo>
                <a:cubicBezTo>
                  <a:pt x="491073" y="33830"/>
                  <a:pt x="491411" y="33580"/>
                  <a:pt x="491862" y="33404"/>
                </a:cubicBezTo>
                <a:cubicBezTo>
                  <a:pt x="492312" y="33229"/>
                  <a:pt x="492926" y="33104"/>
                  <a:pt x="493703" y="33028"/>
                </a:cubicBezTo>
                <a:cubicBezTo>
                  <a:pt x="494479" y="32953"/>
                  <a:pt x="495494" y="32916"/>
                  <a:pt x="496746" y="32916"/>
                </a:cubicBezTo>
                <a:cubicBezTo>
                  <a:pt x="497949" y="32916"/>
                  <a:pt x="498938" y="32953"/>
                  <a:pt x="499715" y="33028"/>
                </a:cubicBezTo>
                <a:cubicBezTo>
                  <a:pt x="500491" y="33104"/>
                  <a:pt x="501105" y="33229"/>
                  <a:pt x="501556" y="33404"/>
                </a:cubicBezTo>
                <a:cubicBezTo>
                  <a:pt x="502007" y="33580"/>
                  <a:pt x="502332" y="33817"/>
                  <a:pt x="502533" y="34118"/>
                </a:cubicBezTo>
                <a:cubicBezTo>
                  <a:pt x="502733" y="34417"/>
                  <a:pt x="502884" y="34767"/>
                  <a:pt x="502984" y="35168"/>
                </a:cubicBezTo>
                <a:lnTo>
                  <a:pt x="519141" y="91007"/>
                </a:lnTo>
                <a:lnTo>
                  <a:pt x="519291" y="91683"/>
                </a:lnTo>
                <a:lnTo>
                  <a:pt x="519366" y="91007"/>
                </a:lnTo>
                <a:lnTo>
                  <a:pt x="535449" y="35318"/>
                </a:lnTo>
                <a:cubicBezTo>
                  <a:pt x="535549" y="34867"/>
                  <a:pt x="535712" y="34480"/>
                  <a:pt x="535937" y="34156"/>
                </a:cubicBezTo>
                <a:cubicBezTo>
                  <a:pt x="536162" y="33830"/>
                  <a:pt x="536513" y="33580"/>
                  <a:pt x="536989" y="33404"/>
                </a:cubicBezTo>
                <a:cubicBezTo>
                  <a:pt x="537465" y="33229"/>
                  <a:pt x="538116" y="33104"/>
                  <a:pt x="538943" y="33028"/>
                </a:cubicBezTo>
                <a:cubicBezTo>
                  <a:pt x="539770" y="32953"/>
                  <a:pt x="540834" y="32916"/>
                  <a:pt x="542137" y="32916"/>
                </a:cubicBezTo>
                <a:cubicBezTo>
                  <a:pt x="543339" y="32916"/>
                  <a:pt x="544304" y="32941"/>
                  <a:pt x="545030" y="32991"/>
                </a:cubicBezTo>
                <a:cubicBezTo>
                  <a:pt x="545757" y="33041"/>
                  <a:pt x="546333" y="33166"/>
                  <a:pt x="546759" y="33367"/>
                </a:cubicBezTo>
                <a:cubicBezTo>
                  <a:pt x="547184" y="33567"/>
                  <a:pt x="547485" y="33792"/>
                  <a:pt x="547660" y="34043"/>
                </a:cubicBezTo>
                <a:cubicBezTo>
                  <a:pt x="547836" y="34293"/>
                  <a:pt x="547923" y="34644"/>
                  <a:pt x="547923" y="35095"/>
                </a:cubicBezTo>
                <a:close/>
                <a:moveTo>
                  <a:pt x="605936" y="84523"/>
                </a:moveTo>
                <a:cubicBezTo>
                  <a:pt x="605936" y="87983"/>
                  <a:pt x="605298" y="91067"/>
                  <a:pt x="604020" y="93775"/>
                </a:cubicBezTo>
                <a:cubicBezTo>
                  <a:pt x="602742" y="96482"/>
                  <a:pt x="600926" y="98764"/>
                  <a:pt x="598572" y="100621"/>
                </a:cubicBezTo>
                <a:cubicBezTo>
                  <a:pt x="596217" y="102476"/>
                  <a:pt x="593411" y="103880"/>
                  <a:pt x="590155" y="104832"/>
                </a:cubicBezTo>
                <a:cubicBezTo>
                  <a:pt x="586898" y="105785"/>
                  <a:pt x="583316" y="106262"/>
                  <a:pt x="579408" y="106262"/>
                </a:cubicBezTo>
                <a:cubicBezTo>
                  <a:pt x="577004" y="106262"/>
                  <a:pt x="574711" y="106074"/>
                  <a:pt x="572532" y="105698"/>
                </a:cubicBezTo>
                <a:cubicBezTo>
                  <a:pt x="570353" y="105323"/>
                  <a:pt x="568399" y="104847"/>
                  <a:pt x="566670" y="104271"/>
                </a:cubicBezTo>
                <a:cubicBezTo>
                  <a:pt x="564942" y="103694"/>
                  <a:pt x="563477" y="103093"/>
                  <a:pt x="562274" y="102467"/>
                </a:cubicBezTo>
                <a:cubicBezTo>
                  <a:pt x="561072" y="101841"/>
                  <a:pt x="560195" y="101277"/>
                  <a:pt x="559644" y="100776"/>
                </a:cubicBezTo>
                <a:cubicBezTo>
                  <a:pt x="559093" y="100275"/>
                  <a:pt x="558692" y="99574"/>
                  <a:pt x="558442" y="98672"/>
                </a:cubicBezTo>
                <a:cubicBezTo>
                  <a:pt x="558191" y="97770"/>
                  <a:pt x="558066" y="96543"/>
                  <a:pt x="558066" y="94990"/>
                </a:cubicBezTo>
                <a:cubicBezTo>
                  <a:pt x="558066" y="94038"/>
                  <a:pt x="558116" y="93236"/>
                  <a:pt x="558216" y="92585"/>
                </a:cubicBezTo>
                <a:cubicBezTo>
                  <a:pt x="558316" y="91933"/>
                  <a:pt x="558442" y="91407"/>
                  <a:pt x="558592" y="91007"/>
                </a:cubicBezTo>
                <a:cubicBezTo>
                  <a:pt x="558742" y="90606"/>
                  <a:pt x="558955" y="90318"/>
                  <a:pt x="559231" y="90142"/>
                </a:cubicBezTo>
                <a:cubicBezTo>
                  <a:pt x="559506" y="89967"/>
                  <a:pt x="559819" y="89879"/>
                  <a:pt x="560170" y="89879"/>
                </a:cubicBezTo>
                <a:cubicBezTo>
                  <a:pt x="560721" y="89879"/>
                  <a:pt x="561535" y="90218"/>
                  <a:pt x="562612" y="90894"/>
                </a:cubicBezTo>
                <a:cubicBezTo>
                  <a:pt x="563690" y="91570"/>
                  <a:pt x="565017" y="92309"/>
                  <a:pt x="566595" y="93111"/>
                </a:cubicBezTo>
                <a:cubicBezTo>
                  <a:pt x="568173" y="93912"/>
                  <a:pt x="570040" y="94651"/>
                  <a:pt x="572194" y="95328"/>
                </a:cubicBezTo>
                <a:cubicBezTo>
                  <a:pt x="574348" y="96004"/>
                  <a:pt x="576828" y="96342"/>
                  <a:pt x="579634" y="96342"/>
                </a:cubicBezTo>
                <a:cubicBezTo>
                  <a:pt x="581738" y="96342"/>
                  <a:pt x="583642" y="96117"/>
                  <a:pt x="585345" y="95666"/>
                </a:cubicBezTo>
                <a:cubicBezTo>
                  <a:pt x="587049" y="95213"/>
                  <a:pt x="588527" y="94548"/>
                  <a:pt x="589779" y="93670"/>
                </a:cubicBezTo>
                <a:cubicBezTo>
                  <a:pt x="591032" y="92791"/>
                  <a:pt x="591996" y="91674"/>
                  <a:pt x="592672" y="90318"/>
                </a:cubicBezTo>
                <a:cubicBezTo>
                  <a:pt x="593349" y="88963"/>
                  <a:pt x="593687" y="87356"/>
                  <a:pt x="593687" y="85500"/>
                </a:cubicBezTo>
                <a:cubicBezTo>
                  <a:pt x="593687" y="83594"/>
                  <a:pt x="593198" y="81989"/>
                  <a:pt x="592221" y="80685"/>
                </a:cubicBezTo>
                <a:cubicBezTo>
                  <a:pt x="591244" y="79381"/>
                  <a:pt x="589954" y="78228"/>
                  <a:pt x="588351" y="77226"/>
                </a:cubicBezTo>
                <a:cubicBezTo>
                  <a:pt x="586748" y="76222"/>
                  <a:pt x="584944" y="75332"/>
                  <a:pt x="582940" y="74556"/>
                </a:cubicBezTo>
                <a:cubicBezTo>
                  <a:pt x="580936" y="73778"/>
                  <a:pt x="578870" y="72963"/>
                  <a:pt x="576741" y="72111"/>
                </a:cubicBezTo>
                <a:cubicBezTo>
                  <a:pt x="574611" y="71258"/>
                  <a:pt x="572532" y="70292"/>
                  <a:pt x="570503" y="69213"/>
                </a:cubicBezTo>
                <a:cubicBezTo>
                  <a:pt x="568474" y="68134"/>
                  <a:pt x="566658" y="66818"/>
                  <a:pt x="565055" y="65263"/>
                </a:cubicBezTo>
                <a:cubicBezTo>
                  <a:pt x="563452" y="63708"/>
                  <a:pt x="562161" y="61853"/>
                  <a:pt x="561185" y="59697"/>
                </a:cubicBezTo>
                <a:cubicBezTo>
                  <a:pt x="560208" y="57541"/>
                  <a:pt x="559719" y="54959"/>
                  <a:pt x="559719" y="51950"/>
                </a:cubicBezTo>
                <a:cubicBezTo>
                  <a:pt x="559719" y="49291"/>
                  <a:pt x="560233" y="46746"/>
                  <a:pt x="561260" y="44315"/>
                </a:cubicBezTo>
                <a:cubicBezTo>
                  <a:pt x="562287" y="41882"/>
                  <a:pt x="563827" y="39750"/>
                  <a:pt x="565881" y="37920"/>
                </a:cubicBezTo>
                <a:cubicBezTo>
                  <a:pt x="567935" y="36088"/>
                  <a:pt x="570503" y="34621"/>
                  <a:pt x="573584" y="33519"/>
                </a:cubicBezTo>
                <a:cubicBezTo>
                  <a:pt x="576665" y="32415"/>
                  <a:pt x="580260" y="31864"/>
                  <a:pt x="584368" y="31864"/>
                </a:cubicBezTo>
                <a:cubicBezTo>
                  <a:pt x="586172" y="31864"/>
                  <a:pt x="587975" y="32016"/>
                  <a:pt x="589779" y="32322"/>
                </a:cubicBezTo>
                <a:cubicBezTo>
                  <a:pt x="591583" y="32627"/>
                  <a:pt x="593211" y="33008"/>
                  <a:pt x="594664" y="33465"/>
                </a:cubicBezTo>
                <a:cubicBezTo>
                  <a:pt x="596117" y="33922"/>
                  <a:pt x="597357" y="34418"/>
                  <a:pt x="598384" y="34952"/>
                </a:cubicBezTo>
                <a:cubicBezTo>
                  <a:pt x="599411" y="35486"/>
                  <a:pt x="600187" y="35956"/>
                  <a:pt x="600713" y="36363"/>
                </a:cubicBezTo>
                <a:cubicBezTo>
                  <a:pt x="601239" y="36770"/>
                  <a:pt x="601590" y="37124"/>
                  <a:pt x="601765" y="37425"/>
                </a:cubicBezTo>
                <a:cubicBezTo>
                  <a:pt x="601941" y="37725"/>
                  <a:pt x="602066" y="38063"/>
                  <a:pt x="602141" y="38439"/>
                </a:cubicBezTo>
                <a:cubicBezTo>
                  <a:pt x="602216" y="38815"/>
                  <a:pt x="602292" y="39278"/>
                  <a:pt x="602367" y="39829"/>
                </a:cubicBezTo>
                <a:cubicBezTo>
                  <a:pt x="602442" y="40381"/>
                  <a:pt x="602479" y="41057"/>
                  <a:pt x="602479" y="41859"/>
                </a:cubicBezTo>
                <a:cubicBezTo>
                  <a:pt x="602479" y="42710"/>
                  <a:pt x="602442" y="43449"/>
                  <a:pt x="602367" y="44075"/>
                </a:cubicBezTo>
                <a:cubicBezTo>
                  <a:pt x="602292" y="44702"/>
                  <a:pt x="602166" y="45215"/>
                  <a:pt x="601991" y="45616"/>
                </a:cubicBezTo>
                <a:cubicBezTo>
                  <a:pt x="601816" y="46017"/>
                  <a:pt x="601603" y="46305"/>
                  <a:pt x="601352" y="46480"/>
                </a:cubicBezTo>
                <a:cubicBezTo>
                  <a:pt x="601102" y="46656"/>
                  <a:pt x="600826" y="46743"/>
                  <a:pt x="600526" y="46743"/>
                </a:cubicBezTo>
                <a:cubicBezTo>
                  <a:pt x="600075" y="46743"/>
                  <a:pt x="599423" y="46464"/>
                  <a:pt x="598572" y="45905"/>
                </a:cubicBezTo>
                <a:cubicBezTo>
                  <a:pt x="597720" y="45346"/>
                  <a:pt x="596618" y="44749"/>
                  <a:pt x="595265" y="44113"/>
                </a:cubicBezTo>
                <a:cubicBezTo>
                  <a:pt x="593912" y="43477"/>
                  <a:pt x="592322" y="42880"/>
                  <a:pt x="590493" y="42321"/>
                </a:cubicBezTo>
                <a:cubicBezTo>
                  <a:pt x="588664" y="41762"/>
                  <a:pt x="586573" y="41483"/>
                  <a:pt x="584218" y="41483"/>
                </a:cubicBezTo>
                <a:cubicBezTo>
                  <a:pt x="582114" y="41483"/>
                  <a:pt x="580260" y="41722"/>
                  <a:pt x="578657" y="42199"/>
                </a:cubicBezTo>
                <a:cubicBezTo>
                  <a:pt x="577054" y="42675"/>
                  <a:pt x="575739" y="43352"/>
                  <a:pt x="574711" y="44230"/>
                </a:cubicBezTo>
                <a:cubicBezTo>
                  <a:pt x="573684" y="45109"/>
                  <a:pt x="572908" y="46151"/>
                  <a:pt x="572382" y="47356"/>
                </a:cubicBezTo>
                <a:cubicBezTo>
                  <a:pt x="571856" y="48560"/>
                  <a:pt x="571593" y="49865"/>
                  <a:pt x="571593" y="51271"/>
                </a:cubicBezTo>
                <a:cubicBezTo>
                  <a:pt x="571593" y="53227"/>
                  <a:pt x="572094" y="54869"/>
                  <a:pt x="573096" y="56198"/>
                </a:cubicBezTo>
                <a:cubicBezTo>
                  <a:pt x="574098" y="57527"/>
                  <a:pt x="575400" y="58694"/>
                  <a:pt x="577004" y="59697"/>
                </a:cubicBezTo>
                <a:cubicBezTo>
                  <a:pt x="578607" y="60699"/>
                  <a:pt x="580435" y="61602"/>
                  <a:pt x="582490" y="62405"/>
                </a:cubicBezTo>
                <a:cubicBezTo>
                  <a:pt x="584544" y="63207"/>
                  <a:pt x="586635" y="64034"/>
                  <a:pt x="588765" y="64887"/>
                </a:cubicBezTo>
                <a:cubicBezTo>
                  <a:pt x="590894" y="65739"/>
                  <a:pt x="592998" y="66692"/>
                  <a:pt x="595077" y="67745"/>
                </a:cubicBezTo>
                <a:cubicBezTo>
                  <a:pt x="597156" y="68799"/>
                  <a:pt x="598997" y="70078"/>
                  <a:pt x="600601" y="71583"/>
                </a:cubicBezTo>
                <a:cubicBezTo>
                  <a:pt x="602204" y="73087"/>
                  <a:pt x="603494" y="74893"/>
                  <a:pt x="604471" y="77001"/>
                </a:cubicBezTo>
                <a:cubicBezTo>
                  <a:pt x="605448" y="79106"/>
                  <a:pt x="605936" y="81614"/>
                  <a:pt x="605936" y="84523"/>
                </a:cubicBez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76F6D-AE12-47C1-8194-89EFED65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222" y="3938382"/>
            <a:ext cx="1109056" cy="10"/>
          </a:xfrm>
          <a:custGeom xmlns:a="http://schemas.openxmlformats.org/drawingml/2006/main">
            <a:pathLst>
              <a:path w="1109056" h="1" fill="none">
                <a:moveTo>
                  <a:pt x="0" y="0"/>
                </a:moveTo>
                <a:lnTo>
                  <a:pt x="11090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C55A11"/>
            </a:solidFill>
            <a:round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52B74-EA0E-42B9-B044-AED54122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048" y="3894125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0"/>
                </a:moveTo>
                <a:lnTo>
                  <a:pt x="88513" y="44257"/>
                </a:lnTo>
                <a:lnTo>
                  <a:pt x="0" y="8851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A6633-DF22-4470-B577-23DC952D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222" y="3938382"/>
            <a:ext cx="735848" cy="192219"/>
          </a:xfrm>
          <a:custGeom xmlns:a="http://schemas.openxmlformats.org/drawingml/2006/main">
            <a:pathLst>
              <a:path w="735848" h="192219" fill="none">
                <a:moveTo>
                  <a:pt x="0" y="0"/>
                </a:moveTo>
                <a:lnTo>
                  <a:pt x="735848" y="192219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C55A11"/>
            </a:solidFill>
            <a:round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424921-92AB-48CA-959B-5D6CA7C5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271" y="4085023"/>
            <a:ext cx="97100" cy="85871"/>
          </a:xfrm>
          <a:custGeom xmlns:a="http://schemas.openxmlformats.org/drawingml/2006/main">
            <a:pathLst>
              <a:path w="97100" h="85871">
                <a:moveTo>
                  <a:pt x="22459" y="0"/>
                </a:moveTo>
                <a:lnTo>
                  <a:pt x="97100" y="65394"/>
                </a:lnTo>
                <a:lnTo>
                  <a:pt x="0" y="85871"/>
                </a:lnTo>
                <a:lnTo>
                  <a:pt x="22459" y="0"/>
                </a:ln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E7D91-AC23-46EF-B69C-AC374E0D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07" y="3160920"/>
            <a:ext cx="398969" cy="319043"/>
          </a:xfrm>
          <a:custGeom xmlns:a="http://schemas.openxmlformats.org/drawingml/2006/main">
            <a:pathLst>
              <a:path w="398969" h="319043" fill="none">
                <a:moveTo>
                  <a:pt x="398969" y="319043"/>
                </a:moveTo>
                <a:lnTo>
                  <a:pt x="398969" y="258934"/>
                </a:lnTo>
                <a:cubicBezTo>
                  <a:pt x="398969" y="225246"/>
                  <a:pt x="372548" y="198824"/>
                  <a:pt x="338860" y="198824"/>
                </a:cubicBezTo>
                <a:lnTo>
                  <a:pt x="62752" y="198824"/>
                </a:lnTo>
                <a:cubicBezTo>
                  <a:pt x="27743" y="198824"/>
                  <a:pt x="0" y="170421"/>
                  <a:pt x="0" y="136072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6A6BC-4B3C-4275-825A-E10C9278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50" y="3082975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22904-871D-4815-A06E-FA454631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579" y="3168185"/>
            <a:ext cx="1280798" cy="311117"/>
          </a:xfrm>
          <a:custGeom xmlns:a="http://schemas.openxmlformats.org/drawingml/2006/main">
            <a:pathLst>
              <a:path w="1280798" h="311117" fill="none">
                <a:moveTo>
                  <a:pt x="0" y="311117"/>
                </a:moveTo>
                <a:lnTo>
                  <a:pt x="0" y="251007"/>
                </a:lnTo>
                <a:cubicBezTo>
                  <a:pt x="0" y="217980"/>
                  <a:pt x="26422" y="191558"/>
                  <a:pt x="59449" y="191558"/>
                </a:cubicBezTo>
                <a:lnTo>
                  <a:pt x="1218046" y="191558"/>
                </a:lnTo>
                <a:cubicBezTo>
                  <a:pt x="1253055" y="191558"/>
                  <a:pt x="1280798" y="163155"/>
                  <a:pt x="1280798" y="128806"/>
                </a:cubicBezTo>
                <a:lnTo>
                  <a:pt x="12807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00F0D-3701-4791-871F-2DB9471D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121" y="3090902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C01065-8474-4799-8237-6DBBE46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511" y="3168185"/>
            <a:ext cx="212035" cy="311117"/>
          </a:xfrm>
          <a:custGeom xmlns:a="http://schemas.openxmlformats.org/drawingml/2006/main">
            <a:pathLst>
              <a:path w="212035" h="311117" fill="none">
                <a:moveTo>
                  <a:pt x="212035" y="311117"/>
                </a:moveTo>
                <a:lnTo>
                  <a:pt x="212035" y="251007"/>
                </a:lnTo>
                <a:cubicBezTo>
                  <a:pt x="212035" y="217980"/>
                  <a:pt x="184953" y="191558"/>
                  <a:pt x="151925" y="191558"/>
                </a:cubicBezTo>
                <a:lnTo>
                  <a:pt x="62091" y="191558"/>
                </a:lnTo>
                <a:cubicBezTo>
                  <a:pt x="27743" y="191558"/>
                  <a:pt x="0" y="163155"/>
                  <a:pt x="0" y="128806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FB17D-00AE-434F-AE21-492012F4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254" y="3090902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EC318-5FC8-442B-9F53-EF967427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940" y="3168185"/>
            <a:ext cx="1121606" cy="311117"/>
          </a:xfrm>
          <a:custGeom xmlns:a="http://schemas.openxmlformats.org/drawingml/2006/main">
            <a:pathLst>
              <a:path w="1121606" h="311117" fill="none">
                <a:moveTo>
                  <a:pt x="1121606" y="311117"/>
                </a:moveTo>
                <a:lnTo>
                  <a:pt x="1121606" y="251007"/>
                </a:lnTo>
                <a:cubicBezTo>
                  <a:pt x="1121606" y="217980"/>
                  <a:pt x="1094524" y="191558"/>
                  <a:pt x="1061496" y="191558"/>
                </a:cubicBezTo>
                <a:lnTo>
                  <a:pt x="62752" y="191558"/>
                </a:lnTo>
                <a:cubicBezTo>
                  <a:pt x="27743" y="191558"/>
                  <a:pt x="0" y="163155"/>
                  <a:pt x="0" y="128806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E9CF7-494E-498D-85E9-F53CB610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83" y="3090902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076CF-15E7-4303-BF0A-7394D14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546" y="3168185"/>
            <a:ext cx="1204174" cy="311117"/>
          </a:xfrm>
          <a:custGeom xmlns:a="http://schemas.openxmlformats.org/drawingml/2006/main">
            <a:pathLst>
              <a:path w="1204174" h="311117" fill="none">
                <a:moveTo>
                  <a:pt x="0" y="311117"/>
                </a:moveTo>
                <a:lnTo>
                  <a:pt x="0" y="251007"/>
                </a:lnTo>
                <a:cubicBezTo>
                  <a:pt x="0" y="217980"/>
                  <a:pt x="26422" y="191558"/>
                  <a:pt x="59449" y="191558"/>
                </a:cubicBezTo>
                <a:lnTo>
                  <a:pt x="1142083" y="191558"/>
                </a:lnTo>
                <a:cubicBezTo>
                  <a:pt x="1176431" y="191558"/>
                  <a:pt x="1204174" y="163155"/>
                  <a:pt x="1204174" y="128806"/>
                </a:cubicBezTo>
                <a:lnTo>
                  <a:pt x="12041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7E695-4EEA-469A-8BF7-4093F2CB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2452" y="3090902"/>
            <a:ext cx="88513" cy="88513"/>
          </a:xfrm>
          <a:custGeom xmlns:a="http://schemas.openxmlformats.org/drawingml/2006/main">
            <a:pathLst>
              <a:path w="88513" h="88513">
                <a:moveTo>
                  <a:pt x="0" y="88513"/>
                </a:moveTo>
                <a:lnTo>
                  <a:pt x="44257" y="0"/>
                </a:lnTo>
                <a:lnTo>
                  <a:pt x="88513" y="88513"/>
                </a:lnTo>
                <a:lnTo>
                  <a:pt x="0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BBNodes">
            <a:extLst xmlns:a="http://schemas.openxmlformats.org/drawingml/2006/main">
              <a:ext uri="{FF2B5EF4-FFF2-40B4-BE49-F238E27FC236}">
                <a16:creationId xmlns:a16="http://schemas.microsoft.com/office/drawing/2014/main" id="{C38E80E5-694F-4A00-BA2A-27419ADE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004" y="3168441"/>
            <a:ext cx="748504" cy="136431"/>
          </a:xfrm>
          <a:custGeom xmlns:a="http://schemas.openxmlformats.org/drawingml/2006/main">
            <a:pathLst>
              <a:path w="748504" h="136431">
                <a:moveTo>
                  <a:pt x="82536" y="98598"/>
                </a:moveTo>
                <a:cubicBezTo>
                  <a:pt x="82536" y="102533"/>
                  <a:pt x="82036" y="106161"/>
                  <a:pt x="81036" y="109483"/>
                </a:cubicBezTo>
                <a:cubicBezTo>
                  <a:pt x="80036" y="112806"/>
                  <a:pt x="78633" y="115789"/>
                  <a:pt x="76827" y="118434"/>
                </a:cubicBezTo>
                <a:cubicBezTo>
                  <a:pt x="75021" y="121078"/>
                  <a:pt x="72844" y="123401"/>
                  <a:pt x="70296" y="125400"/>
                </a:cubicBezTo>
                <a:cubicBezTo>
                  <a:pt x="67748" y="127400"/>
                  <a:pt x="64877" y="129077"/>
                  <a:pt x="61684" y="130432"/>
                </a:cubicBezTo>
                <a:cubicBezTo>
                  <a:pt x="58491" y="131787"/>
                  <a:pt x="55072" y="132803"/>
                  <a:pt x="51428" y="133480"/>
                </a:cubicBezTo>
                <a:cubicBezTo>
                  <a:pt x="47783" y="134157"/>
                  <a:pt x="43606" y="134496"/>
                  <a:pt x="38897" y="134496"/>
                </a:cubicBezTo>
                <a:lnTo>
                  <a:pt x="6193" y="134496"/>
                </a:lnTo>
                <a:cubicBezTo>
                  <a:pt x="4709" y="134496"/>
                  <a:pt x="3306" y="133996"/>
                  <a:pt x="1984" y="132996"/>
                </a:cubicBezTo>
                <a:cubicBezTo>
                  <a:pt x="661" y="131996"/>
                  <a:pt x="0" y="130238"/>
                  <a:pt x="0" y="127723"/>
                </a:cubicBezTo>
                <a:lnTo>
                  <a:pt x="0" y="16062"/>
                </a:lnTo>
                <a:cubicBezTo>
                  <a:pt x="0" y="13546"/>
                  <a:pt x="661" y="11789"/>
                  <a:pt x="1984" y="10789"/>
                </a:cubicBezTo>
                <a:cubicBezTo>
                  <a:pt x="3306" y="9789"/>
                  <a:pt x="4709" y="9289"/>
                  <a:pt x="6193" y="9289"/>
                </a:cubicBezTo>
                <a:lnTo>
                  <a:pt x="34640" y="9289"/>
                </a:lnTo>
                <a:cubicBezTo>
                  <a:pt x="42123" y="9289"/>
                  <a:pt x="48251" y="9998"/>
                  <a:pt x="53024" y="11418"/>
                </a:cubicBezTo>
                <a:cubicBezTo>
                  <a:pt x="57798" y="12837"/>
                  <a:pt x="61781" y="14901"/>
                  <a:pt x="64974" y="17610"/>
                </a:cubicBezTo>
                <a:cubicBezTo>
                  <a:pt x="68167" y="20320"/>
                  <a:pt x="70570" y="23642"/>
                  <a:pt x="72183" y="27576"/>
                </a:cubicBezTo>
                <a:cubicBezTo>
                  <a:pt x="73795" y="31511"/>
                  <a:pt x="74602" y="35962"/>
                  <a:pt x="74602" y="40929"/>
                </a:cubicBezTo>
                <a:cubicBezTo>
                  <a:pt x="74602" y="43897"/>
                  <a:pt x="74247" y="46735"/>
                  <a:pt x="73537" y="49444"/>
                </a:cubicBezTo>
                <a:cubicBezTo>
                  <a:pt x="72828" y="52153"/>
                  <a:pt x="71779" y="54653"/>
                  <a:pt x="70393" y="56943"/>
                </a:cubicBezTo>
                <a:cubicBezTo>
                  <a:pt x="69006" y="59233"/>
                  <a:pt x="67264" y="61281"/>
                  <a:pt x="65168" y="63087"/>
                </a:cubicBezTo>
                <a:cubicBezTo>
                  <a:pt x="63071" y="64893"/>
                  <a:pt x="60668" y="66377"/>
                  <a:pt x="57959" y="67538"/>
                </a:cubicBezTo>
                <a:cubicBezTo>
                  <a:pt x="61378" y="68183"/>
                  <a:pt x="64571" y="69360"/>
                  <a:pt x="67538" y="71070"/>
                </a:cubicBezTo>
                <a:cubicBezTo>
                  <a:pt x="70505" y="72779"/>
                  <a:pt x="73102" y="74956"/>
                  <a:pt x="75327" y="77601"/>
                </a:cubicBezTo>
                <a:cubicBezTo>
                  <a:pt x="77553" y="80246"/>
                  <a:pt x="79311" y="83342"/>
                  <a:pt x="80601" y="86890"/>
                </a:cubicBezTo>
                <a:cubicBezTo>
                  <a:pt x="81891" y="90438"/>
                  <a:pt x="82536" y="94341"/>
                  <a:pt x="82536" y="98598"/>
                </a:cubicBezTo>
                <a:moveTo>
                  <a:pt x="57475" y="42574"/>
                </a:moveTo>
                <a:cubicBezTo>
                  <a:pt x="57475" y="39542"/>
                  <a:pt x="57056" y="36801"/>
                  <a:pt x="56217" y="34350"/>
                </a:cubicBezTo>
                <a:cubicBezTo>
                  <a:pt x="55379" y="31898"/>
                  <a:pt x="54056" y="29818"/>
                  <a:pt x="52250" y="28109"/>
                </a:cubicBezTo>
                <a:cubicBezTo>
                  <a:pt x="50444" y="26399"/>
                  <a:pt x="48090" y="25093"/>
                  <a:pt x="45187" y="24190"/>
                </a:cubicBezTo>
                <a:cubicBezTo>
                  <a:pt x="42284" y="23287"/>
                  <a:pt x="38446" y="22835"/>
                  <a:pt x="33672" y="22835"/>
                </a:cubicBezTo>
                <a:lnTo>
                  <a:pt x="16449" y="22835"/>
                </a:lnTo>
                <a:lnTo>
                  <a:pt x="16449" y="63378"/>
                </a:lnTo>
                <a:lnTo>
                  <a:pt x="35414" y="63378"/>
                </a:lnTo>
                <a:cubicBezTo>
                  <a:pt x="39736" y="63378"/>
                  <a:pt x="43219" y="62813"/>
                  <a:pt x="45864" y="61684"/>
                </a:cubicBezTo>
                <a:cubicBezTo>
                  <a:pt x="48509" y="60555"/>
                  <a:pt x="50702" y="59039"/>
                  <a:pt x="52444" y="57137"/>
                </a:cubicBezTo>
                <a:cubicBezTo>
                  <a:pt x="54185" y="55234"/>
                  <a:pt x="55459" y="53008"/>
                  <a:pt x="56266" y="50460"/>
                </a:cubicBezTo>
                <a:cubicBezTo>
                  <a:pt x="57072" y="47912"/>
                  <a:pt x="57475" y="45283"/>
                  <a:pt x="57475" y="42574"/>
                </a:cubicBezTo>
                <a:moveTo>
                  <a:pt x="65022" y="99566"/>
                </a:moveTo>
                <a:cubicBezTo>
                  <a:pt x="65022" y="95824"/>
                  <a:pt x="64426" y="92534"/>
                  <a:pt x="63232" y="89696"/>
                </a:cubicBezTo>
                <a:cubicBezTo>
                  <a:pt x="62039" y="86858"/>
                  <a:pt x="60297" y="84471"/>
                  <a:pt x="58007" y="82536"/>
                </a:cubicBezTo>
                <a:cubicBezTo>
                  <a:pt x="55717" y="80601"/>
                  <a:pt x="52847" y="79133"/>
                  <a:pt x="49396" y="78133"/>
                </a:cubicBezTo>
                <a:cubicBezTo>
                  <a:pt x="45945" y="77134"/>
                  <a:pt x="41607" y="76634"/>
                  <a:pt x="36382" y="76634"/>
                </a:cubicBezTo>
                <a:lnTo>
                  <a:pt x="16449" y="76634"/>
                </a:lnTo>
                <a:lnTo>
                  <a:pt x="16449" y="120756"/>
                </a:lnTo>
                <a:lnTo>
                  <a:pt x="40639" y="120756"/>
                </a:lnTo>
                <a:cubicBezTo>
                  <a:pt x="44445" y="120756"/>
                  <a:pt x="47767" y="120304"/>
                  <a:pt x="50605" y="119401"/>
                </a:cubicBezTo>
                <a:cubicBezTo>
                  <a:pt x="53444" y="118498"/>
                  <a:pt x="55943" y="117160"/>
                  <a:pt x="58104" y="115386"/>
                </a:cubicBezTo>
                <a:cubicBezTo>
                  <a:pt x="60265" y="113612"/>
                  <a:pt x="61958" y="111403"/>
                  <a:pt x="63184" y="108758"/>
                </a:cubicBezTo>
                <a:cubicBezTo>
                  <a:pt x="64410" y="106113"/>
                  <a:pt x="65022" y="103049"/>
                  <a:pt x="65022" y="99566"/>
                </a:cubicBezTo>
                <a:close/>
                <a:moveTo>
                  <a:pt x="190337" y="98598"/>
                </a:moveTo>
                <a:cubicBezTo>
                  <a:pt x="190337" y="102533"/>
                  <a:pt x="189837" y="106161"/>
                  <a:pt x="188837" y="109483"/>
                </a:cubicBezTo>
                <a:cubicBezTo>
                  <a:pt x="187837" y="112806"/>
                  <a:pt x="186434" y="115789"/>
                  <a:pt x="184628" y="118434"/>
                </a:cubicBezTo>
                <a:cubicBezTo>
                  <a:pt x="182822" y="121078"/>
                  <a:pt x="180645" y="123401"/>
                  <a:pt x="178097" y="125400"/>
                </a:cubicBezTo>
                <a:cubicBezTo>
                  <a:pt x="175549" y="127400"/>
                  <a:pt x="172678" y="129077"/>
                  <a:pt x="169485" y="130432"/>
                </a:cubicBezTo>
                <a:cubicBezTo>
                  <a:pt x="166292" y="131787"/>
                  <a:pt x="162874" y="132803"/>
                  <a:pt x="159229" y="133480"/>
                </a:cubicBezTo>
                <a:cubicBezTo>
                  <a:pt x="155584" y="134157"/>
                  <a:pt x="151408" y="134496"/>
                  <a:pt x="146699" y="134496"/>
                </a:cubicBezTo>
                <a:lnTo>
                  <a:pt x="113994" y="134496"/>
                </a:lnTo>
                <a:cubicBezTo>
                  <a:pt x="112510" y="134496"/>
                  <a:pt x="111107" y="133996"/>
                  <a:pt x="109785" y="132996"/>
                </a:cubicBezTo>
                <a:cubicBezTo>
                  <a:pt x="108462" y="131996"/>
                  <a:pt x="107801" y="130238"/>
                  <a:pt x="107801" y="127723"/>
                </a:cubicBezTo>
                <a:lnTo>
                  <a:pt x="107801" y="16062"/>
                </a:lnTo>
                <a:cubicBezTo>
                  <a:pt x="107801" y="13546"/>
                  <a:pt x="108462" y="11789"/>
                  <a:pt x="109785" y="10789"/>
                </a:cubicBezTo>
                <a:cubicBezTo>
                  <a:pt x="111107" y="9789"/>
                  <a:pt x="112510" y="9289"/>
                  <a:pt x="113994" y="9289"/>
                </a:cubicBezTo>
                <a:lnTo>
                  <a:pt x="142441" y="9289"/>
                </a:lnTo>
                <a:cubicBezTo>
                  <a:pt x="149924" y="9289"/>
                  <a:pt x="156052" y="9998"/>
                  <a:pt x="160825" y="11418"/>
                </a:cubicBezTo>
                <a:cubicBezTo>
                  <a:pt x="165599" y="12837"/>
                  <a:pt x="169582" y="14901"/>
                  <a:pt x="172775" y="17610"/>
                </a:cubicBezTo>
                <a:cubicBezTo>
                  <a:pt x="175968" y="20320"/>
                  <a:pt x="178371" y="23642"/>
                  <a:pt x="179984" y="27576"/>
                </a:cubicBezTo>
                <a:cubicBezTo>
                  <a:pt x="181596" y="31511"/>
                  <a:pt x="182403" y="35962"/>
                  <a:pt x="182403" y="40929"/>
                </a:cubicBezTo>
                <a:cubicBezTo>
                  <a:pt x="182403" y="43897"/>
                  <a:pt x="182048" y="46735"/>
                  <a:pt x="181338" y="49444"/>
                </a:cubicBezTo>
                <a:cubicBezTo>
                  <a:pt x="180629" y="52153"/>
                  <a:pt x="179581" y="54653"/>
                  <a:pt x="178194" y="56943"/>
                </a:cubicBezTo>
                <a:cubicBezTo>
                  <a:pt x="176807" y="59233"/>
                  <a:pt x="175065" y="61281"/>
                  <a:pt x="172969" y="63087"/>
                </a:cubicBezTo>
                <a:cubicBezTo>
                  <a:pt x="170872" y="64893"/>
                  <a:pt x="168469" y="66377"/>
                  <a:pt x="165760" y="67538"/>
                </a:cubicBezTo>
                <a:cubicBezTo>
                  <a:pt x="169179" y="68183"/>
                  <a:pt x="172372" y="69360"/>
                  <a:pt x="175339" y="71070"/>
                </a:cubicBezTo>
                <a:cubicBezTo>
                  <a:pt x="178307" y="72779"/>
                  <a:pt x="180903" y="74956"/>
                  <a:pt x="183129" y="77601"/>
                </a:cubicBezTo>
                <a:cubicBezTo>
                  <a:pt x="185354" y="80246"/>
                  <a:pt x="187112" y="83342"/>
                  <a:pt x="188402" y="86890"/>
                </a:cubicBezTo>
                <a:cubicBezTo>
                  <a:pt x="189692" y="90438"/>
                  <a:pt x="190337" y="94341"/>
                  <a:pt x="190337" y="98598"/>
                </a:cubicBezTo>
                <a:moveTo>
                  <a:pt x="165276" y="42574"/>
                </a:moveTo>
                <a:cubicBezTo>
                  <a:pt x="165276" y="39542"/>
                  <a:pt x="164857" y="36801"/>
                  <a:pt x="164019" y="34350"/>
                </a:cubicBezTo>
                <a:cubicBezTo>
                  <a:pt x="163180" y="31898"/>
                  <a:pt x="161858" y="29818"/>
                  <a:pt x="160051" y="28109"/>
                </a:cubicBezTo>
                <a:cubicBezTo>
                  <a:pt x="158245" y="26399"/>
                  <a:pt x="155891" y="25093"/>
                  <a:pt x="152988" y="24190"/>
                </a:cubicBezTo>
                <a:cubicBezTo>
                  <a:pt x="150085" y="23287"/>
                  <a:pt x="146247" y="22835"/>
                  <a:pt x="141474" y="22835"/>
                </a:cubicBezTo>
                <a:lnTo>
                  <a:pt x="124250" y="22835"/>
                </a:lnTo>
                <a:lnTo>
                  <a:pt x="124250" y="63378"/>
                </a:lnTo>
                <a:lnTo>
                  <a:pt x="143215" y="63378"/>
                </a:lnTo>
                <a:cubicBezTo>
                  <a:pt x="147537" y="63378"/>
                  <a:pt x="151020" y="62813"/>
                  <a:pt x="153665" y="61684"/>
                </a:cubicBezTo>
                <a:cubicBezTo>
                  <a:pt x="156310" y="60555"/>
                  <a:pt x="158503" y="59039"/>
                  <a:pt x="160245" y="57137"/>
                </a:cubicBezTo>
                <a:cubicBezTo>
                  <a:pt x="161987" y="55234"/>
                  <a:pt x="163261" y="53008"/>
                  <a:pt x="164067" y="50460"/>
                </a:cubicBezTo>
                <a:cubicBezTo>
                  <a:pt x="164873" y="47912"/>
                  <a:pt x="165276" y="45283"/>
                  <a:pt x="165276" y="42574"/>
                </a:cubicBezTo>
                <a:moveTo>
                  <a:pt x="172824" y="99566"/>
                </a:moveTo>
                <a:cubicBezTo>
                  <a:pt x="172824" y="95824"/>
                  <a:pt x="172227" y="92534"/>
                  <a:pt x="171034" y="89696"/>
                </a:cubicBezTo>
                <a:cubicBezTo>
                  <a:pt x="169840" y="86858"/>
                  <a:pt x="168099" y="84471"/>
                  <a:pt x="165809" y="82536"/>
                </a:cubicBezTo>
                <a:cubicBezTo>
                  <a:pt x="163519" y="80601"/>
                  <a:pt x="160648" y="79133"/>
                  <a:pt x="157197" y="78133"/>
                </a:cubicBezTo>
                <a:cubicBezTo>
                  <a:pt x="153746" y="77134"/>
                  <a:pt x="149408" y="76634"/>
                  <a:pt x="144183" y="76634"/>
                </a:cubicBezTo>
                <a:lnTo>
                  <a:pt x="124250" y="76634"/>
                </a:lnTo>
                <a:lnTo>
                  <a:pt x="124250" y="120756"/>
                </a:lnTo>
                <a:lnTo>
                  <a:pt x="148440" y="120756"/>
                </a:lnTo>
                <a:cubicBezTo>
                  <a:pt x="152246" y="120756"/>
                  <a:pt x="155568" y="120304"/>
                  <a:pt x="158406" y="119401"/>
                </a:cubicBezTo>
                <a:cubicBezTo>
                  <a:pt x="161245" y="118498"/>
                  <a:pt x="163744" y="117160"/>
                  <a:pt x="165905" y="115386"/>
                </a:cubicBezTo>
                <a:cubicBezTo>
                  <a:pt x="168066" y="113612"/>
                  <a:pt x="169760" y="111403"/>
                  <a:pt x="170985" y="108758"/>
                </a:cubicBezTo>
                <a:cubicBezTo>
                  <a:pt x="172211" y="106113"/>
                  <a:pt x="172824" y="103049"/>
                  <a:pt x="172824" y="99566"/>
                </a:cubicBezTo>
                <a:close/>
                <a:moveTo>
                  <a:pt x="355137" y="127711"/>
                </a:moveTo>
                <a:cubicBezTo>
                  <a:pt x="355137" y="129003"/>
                  <a:pt x="354927" y="130101"/>
                  <a:pt x="354508" y="131006"/>
                </a:cubicBezTo>
                <a:cubicBezTo>
                  <a:pt x="354089" y="131912"/>
                  <a:pt x="353540" y="132655"/>
                  <a:pt x="352863" y="133238"/>
                </a:cubicBezTo>
                <a:cubicBezTo>
                  <a:pt x="352186" y="133819"/>
                  <a:pt x="351428" y="134238"/>
                  <a:pt x="350589" y="134496"/>
                </a:cubicBezTo>
                <a:cubicBezTo>
                  <a:pt x="349751" y="134754"/>
                  <a:pt x="348912" y="134883"/>
                  <a:pt x="348073" y="134883"/>
                </a:cubicBezTo>
                <a:lnTo>
                  <a:pt x="342752" y="134883"/>
                </a:lnTo>
                <a:cubicBezTo>
                  <a:pt x="341074" y="134883"/>
                  <a:pt x="339607" y="134703"/>
                  <a:pt x="338349" y="134345"/>
                </a:cubicBezTo>
                <a:cubicBezTo>
                  <a:pt x="337091" y="133986"/>
                  <a:pt x="335898" y="133334"/>
                  <a:pt x="334769" y="132388"/>
                </a:cubicBezTo>
                <a:cubicBezTo>
                  <a:pt x="333640" y="131443"/>
                  <a:pt x="332511" y="130155"/>
                  <a:pt x="331382" y="128524"/>
                </a:cubicBezTo>
                <a:cubicBezTo>
                  <a:pt x="330254" y="126893"/>
                  <a:pt x="329012" y="124820"/>
                  <a:pt x="327657" y="122304"/>
                </a:cubicBezTo>
                <a:lnTo>
                  <a:pt x="288179" y="51089"/>
                </a:lnTo>
                <a:cubicBezTo>
                  <a:pt x="286115" y="47412"/>
                  <a:pt x="284035" y="43558"/>
                  <a:pt x="281938" y="39526"/>
                </a:cubicBezTo>
                <a:cubicBezTo>
                  <a:pt x="279842" y="35495"/>
                  <a:pt x="277890" y="31576"/>
                  <a:pt x="276084" y="27770"/>
                </a:cubicBezTo>
                <a:lnTo>
                  <a:pt x="275891" y="27770"/>
                </a:lnTo>
                <a:cubicBezTo>
                  <a:pt x="276020" y="32414"/>
                  <a:pt x="276117" y="37156"/>
                  <a:pt x="276181" y="41994"/>
                </a:cubicBezTo>
                <a:cubicBezTo>
                  <a:pt x="276246" y="46832"/>
                  <a:pt x="276278" y="51637"/>
                  <a:pt x="276278" y="56411"/>
                </a:cubicBezTo>
                <a:lnTo>
                  <a:pt x="276278" y="131980"/>
                </a:lnTo>
                <a:cubicBezTo>
                  <a:pt x="276278" y="132432"/>
                  <a:pt x="276149" y="132867"/>
                  <a:pt x="275891" y="133286"/>
                </a:cubicBezTo>
                <a:cubicBezTo>
                  <a:pt x="275633" y="133706"/>
                  <a:pt x="275197" y="134028"/>
                  <a:pt x="274585" y="134254"/>
                </a:cubicBezTo>
                <a:cubicBezTo>
                  <a:pt x="273972" y="134480"/>
                  <a:pt x="273165" y="134673"/>
                  <a:pt x="272166" y="134834"/>
                </a:cubicBezTo>
                <a:cubicBezTo>
                  <a:pt x="271166" y="134996"/>
                  <a:pt x="269892" y="135076"/>
                  <a:pt x="268344" y="135076"/>
                </a:cubicBezTo>
                <a:cubicBezTo>
                  <a:pt x="266795" y="135076"/>
                  <a:pt x="265521" y="134996"/>
                  <a:pt x="264522" y="134834"/>
                </a:cubicBezTo>
                <a:cubicBezTo>
                  <a:pt x="263522" y="134673"/>
                  <a:pt x="262731" y="134480"/>
                  <a:pt x="262151" y="134254"/>
                </a:cubicBezTo>
                <a:cubicBezTo>
                  <a:pt x="261570" y="134028"/>
                  <a:pt x="261151" y="133706"/>
                  <a:pt x="260893" y="133286"/>
                </a:cubicBezTo>
                <a:cubicBezTo>
                  <a:pt x="260635" y="132867"/>
                  <a:pt x="260506" y="132432"/>
                  <a:pt x="260506" y="131980"/>
                </a:cubicBezTo>
                <a:lnTo>
                  <a:pt x="260506" y="16449"/>
                </a:lnTo>
                <a:cubicBezTo>
                  <a:pt x="260506" y="13869"/>
                  <a:pt x="261216" y="12030"/>
                  <a:pt x="262635" y="10934"/>
                </a:cubicBezTo>
                <a:cubicBezTo>
                  <a:pt x="264054" y="9837"/>
                  <a:pt x="265602" y="9289"/>
                  <a:pt x="267279" y="9289"/>
                </a:cubicBezTo>
                <a:lnTo>
                  <a:pt x="275213" y="9289"/>
                </a:lnTo>
                <a:cubicBezTo>
                  <a:pt x="277084" y="9289"/>
                  <a:pt x="278648" y="9450"/>
                  <a:pt x="279906" y="9773"/>
                </a:cubicBezTo>
                <a:cubicBezTo>
                  <a:pt x="281164" y="10095"/>
                  <a:pt x="282293" y="10627"/>
                  <a:pt x="283293" y="11369"/>
                </a:cubicBezTo>
                <a:cubicBezTo>
                  <a:pt x="284293" y="12111"/>
                  <a:pt x="285260" y="13143"/>
                  <a:pt x="286196" y="14466"/>
                </a:cubicBezTo>
                <a:cubicBezTo>
                  <a:pt x="287131" y="15788"/>
                  <a:pt x="288147" y="17449"/>
                  <a:pt x="289244" y="19449"/>
                </a:cubicBezTo>
                <a:lnTo>
                  <a:pt x="319626" y="74408"/>
                </a:lnTo>
                <a:cubicBezTo>
                  <a:pt x="321497" y="77762"/>
                  <a:pt x="323303" y="81036"/>
                  <a:pt x="325045" y="84229"/>
                </a:cubicBezTo>
                <a:cubicBezTo>
                  <a:pt x="326786" y="87422"/>
                  <a:pt x="328463" y="90567"/>
                  <a:pt x="330076" y="93663"/>
                </a:cubicBezTo>
                <a:cubicBezTo>
                  <a:pt x="331689" y="96760"/>
                  <a:pt x="333285" y="99808"/>
                  <a:pt x="334866" y="102807"/>
                </a:cubicBezTo>
                <a:cubicBezTo>
                  <a:pt x="336446" y="105807"/>
                  <a:pt x="338010" y="108822"/>
                  <a:pt x="339559" y="111854"/>
                </a:cubicBezTo>
                <a:lnTo>
                  <a:pt x="339655" y="111854"/>
                </a:lnTo>
                <a:cubicBezTo>
                  <a:pt x="339526" y="106754"/>
                  <a:pt x="339446" y="101443"/>
                  <a:pt x="339413" y="95922"/>
                </a:cubicBezTo>
                <a:cubicBezTo>
                  <a:pt x="339381" y="90401"/>
                  <a:pt x="339365" y="85090"/>
                  <a:pt x="339365" y="79990"/>
                </a:cubicBezTo>
                <a:lnTo>
                  <a:pt x="339365" y="12001"/>
                </a:lnTo>
                <a:cubicBezTo>
                  <a:pt x="339365" y="11550"/>
                  <a:pt x="339494" y="11130"/>
                  <a:pt x="339752" y="10743"/>
                </a:cubicBezTo>
                <a:cubicBezTo>
                  <a:pt x="340010" y="10354"/>
                  <a:pt x="340446" y="10015"/>
                  <a:pt x="341058" y="9724"/>
                </a:cubicBezTo>
                <a:cubicBezTo>
                  <a:pt x="341671" y="9434"/>
                  <a:pt x="342477" y="9224"/>
                  <a:pt x="343477" y="9095"/>
                </a:cubicBezTo>
                <a:cubicBezTo>
                  <a:pt x="344477" y="8966"/>
                  <a:pt x="345783" y="8902"/>
                  <a:pt x="347396" y="8902"/>
                </a:cubicBezTo>
                <a:cubicBezTo>
                  <a:pt x="348815" y="8902"/>
                  <a:pt x="350041" y="8966"/>
                  <a:pt x="351073" y="9095"/>
                </a:cubicBezTo>
                <a:cubicBezTo>
                  <a:pt x="352105" y="9224"/>
                  <a:pt x="352911" y="9435"/>
                  <a:pt x="353492" y="9727"/>
                </a:cubicBezTo>
                <a:cubicBezTo>
                  <a:pt x="354073" y="10018"/>
                  <a:pt x="354492" y="10356"/>
                  <a:pt x="354750" y="10743"/>
                </a:cubicBezTo>
                <a:cubicBezTo>
                  <a:pt x="355008" y="11130"/>
                  <a:pt x="355137" y="11551"/>
                  <a:pt x="355137" y="12004"/>
                </a:cubicBezTo>
                <a:lnTo>
                  <a:pt x="355137" y="127711"/>
                </a:lnTo>
                <a:close/>
                <a:moveTo>
                  <a:pt x="467669" y="87616"/>
                </a:moveTo>
                <a:cubicBezTo>
                  <a:pt x="467669" y="94718"/>
                  <a:pt x="466734" y="101255"/>
                  <a:pt x="464863" y="107228"/>
                </a:cubicBezTo>
                <a:cubicBezTo>
                  <a:pt x="462992" y="113201"/>
                  <a:pt x="460202" y="118351"/>
                  <a:pt x="456493" y="122679"/>
                </a:cubicBezTo>
                <a:cubicBezTo>
                  <a:pt x="452784" y="127005"/>
                  <a:pt x="448140" y="130379"/>
                  <a:pt x="442560" y="132800"/>
                </a:cubicBezTo>
                <a:cubicBezTo>
                  <a:pt x="436980" y="135221"/>
                  <a:pt x="430513" y="136431"/>
                  <a:pt x="423160" y="136431"/>
                </a:cubicBezTo>
                <a:cubicBezTo>
                  <a:pt x="415999" y="136431"/>
                  <a:pt x="409758" y="135366"/>
                  <a:pt x="404437" y="133235"/>
                </a:cubicBezTo>
                <a:cubicBezTo>
                  <a:pt x="399115" y="131104"/>
                  <a:pt x="394680" y="128005"/>
                  <a:pt x="391132" y="123937"/>
                </a:cubicBezTo>
                <a:cubicBezTo>
                  <a:pt x="387584" y="119869"/>
                  <a:pt x="384940" y="114929"/>
                  <a:pt x="383198" y="109118"/>
                </a:cubicBezTo>
                <a:cubicBezTo>
                  <a:pt x="381456" y="103306"/>
                  <a:pt x="380585" y="96719"/>
                  <a:pt x="380585" y="89357"/>
                </a:cubicBezTo>
                <a:cubicBezTo>
                  <a:pt x="380585" y="82256"/>
                  <a:pt x="381505" y="75718"/>
                  <a:pt x="383343" y="69746"/>
                </a:cubicBezTo>
                <a:cubicBezTo>
                  <a:pt x="385181" y="63773"/>
                  <a:pt x="387955" y="58623"/>
                  <a:pt x="391664" y="54297"/>
                </a:cubicBezTo>
                <a:cubicBezTo>
                  <a:pt x="395374" y="49969"/>
                  <a:pt x="400002" y="46611"/>
                  <a:pt x="405549" y="44222"/>
                </a:cubicBezTo>
                <a:cubicBezTo>
                  <a:pt x="411097" y="41833"/>
                  <a:pt x="417580" y="40639"/>
                  <a:pt x="424998" y="40639"/>
                </a:cubicBezTo>
                <a:cubicBezTo>
                  <a:pt x="432158" y="40639"/>
                  <a:pt x="438399" y="41704"/>
                  <a:pt x="443721" y="43835"/>
                </a:cubicBezTo>
                <a:cubicBezTo>
                  <a:pt x="449043" y="45966"/>
                  <a:pt x="453478" y="49065"/>
                  <a:pt x="457025" y="53133"/>
                </a:cubicBezTo>
                <a:cubicBezTo>
                  <a:pt x="460573" y="57201"/>
                  <a:pt x="463234" y="62141"/>
                  <a:pt x="465008" y="67952"/>
                </a:cubicBezTo>
                <a:cubicBezTo>
                  <a:pt x="466782" y="73764"/>
                  <a:pt x="467669" y="80319"/>
                  <a:pt x="467669" y="87616"/>
                </a:cubicBezTo>
                <a:moveTo>
                  <a:pt x="450833" y="88680"/>
                </a:moveTo>
                <a:cubicBezTo>
                  <a:pt x="450833" y="83965"/>
                  <a:pt x="450397" y="79508"/>
                  <a:pt x="449527" y="75309"/>
                </a:cubicBezTo>
                <a:cubicBezTo>
                  <a:pt x="448656" y="71110"/>
                  <a:pt x="447221" y="67428"/>
                  <a:pt x="445221" y="64263"/>
                </a:cubicBezTo>
                <a:cubicBezTo>
                  <a:pt x="443221" y="61099"/>
                  <a:pt x="440512" y="58596"/>
                  <a:pt x="437093" y="56756"/>
                </a:cubicBezTo>
                <a:cubicBezTo>
                  <a:pt x="433674" y="54913"/>
                  <a:pt x="429417" y="53992"/>
                  <a:pt x="424321" y="53992"/>
                </a:cubicBezTo>
                <a:cubicBezTo>
                  <a:pt x="419612" y="53992"/>
                  <a:pt x="415564" y="54831"/>
                  <a:pt x="412177" y="56511"/>
                </a:cubicBezTo>
                <a:cubicBezTo>
                  <a:pt x="408791" y="58190"/>
                  <a:pt x="406001" y="60564"/>
                  <a:pt x="403808" y="63635"/>
                </a:cubicBezTo>
                <a:cubicBezTo>
                  <a:pt x="401614" y="66703"/>
                  <a:pt x="399986" y="70336"/>
                  <a:pt x="398921" y="74535"/>
                </a:cubicBezTo>
                <a:cubicBezTo>
                  <a:pt x="397857" y="78732"/>
                  <a:pt x="397325" y="83318"/>
                  <a:pt x="397325" y="88293"/>
                </a:cubicBezTo>
                <a:cubicBezTo>
                  <a:pt x="397325" y="93073"/>
                  <a:pt x="397760" y="97562"/>
                  <a:pt x="398631" y="101761"/>
                </a:cubicBezTo>
                <a:cubicBezTo>
                  <a:pt x="399502" y="105960"/>
                  <a:pt x="400953" y="109626"/>
                  <a:pt x="402985" y="112758"/>
                </a:cubicBezTo>
                <a:cubicBezTo>
                  <a:pt x="405017" y="115891"/>
                  <a:pt x="407743" y="118378"/>
                  <a:pt x="411161" y="120221"/>
                </a:cubicBezTo>
                <a:cubicBezTo>
                  <a:pt x="414580" y="122061"/>
                  <a:pt x="418838" y="122981"/>
                  <a:pt x="423934" y="122981"/>
                </a:cubicBezTo>
                <a:cubicBezTo>
                  <a:pt x="428578" y="122981"/>
                  <a:pt x="432610" y="122142"/>
                  <a:pt x="436029" y="120463"/>
                </a:cubicBezTo>
                <a:cubicBezTo>
                  <a:pt x="439447" y="118783"/>
                  <a:pt x="442254" y="116426"/>
                  <a:pt x="444447" y="113390"/>
                </a:cubicBezTo>
                <a:cubicBezTo>
                  <a:pt x="446640" y="110352"/>
                  <a:pt x="448253" y="106735"/>
                  <a:pt x="449285" y="102538"/>
                </a:cubicBezTo>
                <a:cubicBezTo>
                  <a:pt x="450317" y="98339"/>
                  <a:pt x="450833" y="93720"/>
                  <a:pt x="450833" y="88680"/>
                </a:cubicBezTo>
                <a:close/>
                <a:moveTo>
                  <a:pt x="565715" y="132074"/>
                </a:moveTo>
                <a:cubicBezTo>
                  <a:pt x="565715" y="132590"/>
                  <a:pt x="565602" y="133042"/>
                  <a:pt x="565377" y="133431"/>
                </a:cubicBezTo>
                <a:cubicBezTo>
                  <a:pt x="565151" y="133819"/>
                  <a:pt x="564764" y="134125"/>
                  <a:pt x="564216" y="134351"/>
                </a:cubicBezTo>
                <a:cubicBezTo>
                  <a:pt x="563667" y="134576"/>
                  <a:pt x="562942" y="134754"/>
                  <a:pt x="562039" y="134883"/>
                </a:cubicBezTo>
                <a:cubicBezTo>
                  <a:pt x="561135" y="135012"/>
                  <a:pt x="560039" y="135076"/>
                  <a:pt x="558749" y="135076"/>
                </a:cubicBezTo>
                <a:cubicBezTo>
                  <a:pt x="557394" y="135076"/>
                  <a:pt x="556265" y="135012"/>
                  <a:pt x="555362" y="134883"/>
                </a:cubicBezTo>
                <a:cubicBezTo>
                  <a:pt x="554459" y="134756"/>
                  <a:pt x="553717" y="134580"/>
                  <a:pt x="553137" y="134357"/>
                </a:cubicBezTo>
                <a:cubicBezTo>
                  <a:pt x="552556" y="134131"/>
                  <a:pt x="552137" y="133826"/>
                  <a:pt x="551879" y="133441"/>
                </a:cubicBezTo>
                <a:cubicBezTo>
                  <a:pt x="551621" y="133056"/>
                  <a:pt x="551492" y="132607"/>
                  <a:pt x="551492" y="132095"/>
                </a:cubicBezTo>
                <a:lnTo>
                  <a:pt x="551492" y="120644"/>
                </a:lnTo>
                <a:cubicBezTo>
                  <a:pt x="546912" y="125615"/>
                  <a:pt x="542154" y="129490"/>
                  <a:pt x="537220" y="132267"/>
                </a:cubicBezTo>
                <a:cubicBezTo>
                  <a:pt x="532285" y="135043"/>
                  <a:pt x="526883" y="136431"/>
                  <a:pt x="521012" y="136431"/>
                </a:cubicBezTo>
                <a:cubicBezTo>
                  <a:pt x="514626" y="136431"/>
                  <a:pt x="509176" y="135188"/>
                  <a:pt x="504660" y="132703"/>
                </a:cubicBezTo>
                <a:cubicBezTo>
                  <a:pt x="500145" y="130217"/>
                  <a:pt x="496484" y="126860"/>
                  <a:pt x="493678" y="122631"/>
                </a:cubicBezTo>
                <a:cubicBezTo>
                  <a:pt x="490872" y="118399"/>
                  <a:pt x="488824" y="113427"/>
                  <a:pt x="487534" y="107715"/>
                </a:cubicBezTo>
                <a:cubicBezTo>
                  <a:pt x="486244" y="102000"/>
                  <a:pt x="485598" y="95977"/>
                  <a:pt x="485598" y="89648"/>
                </a:cubicBezTo>
                <a:cubicBezTo>
                  <a:pt x="485598" y="82159"/>
                  <a:pt x="486405" y="75396"/>
                  <a:pt x="488017" y="69358"/>
                </a:cubicBezTo>
                <a:cubicBezTo>
                  <a:pt x="489630" y="63321"/>
                  <a:pt x="492017" y="58172"/>
                  <a:pt x="495178" y="53910"/>
                </a:cubicBezTo>
                <a:cubicBezTo>
                  <a:pt x="498338" y="49647"/>
                  <a:pt x="502257" y="46369"/>
                  <a:pt x="506934" y="44077"/>
                </a:cubicBezTo>
                <a:cubicBezTo>
                  <a:pt x="511611" y="41785"/>
                  <a:pt x="517013" y="40639"/>
                  <a:pt x="523141" y="40639"/>
                </a:cubicBezTo>
                <a:cubicBezTo>
                  <a:pt x="528237" y="40639"/>
                  <a:pt x="532898" y="41753"/>
                  <a:pt x="537123" y="43980"/>
                </a:cubicBezTo>
                <a:cubicBezTo>
                  <a:pt x="541348" y="46208"/>
                  <a:pt x="545525" y="49484"/>
                  <a:pt x="549653" y="53810"/>
                </a:cubicBezTo>
                <a:lnTo>
                  <a:pt x="549653" y="3102"/>
                </a:lnTo>
                <a:cubicBezTo>
                  <a:pt x="549653" y="2651"/>
                  <a:pt x="549766" y="2215"/>
                  <a:pt x="549992" y="1796"/>
                </a:cubicBezTo>
                <a:cubicBezTo>
                  <a:pt x="550218" y="1375"/>
                  <a:pt x="550653" y="1051"/>
                  <a:pt x="551298" y="825"/>
                </a:cubicBezTo>
                <a:cubicBezTo>
                  <a:pt x="551943" y="598"/>
                  <a:pt x="552766" y="403"/>
                  <a:pt x="553766" y="242"/>
                </a:cubicBezTo>
                <a:cubicBezTo>
                  <a:pt x="554765" y="81"/>
                  <a:pt x="556039" y="0"/>
                  <a:pt x="557588" y="0"/>
                </a:cubicBezTo>
                <a:cubicBezTo>
                  <a:pt x="559200" y="0"/>
                  <a:pt x="560523" y="81"/>
                  <a:pt x="561555" y="242"/>
                </a:cubicBezTo>
                <a:cubicBezTo>
                  <a:pt x="562587" y="403"/>
                  <a:pt x="563393" y="597"/>
                  <a:pt x="563974" y="822"/>
                </a:cubicBezTo>
                <a:cubicBezTo>
                  <a:pt x="564554" y="1048"/>
                  <a:pt x="564990" y="1372"/>
                  <a:pt x="565280" y="1793"/>
                </a:cubicBezTo>
                <a:cubicBezTo>
                  <a:pt x="565570" y="2212"/>
                  <a:pt x="565715" y="2648"/>
                  <a:pt x="565715" y="3099"/>
                </a:cubicBezTo>
                <a:lnTo>
                  <a:pt x="565715" y="132074"/>
                </a:lnTo>
                <a:moveTo>
                  <a:pt x="549653" y="70858"/>
                </a:moveTo>
                <a:cubicBezTo>
                  <a:pt x="545331" y="65494"/>
                  <a:pt x="541155" y="61407"/>
                  <a:pt x="537123" y="58597"/>
                </a:cubicBezTo>
                <a:cubicBezTo>
                  <a:pt x="533091" y="55785"/>
                  <a:pt x="528882" y="54379"/>
                  <a:pt x="524496" y="54379"/>
                </a:cubicBezTo>
                <a:cubicBezTo>
                  <a:pt x="520432" y="54379"/>
                  <a:pt x="516981" y="55348"/>
                  <a:pt x="514143" y="57288"/>
                </a:cubicBezTo>
                <a:cubicBezTo>
                  <a:pt x="511304" y="59225"/>
                  <a:pt x="508998" y="61776"/>
                  <a:pt x="507224" y="64941"/>
                </a:cubicBezTo>
                <a:cubicBezTo>
                  <a:pt x="505450" y="68106"/>
                  <a:pt x="504160" y="71691"/>
                  <a:pt x="503354" y="75696"/>
                </a:cubicBezTo>
                <a:cubicBezTo>
                  <a:pt x="502548" y="79702"/>
                  <a:pt x="502144" y="83772"/>
                  <a:pt x="502144" y="87906"/>
                </a:cubicBezTo>
                <a:cubicBezTo>
                  <a:pt x="502144" y="92299"/>
                  <a:pt x="502483" y="96594"/>
                  <a:pt x="503160" y="100793"/>
                </a:cubicBezTo>
                <a:cubicBezTo>
                  <a:pt x="503838" y="104992"/>
                  <a:pt x="505015" y="108722"/>
                  <a:pt x="506692" y="111984"/>
                </a:cubicBezTo>
                <a:cubicBezTo>
                  <a:pt x="508369" y="115246"/>
                  <a:pt x="510595" y="117862"/>
                  <a:pt x="513368" y="119834"/>
                </a:cubicBezTo>
                <a:cubicBezTo>
                  <a:pt x="516142" y="121803"/>
                  <a:pt x="519626" y="122788"/>
                  <a:pt x="523818" y="122788"/>
                </a:cubicBezTo>
                <a:cubicBezTo>
                  <a:pt x="525947" y="122788"/>
                  <a:pt x="527995" y="122498"/>
                  <a:pt x="529963" y="121917"/>
                </a:cubicBezTo>
                <a:cubicBezTo>
                  <a:pt x="531930" y="121335"/>
                  <a:pt x="533946" y="120365"/>
                  <a:pt x="536010" y="119008"/>
                </a:cubicBezTo>
                <a:cubicBezTo>
                  <a:pt x="538074" y="117652"/>
                  <a:pt x="540235" y="115891"/>
                  <a:pt x="542493" y="113726"/>
                </a:cubicBezTo>
                <a:cubicBezTo>
                  <a:pt x="544751" y="111561"/>
                  <a:pt x="547138" y="108895"/>
                  <a:pt x="549653" y="105728"/>
                </a:cubicBezTo>
                <a:lnTo>
                  <a:pt x="549653" y="70858"/>
                </a:lnTo>
                <a:close/>
                <a:moveTo>
                  <a:pt x="669461" y="84761"/>
                </a:moveTo>
                <a:cubicBezTo>
                  <a:pt x="669461" y="87277"/>
                  <a:pt x="668832" y="89067"/>
                  <a:pt x="667574" y="90132"/>
                </a:cubicBezTo>
                <a:cubicBezTo>
                  <a:pt x="666316" y="91196"/>
                  <a:pt x="664881" y="91728"/>
                  <a:pt x="663268" y="91728"/>
                </a:cubicBezTo>
                <a:lnTo>
                  <a:pt x="606180" y="91728"/>
                </a:lnTo>
                <a:cubicBezTo>
                  <a:pt x="606180" y="96580"/>
                  <a:pt x="606664" y="100947"/>
                  <a:pt x="607632" y="104830"/>
                </a:cubicBezTo>
                <a:cubicBezTo>
                  <a:pt x="608599" y="108712"/>
                  <a:pt x="610212" y="112045"/>
                  <a:pt x="612470" y="114826"/>
                </a:cubicBezTo>
                <a:cubicBezTo>
                  <a:pt x="614727" y="117608"/>
                  <a:pt x="617662" y="119744"/>
                  <a:pt x="621275" y="121234"/>
                </a:cubicBezTo>
                <a:cubicBezTo>
                  <a:pt x="624887" y="122721"/>
                  <a:pt x="629306" y="123465"/>
                  <a:pt x="634531" y="123465"/>
                </a:cubicBezTo>
                <a:cubicBezTo>
                  <a:pt x="638659" y="123465"/>
                  <a:pt x="642336" y="123127"/>
                  <a:pt x="645561" y="122449"/>
                </a:cubicBezTo>
                <a:cubicBezTo>
                  <a:pt x="648787" y="121772"/>
                  <a:pt x="651577" y="121014"/>
                  <a:pt x="653931" y="120175"/>
                </a:cubicBezTo>
                <a:cubicBezTo>
                  <a:pt x="656286" y="119337"/>
                  <a:pt x="658221" y="118579"/>
                  <a:pt x="659737" y="117902"/>
                </a:cubicBezTo>
                <a:cubicBezTo>
                  <a:pt x="661253" y="117224"/>
                  <a:pt x="662398" y="116886"/>
                  <a:pt x="663172" y="116886"/>
                </a:cubicBezTo>
                <a:cubicBezTo>
                  <a:pt x="663623" y="116886"/>
                  <a:pt x="664026" y="116998"/>
                  <a:pt x="664381" y="117224"/>
                </a:cubicBezTo>
                <a:cubicBezTo>
                  <a:pt x="664736" y="117450"/>
                  <a:pt x="665010" y="117789"/>
                  <a:pt x="665204" y="118240"/>
                </a:cubicBezTo>
                <a:cubicBezTo>
                  <a:pt x="665397" y="118692"/>
                  <a:pt x="665542" y="119321"/>
                  <a:pt x="665639" y="120127"/>
                </a:cubicBezTo>
                <a:cubicBezTo>
                  <a:pt x="665736" y="120933"/>
                  <a:pt x="665784" y="121917"/>
                  <a:pt x="665784" y="123078"/>
                </a:cubicBezTo>
                <a:cubicBezTo>
                  <a:pt x="665784" y="123917"/>
                  <a:pt x="665752" y="124642"/>
                  <a:pt x="665687" y="125255"/>
                </a:cubicBezTo>
                <a:cubicBezTo>
                  <a:pt x="665623" y="125868"/>
                  <a:pt x="665542" y="126416"/>
                  <a:pt x="665445" y="126900"/>
                </a:cubicBezTo>
                <a:cubicBezTo>
                  <a:pt x="665349" y="127384"/>
                  <a:pt x="665187" y="127819"/>
                  <a:pt x="664962" y="128206"/>
                </a:cubicBezTo>
                <a:cubicBezTo>
                  <a:pt x="664736" y="128593"/>
                  <a:pt x="664446" y="128964"/>
                  <a:pt x="664091" y="129319"/>
                </a:cubicBezTo>
                <a:cubicBezTo>
                  <a:pt x="663736" y="129674"/>
                  <a:pt x="662688" y="130255"/>
                  <a:pt x="660946" y="131061"/>
                </a:cubicBezTo>
                <a:cubicBezTo>
                  <a:pt x="659204" y="131867"/>
                  <a:pt x="656947" y="132657"/>
                  <a:pt x="654173" y="133431"/>
                </a:cubicBezTo>
                <a:cubicBezTo>
                  <a:pt x="651399" y="134206"/>
                  <a:pt x="648190" y="134899"/>
                  <a:pt x="644545" y="135512"/>
                </a:cubicBezTo>
                <a:cubicBezTo>
                  <a:pt x="640901" y="136125"/>
                  <a:pt x="637014" y="136431"/>
                  <a:pt x="632886" y="136431"/>
                </a:cubicBezTo>
                <a:cubicBezTo>
                  <a:pt x="625726" y="136431"/>
                  <a:pt x="619452" y="135430"/>
                  <a:pt x="614066" y="133428"/>
                </a:cubicBezTo>
                <a:cubicBezTo>
                  <a:pt x="608680" y="131427"/>
                  <a:pt x="604148" y="128456"/>
                  <a:pt x="600471" y="124517"/>
                </a:cubicBezTo>
                <a:cubicBezTo>
                  <a:pt x="596795" y="120579"/>
                  <a:pt x="594021" y="115639"/>
                  <a:pt x="592150" y="109698"/>
                </a:cubicBezTo>
                <a:cubicBezTo>
                  <a:pt x="590279" y="103758"/>
                  <a:pt x="589344" y="96848"/>
                  <a:pt x="589344" y="88970"/>
                </a:cubicBezTo>
                <a:cubicBezTo>
                  <a:pt x="589344" y="81480"/>
                  <a:pt x="590312" y="74748"/>
                  <a:pt x="592247" y="68775"/>
                </a:cubicBezTo>
                <a:cubicBezTo>
                  <a:pt x="594182" y="62802"/>
                  <a:pt x="596972" y="57733"/>
                  <a:pt x="600617" y="53569"/>
                </a:cubicBezTo>
                <a:cubicBezTo>
                  <a:pt x="604261" y="49404"/>
                  <a:pt x="608664" y="46208"/>
                  <a:pt x="613824" y="43980"/>
                </a:cubicBezTo>
                <a:cubicBezTo>
                  <a:pt x="618985" y="41753"/>
                  <a:pt x="624758" y="40639"/>
                  <a:pt x="631144" y="40639"/>
                </a:cubicBezTo>
                <a:cubicBezTo>
                  <a:pt x="637982" y="40639"/>
                  <a:pt x="643804" y="41736"/>
                  <a:pt x="648609" y="43929"/>
                </a:cubicBezTo>
                <a:cubicBezTo>
                  <a:pt x="653415" y="46122"/>
                  <a:pt x="657366" y="49073"/>
                  <a:pt x="660462" y="52782"/>
                </a:cubicBezTo>
                <a:cubicBezTo>
                  <a:pt x="663559" y="56491"/>
                  <a:pt x="665832" y="60846"/>
                  <a:pt x="667284" y="65845"/>
                </a:cubicBezTo>
                <a:cubicBezTo>
                  <a:pt x="668735" y="70844"/>
                  <a:pt x="669461" y="76182"/>
                  <a:pt x="669461" y="81859"/>
                </a:cubicBezTo>
                <a:lnTo>
                  <a:pt x="669461" y="84761"/>
                </a:lnTo>
                <a:moveTo>
                  <a:pt x="653399" y="80020"/>
                </a:moveTo>
                <a:cubicBezTo>
                  <a:pt x="653592" y="71634"/>
                  <a:pt x="651738" y="65055"/>
                  <a:pt x="647835" y="60281"/>
                </a:cubicBezTo>
                <a:cubicBezTo>
                  <a:pt x="643933" y="55508"/>
                  <a:pt x="638143" y="53121"/>
                  <a:pt x="630467" y="53121"/>
                </a:cubicBezTo>
                <a:cubicBezTo>
                  <a:pt x="626532" y="53121"/>
                  <a:pt x="623081" y="53863"/>
                  <a:pt x="620114" y="55346"/>
                </a:cubicBezTo>
                <a:cubicBezTo>
                  <a:pt x="617146" y="56830"/>
                  <a:pt x="614663" y="58798"/>
                  <a:pt x="612663" y="61249"/>
                </a:cubicBezTo>
                <a:cubicBezTo>
                  <a:pt x="610663" y="63700"/>
                  <a:pt x="609115" y="66554"/>
                  <a:pt x="608019" y="69812"/>
                </a:cubicBezTo>
                <a:cubicBezTo>
                  <a:pt x="606922" y="73070"/>
                  <a:pt x="606309" y="76472"/>
                  <a:pt x="606180" y="80020"/>
                </a:cubicBezTo>
                <a:lnTo>
                  <a:pt x="653399" y="80020"/>
                </a:lnTo>
                <a:close/>
                <a:moveTo>
                  <a:pt x="748504" y="108440"/>
                </a:moveTo>
                <a:cubicBezTo>
                  <a:pt x="748504" y="112895"/>
                  <a:pt x="747682" y="116866"/>
                  <a:pt x="746037" y="120354"/>
                </a:cubicBezTo>
                <a:cubicBezTo>
                  <a:pt x="744392" y="123839"/>
                  <a:pt x="742054" y="126777"/>
                  <a:pt x="739022" y="129168"/>
                </a:cubicBezTo>
                <a:cubicBezTo>
                  <a:pt x="735990" y="131557"/>
                  <a:pt x="732378" y="133364"/>
                  <a:pt x="728185" y="134590"/>
                </a:cubicBezTo>
                <a:cubicBezTo>
                  <a:pt x="723992" y="135817"/>
                  <a:pt x="719380" y="136431"/>
                  <a:pt x="714348" y="136431"/>
                </a:cubicBezTo>
                <a:cubicBezTo>
                  <a:pt x="711252" y="136431"/>
                  <a:pt x="708301" y="136189"/>
                  <a:pt x="705495" y="135705"/>
                </a:cubicBezTo>
                <a:cubicBezTo>
                  <a:pt x="702689" y="135222"/>
                  <a:pt x="700173" y="134609"/>
                  <a:pt x="697947" y="133867"/>
                </a:cubicBezTo>
                <a:cubicBezTo>
                  <a:pt x="695722" y="133125"/>
                  <a:pt x="693835" y="132351"/>
                  <a:pt x="692287" y="131545"/>
                </a:cubicBezTo>
                <a:cubicBezTo>
                  <a:pt x="690739" y="130738"/>
                  <a:pt x="689610" y="130013"/>
                  <a:pt x="688900" y="129368"/>
                </a:cubicBezTo>
                <a:cubicBezTo>
                  <a:pt x="688191" y="128723"/>
                  <a:pt x="687675" y="127819"/>
                  <a:pt x="687352" y="126658"/>
                </a:cubicBezTo>
                <a:cubicBezTo>
                  <a:pt x="687030" y="125497"/>
                  <a:pt x="686868" y="123917"/>
                  <a:pt x="686868" y="121917"/>
                </a:cubicBezTo>
                <a:cubicBezTo>
                  <a:pt x="686868" y="120691"/>
                  <a:pt x="686933" y="119659"/>
                  <a:pt x="687062" y="118821"/>
                </a:cubicBezTo>
                <a:cubicBezTo>
                  <a:pt x="687191" y="117982"/>
                  <a:pt x="687352" y="117305"/>
                  <a:pt x="687546" y="116789"/>
                </a:cubicBezTo>
                <a:cubicBezTo>
                  <a:pt x="687739" y="116273"/>
                  <a:pt x="688013" y="115902"/>
                  <a:pt x="688368" y="115676"/>
                </a:cubicBezTo>
                <a:cubicBezTo>
                  <a:pt x="688723" y="115450"/>
                  <a:pt x="689126" y="115337"/>
                  <a:pt x="689578" y="115337"/>
                </a:cubicBezTo>
                <a:cubicBezTo>
                  <a:pt x="690287" y="115337"/>
                  <a:pt x="691335" y="115773"/>
                  <a:pt x="692722" y="116644"/>
                </a:cubicBezTo>
                <a:cubicBezTo>
                  <a:pt x="694109" y="117515"/>
                  <a:pt x="695819" y="118466"/>
                  <a:pt x="697851" y="119498"/>
                </a:cubicBezTo>
                <a:cubicBezTo>
                  <a:pt x="699883" y="120530"/>
                  <a:pt x="702285" y="121482"/>
                  <a:pt x="705059" y="122352"/>
                </a:cubicBezTo>
                <a:cubicBezTo>
                  <a:pt x="707833" y="123223"/>
                  <a:pt x="711026" y="123659"/>
                  <a:pt x="714638" y="123659"/>
                </a:cubicBezTo>
                <a:cubicBezTo>
                  <a:pt x="717348" y="123659"/>
                  <a:pt x="719799" y="123368"/>
                  <a:pt x="721992" y="122788"/>
                </a:cubicBezTo>
                <a:cubicBezTo>
                  <a:pt x="724185" y="122205"/>
                  <a:pt x="726088" y="121349"/>
                  <a:pt x="727701" y="120218"/>
                </a:cubicBezTo>
                <a:cubicBezTo>
                  <a:pt x="729314" y="119087"/>
                  <a:pt x="730555" y="117649"/>
                  <a:pt x="731426" y="115903"/>
                </a:cubicBezTo>
                <a:cubicBezTo>
                  <a:pt x="732297" y="114157"/>
                  <a:pt x="732732" y="112089"/>
                  <a:pt x="732732" y="109698"/>
                </a:cubicBezTo>
                <a:cubicBezTo>
                  <a:pt x="732732" y="107245"/>
                  <a:pt x="732104" y="105179"/>
                  <a:pt x="730846" y="103499"/>
                </a:cubicBezTo>
                <a:cubicBezTo>
                  <a:pt x="729588" y="101820"/>
                  <a:pt x="727927" y="100336"/>
                  <a:pt x="725863" y="99046"/>
                </a:cubicBezTo>
                <a:cubicBezTo>
                  <a:pt x="723798" y="97753"/>
                  <a:pt x="721476" y="96607"/>
                  <a:pt x="718896" y="95608"/>
                </a:cubicBezTo>
                <a:cubicBezTo>
                  <a:pt x="716316" y="94606"/>
                  <a:pt x="713655" y="93556"/>
                  <a:pt x="710913" y="92460"/>
                </a:cubicBezTo>
                <a:cubicBezTo>
                  <a:pt x="708172" y="91361"/>
                  <a:pt x="705495" y="90117"/>
                  <a:pt x="702882" y="88729"/>
                </a:cubicBezTo>
                <a:cubicBezTo>
                  <a:pt x="700270" y="87340"/>
                  <a:pt x="697931" y="85644"/>
                  <a:pt x="695867" y="83643"/>
                </a:cubicBezTo>
                <a:cubicBezTo>
                  <a:pt x="693803" y="81641"/>
                  <a:pt x="692142" y="79252"/>
                  <a:pt x="690884" y="76476"/>
                </a:cubicBezTo>
                <a:cubicBezTo>
                  <a:pt x="689626" y="73701"/>
                  <a:pt x="688997" y="70375"/>
                  <a:pt x="688997" y="66501"/>
                </a:cubicBezTo>
                <a:cubicBezTo>
                  <a:pt x="688997" y="63078"/>
                  <a:pt x="689658" y="59801"/>
                  <a:pt x="690981" y="56671"/>
                </a:cubicBezTo>
                <a:cubicBezTo>
                  <a:pt x="692303" y="53538"/>
                  <a:pt x="694287" y="50794"/>
                  <a:pt x="696931" y="48437"/>
                </a:cubicBezTo>
                <a:cubicBezTo>
                  <a:pt x="699576" y="46079"/>
                  <a:pt x="702882" y="44190"/>
                  <a:pt x="706849" y="42771"/>
                </a:cubicBezTo>
                <a:cubicBezTo>
                  <a:pt x="710816" y="41350"/>
                  <a:pt x="715445" y="40639"/>
                  <a:pt x="720734" y="40639"/>
                </a:cubicBezTo>
                <a:cubicBezTo>
                  <a:pt x="723056" y="40639"/>
                  <a:pt x="725379" y="40836"/>
                  <a:pt x="727701" y="41229"/>
                </a:cubicBezTo>
                <a:cubicBezTo>
                  <a:pt x="730023" y="41622"/>
                  <a:pt x="732120" y="42113"/>
                  <a:pt x="733990" y="42701"/>
                </a:cubicBezTo>
                <a:cubicBezTo>
                  <a:pt x="735861" y="43290"/>
                  <a:pt x="737458" y="43928"/>
                  <a:pt x="738780" y="44615"/>
                </a:cubicBezTo>
                <a:cubicBezTo>
                  <a:pt x="740102" y="45303"/>
                  <a:pt x="741102" y="45908"/>
                  <a:pt x="741779" y="46433"/>
                </a:cubicBezTo>
                <a:cubicBezTo>
                  <a:pt x="742457" y="46957"/>
                  <a:pt x="742908" y="47412"/>
                  <a:pt x="743134" y="47799"/>
                </a:cubicBezTo>
                <a:cubicBezTo>
                  <a:pt x="743360" y="48186"/>
                  <a:pt x="743521" y="48622"/>
                  <a:pt x="743618" y="49105"/>
                </a:cubicBezTo>
                <a:cubicBezTo>
                  <a:pt x="743715" y="49589"/>
                  <a:pt x="743811" y="50186"/>
                  <a:pt x="743908" y="50896"/>
                </a:cubicBezTo>
                <a:cubicBezTo>
                  <a:pt x="744005" y="51605"/>
                  <a:pt x="744053" y="52476"/>
                  <a:pt x="744053" y="53508"/>
                </a:cubicBezTo>
                <a:cubicBezTo>
                  <a:pt x="744053" y="54605"/>
                  <a:pt x="744005" y="55556"/>
                  <a:pt x="743908" y="56362"/>
                </a:cubicBezTo>
                <a:cubicBezTo>
                  <a:pt x="743811" y="57169"/>
                  <a:pt x="743650" y="57830"/>
                  <a:pt x="743424" y="58346"/>
                </a:cubicBezTo>
                <a:cubicBezTo>
                  <a:pt x="743199" y="58862"/>
                  <a:pt x="742924" y="59233"/>
                  <a:pt x="742602" y="59459"/>
                </a:cubicBezTo>
                <a:cubicBezTo>
                  <a:pt x="742279" y="59685"/>
                  <a:pt x="741925" y="59797"/>
                  <a:pt x="741538" y="59797"/>
                </a:cubicBezTo>
                <a:cubicBezTo>
                  <a:pt x="740957" y="59797"/>
                  <a:pt x="740118" y="59438"/>
                  <a:pt x="739022" y="58718"/>
                </a:cubicBezTo>
                <a:cubicBezTo>
                  <a:pt x="737925" y="57998"/>
                  <a:pt x="736506" y="57229"/>
                  <a:pt x="734764" y="56411"/>
                </a:cubicBezTo>
                <a:cubicBezTo>
                  <a:pt x="733023" y="55592"/>
                  <a:pt x="730975" y="54823"/>
                  <a:pt x="728620" y="54104"/>
                </a:cubicBezTo>
                <a:cubicBezTo>
                  <a:pt x="726266" y="53384"/>
                  <a:pt x="723573" y="53024"/>
                  <a:pt x="720541" y="53024"/>
                </a:cubicBezTo>
                <a:cubicBezTo>
                  <a:pt x="717831" y="53024"/>
                  <a:pt x="715445" y="53332"/>
                  <a:pt x="713381" y="53946"/>
                </a:cubicBezTo>
                <a:cubicBezTo>
                  <a:pt x="711316" y="54559"/>
                  <a:pt x="709623" y="55431"/>
                  <a:pt x="708301" y="56562"/>
                </a:cubicBezTo>
                <a:cubicBezTo>
                  <a:pt x="706978" y="57693"/>
                  <a:pt x="705978" y="59034"/>
                  <a:pt x="705301" y="60587"/>
                </a:cubicBezTo>
                <a:cubicBezTo>
                  <a:pt x="704624" y="62137"/>
                  <a:pt x="704285" y="63817"/>
                  <a:pt x="704285" y="65627"/>
                </a:cubicBezTo>
                <a:cubicBezTo>
                  <a:pt x="704285" y="68145"/>
                  <a:pt x="704930" y="70260"/>
                  <a:pt x="706220" y="71971"/>
                </a:cubicBezTo>
                <a:cubicBezTo>
                  <a:pt x="707510" y="73682"/>
                  <a:pt x="709188" y="75184"/>
                  <a:pt x="711252" y="76476"/>
                </a:cubicBezTo>
                <a:cubicBezTo>
                  <a:pt x="713316" y="77766"/>
                  <a:pt x="715670" y="78929"/>
                  <a:pt x="718315" y="79963"/>
                </a:cubicBezTo>
                <a:cubicBezTo>
                  <a:pt x="720960" y="80995"/>
                  <a:pt x="723653" y="82060"/>
                  <a:pt x="726395" y="83159"/>
                </a:cubicBezTo>
                <a:cubicBezTo>
                  <a:pt x="729136" y="84255"/>
                  <a:pt x="731845" y="85482"/>
                  <a:pt x="734522" y="86839"/>
                </a:cubicBezTo>
                <a:cubicBezTo>
                  <a:pt x="737200" y="88195"/>
                  <a:pt x="739570" y="89842"/>
                  <a:pt x="741634" y="91779"/>
                </a:cubicBezTo>
                <a:cubicBezTo>
                  <a:pt x="743699" y="93717"/>
                  <a:pt x="745360" y="96042"/>
                  <a:pt x="746617" y="98755"/>
                </a:cubicBezTo>
                <a:cubicBezTo>
                  <a:pt x="747875" y="101467"/>
                  <a:pt x="748504" y="104695"/>
                  <a:pt x="748504" y="1084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VarNodes">
            <a:extLst xmlns:a="http://schemas.openxmlformats.org/drawingml/2006/main">
              <a:ext uri="{FF2B5EF4-FFF2-40B4-BE49-F238E27FC236}">
                <a16:creationId xmlns:a16="http://schemas.microsoft.com/office/drawing/2014/main" id="{E47A8B4B-3036-4102-AEE8-49FD0BF2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149" y="3168441"/>
            <a:ext cx="822538" cy="136431"/>
          </a:xfrm>
          <a:custGeom xmlns:a="http://schemas.openxmlformats.org/drawingml/2006/main">
            <a:pathLst>
              <a:path w="822538" h="136431">
                <a:moveTo>
                  <a:pt x="63942" y="131593"/>
                </a:moveTo>
                <a:cubicBezTo>
                  <a:pt x="63684" y="132303"/>
                  <a:pt x="63329" y="132883"/>
                  <a:pt x="62878" y="133335"/>
                </a:cubicBezTo>
                <a:cubicBezTo>
                  <a:pt x="62426" y="133786"/>
                  <a:pt x="61797" y="134141"/>
                  <a:pt x="60991" y="134399"/>
                </a:cubicBezTo>
                <a:cubicBezTo>
                  <a:pt x="60184" y="134657"/>
                  <a:pt x="59152" y="134834"/>
                  <a:pt x="57894" y="134931"/>
                </a:cubicBezTo>
                <a:cubicBezTo>
                  <a:pt x="56637" y="135028"/>
                  <a:pt x="55072" y="135076"/>
                  <a:pt x="53202" y="135076"/>
                </a:cubicBezTo>
                <a:cubicBezTo>
                  <a:pt x="51783" y="135076"/>
                  <a:pt x="50541" y="135060"/>
                  <a:pt x="49476" y="135028"/>
                </a:cubicBezTo>
                <a:cubicBezTo>
                  <a:pt x="48412" y="134996"/>
                  <a:pt x="47493" y="134915"/>
                  <a:pt x="46719" y="134786"/>
                </a:cubicBezTo>
                <a:cubicBezTo>
                  <a:pt x="45945" y="134657"/>
                  <a:pt x="45283" y="134512"/>
                  <a:pt x="44735" y="134351"/>
                </a:cubicBezTo>
                <a:cubicBezTo>
                  <a:pt x="44187" y="134189"/>
                  <a:pt x="43719" y="133980"/>
                  <a:pt x="43332" y="133722"/>
                </a:cubicBezTo>
                <a:cubicBezTo>
                  <a:pt x="42945" y="133464"/>
                  <a:pt x="42639" y="133157"/>
                  <a:pt x="42413" y="132803"/>
                </a:cubicBezTo>
                <a:cubicBezTo>
                  <a:pt x="42187" y="132448"/>
                  <a:pt x="41978" y="132012"/>
                  <a:pt x="41784" y="131496"/>
                </a:cubicBezTo>
                <a:lnTo>
                  <a:pt x="855" y="15191"/>
                </a:lnTo>
                <a:cubicBezTo>
                  <a:pt x="339" y="13772"/>
                  <a:pt x="65" y="12627"/>
                  <a:pt x="32" y="11756"/>
                </a:cubicBezTo>
                <a:cubicBezTo>
                  <a:pt x="0" y="10885"/>
                  <a:pt x="274" y="10224"/>
                  <a:pt x="855" y="9773"/>
                </a:cubicBezTo>
                <a:cubicBezTo>
                  <a:pt x="1435" y="9321"/>
                  <a:pt x="2371" y="9031"/>
                  <a:pt x="3661" y="8902"/>
                </a:cubicBezTo>
                <a:cubicBezTo>
                  <a:pt x="4951" y="8773"/>
                  <a:pt x="6693" y="8708"/>
                  <a:pt x="8886" y="8708"/>
                </a:cubicBezTo>
                <a:cubicBezTo>
                  <a:pt x="10692" y="8708"/>
                  <a:pt x="12127" y="8757"/>
                  <a:pt x="13192" y="8854"/>
                </a:cubicBezTo>
                <a:cubicBezTo>
                  <a:pt x="14256" y="8950"/>
                  <a:pt x="15078" y="9128"/>
                  <a:pt x="15659" y="9386"/>
                </a:cubicBezTo>
                <a:cubicBezTo>
                  <a:pt x="16239" y="9644"/>
                  <a:pt x="16675" y="9982"/>
                  <a:pt x="16965" y="10402"/>
                </a:cubicBezTo>
                <a:cubicBezTo>
                  <a:pt x="17255" y="10821"/>
                  <a:pt x="17530" y="11353"/>
                  <a:pt x="17788" y="11998"/>
                </a:cubicBezTo>
                <a:lnTo>
                  <a:pt x="53685" y="117369"/>
                </a:lnTo>
                <a:lnTo>
                  <a:pt x="53782" y="117369"/>
                </a:lnTo>
                <a:lnTo>
                  <a:pt x="88712" y="12192"/>
                </a:lnTo>
                <a:cubicBezTo>
                  <a:pt x="88906" y="11482"/>
                  <a:pt x="89132" y="10902"/>
                  <a:pt x="89390" y="10450"/>
                </a:cubicBezTo>
                <a:cubicBezTo>
                  <a:pt x="89648" y="9998"/>
                  <a:pt x="90099" y="9644"/>
                  <a:pt x="90744" y="9386"/>
                </a:cubicBezTo>
                <a:cubicBezTo>
                  <a:pt x="91389" y="9128"/>
                  <a:pt x="92293" y="8950"/>
                  <a:pt x="93454" y="8854"/>
                </a:cubicBezTo>
                <a:cubicBezTo>
                  <a:pt x="94615" y="8757"/>
                  <a:pt x="96163" y="8708"/>
                  <a:pt x="98098" y="8708"/>
                </a:cubicBezTo>
                <a:cubicBezTo>
                  <a:pt x="100098" y="8708"/>
                  <a:pt x="101678" y="8789"/>
                  <a:pt x="102839" y="8950"/>
                </a:cubicBezTo>
                <a:cubicBezTo>
                  <a:pt x="104000" y="9112"/>
                  <a:pt x="104791" y="9418"/>
                  <a:pt x="105210" y="9869"/>
                </a:cubicBezTo>
                <a:cubicBezTo>
                  <a:pt x="105629" y="10321"/>
                  <a:pt x="105790" y="10982"/>
                  <a:pt x="105694" y="11853"/>
                </a:cubicBezTo>
                <a:cubicBezTo>
                  <a:pt x="105597" y="12724"/>
                  <a:pt x="105291" y="13869"/>
                  <a:pt x="104775" y="15288"/>
                </a:cubicBezTo>
                <a:lnTo>
                  <a:pt x="63942" y="131593"/>
                </a:lnTo>
                <a:close/>
                <a:moveTo>
                  <a:pt x="189321" y="132174"/>
                </a:moveTo>
                <a:cubicBezTo>
                  <a:pt x="189321" y="132948"/>
                  <a:pt x="189063" y="133528"/>
                  <a:pt x="188547" y="133915"/>
                </a:cubicBezTo>
                <a:cubicBezTo>
                  <a:pt x="188031" y="134302"/>
                  <a:pt x="187321" y="134593"/>
                  <a:pt x="186418" y="134786"/>
                </a:cubicBezTo>
                <a:cubicBezTo>
                  <a:pt x="185515" y="134980"/>
                  <a:pt x="184193" y="135076"/>
                  <a:pt x="182451" y="135076"/>
                </a:cubicBezTo>
                <a:cubicBezTo>
                  <a:pt x="180774" y="135076"/>
                  <a:pt x="179435" y="134980"/>
                  <a:pt x="178436" y="134786"/>
                </a:cubicBezTo>
                <a:cubicBezTo>
                  <a:pt x="177436" y="134593"/>
                  <a:pt x="176710" y="134302"/>
                  <a:pt x="176258" y="133915"/>
                </a:cubicBezTo>
                <a:cubicBezTo>
                  <a:pt x="175807" y="133528"/>
                  <a:pt x="175581" y="132948"/>
                  <a:pt x="175581" y="132174"/>
                </a:cubicBezTo>
                <a:lnTo>
                  <a:pt x="175581" y="123465"/>
                </a:lnTo>
                <a:cubicBezTo>
                  <a:pt x="171775" y="127529"/>
                  <a:pt x="167534" y="130706"/>
                  <a:pt x="162857" y="132996"/>
                </a:cubicBezTo>
                <a:cubicBezTo>
                  <a:pt x="158181" y="135286"/>
                  <a:pt x="153230" y="136431"/>
                  <a:pt x="148005" y="136431"/>
                </a:cubicBezTo>
                <a:cubicBezTo>
                  <a:pt x="143425" y="136431"/>
                  <a:pt x="139280" y="135832"/>
                  <a:pt x="135571" y="134635"/>
                </a:cubicBezTo>
                <a:cubicBezTo>
                  <a:pt x="131862" y="133438"/>
                  <a:pt x="128701" y="131706"/>
                  <a:pt x="126089" y="129440"/>
                </a:cubicBezTo>
                <a:cubicBezTo>
                  <a:pt x="123476" y="127174"/>
                  <a:pt x="121444" y="124392"/>
                  <a:pt x="119993" y="121092"/>
                </a:cubicBezTo>
                <a:cubicBezTo>
                  <a:pt x="118541" y="117790"/>
                  <a:pt x="117816" y="114034"/>
                  <a:pt x="117816" y="109825"/>
                </a:cubicBezTo>
                <a:cubicBezTo>
                  <a:pt x="117816" y="104907"/>
                  <a:pt x="118816" y="100635"/>
                  <a:pt x="120815" y="97011"/>
                </a:cubicBezTo>
                <a:cubicBezTo>
                  <a:pt x="122815" y="93384"/>
                  <a:pt x="125685" y="90373"/>
                  <a:pt x="129427" y="87979"/>
                </a:cubicBezTo>
                <a:cubicBezTo>
                  <a:pt x="133168" y="85584"/>
                  <a:pt x="137748" y="83788"/>
                  <a:pt x="143167" y="82590"/>
                </a:cubicBezTo>
                <a:cubicBezTo>
                  <a:pt x="148585" y="81393"/>
                  <a:pt x="154681" y="80794"/>
                  <a:pt x="161454" y="80794"/>
                </a:cubicBezTo>
                <a:lnTo>
                  <a:pt x="173452" y="80794"/>
                </a:lnTo>
                <a:lnTo>
                  <a:pt x="173452" y="74045"/>
                </a:lnTo>
                <a:cubicBezTo>
                  <a:pt x="173452" y="70703"/>
                  <a:pt x="173098" y="67747"/>
                  <a:pt x="172388" y="65177"/>
                </a:cubicBezTo>
                <a:cubicBezTo>
                  <a:pt x="171679" y="62604"/>
                  <a:pt x="170534" y="60467"/>
                  <a:pt x="168953" y="58763"/>
                </a:cubicBezTo>
                <a:cubicBezTo>
                  <a:pt x="167373" y="57060"/>
                  <a:pt x="165325" y="55775"/>
                  <a:pt x="162809" y="54908"/>
                </a:cubicBezTo>
                <a:cubicBezTo>
                  <a:pt x="160293" y="54039"/>
                  <a:pt x="157197" y="53605"/>
                  <a:pt x="153520" y="53605"/>
                </a:cubicBezTo>
                <a:cubicBezTo>
                  <a:pt x="149585" y="53605"/>
                  <a:pt x="146053" y="54067"/>
                  <a:pt x="142925" y="54993"/>
                </a:cubicBezTo>
                <a:cubicBezTo>
                  <a:pt x="139796" y="55918"/>
                  <a:pt x="137055" y="56939"/>
                  <a:pt x="134700" y="58056"/>
                </a:cubicBezTo>
                <a:cubicBezTo>
                  <a:pt x="132346" y="59173"/>
                  <a:pt x="130378" y="60194"/>
                  <a:pt x="128798" y="61119"/>
                </a:cubicBezTo>
                <a:cubicBezTo>
                  <a:pt x="127217" y="62044"/>
                  <a:pt x="126040" y="62507"/>
                  <a:pt x="125266" y="62507"/>
                </a:cubicBezTo>
                <a:cubicBezTo>
                  <a:pt x="124750" y="62507"/>
                  <a:pt x="124299" y="62378"/>
                  <a:pt x="123912" y="62120"/>
                </a:cubicBezTo>
                <a:cubicBezTo>
                  <a:pt x="123524" y="61862"/>
                  <a:pt x="123186" y="61475"/>
                  <a:pt x="122896" y="60959"/>
                </a:cubicBezTo>
                <a:cubicBezTo>
                  <a:pt x="122605" y="60442"/>
                  <a:pt x="122396" y="59781"/>
                  <a:pt x="122267" y="58975"/>
                </a:cubicBezTo>
                <a:cubicBezTo>
                  <a:pt x="122138" y="58169"/>
                  <a:pt x="122073" y="57282"/>
                  <a:pt x="122073" y="56314"/>
                </a:cubicBezTo>
                <a:cubicBezTo>
                  <a:pt x="122073" y="54701"/>
                  <a:pt x="122186" y="53427"/>
                  <a:pt x="122412" y="52492"/>
                </a:cubicBezTo>
                <a:cubicBezTo>
                  <a:pt x="122638" y="51557"/>
                  <a:pt x="123186" y="50670"/>
                  <a:pt x="124057" y="49831"/>
                </a:cubicBezTo>
                <a:cubicBezTo>
                  <a:pt x="124927" y="48993"/>
                  <a:pt x="126427" y="48016"/>
                  <a:pt x="128556" y="46901"/>
                </a:cubicBezTo>
                <a:cubicBezTo>
                  <a:pt x="130685" y="45784"/>
                  <a:pt x="133136" y="44764"/>
                  <a:pt x="135910" y="43841"/>
                </a:cubicBezTo>
                <a:cubicBezTo>
                  <a:pt x="138683" y="42918"/>
                  <a:pt x="141715" y="42154"/>
                  <a:pt x="145005" y="41549"/>
                </a:cubicBezTo>
                <a:cubicBezTo>
                  <a:pt x="148295" y="40942"/>
                  <a:pt x="151617" y="40639"/>
                  <a:pt x="154971" y="40639"/>
                </a:cubicBezTo>
                <a:cubicBezTo>
                  <a:pt x="161228" y="40639"/>
                  <a:pt x="166550" y="41349"/>
                  <a:pt x="170937" y="42768"/>
                </a:cubicBezTo>
                <a:cubicBezTo>
                  <a:pt x="175323" y="44187"/>
                  <a:pt x="178871" y="46267"/>
                  <a:pt x="181580" y="49009"/>
                </a:cubicBezTo>
                <a:cubicBezTo>
                  <a:pt x="184290" y="51750"/>
                  <a:pt x="186257" y="55153"/>
                  <a:pt x="187483" y="59217"/>
                </a:cubicBezTo>
                <a:cubicBezTo>
                  <a:pt x="188708" y="63281"/>
                  <a:pt x="189321" y="68022"/>
                  <a:pt x="189321" y="73441"/>
                </a:cubicBezTo>
                <a:lnTo>
                  <a:pt x="189321" y="132174"/>
                </a:lnTo>
                <a:moveTo>
                  <a:pt x="173452" y="92309"/>
                </a:moveTo>
                <a:lnTo>
                  <a:pt x="159809" y="92309"/>
                </a:lnTo>
                <a:cubicBezTo>
                  <a:pt x="155423" y="92309"/>
                  <a:pt x="151617" y="92683"/>
                  <a:pt x="148392" y="93430"/>
                </a:cubicBezTo>
                <a:cubicBezTo>
                  <a:pt x="145166" y="94176"/>
                  <a:pt x="142489" y="95279"/>
                  <a:pt x="140361" y="96738"/>
                </a:cubicBezTo>
                <a:cubicBezTo>
                  <a:pt x="138232" y="98198"/>
                  <a:pt x="136668" y="99951"/>
                  <a:pt x="135668" y="101997"/>
                </a:cubicBezTo>
                <a:cubicBezTo>
                  <a:pt x="134668" y="104041"/>
                  <a:pt x="134168" y="106393"/>
                  <a:pt x="134168" y="109054"/>
                </a:cubicBezTo>
                <a:cubicBezTo>
                  <a:pt x="134168" y="113598"/>
                  <a:pt x="135603" y="117216"/>
                  <a:pt x="138474" y="119909"/>
                </a:cubicBezTo>
                <a:cubicBezTo>
                  <a:pt x="141344" y="122602"/>
                  <a:pt x="145360" y="123949"/>
                  <a:pt x="150520" y="123949"/>
                </a:cubicBezTo>
                <a:cubicBezTo>
                  <a:pt x="154713" y="123949"/>
                  <a:pt x="158600" y="122879"/>
                  <a:pt x="162180" y="120738"/>
                </a:cubicBezTo>
                <a:cubicBezTo>
                  <a:pt x="165760" y="118595"/>
                  <a:pt x="169518" y="115317"/>
                  <a:pt x="173452" y="110905"/>
                </a:cubicBezTo>
                <a:lnTo>
                  <a:pt x="173452" y="92309"/>
                </a:lnTo>
                <a:close/>
                <a:moveTo>
                  <a:pt x="269534" y="50702"/>
                </a:moveTo>
                <a:cubicBezTo>
                  <a:pt x="269534" y="52121"/>
                  <a:pt x="269502" y="53315"/>
                  <a:pt x="269437" y="54282"/>
                </a:cubicBezTo>
                <a:cubicBezTo>
                  <a:pt x="269373" y="55250"/>
                  <a:pt x="269244" y="56008"/>
                  <a:pt x="269050" y="56556"/>
                </a:cubicBezTo>
                <a:cubicBezTo>
                  <a:pt x="268857" y="57104"/>
                  <a:pt x="268615" y="57524"/>
                  <a:pt x="268324" y="57814"/>
                </a:cubicBezTo>
                <a:cubicBezTo>
                  <a:pt x="268034" y="58104"/>
                  <a:pt x="267631" y="58249"/>
                  <a:pt x="267115" y="58249"/>
                </a:cubicBezTo>
                <a:cubicBezTo>
                  <a:pt x="266599" y="58249"/>
                  <a:pt x="265970" y="58104"/>
                  <a:pt x="265228" y="57814"/>
                </a:cubicBezTo>
                <a:cubicBezTo>
                  <a:pt x="264486" y="57524"/>
                  <a:pt x="263648" y="57233"/>
                  <a:pt x="262712" y="56943"/>
                </a:cubicBezTo>
                <a:cubicBezTo>
                  <a:pt x="261777" y="56653"/>
                  <a:pt x="260729" y="56379"/>
                  <a:pt x="259568" y="56121"/>
                </a:cubicBezTo>
                <a:cubicBezTo>
                  <a:pt x="258407" y="55863"/>
                  <a:pt x="257149" y="55734"/>
                  <a:pt x="255794" y="55734"/>
                </a:cubicBezTo>
                <a:cubicBezTo>
                  <a:pt x="254181" y="55734"/>
                  <a:pt x="252601" y="56056"/>
                  <a:pt x="251053" y="56701"/>
                </a:cubicBezTo>
                <a:cubicBezTo>
                  <a:pt x="249505" y="57346"/>
                  <a:pt x="247876" y="58411"/>
                  <a:pt x="246167" y="59894"/>
                </a:cubicBezTo>
                <a:cubicBezTo>
                  <a:pt x="244457" y="61378"/>
                  <a:pt x="242667" y="63345"/>
                  <a:pt x="240796" y="65797"/>
                </a:cubicBezTo>
                <a:cubicBezTo>
                  <a:pt x="238926" y="68248"/>
                  <a:pt x="236861" y="71247"/>
                  <a:pt x="234604" y="74795"/>
                </a:cubicBezTo>
                <a:lnTo>
                  <a:pt x="234604" y="132077"/>
                </a:lnTo>
                <a:cubicBezTo>
                  <a:pt x="234604" y="132593"/>
                  <a:pt x="234475" y="133028"/>
                  <a:pt x="234217" y="133383"/>
                </a:cubicBezTo>
                <a:cubicBezTo>
                  <a:pt x="233959" y="133738"/>
                  <a:pt x="233539" y="134044"/>
                  <a:pt x="232959" y="134302"/>
                </a:cubicBezTo>
                <a:cubicBezTo>
                  <a:pt x="232378" y="134560"/>
                  <a:pt x="231572" y="134754"/>
                  <a:pt x="230540" y="134883"/>
                </a:cubicBezTo>
                <a:cubicBezTo>
                  <a:pt x="229508" y="135012"/>
                  <a:pt x="228185" y="135076"/>
                  <a:pt x="226573" y="135076"/>
                </a:cubicBezTo>
                <a:cubicBezTo>
                  <a:pt x="225025" y="135076"/>
                  <a:pt x="223734" y="135012"/>
                  <a:pt x="222702" y="134883"/>
                </a:cubicBezTo>
                <a:cubicBezTo>
                  <a:pt x="221670" y="134754"/>
                  <a:pt x="220848" y="134560"/>
                  <a:pt x="220235" y="134302"/>
                </a:cubicBezTo>
                <a:cubicBezTo>
                  <a:pt x="219622" y="134044"/>
                  <a:pt x="219203" y="133738"/>
                  <a:pt x="218977" y="133383"/>
                </a:cubicBezTo>
                <a:cubicBezTo>
                  <a:pt x="218751" y="133028"/>
                  <a:pt x="218638" y="132593"/>
                  <a:pt x="218638" y="132077"/>
                </a:cubicBezTo>
                <a:lnTo>
                  <a:pt x="218638" y="44993"/>
                </a:lnTo>
                <a:cubicBezTo>
                  <a:pt x="218638" y="44477"/>
                  <a:pt x="218735" y="44042"/>
                  <a:pt x="218929" y="43687"/>
                </a:cubicBezTo>
                <a:cubicBezTo>
                  <a:pt x="219122" y="43332"/>
                  <a:pt x="219509" y="43010"/>
                  <a:pt x="220090" y="42719"/>
                </a:cubicBezTo>
                <a:cubicBezTo>
                  <a:pt x="220670" y="42429"/>
                  <a:pt x="221412" y="42236"/>
                  <a:pt x="222315" y="42139"/>
                </a:cubicBezTo>
                <a:cubicBezTo>
                  <a:pt x="223218" y="42042"/>
                  <a:pt x="224412" y="41994"/>
                  <a:pt x="225895" y="41994"/>
                </a:cubicBezTo>
                <a:cubicBezTo>
                  <a:pt x="227315" y="41994"/>
                  <a:pt x="228492" y="42042"/>
                  <a:pt x="229427" y="42139"/>
                </a:cubicBezTo>
                <a:cubicBezTo>
                  <a:pt x="230362" y="42236"/>
                  <a:pt x="231088" y="42429"/>
                  <a:pt x="231604" y="42719"/>
                </a:cubicBezTo>
                <a:cubicBezTo>
                  <a:pt x="232120" y="43010"/>
                  <a:pt x="232491" y="43332"/>
                  <a:pt x="232717" y="43687"/>
                </a:cubicBezTo>
                <a:cubicBezTo>
                  <a:pt x="232943" y="44042"/>
                  <a:pt x="233056" y="44477"/>
                  <a:pt x="233056" y="44993"/>
                </a:cubicBezTo>
                <a:lnTo>
                  <a:pt x="233056" y="57669"/>
                </a:lnTo>
                <a:cubicBezTo>
                  <a:pt x="235442" y="54185"/>
                  <a:pt x="237684" y="51347"/>
                  <a:pt x="239780" y="49154"/>
                </a:cubicBezTo>
                <a:cubicBezTo>
                  <a:pt x="241877" y="46961"/>
                  <a:pt x="243860" y="45235"/>
                  <a:pt x="245731" y="43977"/>
                </a:cubicBezTo>
                <a:cubicBezTo>
                  <a:pt x="247602" y="42719"/>
                  <a:pt x="249456" y="41849"/>
                  <a:pt x="251295" y="41365"/>
                </a:cubicBezTo>
                <a:cubicBezTo>
                  <a:pt x="253133" y="40881"/>
                  <a:pt x="254988" y="40639"/>
                  <a:pt x="256858" y="40639"/>
                </a:cubicBezTo>
                <a:cubicBezTo>
                  <a:pt x="257697" y="40639"/>
                  <a:pt x="258649" y="40687"/>
                  <a:pt x="259713" y="40784"/>
                </a:cubicBezTo>
                <a:cubicBezTo>
                  <a:pt x="260777" y="40881"/>
                  <a:pt x="261890" y="41058"/>
                  <a:pt x="263051" y="41316"/>
                </a:cubicBezTo>
                <a:cubicBezTo>
                  <a:pt x="264212" y="41574"/>
                  <a:pt x="265260" y="41865"/>
                  <a:pt x="266196" y="42187"/>
                </a:cubicBezTo>
                <a:cubicBezTo>
                  <a:pt x="267131" y="42510"/>
                  <a:pt x="267792" y="42832"/>
                  <a:pt x="268179" y="43155"/>
                </a:cubicBezTo>
                <a:cubicBezTo>
                  <a:pt x="268566" y="43477"/>
                  <a:pt x="268824" y="43784"/>
                  <a:pt x="268953" y="44074"/>
                </a:cubicBezTo>
                <a:cubicBezTo>
                  <a:pt x="269082" y="44364"/>
                  <a:pt x="269195" y="44735"/>
                  <a:pt x="269292" y="45187"/>
                </a:cubicBezTo>
                <a:cubicBezTo>
                  <a:pt x="269389" y="45638"/>
                  <a:pt x="269453" y="46299"/>
                  <a:pt x="269486" y="47170"/>
                </a:cubicBezTo>
                <a:cubicBezTo>
                  <a:pt x="269518" y="48041"/>
                  <a:pt x="269534" y="49218"/>
                  <a:pt x="269534" y="50702"/>
                </a:cubicBezTo>
                <a:close/>
                <a:moveTo>
                  <a:pt x="429171" y="127711"/>
                </a:moveTo>
                <a:cubicBezTo>
                  <a:pt x="429171" y="129003"/>
                  <a:pt x="428961" y="130101"/>
                  <a:pt x="428542" y="131006"/>
                </a:cubicBezTo>
                <a:cubicBezTo>
                  <a:pt x="428122" y="131912"/>
                  <a:pt x="427574" y="132655"/>
                  <a:pt x="426897" y="133238"/>
                </a:cubicBezTo>
                <a:cubicBezTo>
                  <a:pt x="426219" y="133819"/>
                  <a:pt x="425461" y="134238"/>
                  <a:pt x="424623" y="134496"/>
                </a:cubicBezTo>
                <a:cubicBezTo>
                  <a:pt x="423784" y="134754"/>
                  <a:pt x="422946" y="134883"/>
                  <a:pt x="422107" y="134883"/>
                </a:cubicBezTo>
                <a:lnTo>
                  <a:pt x="416785" y="134883"/>
                </a:lnTo>
                <a:cubicBezTo>
                  <a:pt x="415108" y="134883"/>
                  <a:pt x="413641" y="134703"/>
                  <a:pt x="412383" y="134345"/>
                </a:cubicBezTo>
                <a:cubicBezTo>
                  <a:pt x="411125" y="133986"/>
                  <a:pt x="409932" y="133334"/>
                  <a:pt x="408803" y="132388"/>
                </a:cubicBezTo>
                <a:cubicBezTo>
                  <a:pt x="407674" y="131443"/>
                  <a:pt x="406545" y="130155"/>
                  <a:pt x="405416" y="128524"/>
                </a:cubicBezTo>
                <a:cubicBezTo>
                  <a:pt x="404287" y="126893"/>
                  <a:pt x="403045" y="124820"/>
                  <a:pt x="401691" y="122304"/>
                </a:cubicBezTo>
                <a:lnTo>
                  <a:pt x="362213" y="51089"/>
                </a:lnTo>
                <a:cubicBezTo>
                  <a:pt x="360149" y="47412"/>
                  <a:pt x="358068" y="43558"/>
                  <a:pt x="355972" y="39526"/>
                </a:cubicBezTo>
                <a:cubicBezTo>
                  <a:pt x="353875" y="35495"/>
                  <a:pt x="351924" y="31576"/>
                  <a:pt x="350118" y="27770"/>
                </a:cubicBezTo>
                <a:lnTo>
                  <a:pt x="349924" y="27770"/>
                </a:lnTo>
                <a:cubicBezTo>
                  <a:pt x="350053" y="32414"/>
                  <a:pt x="350150" y="37156"/>
                  <a:pt x="350215" y="41994"/>
                </a:cubicBezTo>
                <a:cubicBezTo>
                  <a:pt x="350279" y="46832"/>
                  <a:pt x="350312" y="51637"/>
                  <a:pt x="350312" y="56411"/>
                </a:cubicBezTo>
                <a:lnTo>
                  <a:pt x="350312" y="131980"/>
                </a:lnTo>
                <a:cubicBezTo>
                  <a:pt x="350312" y="132432"/>
                  <a:pt x="350182" y="132867"/>
                  <a:pt x="349924" y="133286"/>
                </a:cubicBezTo>
                <a:cubicBezTo>
                  <a:pt x="349666" y="133706"/>
                  <a:pt x="349231" y="134028"/>
                  <a:pt x="348618" y="134254"/>
                </a:cubicBezTo>
                <a:cubicBezTo>
                  <a:pt x="348005" y="134480"/>
                  <a:pt x="347199" y="134673"/>
                  <a:pt x="346199" y="134834"/>
                </a:cubicBezTo>
                <a:cubicBezTo>
                  <a:pt x="345199" y="134996"/>
                  <a:pt x="343925" y="135076"/>
                  <a:pt x="342377" y="135076"/>
                </a:cubicBezTo>
                <a:cubicBezTo>
                  <a:pt x="340829" y="135076"/>
                  <a:pt x="339555" y="134996"/>
                  <a:pt x="338555" y="134834"/>
                </a:cubicBezTo>
                <a:cubicBezTo>
                  <a:pt x="337555" y="134673"/>
                  <a:pt x="336765" y="134480"/>
                  <a:pt x="336185" y="134254"/>
                </a:cubicBezTo>
                <a:cubicBezTo>
                  <a:pt x="335604" y="134028"/>
                  <a:pt x="335185" y="133706"/>
                  <a:pt x="334927" y="133286"/>
                </a:cubicBezTo>
                <a:cubicBezTo>
                  <a:pt x="334669" y="132867"/>
                  <a:pt x="334540" y="132432"/>
                  <a:pt x="334540" y="131980"/>
                </a:cubicBezTo>
                <a:lnTo>
                  <a:pt x="334540" y="16449"/>
                </a:lnTo>
                <a:cubicBezTo>
                  <a:pt x="334540" y="13869"/>
                  <a:pt x="335249" y="12030"/>
                  <a:pt x="336668" y="10934"/>
                </a:cubicBezTo>
                <a:cubicBezTo>
                  <a:pt x="338088" y="9837"/>
                  <a:pt x="339636" y="9289"/>
                  <a:pt x="341313" y="9289"/>
                </a:cubicBezTo>
                <a:lnTo>
                  <a:pt x="349247" y="9289"/>
                </a:lnTo>
                <a:cubicBezTo>
                  <a:pt x="351118" y="9289"/>
                  <a:pt x="352682" y="9450"/>
                  <a:pt x="353940" y="9773"/>
                </a:cubicBezTo>
                <a:cubicBezTo>
                  <a:pt x="355198" y="10095"/>
                  <a:pt x="356327" y="10627"/>
                  <a:pt x="357327" y="11369"/>
                </a:cubicBezTo>
                <a:cubicBezTo>
                  <a:pt x="358326" y="12111"/>
                  <a:pt x="359294" y="13143"/>
                  <a:pt x="360229" y="14466"/>
                </a:cubicBezTo>
                <a:cubicBezTo>
                  <a:pt x="361165" y="15788"/>
                  <a:pt x="362181" y="17449"/>
                  <a:pt x="363277" y="19449"/>
                </a:cubicBezTo>
                <a:lnTo>
                  <a:pt x="393660" y="74408"/>
                </a:lnTo>
                <a:cubicBezTo>
                  <a:pt x="395530" y="77762"/>
                  <a:pt x="397337" y="81036"/>
                  <a:pt x="399078" y="84229"/>
                </a:cubicBezTo>
                <a:cubicBezTo>
                  <a:pt x="400820" y="87422"/>
                  <a:pt x="402497" y="90567"/>
                  <a:pt x="404110" y="93663"/>
                </a:cubicBezTo>
                <a:cubicBezTo>
                  <a:pt x="405723" y="96760"/>
                  <a:pt x="407319" y="99808"/>
                  <a:pt x="408899" y="102807"/>
                </a:cubicBezTo>
                <a:cubicBezTo>
                  <a:pt x="410480" y="105807"/>
                  <a:pt x="412044" y="108822"/>
                  <a:pt x="413592" y="111854"/>
                </a:cubicBezTo>
                <a:lnTo>
                  <a:pt x="413689" y="111854"/>
                </a:lnTo>
                <a:cubicBezTo>
                  <a:pt x="413560" y="106754"/>
                  <a:pt x="413479" y="101443"/>
                  <a:pt x="413447" y="95922"/>
                </a:cubicBezTo>
                <a:cubicBezTo>
                  <a:pt x="413415" y="90401"/>
                  <a:pt x="413399" y="85090"/>
                  <a:pt x="413399" y="79990"/>
                </a:cubicBezTo>
                <a:lnTo>
                  <a:pt x="413399" y="12001"/>
                </a:lnTo>
                <a:cubicBezTo>
                  <a:pt x="413399" y="11550"/>
                  <a:pt x="413528" y="11130"/>
                  <a:pt x="413786" y="10743"/>
                </a:cubicBezTo>
                <a:cubicBezTo>
                  <a:pt x="414044" y="10354"/>
                  <a:pt x="414479" y="10015"/>
                  <a:pt x="415092" y="9724"/>
                </a:cubicBezTo>
                <a:cubicBezTo>
                  <a:pt x="415705" y="9434"/>
                  <a:pt x="416511" y="9224"/>
                  <a:pt x="417511" y="9095"/>
                </a:cubicBezTo>
                <a:cubicBezTo>
                  <a:pt x="418511" y="8966"/>
                  <a:pt x="419817" y="8902"/>
                  <a:pt x="421430" y="8902"/>
                </a:cubicBezTo>
                <a:cubicBezTo>
                  <a:pt x="422849" y="8902"/>
                  <a:pt x="424075" y="8966"/>
                  <a:pt x="425107" y="9095"/>
                </a:cubicBezTo>
                <a:cubicBezTo>
                  <a:pt x="426139" y="9224"/>
                  <a:pt x="426945" y="9435"/>
                  <a:pt x="427526" y="9727"/>
                </a:cubicBezTo>
                <a:cubicBezTo>
                  <a:pt x="428106" y="10018"/>
                  <a:pt x="428526" y="10356"/>
                  <a:pt x="428784" y="10743"/>
                </a:cubicBezTo>
                <a:cubicBezTo>
                  <a:pt x="429042" y="11130"/>
                  <a:pt x="429171" y="11551"/>
                  <a:pt x="429171" y="12004"/>
                </a:cubicBezTo>
                <a:lnTo>
                  <a:pt x="429171" y="127711"/>
                </a:lnTo>
                <a:close/>
                <a:moveTo>
                  <a:pt x="541703" y="87616"/>
                </a:moveTo>
                <a:cubicBezTo>
                  <a:pt x="541703" y="94718"/>
                  <a:pt x="540767" y="101255"/>
                  <a:pt x="538897" y="107228"/>
                </a:cubicBezTo>
                <a:cubicBezTo>
                  <a:pt x="537026" y="113201"/>
                  <a:pt x="534236" y="118351"/>
                  <a:pt x="530527" y="122679"/>
                </a:cubicBezTo>
                <a:cubicBezTo>
                  <a:pt x="526818" y="127005"/>
                  <a:pt x="522173" y="130379"/>
                  <a:pt x="516594" y="132800"/>
                </a:cubicBezTo>
                <a:cubicBezTo>
                  <a:pt x="511014" y="135221"/>
                  <a:pt x="504547" y="136431"/>
                  <a:pt x="497193" y="136431"/>
                </a:cubicBezTo>
                <a:cubicBezTo>
                  <a:pt x="490033" y="136431"/>
                  <a:pt x="483792" y="135366"/>
                  <a:pt x="478470" y="133235"/>
                </a:cubicBezTo>
                <a:cubicBezTo>
                  <a:pt x="473149" y="131104"/>
                  <a:pt x="468714" y="128005"/>
                  <a:pt x="465166" y="123937"/>
                </a:cubicBezTo>
                <a:cubicBezTo>
                  <a:pt x="461618" y="119869"/>
                  <a:pt x="458973" y="114929"/>
                  <a:pt x="457232" y="109118"/>
                </a:cubicBezTo>
                <a:cubicBezTo>
                  <a:pt x="455490" y="103306"/>
                  <a:pt x="454619" y="96719"/>
                  <a:pt x="454619" y="89357"/>
                </a:cubicBezTo>
                <a:cubicBezTo>
                  <a:pt x="454619" y="82256"/>
                  <a:pt x="455538" y="75718"/>
                  <a:pt x="457377" y="69746"/>
                </a:cubicBezTo>
                <a:cubicBezTo>
                  <a:pt x="459215" y="63773"/>
                  <a:pt x="461989" y="58623"/>
                  <a:pt x="465698" y="54297"/>
                </a:cubicBezTo>
                <a:cubicBezTo>
                  <a:pt x="469407" y="49969"/>
                  <a:pt x="474036" y="46611"/>
                  <a:pt x="479583" y="44222"/>
                </a:cubicBezTo>
                <a:cubicBezTo>
                  <a:pt x="485131" y="41833"/>
                  <a:pt x="491614" y="40639"/>
                  <a:pt x="499032" y="40639"/>
                </a:cubicBezTo>
                <a:cubicBezTo>
                  <a:pt x="506192" y="40639"/>
                  <a:pt x="512433" y="41704"/>
                  <a:pt x="517755" y="43835"/>
                </a:cubicBezTo>
                <a:cubicBezTo>
                  <a:pt x="523077" y="45966"/>
                  <a:pt x="527511" y="49065"/>
                  <a:pt x="531059" y="53133"/>
                </a:cubicBezTo>
                <a:cubicBezTo>
                  <a:pt x="534607" y="57201"/>
                  <a:pt x="537268" y="62141"/>
                  <a:pt x="539042" y="67952"/>
                </a:cubicBezTo>
                <a:cubicBezTo>
                  <a:pt x="540816" y="73764"/>
                  <a:pt x="541703" y="80319"/>
                  <a:pt x="541703" y="87616"/>
                </a:cubicBezTo>
                <a:moveTo>
                  <a:pt x="524867" y="88680"/>
                </a:moveTo>
                <a:cubicBezTo>
                  <a:pt x="524867" y="83965"/>
                  <a:pt x="524431" y="79508"/>
                  <a:pt x="523560" y="75309"/>
                </a:cubicBezTo>
                <a:cubicBezTo>
                  <a:pt x="522689" y="71110"/>
                  <a:pt x="521254" y="67428"/>
                  <a:pt x="519255" y="64263"/>
                </a:cubicBezTo>
                <a:cubicBezTo>
                  <a:pt x="517255" y="61099"/>
                  <a:pt x="514546" y="58596"/>
                  <a:pt x="511127" y="56756"/>
                </a:cubicBezTo>
                <a:cubicBezTo>
                  <a:pt x="507708" y="54913"/>
                  <a:pt x="503450" y="53992"/>
                  <a:pt x="498354" y="53992"/>
                </a:cubicBezTo>
                <a:cubicBezTo>
                  <a:pt x="493645" y="53992"/>
                  <a:pt x="489598" y="54831"/>
                  <a:pt x="486211" y="56511"/>
                </a:cubicBezTo>
                <a:cubicBezTo>
                  <a:pt x="482825" y="58190"/>
                  <a:pt x="480035" y="60564"/>
                  <a:pt x="477841" y="63635"/>
                </a:cubicBezTo>
                <a:cubicBezTo>
                  <a:pt x="475648" y="66703"/>
                  <a:pt x="474019" y="70336"/>
                  <a:pt x="472955" y="74535"/>
                </a:cubicBezTo>
                <a:cubicBezTo>
                  <a:pt x="471891" y="78732"/>
                  <a:pt x="471359" y="83318"/>
                  <a:pt x="471359" y="88293"/>
                </a:cubicBezTo>
                <a:cubicBezTo>
                  <a:pt x="471359" y="93073"/>
                  <a:pt x="471794" y="97562"/>
                  <a:pt x="472665" y="101761"/>
                </a:cubicBezTo>
                <a:cubicBezTo>
                  <a:pt x="473536" y="105960"/>
                  <a:pt x="474987" y="109626"/>
                  <a:pt x="477019" y="112758"/>
                </a:cubicBezTo>
                <a:cubicBezTo>
                  <a:pt x="479051" y="115891"/>
                  <a:pt x="481776" y="118378"/>
                  <a:pt x="485195" y="120221"/>
                </a:cubicBezTo>
                <a:cubicBezTo>
                  <a:pt x="488614" y="122061"/>
                  <a:pt x="492871" y="122981"/>
                  <a:pt x="497967" y="122981"/>
                </a:cubicBezTo>
                <a:cubicBezTo>
                  <a:pt x="502612" y="122981"/>
                  <a:pt x="506644" y="122142"/>
                  <a:pt x="510062" y="120463"/>
                </a:cubicBezTo>
                <a:cubicBezTo>
                  <a:pt x="513481" y="118783"/>
                  <a:pt x="516287" y="116426"/>
                  <a:pt x="518480" y="113390"/>
                </a:cubicBezTo>
                <a:cubicBezTo>
                  <a:pt x="520674" y="110352"/>
                  <a:pt x="522286" y="106735"/>
                  <a:pt x="523318" y="102538"/>
                </a:cubicBezTo>
                <a:cubicBezTo>
                  <a:pt x="524351" y="98339"/>
                  <a:pt x="524867" y="93720"/>
                  <a:pt x="524867" y="88680"/>
                </a:cubicBezTo>
                <a:close/>
                <a:moveTo>
                  <a:pt x="639749" y="132074"/>
                </a:moveTo>
                <a:cubicBezTo>
                  <a:pt x="639749" y="132590"/>
                  <a:pt x="639636" y="133042"/>
                  <a:pt x="639410" y="133431"/>
                </a:cubicBezTo>
                <a:cubicBezTo>
                  <a:pt x="639184" y="133819"/>
                  <a:pt x="638797" y="134125"/>
                  <a:pt x="638249" y="134351"/>
                </a:cubicBezTo>
                <a:cubicBezTo>
                  <a:pt x="637701" y="134576"/>
                  <a:pt x="636975" y="134754"/>
                  <a:pt x="636072" y="134883"/>
                </a:cubicBezTo>
                <a:cubicBezTo>
                  <a:pt x="635169" y="135012"/>
                  <a:pt x="634072" y="135076"/>
                  <a:pt x="632782" y="135076"/>
                </a:cubicBezTo>
                <a:cubicBezTo>
                  <a:pt x="631427" y="135076"/>
                  <a:pt x="630299" y="135012"/>
                  <a:pt x="629396" y="134883"/>
                </a:cubicBezTo>
                <a:cubicBezTo>
                  <a:pt x="628492" y="134756"/>
                  <a:pt x="627751" y="134580"/>
                  <a:pt x="627170" y="134357"/>
                </a:cubicBezTo>
                <a:cubicBezTo>
                  <a:pt x="626590" y="134131"/>
                  <a:pt x="626170" y="133826"/>
                  <a:pt x="625912" y="133441"/>
                </a:cubicBezTo>
                <a:cubicBezTo>
                  <a:pt x="625654" y="133056"/>
                  <a:pt x="625525" y="132607"/>
                  <a:pt x="625525" y="132095"/>
                </a:cubicBezTo>
                <a:lnTo>
                  <a:pt x="625525" y="120644"/>
                </a:lnTo>
                <a:cubicBezTo>
                  <a:pt x="620945" y="125615"/>
                  <a:pt x="616188" y="129490"/>
                  <a:pt x="611253" y="132267"/>
                </a:cubicBezTo>
                <a:cubicBezTo>
                  <a:pt x="606318" y="135043"/>
                  <a:pt x="600916" y="136431"/>
                  <a:pt x="595046" y="136431"/>
                </a:cubicBezTo>
                <a:cubicBezTo>
                  <a:pt x="588660" y="136431"/>
                  <a:pt x="583209" y="135188"/>
                  <a:pt x="578694" y="132703"/>
                </a:cubicBezTo>
                <a:cubicBezTo>
                  <a:pt x="574178" y="130217"/>
                  <a:pt x="570517" y="126860"/>
                  <a:pt x="567711" y="122631"/>
                </a:cubicBezTo>
                <a:cubicBezTo>
                  <a:pt x="564905" y="118399"/>
                  <a:pt x="562857" y="113427"/>
                  <a:pt x="561567" y="107715"/>
                </a:cubicBezTo>
                <a:cubicBezTo>
                  <a:pt x="560277" y="102000"/>
                  <a:pt x="559632" y="95977"/>
                  <a:pt x="559632" y="89648"/>
                </a:cubicBezTo>
                <a:cubicBezTo>
                  <a:pt x="559632" y="82159"/>
                  <a:pt x="560438" y="75396"/>
                  <a:pt x="562051" y="69358"/>
                </a:cubicBezTo>
                <a:cubicBezTo>
                  <a:pt x="563664" y="63321"/>
                  <a:pt x="566050" y="58172"/>
                  <a:pt x="569211" y="53910"/>
                </a:cubicBezTo>
                <a:cubicBezTo>
                  <a:pt x="572372" y="49647"/>
                  <a:pt x="576291" y="46369"/>
                  <a:pt x="580967" y="44077"/>
                </a:cubicBezTo>
                <a:cubicBezTo>
                  <a:pt x="585644" y="41785"/>
                  <a:pt x="591046" y="40639"/>
                  <a:pt x="597175" y="40639"/>
                </a:cubicBezTo>
                <a:cubicBezTo>
                  <a:pt x="602271" y="40639"/>
                  <a:pt x="606931" y="41753"/>
                  <a:pt x="611156" y="43980"/>
                </a:cubicBezTo>
                <a:cubicBezTo>
                  <a:pt x="615382" y="46208"/>
                  <a:pt x="619558" y="49484"/>
                  <a:pt x="623687" y="53810"/>
                </a:cubicBezTo>
                <a:lnTo>
                  <a:pt x="623687" y="3102"/>
                </a:lnTo>
                <a:cubicBezTo>
                  <a:pt x="623687" y="2651"/>
                  <a:pt x="623800" y="2215"/>
                  <a:pt x="624025" y="1796"/>
                </a:cubicBezTo>
                <a:cubicBezTo>
                  <a:pt x="624251" y="1375"/>
                  <a:pt x="624687" y="1051"/>
                  <a:pt x="625332" y="825"/>
                </a:cubicBezTo>
                <a:cubicBezTo>
                  <a:pt x="625977" y="598"/>
                  <a:pt x="626799" y="403"/>
                  <a:pt x="627799" y="242"/>
                </a:cubicBezTo>
                <a:cubicBezTo>
                  <a:pt x="628799" y="81"/>
                  <a:pt x="630073" y="0"/>
                  <a:pt x="631621" y="0"/>
                </a:cubicBezTo>
                <a:cubicBezTo>
                  <a:pt x="633234" y="0"/>
                  <a:pt x="634556" y="81"/>
                  <a:pt x="635588" y="242"/>
                </a:cubicBezTo>
                <a:cubicBezTo>
                  <a:pt x="636620" y="403"/>
                  <a:pt x="637427" y="597"/>
                  <a:pt x="638007" y="822"/>
                </a:cubicBezTo>
                <a:cubicBezTo>
                  <a:pt x="638588" y="1048"/>
                  <a:pt x="639023" y="1372"/>
                  <a:pt x="639313" y="1793"/>
                </a:cubicBezTo>
                <a:cubicBezTo>
                  <a:pt x="639604" y="2212"/>
                  <a:pt x="639749" y="2648"/>
                  <a:pt x="639749" y="3099"/>
                </a:cubicBezTo>
                <a:lnTo>
                  <a:pt x="639749" y="132074"/>
                </a:lnTo>
                <a:moveTo>
                  <a:pt x="623687" y="70858"/>
                </a:moveTo>
                <a:cubicBezTo>
                  <a:pt x="619365" y="65494"/>
                  <a:pt x="615188" y="61407"/>
                  <a:pt x="611156" y="58597"/>
                </a:cubicBezTo>
                <a:cubicBezTo>
                  <a:pt x="607125" y="55785"/>
                  <a:pt x="602916" y="54379"/>
                  <a:pt x="598529" y="54379"/>
                </a:cubicBezTo>
                <a:cubicBezTo>
                  <a:pt x="594465" y="54379"/>
                  <a:pt x="591014" y="55348"/>
                  <a:pt x="588176" y="57288"/>
                </a:cubicBezTo>
                <a:cubicBezTo>
                  <a:pt x="585338" y="59225"/>
                  <a:pt x="583032" y="61776"/>
                  <a:pt x="581258" y="64941"/>
                </a:cubicBezTo>
                <a:cubicBezTo>
                  <a:pt x="579484" y="68106"/>
                  <a:pt x="578194" y="71691"/>
                  <a:pt x="577387" y="75696"/>
                </a:cubicBezTo>
                <a:cubicBezTo>
                  <a:pt x="576581" y="79702"/>
                  <a:pt x="576178" y="83772"/>
                  <a:pt x="576178" y="87906"/>
                </a:cubicBezTo>
                <a:cubicBezTo>
                  <a:pt x="576178" y="92299"/>
                  <a:pt x="576516" y="96594"/>
                  <a:pt x="577194" y="100793"/>
                </a:cubicBezTo>
                <a:cubicBezTo>
                  <a:pt x="577871" y="104992"/>
                  <a:pt x="579048" y="108722"/>
                  <a:pt x="580725" y="111984"/>
                </a:cubicBezTo>
                <a:cubicBezTo>
                  <a:pt x="582403" y="115246"/>
                  <a:pt x="584628" y="117862"/>
                  <a:pt x="587402" y="119834"/>
                </a:cubicBezTo>
                <a:cubicBezTo>
                  <a:pt x="590176" y="121803"/>
                  <a:pt x="593659" y="122788"/>
                  <a:pt x="597852" y="122788"/>
                </a:cubicBezTo>
                <a:cubicBezTo>
                  <a:pt x="599981" y="122788"/>
                  <a:pt x="602029" y="122498"/>
                  <a:pt x="603996" y="121917"/>
                </a:cubicBezTo>
                <a:cubicBezTo>
                  <a:pt x="605964" y="121335"/>
                  <a:pt x="607979" y="120365"/>
                  <a:pt x="610044" y="119008"/>
                </a:cubicBezTo>
                <a:cubicBezTo>
                  <a:pt x="612108" y="117652"/>
                  <a:pt x="614269" y="115891"/>
                  <a:pt x="616527" y="113726"/>
                </a:cubicBezTo>
                <a:cubicBezTo>
                  <a:pt x="618784" y="111561"/>
                  <a:pt x="621171" y="108895"/>
                  <a:pt x="623687" y="105728"/>
                </a:cubicBezTo>
                <a:lnTo>
                  <a:pt x="623687" y="70858"/>
                </a:lnTo>
                <a:close/>
                <a:moveTo>
                  <a:pt x="743495" y="84761"/>
                </a:moveTo>
                <a:cubicBezTo>
                  <a:pt x="743495" y="87277"/>
                  <a:pt x="742866" y="89067"/>
                  <a:pt x="741608" y="90132"/>
                </a:cubicBezTo>
                <a:cubicBezTo>
                  <a:pt x="740350" y="91196"/>
                  <a:pt x="738915" y="91728"/>
                  <a:pt x="737302" y="91728"/>
                </a:cubicBezTo>
                <a:lnTo>
                  <a:pt x="680214" y="91728"/>
                </a:lnTo>
                <a:cubicBezTo>
                  <a:pt x="680214" y="96580"/>
                  <a:pt x="680698" y="100947"/>
                  <a:pt x="681665" y="104830"/>
                </a:cubicBezTo>
                <a:cubicBezTo>
                  <a:pt x="682633" y="108712"/>
                  <a:pt x="684246" y="112045"/>
                  <a:pt x="686503" y="114826"/>
                </a:cubicBezTo>
                <a:cubicBezTo>
                  <a:pt x="688761" y="117608"/>
                  <a:pt x="691696" y="119744"/>
                  <a:pt x="695308" y="121234"/>
                </a:cubicBezTo>
                <a:cubicBezTo>
                  <a:pt x="698921" y="122721"/>
                  <a:pt x="703339" y="123465"/>
                  <a:pt x="708564" y="123465"/>
                </a:cubicBezTo>
                <a:cubicBezTo>
                  <a:pt x="712693" y="123465"/>
                  <a:pt x="716370" y="123127"/>
                  <a:pt x="719595" y="122449"/>
                </a:cubicBezTo>
                <a:cubicBezTo>
                  <a:pt x="722820" y="121772"/>
                  <a:pt x="725610" y="121014"/>
                  <a:pt x="727965" y="120175"/>
                </a:cubicBezTo>
                <a:cubicBezTo>
                  <a:pt x="730319" y="119337"/>
                  <a:pt x="732254" y="118579"/>
                  <a:pt x="733770" y="117902"/>
                </a:cubicBezTo>
                <a:cubicBezTo>
                  <a:pt x="735286" y="117224"/>
                  <a:pt x="736431" y="116886"/>
                  <a:pt x="737205" y="116886"/>
                </a:cubicBezTo>
                <a:cubicBezTo>
                  <a:pt x="737657" y="116886"/>
                  <a:pt x="738060" y="116998"/>
                  <a:pt x="738415" y="117224"/>
                </a:cubicBezTo>
                <a:cubicBezTo>
                  <a:pt x="738770" y="117450"/>
                  <a:pt x="739044" y="117789"/>
                  <a:pt x="739237" y="118240"/>
                </a:cubicBezTo>
                <a:cubicBezTo>
                  <a:pt x="739431" y="118692"/>
                  <a:pt x="739576" y="119321"/>
                  <a:pt x="739673" y="120127"/>
                </a:cubicBezTo>
                <a:cubicBezTo>
                  <a:pt x="739769" y="120933"/>
                  <a:pt x="739818" y="121917"/>
                  <a:pt x="739818" y="123078"/>
                </a:cubicBezTo>
                <a:cubicBezTo>
                  <a:pt x="739818" y="123917"/>
                  <a:pt x="739786" y="124642"/>
                  <a:pt x="739721" y="125255"/>
                </a:cubicBezTo>
                <a:cubicBezTo>
                  <a:pt x="739657" y="125868"/>
                  <a:pt x="739576" y="126416"/>
                  <a:pt x="739479" y="126900"/>
                </a:cubicBezTo>
                <a:cubicBezTo>
                  <a:pt x="739382" y="127384"/>
                  <a:pt x="739221" y="127819"/>
                  <a:pt x="738995" y="128206"/>
                </a:cubicBezTo>
                <a:cubicBezTo>
                  <a:pt x="738770" y="128593"/>
                  <a:pt x="738479" y="128964"/>
                  <a:pt x="738125" y="129319"/>
                </a:cubicBezTo>
                <a:cubicBezTo>
                  <a:pt x="737770" y="129674"/>
                  <a:pt x="736722" y="130255"/>
                  <a:pt x="734980" y="131061"/>
                </a:cubicBezTo>
                <a:cubicBezTo>
                  <a:pt x="733238" y="131867"/>
                  <a:pt x="730980" y="132657"/>
                  <a:pt x="728207" y="133431"/>
                </a:cubicBezTo>
                <a:cubicBezTo>
                  <a:pt x="725433" y="134206"/>
                  <a:pt x="722224" y="134899"/>
                  <a:pt x="718579" y="135512"/>
                </a:cubicBezTo>
                <a:cubicBezTo>
                  <a:pt x="714934" y="136125"/>
                  <a:pt x="711048" y="136431"/>
                  <a:pt x="706920" y="136431"/>
                </a:cubicBezTo>
                <a:cubicBezTo>
                  <a:pt x="699759" y="136431"/>
                  <a:pt x="693486" y="135430"/>
                  <a:pt x="688100" y="133428"/>
                </a:cubicBezTo>
                <a:cubicBezTo>
                  <a:pt x="682714" y="131427"/>
                  <a:pt x="678182" y="128456"/>
                  <a:pt x="674505" y="124517"/>
                </a:cubicBezTo>
                <a:cubicBezTo>
                  <a:pt x="670828" y="120579"/>
                  <a:pt x="668054" y="115639"/>
                  <a:pt x="666184" y="109698"/>
                </a:cubicBezTo>
                <a:cubicBezTo>
                  <a:pt x="664313" y="103758"/>
                  <a:pt x="663378" y="96848"/>
                  <a:pt x="663378" y="88970"/>
                </a:cubicBezTo>
                <a:cubicBezTo>
                  <a:pt x="663378" y="81480"/>
                  <a:pt x="664345" y="74748"/>
                  <a:pt x="666281" y="68775"/>
                </a:cubicBezTo>
                <a:cubicBezTo>
                  <a:pt x="668216" y="62802"/>
                  <a:pt x="671006" y="57733"/>
                  <a:pt x="674650" y="53569"/>
                </a:cubicBezTo>
                <a:cubicBezTo>
                  <a:pt x="678295" y="49404"/>
                  <a:pt x="682697" y="46208"/>
                  <a:pt x="687858" y="43980"/>
                </a:cubicBezTo>
                <a:cubicBezTo>
                  <a:pt x="693018" y="41753"/>
                  <a:pt x="698792" y="40639"/>
                  <a:pt x="705178" y="40639"/>
                </a:cubicBezTo>
                <a:cubicBezTo>
                  <a:pt x="712016" y="40639"/>
                  <a:pt x="717837" y="41736"/>
                  <a:pt x="722643" y="43929"/>
                </a:cubicBezTo>
                <a:cubicBezTo>
                  <a:pt x="727449" y="46122"/>
                  <a:pt x="731400" y="49073"/>
                  <a:pt x="734496" y="52782"/>
                </a:cubicBezTo>
                <a:cubicBezTo>
                  <a:pt x="737592" y="56491"/>
                  <a:pt x="739866" y="60846"/>
                  <a:pt x="741318" y="65845"/>
                </a:cubicBezTo>
                <a:cubicBezTo>
                  <a:pt x="742769" y="70844"/>
                  <a:pt x="743495" y="76182"/>
                  <a:pt x="743495" y="81859"/>
                </a:cubicBezTo>
                <a:lnTo>
                  <a:pt x="743495" y="84761"/>
                </a:lnTo>
                <a:moveTo>
                  <a:pt x="727433" y="80020"/>
                </a:moveTo>
                <a:cubicBezTo>
                  <a:pt x="727626" y="71634"/>
                  <a:pt x="725772" y="65055"/>
                  <a:pt x="721869" y="60281"/>
                </a:cubicBezTo>
                <a:cubicBezTo>
                  <a:pt x="717966" y="55508"/>
                  <a:pt x="712177" y="53121"/>
                  <a:pt x="704501" y="53121"/>
                </a:cubicBezTo>
                <a:cubicBezTo>
                  <a:pt x="700566" y="53121"/>
                  <a:pt x="697115" y="53863"/>
                  <a:pt x="694147" y="55346"/>
                </a:cubicBezTo>
                <a:cubicBezTo>
                  <a:pt x="691180" y="56830"/>
                  <a:pt x="688697" y="58798"/>
                  <a:pt x="686697" y="61249"/>
                </a:cubicBezTo>
                <a:cubicBezTo>
                  <a:pt x="684697" y="63700"/>
                  <a:pt x="683149" y="66554"/>
                  <a:pt x="682052" y="69812"/>
                </a:cubicBezTo>
                <a:cubicBezTo>
                  <a:pt x="680956" y="73070"/>
                  <a:pt x="680343" y="76472"/>
                  <a:pt x="680214" y="80020"/>
                </a:cubicBezTo>
                <a:lnTo>
                  <a:pt x="727433" y="80020"/>
                </a:lnTo>
                <a:close/>
                <a:moveTo>
                  <a:pt x="822538" y="108440"/>
                </a:moveTo>
                <a:cubicBezTo>
                  <a:pt x="822538" y="112895"/>
                  <a:pt x="821715" y="116866"/>
                  <a:pt x="820070" y="120354"/>
                </a:cubicBezTo>
                <a:cubicBezTo>
                  <a:pt x="818425" y="123839"/>
                  <a:pt x="816087" y="126777"/>
                  <a:pt x="813055" y="129168"/>
                </a:cubicBezTo>
                <a:cubicBezTo>
                  <a:pt x="810023" y="131557"/>
                  <a:pt x="806411" y="133364"/>
                  <a:pt x="802218" y="134590"/>
                </a:cubicBezTo>
                <a:cubicBezTo>
                  <a:pt x="798025" y="135817"/>
                  <a:pt x="793413" y="136431"/>
                  <a:pt x="788382" y="136431"/>
                </a:cubicBezTo>
                <a:cubicBezTo>
                  <a:pt x="785285" y="136431"/>
                  <a:pt x="782334" y="136189"/>
                  <a:pt x="779528" y="135705"/>
                </a:cubicBezTo>
                <a:cubicBezTo>
                  <a:pt x="776722" y="135222"/>
                  <a:pt x="774206" y="134609"/>
                  <a:pt x="771981" y="133867"/>
                </a:cubicBezTo>
                <a:cubicBezTo>
                  <a:pt x="769755" y="133125"/>
                  <a:pt x="767869" y="132351"/>
                  <a:pt x="766320" y="131545"/>
                </a:cubicBezTo>
                <a:cubicBezTo>
                  <a:pt x="764772" y="130738"/>
                  <a:pt x="763643" y="130013"/>
                  <a:pt x="762934" y="129368"/>
                </a:cubicBezTo>
                <a:cubicBezTo>
                  <a:pt x="762224" y="128723"/>
                  <a:pt x="761708" y="127819"/>
                  <a:pt x="761386" y="126658"/>
                </a:cubicBezTo>
                <a:cubicBezTo>
                  <a:pt x="761063" y="125497"/>
                  <a:pt x="760902" y="123917"/>
                  <a:pt x="760902" y="121917"/>
                </a:cubicBezTo>
                <a:cubicBezTo>
                  <a:pt x="760902" y="120691"/>
                  <a:pt x="760966" y="119659"/>
                  <a:pt x="761095" y="118821"/>
                </a:cubicBezTo>
                <a:cubicBezTo>
                  <a:pt x="761224" y="117982"/>
                  <a:pt x="761386" y="117305"/>
                  <a:pt x="761579" y="116789"/>
                </a:cubicBezTo>
                <a:cubicBezTo>
                  <a:pt x="761773" y="116273"/>
                  <a:pt x="762047" y="115902"/>
                  <a:pt x="762402" y="115676"/>
                </a:cubicBezTo>
                <a:cubicBezTo>
                  <a:pt x="762756" y="115450"/>
                  <a:pt x="763160" y="115337"/>
                  <a:pt x="763611" y="115337"/>
                </a:cubicBezTo>
                <a:cubicBezTo>
                  <a:pt x="764321" y="115337"/>
                  <a:pt x="765369" y="115773"/>
                  <a:pt x="766756" y="116644"/>
                </a:cubicBezTo>
                <a:cubicBezTo>
                  <a:pt x="768143" y="117515"/>
                  <a:pt x="769852" y="118466"/>
                  <a:pt x="771884" y="119498"/>
                </a:cubicBezTo>
                <a:cubicBezTo>
                  <a:pt x="773916" y="120530"/>
                  <a:pt x="776319" y="121482"/>
                  <a:pt x="779093" y="122352"/>
                </a:cubicBezTo>
                <a:cubicBezTo>
                  <a:pt x="781866" y="123223"/>
                  <a:pt x="785059" y="123659"/>
                  <a:pt x="788672" y="123659"/>
                </a:cubicBezTo>
                <a:cubicBezTo>
                  <a:pt x="791381" y="123659"/>
                  <a:pt x="793832" y="123368"/>
                  <a:pt x="796026" y="122788"/>
                </a:cubicBezTo>
                <a:cubicBezTo>
                  <a:pt x="798219" y="122205"/>
                  <a:pt x="800122" y="121349"/>
                  <a:pt x="801734" y="120218"/>
                </a:cubicBezTo>
                <a:cubicBezTo>
                  <a:pt x="803347" y="119087"/>
                  <a:pt x="804589" y="117649"/>
                  <a:pt x="805460" y="115903"/>
                </a:cubicBezTo>
                <a:cubicBezTo>
                  <a:pt x="806330" y="114157"/>
                  <a:pt x="806766" y="112089"/>
                  <a:pt x="806766" y="109698"/>
                </a:cubicBezTo>
                <a:cubicBezTo>
                  <a:pt x="806766" y="107245"/>
                  <a:pt x="806137" y="105179"/>
                  <a:pt x="804879" y="103499"/>
                </a:cubicBezTo>
                <a:cubicBezTo>
                  <a:pt x="803621" y="101820"/>
                  <a:pt x="801960" y="100336"/>
                  <a:pt x="799896" y="99046"/>
                </a:cubicBezTo>
                <a:cubicBezTo>
                  <a:pt x="797832" y="97753"/>
                  <a:pt x="795509" y="96607"/>
                  <a:pt x="792929" y="95608"/>
                </a:cubicBezTo>
                <a:cubicBezTo>
                  <a:pt x="790349" y="94606"/>
                  <a:pt x="787688" y="93556"/>
                  <a:pt x="784947" y="92460"/>
                </a:cubicBezTo>
                <a:cubicBezTo>
                  <a:pt x="782205" y="91361"/>
                  <a:pt x="779528" y="90117"/>
                  <a:pt x="776916" y="88729"/>
                </a:cubicBezTo>
                <a:cubicBezTo>
                  <a:pt x="774303" y="87340"/>
                  <a:pt x="771965" y="85644"/>
                  <a:pt x="769900" y="83643"/>
                </a:cubicBezTo>
                <a:cubicBezTo>
                  <a:pt x="767836" y="81641"/>
                  <a:pt x="766175" y="79252"/>
                  <a:pt x="764917" y="76476"/>
                </a:cubicBezTo>
                <a:cubicBezTo>
                  <a:pt x="763659" y="73701"/>
                  <a:pt x="763031" y="70375"/>
                  <a:pt x="763031" y="66501"/>
                </a:cubicBezTo>
                <a:cubicBezTo>
                  <a:pt x="763031" y="63078"/>
                  <a:pt x="763692" y="59801"/>
                  <a:pt x="765014" y="56671"/>
                </a:cubicBezTo>
                <a:cubicBezTo>
                  <a:pt x="766336" y="53538"/>
                  <a:pt x="768320" y="50794"/>
                  <a:pt x="770965" y="48437"/>
                </a:cubicBezTo>
                <a:cubicBezTo>
                  <a:pt x="773610" y="46079"/>
                  <a:pt x="776916" y="44190"/>
                  <a:pt x="780883" y="42771"/>
                </a:cubicBezTo>
                <a:cubicBezTo>
                  <a:pt x="784850" y="41350"/>
                  <a:pt x="789478" y="40639"/>
                  <a:pt x="794768" y="40639"/>
                </a:cubicBezTo>
                <a:cubicBezTo>
                  <a:pt x="797090" y="40639"/>
                  <a:pt x="799412" y="40836"/>
                  <a:pt x="801734" y="41229"/>
                </a:cubicBezTo>
                <a:cubicBezTo>
                  <a:pt x="804057" y="41622"/>
                  <a:pt x="806153" y="42113"/>
                  <a:pt x="808024" y="42701"/>
                </a:cubicBezTo>
                <a:cubicBezTo>
                  <a:pt x="809894" y="43290"/>
                  <a:pt x="811491" y="43928"/>
                  <a:pt x="812813" y="44615"/>
                </a:cubicBezTo>
                <a:cubicBezTo>
                  <a:pt x="814136" y="45303"/>
                  <a:pt x="815136" y="45908"/>
                  <a:pt x="815813" y="46433"/>
                </a:cubicBezTo>
                <a:cubicBezTo>
                  <a:pt x="816490" y="46957"/>
                  <a:pt x="816942" y="47412"/>
                  <a:pt x="817168" y="47799"/>
                </a:cubicBezTo>
                <a:cubicBezTo>
                  <a:pt x="817393" y="48186"/>
                  <a:pt x="817555" y="48622"/>
                  <a:pt x="817651" y="49105"/>
                </a:cubicBezTo>
                <a:cubicBezTo>
                  <a:pt x="817748" y="49589"/>
                  <a:pt x="817845" y="50186"/>
                  <a:pt x="817942" y="50896"/>
                </a:cubicBezTo>
                <a:cubicBezTo>
                  <a:pt x="818038" y="51605"/>
                  <a:pt x="818087" y="52476"/>
                  <a:pt x="818087" y="53508"/>
                </a:cubicBezTo>
                <a:cubicBezTo>
                  <a:pt x="818087" y="54605"/>
                  <a:pt x="818038" y="55556"/>
                  <a:pt x="817942" y="56362"/>
                </a:cubicBezTo>
                <a:cubicBezTo>
                  <a:pt x="817845" y="57169"/>
                  <a:pt x="817684" y="57830"/>
                  <a:pt x="817458" y="58346"/>
                </a:cubicBezTo>
                <a:cubicBezTo>
                  <a:pt x="817232" y="58862"/>
                  <a:pt x="816958" y="59233"/>
                  <a:pt x="816635" y="59459"/>
                </a:cubicBezTo>
                <a:cubicBezTo>
                  <a:pt x="816313" y="59685"/>
                  <a:pt x="815958" y="59797"/>
                  <a:pt x="815571" y="59797"/>
                </a:cubicBezTo>
                <a:cubicBezTo>
                  <a:pt x="814990" y="59797"/>
                  <a:pt x="814152" y="59438"/>
                  <a:pt x="813055" y="58718"/>
                </a:cubicBezTo>
                <a:cubicBezTo>
                  <a:pt x="811959" y="57998"/>
                  <a:pt x="810539" y="57229"/>
                  <a:pt x="808798" y="56411"/>
                </a:cubicBezTo>
                <a:cubicBezTo>
                  <a:pt x="807056" y="55592"/>
                  <a:pt x="805008" y="54823"/>
                  <a:pt x="802654" y="54104"/>
                </a:cubicBezTo>
                <a:cubicBezTo>
                  <a:pt x="800299" y="53384"/>
                  <a:pt x="797606" y="53024"/>
                  <a:pt x="794574" y="53024"/>
                </a:cubicBezTo>
                <a:cubicBezTo>
                  <a:pt x="791865" y="53024"/>
                  <a:pt x="789478" y="53332"/>
                  <a:pt x="787414" y="53946"/>
                </a:cubicBezTo>
                <a:cubicBezTo>
                  <a:pt x="785350" y="54559"/>
                  <a:pt x="783656" y="55431"/>
                  <a:pt x="782334" y="56562"/>
                </a:cubicBezTo>
                <a:cubicBezTo>
                  <a:pt x="781012" y="57693"/>
                  <a:pt x="780012" y="59034"/>
                  <a:pt x="779335" y="60587"/>
                </a:cubicBezTo>
                <a:cubicBezTo>
                  <a:pt x="778657" y="62137"/>
                  <a:pt x="778319" y="63817"/>
                  <a:pt x="778319" y="65627"/>
                </a:cubicBezTo>
                <a:cubicBezTo>
                  <a:pt x="778319" y="68145"/>
                  <a:pt x="778964" y="70260"/>
                  <a:pt x="780254" y="71971"/>
                </a:cubicBezTo>
                <a:cubicBezTo>
                  <a:pt x="781544" y="73682"/>
                  <a:pt x="783221" y="75184"/>
                  <a:pt x="785285" y="76476"/>
                </a:cubicBezTo>
                <a:cubicBezTo>
                  <a:pt x="787349" y="77766"/>
                  <a:pt x="789704" y="78929"/>
                  <a:pt x="792349" y="79963"/>
                </a:cubicBezTo>
                <a:cubicBezTo>
                  <a:pt x="794993" y="80995"/>
                  <a:pt x="797687" y="82060"/>
                  <a:pt x="800428" y="83159"/>
                </a:cubicBezTo>
                <a:cubicBezTo>
                  <a:pt x="803170" y="84255"/>
                  <a:pt x="805879" y="85482"/>
                  <a:pt x="808556" y="86839"/>
                </a:cubicBezTo>
                <a:cubicBezTo>
                  <a:pt x="811233" y="88195"/>
                  <a:pt x="813604" y="89842"/>
                  <a:pt x="815668" y="91779"/>
                </a:cubicBezTo>
                <a:cubicBezTo>
                  <a:pt x="817732" y="93717"/>
                  <a:pt x="819393" y="96042"/>
                  <a:pt x="820651" y="98755"/>
                </a:cubicBezTo>
                <a:cubicBezTo>
                  <a:pt x="821909" y="101467"/>
                  <a:pt x="822538" y="104695"/>
                  <a:pt x="822538" y="1084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BFD05-FD03-4F4D-A963-BFC20C48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490" y="996312"/>
            <a:ext cx="593170" cy="2904418"/>
          </a:xfrm>
          <a:custGeom xmlns:a="http://schemas.openxmlformats.org/drawingml/2006/main">
            <a:pathLst>
              <a:path w="593170" h="2904418" fill="none">
                <a:moveTo>
                  <a:pt x="0" y="2904418"/>
                </a:moveTo>
                <a:lnTo>
                  <a:pt x="530418" y="2904418"/>
                </a:lnTo>
                <a:cubicBezTo>
                  <a:pt x="564766" y="2904418"/>
                  <a:pt x="593170" y="2876675"/>
                  <a:pt x="593170" y="2842327"/>
                </a:cubicBezTo>
                <a:lnTo>
                  <a:pt x="593170" y="62752"/>
                </a:lnTo>
                <a:cubicBezTo>
                  <a:pt x="593170" y="28403"/>
                  <a:pt x="564766" y="0"/>
                  <a:pt x="530418" y="0"/>
                </a:cubicBezTo>
                <a:lnTo>
                  <a:pt x="1981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14" cap="rnd">
            <a:solidFill>
              <a:srgbClr val="000000"/>
            </a:solidFill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365AF-9F32-448C-BE82-FE448C33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370" y="952056"/>
            <a:ext cx="88513" cy="88513"/>
          </a:xfrm>
          <a:custGeom xmlns:a="http://schemas.openxmlformats.org/drawingml/2006/main">
            <a:pathLst>
              <a:path w="88513" h="88513">
                <a:moveTo>
                  <a:pt x="88513" y="88513"/>
                </a:moveTo>
                <a:lnTo>
                  <a:pt x="0" y="44257"/>
                </a:lnTo>
                <a:lnTo>
                  <a:pt x="88513" y="0"/>
                </a:lnTo>
                <a:lnTo>
                  <a:pt x="88513" y="885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Flows">
            <a:extLst xmlns:a="http://schemas.openxmlformats.org/drawingml/2006/main">
              <a:ext uri="{FF2B5EF4-FFF2-40B4-BE49-F238E27FC236}">
                <a16:creationId xmlns:a16="http://schemas.microsoft.com/office/drawing/2014/main" id="{DFD04672-DCE7-4D7F-A41E-F013D1FF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898" y="3714325"/>
            <a:ext cx="434890" cy="136818"/>
          </a:xfrm>
          <a:custGeom xmlns:a="http://schemas.openxmlformats.org/drawingml/2006/main">
            <a:pathLst>
              <a:path w="434890" h="136818">
                <a:moveTo>
                  <a:pt x="65797" y="16836"/>
                </a:moveTo>
                <a:cubicBezTo>
                  <a:pt x="65797" y="18062"/>
                  <a:pt x="65732" y="19126"/>
                  <a:pt x="65603" y="20029"/>
                </a:cubicBezTo>
                <a:cubicBezTo>
                  <a:pt x="65474" y="20932"/>
                  <a:pt x="65248" y="21658"/>
                  <a:pt x="64926" y="22206"/>
                </a:cubicBezTo>
                <a:cubicBezTo>
                  <a:pt x="64603" y="22755"/>
                  <a:pt x="64232" y="23158"/>
                  <a:pt x="63813" y="23416"/>
                </a:cubicBezTo>
                <a:cubicBezTo>
                  <a:pt x="63394" y="23674"/>
                  <a:pt x="62958" y="23803"/>
                  <a:pt x="62507" y="23803"/>
                </a:cubicBezTo>
                <a:lnTo>
                  <a:pt x="16643" y="23803"/>
                </a:lnTo>
                <a:lnTo>
                  <a:pt x="16643" y="66280"/>
                </a:lnTo>
                <a:lnTo>
                  <a:pt x="59991" y="66280"/>
                </a:lnTo>
                <a:cubicBezTo>
                  <a:pt x="60442" y="66280"/>
                  <a:pt x="60878" y="66393"/>
                  <a:pt x="61297" y="66619"/>
                </a:cubicBezTo>
                <a:cubicBezTo>
                  <a:pt x="61716" y="66845"/>
                  <a:pt x="62087" y="67216"/>
                  <a:pt x="62410" y="67732"/>
                </a:cubicBezTo>
                <a:cubicBezTo>
                  <a:pt x="62732" y="68248"/>
                  <a:pt x="62958" y="68941"/>
                  <a:pt x="63087" y="69812"/>
                </a:cubicBezTo>
                <a:cubicBezTo>
                  <a:pt x="63216" y="70683"/>
                  <a:pt x="63281" y="71796"/>
                  <a:pt x="63281" y="73150"/>
                </a:cubicBezTo>
                <a:cubicBezTo>
                  <a:pt x="63281" y="74376"/>
                  <a:pt x="63216" y="75424"/>
                  <a:pt x="63087" y="76295"/>
                </a:cubicBezTo>
                <a:cubicBezTo>
                  <a:pt x="62958" y="77166"/>
                  <a:pt x="62732" y="77875"/>
                  <a:pt x="62410" y="78424"/>
                </a:cubicBezTo>
                <a:cubicBezTo>
                  <a:pt x="62087" y="78972"/>
                  <a:pt x="61716" y="79391"/>
                  <a:pt x="61297" y="79682"/>
                </a:cubicBezTo>
                <a:cubicBezTo>
                  <a:pt x="60878" y="79972"/>
                  <a:pt x="60442" y="80117"/>
                  <a:pt x="59991" y="80117"/>
                </a:cubicBezTo>
                <a:lnTo>
                  <a:pt x="16643" y="80117"/>
                </a:lnTo>
                <a:lnTo>
                  <a:pt x="16643" y="132361"/>
                </a:lnTo>
                <a:cubicBezTo>
                  <a:pt x="16643" y="132815"/>
                  <a:pt x="16514" y="133251"/>
                  <a:pt x="16256" y="133670"/>
                </a:cubicBezTo>
                <a:cubicBezTo>
                  <a:pt x="15998" y="134090"/>
                  <a:pt x="15546" y="134413"/>
                  <a:pt x="14901" y="134641"/>
                </a:cubicBezTo>
                <a:cubicBezTo>
                  <a:pt x="14256" y="134867"/>
                  <a:pt x="13417" y="135060"/>
                  <a:pt x="12385" y="135222"/>
                </a:cubicBezTo>
                <a:cubicBezTo>
                  <a:pt x="11353" y="135383"/>
                  <a:pt x="9998" y="135463"/>
                  <a:pt x="8321" y="135463"/>
                </a:cubicBezTo>
                <a:cubicBezTo>
                  <a:pt x="6773" y="135463"/>
                  <a:pt x="5451" y="135383"/>
                  <a:pt x="4354" y="135222"/>
                </a:cubicBezTo>
                <a:cubicBezTo>
                  <a:pt x="3258" y="135060"/>
                  <a:pt x="2387" y="134867"/>
                  <a:pt x="1742" y="134641"/>
                </a:cubicBezTo>
                <a:cubicBezTo>
                  <a:pt x="1097" y="134415"/>
                  <a:pt x="645" y="134093"/>
                  <a:pt x="387" y="133673"/>
                </a:cubicBezTo>
                <a:cubicBezTo>
                  <a:pt x="129" y="133254"/>
                  <a:pt x="0" y="132819"/>
                  <a:pt x="0" y="132367"/>
                </a:cubicBezTo>
                <a:lnTo>
                  <a:pt x="0" y="16449"/>
                </a:lnTo>
                <a:cubicBezTo>
                  <a:pt x="0" y="13933"/>
                  <a:pt x="661" y="12176"/>
                  <a:pt x="1984" y="11176"/>
                </a:cubicBezTo>
                <a:cubicBezTo>
                  <a:pt x="3306" y="10176"/>
                  <a:pt x="4709" y="9676"/>
                  <a:pt x="6193" y="9676"/>
                </a:cubicBezTo>
                <a:lnTo>
                  <a:pt x="62507" y="9676"/>
                </a:lnTo>
                <a:cubicBezTo>
                  <a:pt x="62958" y="9676"/>
                  <a:pt x="63394" y="9805"/>
                  <a:pt x="63813" y="10063"/>
                </a:cubicBezTo>
                <a:cubicBezTo>
                  <a:pt x="64232" y="10321"/>
                  <a:pt x="64603" y="10740"/>
                  <a:pt x="64926" y="11321"/>
                </a:cubicBezTo>
                <a:cubicBezTo>
                  <a:pt x="65248" y="11901"/>
                  <a:pt x="65474" y="12659"/>
                  <a:pt x="65603" y="13595"/>
                </a:cubicBezTo>
                <a:cubicBezTo>
                  <a:pt x="65732" y="14530"/>
                  <a:pt x="65797" y="15611"/>
                  <a:pt x="65797" y="16836"/>
                </a:cubicBezTo>
                <a:close/>
                <a:moveTo>
                  <a:pt x="104985" y="132461"/>
                </a:moveTo>
                <a:cubicBezTo>
                  <a:pt x="104985" y="132977"/>
                  <a:pt x="104856" y="133413"/>
                  <a:pt x="104598" y="133770"/>
                </a:cubicBezTo>
                <a:cubicBezTo>
                  <a:pt x="104340" y="134125"/>
                  <a:pt x="103920" y="134431"/>
                  <a:pt x="103340" y="134689"/>
                </a:cubicBezTo>
                <a:cubicBezTo>
                  <a:pt x="102759" y="134947"/>
                  <a:pt x="101953" y="135141"/>
                  <a:pt x="100921" y="135270"/>
                </a:cubicBezTo>
                <a:cubicBezTo>
                  <a:pt x="99889" y="135399"/>
                  <a:pt x="98566" y="135463"/>
                  <a:pt x="96954" y="135463"/>
                </a:cubicBezTo>
                <a:cubicBezTo>
                  <a:pt x="95406" y="135463"/>
                  <a:pt x="94115" y="135399"/>
                  <a:pt x="93083" y="135270"/>
                </a:cubicBezTo>
                <a:cubicBezTo>
                  <a:pt x="92051" y="135141"/>
                  <a:pt x="91229" y="134947"/>
                  <a:pt x="90616" y="134689"/>
                </a:cubicBezTo>
                <a:cubicBezTo>
                  <a:pt x="90003" y="134431"/>
                  <a:pt x="89584" y="134125"/>
                  <a:pt x="89358" y="133770"/>
                </a:cubicBezTo>
                <a:cubicBezTo>
                  <a:pt x="89132" y="133413"/>
                  <a:pt x="89019" y="132977"/>
                  <a:pt x="89019" y="132461"/>
                </a:cubicBezTo>
                <a:lnTo>
                  <a:pt x="89019" y="3099"/>
                </a:lnTo>
                <a:cubicBezTo>
                  <a:pt x="89019" y="2583"/>
                  <a:pt x="89132" y="2132"/>
                  <a:pt x="89358" y="1745"/>
                </a:cubicBezTo>
                <a:cubicBezTo>
                  <a:pt x="89584" y="1356"/>
                  <a:pt x="90003" y="1032"/>
                  <a:pt x="90616" y="774"/>
                </a:cubicBezTo>
                <a:cubicBezTo>
                  <a:pt x="91229" y="516"/>
                  <a:pt x="92051" y="323"/>
                  <a:pt x="93083" y="194"/>
                </a:cubicBezTo>
                <a:cubicBezTo>
                  <a:pt x="94115" y="65"/>
                  <a:pt x="95406" y="0"/>
                  <a:pt x="96954" y="0"/>
                </a:cubicBezTo>
                <a:cubicBezTo>
                  <a:pt x="98566" y="0"/>
                  <a:pt x="99889" y="65"/>
                  <a:pt x="100921" y="194"/>
                </a:cubicBezTo>
                <a:cubicBezTo>
                  <a:pt x="101953" y="323"/>
                  <a:pt x="102759" y="516"/>
                  <a:pt x="103340" y="774"/>
                </a:cubicBezTo>
                <a:cubicBezTo>
                  <a:pt x="103920" y="1032"/>
                  <a:pt x="104340" y="1356"/>
                  <a:pt x="104598" y="1745"/>
                </a:cubicBezTo>
                <a:cubicBezTo>
                  <a:pt x="104856" y="2132"/>
                  <a:pt x="104985" y="2583"/>
                  <a:pt x="104985" y="3099"/>
                </a:cubicBezTo>
                <a:lnTo>
                  <a:pt x="104985" y="132461"/>
                </a:lnTo>
                <a:close/>
                <a:moveTo>
                  <a:pt x="215287" y="88003"/>
                </a:moveTo>
                <a:cubicBezTo>
                  <a:pt x="215287" y="95105"/>
                  <a:pt x="214352" y="101642"/>
                  <a:pt x="212481" y="107615"/>
                </a:cubicBezTo>
                <a:cubicBezTo>
                  <a:pt x="210611" y="113588"/>
                  <a:pt x="207821" y="118738"/>
                  <a:pt x="204111" y="123066"/>
                </a:cubicBezTo>
                <a:cubicBezTo>
                  <a:pt x="200402" y="127392"/>
                  <a:pt x="195758" y="130766"/>
                  <a:pt x="190178" y="133187"/>
                </a:cubicBezTo>
                <a:cubicBezTo>
                  <a:pt x="184598" y="135608"/>
                  <a:pt x="178132" y="136818"/>
                  <a:pt x="170778" y="136818"/>
                </a:cubicBezTo>
                <a:cubicBezTo>
                  <a:pt x="163618" y="136818"/>
                  <a:pt x="157377" y="135753"/>
                  <a:pt x="152055" y="133622"/>
                </a:cubicBezTo>
                <a:cubicBezTo>
                  <a:pt x="146733" y="131491"/>
                  <a:pt x="142298" y="128392"/>
                  <a:pt x="138750" y="124324"/>
                </a:cubicBezTo>
                <a:cubicBezTo>
                  <a:pt x="135203" y="120256"/>
                  <a:pt x="132558" y="115316"/>
                  <a:pt x="130816" y="109505"/>
                </a:cubicBezTo>
                <a:cubicBezTo>
                  <a:pt x="129074" y="103693"/>
                  <a:pt x="128204" y="97106"/>
                  <a:pt x="128204" y="89745"/>
                </a:cubicBezTo>
                <a:cubicBezTo>
                  <a:pt x="128204" y="82643"/>
                  <a:pt x="129123" y="76105"/>
                  <a:pt x="130961" y="70133"/>
                </a:cubicBezTo>
                <a:cubicBezTo>
                  <a:pt x="132800" y="64160"/>
                  <a:pt x="135573" y="59010"/>
                  <a:pt x="139283" y="54684"/>
                </a:cubicBezTo>
                <a:cubicBezTo>
                  <a:pt x="142992" y="50356"/>
                  <a:pt x="147620" y="46998"/>
                  <a:pt x="153168" y="44609"/>
                </a:cubicBezTo>
                <a:cubicBezTo>
                  <a:pt x="158715" y="42220"/>
                  <a:pt x="165198" y="41026"/>
                  <a:pt x="172616" y="41026"/>
                </a:cubicBezTo>
                <a:cubicBezTo>
                  <a:pt x="179776" y="41026"/>
                  <a:pt x="186017" y="42091"/>
                  <a:pt x="191339" y="44222"/>
                </a:cubicBezTo>
                <a:cubicBezTo>
                  <a:pt x="196661" y="46353"/>
                  <a:pt x="201096" y="49452"/>
                  <a:pt x="204644" y="53520"/>
                </a:cubicBezTo>
                <a:cubicBezTo>
                  <a:pt x="208192" y="57588"/>
                  <a:pt x="210852" y="62528"/>
                  <a:pt x="212626" y="68339"/>
                </a:cubicBezTo>
                <a:cubicBezTo>
                  <a:pt x="214400" y="74151"/>
                  <a:pt x="215287" y="80706"/>
                  <a:pt x="215287" y="88003"/>
                </a:cubicBezTo>
                <a:moveTo>
                  <a:pt x="198451" y="89067"/>
                </a:moveTo>
                <a:cubicBezTo>
                  <a:pt x="198451" y="84352"/>
                  <a:pt x="198016" y="79895"/>
                  <a:pt x="197145" y="75696"/>
                </a:cubicBezTo>
                <a:cubicBezTo>
                  <a:pt x="196274" y="71497"/>
                  <a:pt x="194839" y="67815"/>
                  <a:pt x="192839" y="64651"/>
                </a:cubicBezTo>
                <a:cubicBezTo>
                  <a:pt x="190839" y="61486"/>
                  <a:pt x="188130" y="58983"/>
                  <a:pt x="184711" y="57143"/>
                </a:cubicBezTo>
                <a:cubicBezTo>
                  <a:pt x="181292" y="55300"/>
                  <a:pt x="177035" y="54379"/>
                  <a:pt x="171939" y="54379"/>
                </a:cubicBezTo>
                <a:cubicBezTo>
                  <a:pt x="167230" y="54379"/>
                  <a:pt x="163182" y="55218"/>
                  <a:pt x="159796" y="56898"/>
                </a:cubicBezTo>
                <a:cubicBezTo>
                  <a:pt x="156409" y="58577"/>
                  <a:pt x="153619" y="60951"/>
                  <a:pt x="151426" y="64022"/>
                </a:cubicBezTo>
                <a:cubicBezTo>
                  <a:pt x="149233" y="67090"/>
                  <a:pt x="147604" y="70723"/>
                  <a:pt x="146540" y="74922"/>
                </a:cubicBezTo>
                <a:cubicBezTo>
                  <a:pt x="145475" y="79119"/>
                  <a:pt x="144943" y="83705"/>
                  <a:pt x="144943" y="88680"/>
                </a:cubicBezTo>
                <a:cubicBezTo>
                  <a:pt x="144943" y="93460"/>
                  <a:pt x="145378" y="97949"/>
                  <a:pt x="146249" y="102148"/>
                </a:cubicBezTo>
                <a:cubicBezTo>
                  <a:pt x="147120" y="106347"/>
                  <a:pt x="148571" y="110013"/>
                  <a:pt x="150603" y="113145"/>
                </a:cubicBezTo>
                <a:cubicBezTo>
                  <a:pt x="152635" y="116278"/>
                  <a:pt x="155361" y="118765"/>
                  <a:pt x="158780" y="120608"/>
                </a:cubicBezTo>
                <a:cubicBezTo>
                  <a:pt x="162198" y="122448"/>
                  <a:pt x="166456" y="123368"/>
                  <a:pt x="171552" y="123368"/>
                </a:cubicBezTo>
                <a:cubicBezTo>
                  <a:pt x="176196" y="123368"/>
                  <a:pt x="180228" y="122529"/>
                  <a:pt x="183647" y="120850"/>
                </a:cubicBezTo>
                <a:cubicBezTo>
                  <a:pt x="187066" y="119171"/>
                  <a:pt x="189872" y="116813"/>
                  <a:pt x="192065" y="113777"/>
                </a:cubicBezTo>
                <a:cubicBezTo>
                  <a:pt x="194258" y="110739"/>
                  <a:pt x="195871" y="107122"/>
                  <a:pt x="196903" y="102925"/>
                </a:cubicBezTo>
                <a:cubicBezTo>
                  <a:pt x="197935" y="98726"/>
                  <a:pt x="198451" y="94107"/>
                  <a:pt x="198451" y="89067"/>
                </a:cubicBezTo>
                <a:close/>
                <a:moveTo>
                  <a:pt x="360453" y="45187"/>
                </a:moveTo>
                <a:cubicBezTo>
                  <a:pt x="360453" y="45638"/>
                  <a:pt x="360388" y="46187"/>
                  <a:pt x="360259" y="46832"/>
                </a:cubicBezTo>
                <a:cubicBezTo>
                  <a:pt x="360130" y="47477"/>
                  <a:pt x="359904" y="48283"/>
                  <a:pt x="359582" y="49251"/>
                </a:cubicBezTo>
                <a:lnTo>
                  <a:pt x="333941" y="131980"/>
                </a:lnTo>
                <a:cubicBezTo>
                  <a:pt x="333747" y="132690"/>
                  <a:pt x="333441" y="133270"/>
                  <a:pt x="333021" y="133722"/>
                </a:cubicBezTo>
                <a:cubicBezTo>
                  <a:pt x="332602" y="134173"/>
                  <a:pt x="332022" y="134528"/>
                  <a:pt x="331280" y="134786"/>
                </a:cubicBezTo>
                <a:cubicBezTo>
                  <a:pt x="330538" y="135044"/>
                  <a:pt x="329522" y="135222"/>
                  <a:pt x="328232" y="135318"/>
                </a:cubicBezTo>
                <a:cubicBezTo>
                  <a:pt x="326942" y="135415"/>
                  <a:pt x="325329" y="135463"/>
                  <a:pt x="323394" y="135463"/>
                </a:cubicBezTo>
                <a:cubicBezTo>
                  <a:pt x="321394" y="135463"/>
                  <a:pt x="319717" y="135399"/>
                  <a:pt x="318362" y="135270"/>
                </a:cubicBezTo>
                <a:cubicBezTo>
                  <a:pt x="317008" y="135141"/>
                  <a:pt x="315927" y="134947"/>
                  <a:pt x="315121" y="134689"/>
                </a:cubicBezTo>
                <a:cubicBezTo>
                  <a:pt x="314315" y="134431"/>
                  <a:pt x="313718" y="134077"/>
                  <a:pt x="313331" y="133625"/>
                </a:cubicBezTo>
                <a:cubicBezTo>
                  <a:pt x="312944" y="133173"/>
                  <a:pt x="312654" y="132625"/>
                  <a:pt x="312460" y="131980"/>
                </a:cubicBezTo>
                <a:lnTo>
                  <a:pt x="294172" y="68796"/>
                </a:lnTo>
                <a:lnTo>
                  <a:pt x="293979" y="67925"/>
                </a:lnTo>
                <a:lnTo>
                  <a:pt x="293785" y="68796"/>
                </a:lnTo>
                <a:lnTo>
                  <a:pt x="276853" y="131980"/>
                </a:lnTo>
                <a:cubicBezTo>
                  <a:pt x="276659" y="132690"/>
                  <a:pt x="276353" y="133270"/>
                  <a:pt x="275933" y="133722"/>
                </a:cubicBezTo>
                <a:cubicBezTo>
                  <a:pt x="275514" y="134173"/>
                  <a:pt x="274885" y="134528"/>
                  <a:pt x="274046" y="134786"/>
                </a:cubicBezTo>
                <a:cubicBezTo>
                  <a:pt x="273208" y="135044"/>
                  <a:pt x="272127" y="135222"/>
                  <a:pt x="270805" y="135318"/>
                </a:cubicBezTo>
                <a:cubicBezTo>
                  <a:pt x="269483" y="135415"/>
                  <a:pt x="267854" y="135463"/>
                  <a:pt x="265919" y="135463"/>
                </a:cubicBezTo>
                <a:cubicBezTo>
                  <a:pt x="263919" y="135463"/>
                  <a:pt x="262290" y="135399"/>
                  <a:pt x="261032" y="135270"/>
                </a:cubicBezTo>
                <a:cubicBezTo>
                  <a:pt x="259774" y="135141"/>
                  <a:pt x="258742" y="134947"/>
                  <a:pt x="257936" y="134689"/>
                </a:cubicBezTo>
                <a:cubicBezTo>
                  <a:pt x="257130" y="134431"/>
                  <a:pt x="256533" y="134077"/>
                  <a:pt x="256146" y="133625"/>
                </a:cubicBezTo>
                <a:cubicBezTo>
                  <a:pt x="255759" y="133173"/>
                  <a:pt x="255469" y="132625"/>
                  <a:pt x="255275" y="131980"/>
                </a:cubicBezTo>
                <a:lnTo>
                  <a:pt x="229827" y="49251"/>
                </a:lnTo>
                <a:cubicBezTo>
                  <a:pt x="229505" y="48283"/>
                  <a:pt x="229279" y="47477"/>
                  <a:pt x="229150" y="46832"/>
                </a:cubicBezTo>
                <a:cubicBezTo>
                  <a:pt x="229021" y="46187"/>
                  <a:pt x="228957" y="45638"/>
                  <a:pt x="228957" y="45187"/>
                </a:cubicBezTo>
                <a:cubicBezTo>
                  <a:pt x="228957" y="44606"/>
                  <a:pt x="229086" y="44139"/>
                  <a:pt x="229344" y="43784"/>
                </a:cubicBezTo>
                <a:cubicBezTo>
                  <a:pt x="229602" y="43429"/>
                  <a:pt x="230037" y="43139"/>
                  <a:pt x="230650" y="42913"/>
                </a:cubicBezTo>
                <a:cubicBezTo>
                  <a:pt x="231263" y="42687"/>
                  <a:pt x="232085" y="42542"/>
                  <a:pt x="233117" y="42477"/>
                </a:cubicBezTo>
                <a:cubicBezTo>
                  <a:pt x="234149" y="42413"/>
                  <a:pt x="235407" y="42381"/>
                  <a:pt x="236891" y="42381"/>
                </a:cubicBezTo>
                <a:cubicBezTo>
                  <a:pt x="238697" y="42381"/>
                  <a:pt x="240148" y="42429"/>
                  <a:pt x="241245" y="42526"/>
                </a:cubicBezTo>
                <a:cubicBezTo>
                  <a:pt x="242342" y="42623"/>
                  <a:pt x="243180" y="42784"/>
                  <a:pt x="243761" y="43010"/>
                </a:cubicBezTo>
                <a:cubicBezTo>
                  <a:pt x="244341" y="43235"/>
                  <a:pt x="244761" y="43558"/>
                  <a:pt x="245019" y="43977"/>
                </a:cubicBezTo>
                <a:cubicBezTo>
                  <a:pt x="245277" y="44395"/>
                  <a:pt x="245502" y="44893"/>
                  <a:pt x="245696" y="45474"/>
                </a:cubicBezTo>
                <a:lnTo>
                  <a:pt x="266693" y="117176"/>
                </a:lnTo>
                <a:lnTo>
                  <a:pt x="266886" y="118047"/>
                </a:lnTo>
                <a:lnTo>
                  <a:pt x="267080" y="117176"/>
                </a:lnTo>
                <a:lnTo>
                  <a:pt x="286335" y="45474"/>
                </a:lnTo>
                <a:cubicBezTo>
                  <a:pt x="286464" y="44893"/>
                  <a:pt x="286674" y="44395"/>
                  <a:pt x="286964" y="43977"/>
                </a:cubicBezTo>
                <a:cubicBezTo>
                  <a:pt x="287254" y="43558"/>
                  <a:pt x="287690" y="43235"/>
                  <a:pt x="288270" y="43010"/>
                </a:cubicBezTo>
                <a:cubicBezTo>
                  <a:pt x="288851" y="42784"/>
                  <a:pt x="289641" y="42623"/>
                  <a:pt x="290641" y="42526"/>
                </a:cubicBezTo>
                <a:cubicBezTo>
                  <a:pt x="291641" y="42429"/>
                  <a:pt x="292947" y="42381"/>
                  <a:pt x="294560" y="42381"/>
                </a:cubicBezTo>
                <a:cubicBezTo>
                  <a:pt x="296108" y="42381"/>
                  <a:pt x="297382" y="42429"/>
                  <a:pt x="298382" y="42526"/>
                </a:cubicBezTo>
                <a:cubicBezTo>
                  <a:pt x="299381" y="42623"/>
                  <a:pt x="300172" y="42784"/>
                  <a:pt x="300752" y="43010"/>
                </a:cubicBezTo>
                <a:cubicBezTo>
                  <a:pt x="301333" y="43235"/>
                  <a:pt x="301752" y="43542"/>
                  <a:pt x="302010" y="43929"/>
                </a:cubicBezTo>
                <a:cubicBezTo>
                  <a:pt x="302268" y="44314"/>
                  <a:pt x="302462" y="44764"/>
                  <a:pt x="302591" y="45280"/>
                </a:cubicBezTo>
                <a:lnTo>
                  <a:pt x="323394" y="117176"/>
                </a:lnTo>
                <a:lnTo>
                  <a:pt x="323587" y="118047"/>
                </a:lnTo>
                <a:lnTo>
                  <a:pt x="323684" y="117176"/>
                </a:lnTo>
                <a:lnTo>
                  <a:pt x="344391" y="45474"/>
                </a:lnTo>
                <a:cubicBezTo>
                  <a:pt x="344520" y="44893"/>
                  <a:pt x="344729" y="44395"/>
                  <a:pt x="345020" y="43977"/>
                </a:cubicBezTo>
                <a:cubicBezTo>
                  <a:pt x="345310" y="43558"/>
                  <a:pt x="345761" y="43235"/>
                  <a:pt x="346374" y="43010"/>
                </a:cubicBezTo>
                <a:cubicBezTo>
                  <a:pt x="346987" y="42784"/>
                  <a:pt x="347826" y="42623"/>
                  <a:pt x="348890" y="42526"/>
                </a:cubicBezTo>
                <a:cubicBezTo>
                  <a:pt x="349954" y="42429"/>
                  <a:pt x="351325" y="42381"/>
                  <a:pt x="353002" y="42381"/>
                </a:cubicBezTo>
                <a:cubicBezTo>
                  <a:pt x="354550" y="42381"/>
                  <a:pt x="355792" y="42413"/>
                  <a:pt x="356728" y="42477"/>
                </a:cubicBezTo>
                <a:cubicBezTo>
                  <a:pt x="357663" y="42542"/>
                  <a:pt x="358405" y="42703"/>
                  <a:pt x="358953" y="42961"/>
                </a:cubicBezTo>
                <a:cubicBezTo>
                  <a:pt x="359501" y="43219"/>
                  <a:pt x="359888" y="43510"/>
                  <a:pt x="360114" y="43832"/>
                </a:cubicBezTo>
                <a:cubicBezTo>
                  <a:pt x="360340" y="44155"/>
                  <a:pt x="360453" y="44606"/>
                  <a:pt x="360453" y="45187"/>
                </a:cubicBezTo>
                <a:close/>
                <a:moveTo>
                  <a:pt x="434890" y="108827"/>
                </a:moveTo>
                <a:cubicBezTo>
                  <a:pt x="434890" y="113282"/>
                  <a:pt x="434067" y="117253"/>
                  <a:pt x="432423" y="120741"/>
                </a:cubicBezTo>
                <a:cubicBezTo>
                  <a:pt x="430778" y="124226"/>
                  <a:pt x="428439" y="127164"/>
                  <a:pt x="425407" y="129555"/>
                </a:cubicBezTo>
                <a:cubicBezTo>
                  <a:pt x="422376" y="131944"/>
                  <a:pt x="418763" y="133751"/>
                  <a:pt x="414570" y="134977"/>
                </a:cubicBezTo>
                <a:cubicBezTo>
                  <a:pt x="410377" y="136204"/>
                  <a:pt x="405765" y="136818"/>
                  <a:pt x="400734" y="136818"/>
                </a:cubicBezTo>
                <a:cubicBezTo>
                  <a:pt x="397637" y="136818"/>
                  <a:pt x="394686" y="136576"/>
                  <a:pt x="391880" y="136092"/>
                </a:cubicBezTo>
                <a:cubicBezTo>
                  <a:pt x="389074" y="135609"/>
                  <a:pt x="386558" y="134996"/>
                  <a:pt x="384333" y="134254"/>
                </a:cubicBezTo>
                <a:cubicBezTo>
                  <a:pt x="382108" y="133512"/>
                  <a:pt x="380221" y="132738"/>
                  <a:pt x="378673" y="131932"/>
                </a:cubicBezTo>
                <a:cubicBezTo>
                  <a:pt x="377124" y="131125"/>
                  <a:pt x="375996" y="130400"/>
                  <a:pt x="375286" y="129755"/>
                </a:cubicBezTo>
                <a:cubicBezTo>
                  <a:pt x="374576" y="129110"/>
                  <a:pt x="374060" y="128206"/>
                  <a:pt x="373738" y="127045"/>
                </a:cubicBezTo>
                <a:cubicBezTo>
                  <a:pt x="373415" y="125884"/>
                  <a:pt x="373254" y="124304"/>
                  <a:pt x="373254" y="122304"/>
                </a:cubicBezTo>
                <a:cubicBezTo>
                  <a:pt x="373254" y="121078"/>
                  <a:pt x="373319" y="120046"/>
                  <a:pt x="373448" y="119208"/>
                </a:cubicBezTo>
                <a:cubicBezTo>
                  <a:pt x="373577" y="118369"/>
                  <a:pt x="373738" y="117692"/>
                  <a:pt x="373931" y="117176"/>
                </a:cubicBezTo>
                <a:cubicBezTo>
                  <a:pt x="374125" y="116660"/>
                  <a:pt x="374399" y="116289"/>
                  <a:pt x="374754" y="116063"/>
                </a:cubicBezTo>
                <a:cubicBezTo>
                  <a:pt x="375109" y="115837"/>
                  <a:pt x="375512" y="115724"/>
                  <a:pt x="375963" y="115724"/>
                </a:cubicBezTo>
                <a:cubicBezTo>
                  <a:pt x="376673" y="115724"/>
                  <a:pt x="377721" y="116160"/>
                  <a:pt x="379108" y="117031"/>
                </a:cubicBezTo>
                <a:cubicBezTo>
                  <a:pt x="380495" y="117902"/>
                  <a:pt x="382204" y="118853"/>
                  <a:pt x="384236" y="119885"/>
                </a:cubicBezTo>
                <a:cubicBezTo>
                  <a:pt x="386268" y="120917"/>
                  <a:pt x="388671" y="121869"/>
                  <a:pt x="391445" y="122740"/>
                </a:cubicBezTo>
                <a:cubicBezTo>
                  <a:pt x="394219" y="123610"/>
                  <a:pt x="397412" y="124046"/>
                  <a:pt x="401024" y="124046"/>
                </a:cubicBezTo>
                <a:cubicBezTo>
                  <a:pt x="403733" y="124046"/>
                  <a:pt x="406185" y="123756"/>
                  <a:pt x="408378" y="123175"/>
                </a:cubicBezTo>
                <a:cubicBezTo>
                  <a:pt x="410571" y="122592"/>
                  <a:pt x="412474" y="121736"/>
                  <a:pt x="414087" y="120605"/>
                </a:cubicBezTo>
                <a:cubicBezTo>
                  <a:pt x="415699" y="119474"/>
                  <a:pt x="416941" y="118036"/>
                  <a:pt x="417812" y="116290"/>
                </a:cubicBezTo>
                <a:cubicBezTo>
                  <a:pt x="418683" y="114544"/>
                  <a:pt x="419118" y="112476"/>
                  <a:pt x="419118" y="110085"/>
                </a:cubicBezTo>
                <a:cubicBezTo>
                  <a:pt x="419118" y="107632"/>
                  <a:pt x="418489" y="105566"/>
                  <a:pt x="417231" y="103887"/>
                </a:cubicBezTo>
                <a:cubicBezTo>
                  <a:pt x="415973" y="102207"/>
                  <a:pt x="414312" y="100723"/>
                  <a:pt x="412248" y="99433"/>
                </a:cubicBezTo>
                <a:cubicBezTo>
                  <a:pt x="410184" y="98140"/>
                  <a:pt x="407862" y="96994"/>
                  <a:pt x="405281" y="95995"/>
                </a:cubicBezTo>
                <a:cubicBezTo>
                  <a:pt x="402701" y="94993"/>
                  <a:pt x="400040" y="93943"/>
                  <a:pt x="397299" y="92847"/>
                </a:cubicBezTo>
                <a:cubicBezTo>
                  <a:pt x="394557" y="91748"/>
                  <a:pt x="391880" y="90504"/>
                  <a:pt x="389268" y="89116"/>
                </a:cubicBezTo>
                <a:cubicBezTo>
                  <a:pt x="386655" y="87727"/>
                  <a:pt x="384317" y="86031"/>
                  <a:pt x="382253" y="84030"/>
                </a:cubicBezTo>
                <a:cubicBezTo>
                  <a:pt x="380188" y="82028"/>
                  <a:pt x="378527" y="79639"/>
                  <a:pt x="377270" y="76863"/>
                </a:cubicBezTo>
                <a:cubicBezTo>
                  <a:pt x="376012" y="74088"/>
                  <a:pt x="375383" y="70763"/>
                  <a:pt x="375383" y="66888"/>
                </a:cubicBezTo>
                <a:cubicBezTo>
                  <a:pt x="375383" y="63465"/>
                  <a:pt x="376044" y="60188"/>
                  <a:pt x="377366" y="57058"/>
                </a:cubicBezTo>
                <a:cubicBezTo>
                  <a:pt x="378689" y="53925"/>
                  <a:pt x="380672" y="51181"/>
                  <a:pt x="383317" y="48824"/>
                </a:cubicBezTo>
                <a:cubicBezTo>
                  <a:pt x="385962" y="46466"/>
                  <a:pt x="389268" y="44577"/>
                  <a:pt x="393235" y="43158"/>
                </a:cubicBezTo>
                <a:cubicBezTo>
                  <a:pt x="397202" y="41737"/>
                  <a:pt x="401830" y="41026"/>
                  <a:pt x="407120" y="41026"/>
                </a:cubicBezTo>
                <a:cubicBezTo>
                  <a:pt x="409442" y="41026"/>
                  <a:pt x="411764" y="41223"/>
                  <a:pt x="414087" y="41616"/>
                </a:cubicBezTo>
                <a:cubicBezTo>
                  <a:pt x="416409" y="42009"/>
                  <a:pt x="418505" y="42500"/>
                  <a:pt x="420376" y="43088"/>
                </a:cubicBezTo>
                <a:cubicBezTo>
                  <a:pt x="422247" y="43677"/>
                  <a:pt x="423843" y="44315"/>
                  <a:pt x="425166" y="45002"/>
                </a:cubicBezTo>
                <a:cubicBezTo>
                  <a:pt x="426488" y="45690"/>
                  <a:pt x="427488" y="46295"/>
                  <a:pt x="428165" y="46820"/>
                </a:cubicBezTo>
                <a:cubicBezTo>
                  <a:pt x="428842" y="47344"/>
                  <a:pt x="429294" y="47799"/>
                  <a:pt x="429520" y="48186"/>
                </a:cubicBezTo>
                <a:cubicBezTo>
                  <a:pt x="429746" y="48573"/>
                  <a:pt x="429907" y="49009"/>
                  <a:pt x="430004" y="49493"/>
                </a:cubicBezTo>
                <a:cubicBezTo>
                  <a:pt x="430100" y="49976"/>
                  <a:pt x="430197" y="50573"/>
                  <a:pt x="430294" y="51283"/>
                </a:cubicBezTo>
                <a:cubicBezTo>
                  <a:pt x="430391" y="51992"/>
                  <a:pt x="430439" y="52863"/>
                  <a:pt x="430439" y="53895"/>
                </a:cubicBezTo>
                <a:cubicBezTo>
                  <a:pt x="430439" y="54992"/>
                  <a:pt x="430391" y="55943"/>
                  <a:pt x="430294" y="56750"/>
                </a:cubicBezTo>
                <a:cubicBezTo>
                  <a:pt x="430197" y="57556"/>
                  <a:pt x="430036" y="58217"/>
                  <a:pt x="429810" y="58733"/>
                </a:cubicBezTo>
                <a:cubicBezTo>
                  <a:pt x="429584" y="59249"/>
                  <a:pt x="429310" y="59620"/>
                  <a:pt x="428988" y="59846"/>
                </a:cubicBezTo>
                <a:cubicBezTo>
                  <a:pt x="428665" y="60072"/>
                  <a:pt x="428310" y="60184"/>
                  <a:pt x="427923" y="60184"/>
                </a:cubicBezTo>
                <a:cubicBezTo>
                  <a:pt x="427343" y="60184"/>
                  <a:pt x="426504" y="59825"/>
                  <a:pt x="425407" y="59105"/>
                </a:cubicBezTo>
                <a:cubicBezTo>
                  <a:pt x="424311" y="58385"/>
                  <a:pt x="422892" y="57616"/>
                  <a:pt x="421150" y="56798"/>
                </a:cubicBezTo>
                <a:cubicBezTo>
                  <a:pt x="419408" y="55979"/>
                  <a:pt x="417360" y="55210"/>
                  <a:pt x="415006" y="54491"/>
                </a:cubicBezTo>
                <a:cubicBezTo>
                  <a:pt x="412651" y="53771"/>
                  <a:pt x="409958" y="53411"/>
                  <a:pt x="406926" y="53411"/>
                </a:cubicBezTo>
                <a:cubicBezTo>
                  <a:pt x="404217" y="53411"/>
                  <a:pt x="401830" y="53719"/>
                  <a:pt x="399766" y="54334"/>
                </a:cubicBezTo>
                <a:cubicBezTo>
                  <a:pt x="397702" y="54946"/>
                  <a:pt x="396009" y="55818"/>
                  <a:pt x="394686" y="56949"/>
                </a:cubicBezTo>
                <a:cubicBezTo>
                  <a:pt x="393364" y="58080"/>
                  <a:pt x="392364" y="59421"/>
                  <a:pt x="391687" y="60974"/>
                </a:cubicBezTo>
                <a:cubicBezTo>
                  <a:pt x="391009" y="62524"/>
                  <a:pt x="390671" y="64204"/>
                  <a:pt x="390671" y="66014"/>
                </a:cubicBezTo>
                <a:cubicBezTo>
                  <a:pt x="390671" y="68532"/>
                  <a:pt x="391316" y="70647"/>
                  <a:pt x="392606" y="72358"/>
                </a:cubicBezTo>
                <a:cubicBezTo>
                  <a:pt x="393896" y="74069"/>
                  <a:pt x="395573" y="75571"/>
                  <a:pt x="397637" y="76863"/>
                </a:cubicBezTo>
                <a:cubicBezTo>
                  <a:pt x="399702" y="78154"/>
                  <a:pt x="402056" y="79316"/>
                  <a:pt x="404701" y="80350"/>
                </a:cubicBezTo>
                <a:cubicBezTo>
                  <a:pt x="407346" y="81382"/>
                  <a:pt x="410039" y="82447"/>
                  <a:pt x="412780" y="83546"/>
                </a:cubicBezTo>
                <a:cubicBezTo>
                  <a:pt x="415522" y="84642"/>
                  <a:pt x="418231" y="85869"/>
                  <a:pt x="420908" y="87226"/>
                </a:cubicBezTo>
                <a:cubicBezTo>
                  <a:pt x="423585" y="88582"/>
                  <a:pt x="425956" y="90229"/>
                  <a:pt x="428020" y="92167"/>
                </a:cubicBezTo>
                <a:cubicBezTo>
                  <a:pt x="430084" y="94104"/>
                  <a:pt x="431745" y="96429"/>
                  <a:pt x="433003" y="99142"/>
                </a:cubicBezTo>
                <a:cubicBezTo>
                  <a:pt x="434261" y="101854"/>
                  <a:pt x="434890" y="105082"/>
                  <a:pt x="434890" y="1088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A08C2-DA1E-412E-8615-37A24CDA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848" y="814002"/>
            <a:ext cx="1310522" cy="365282"/>
          </a:xfrm>
          <a:custGeom xmlns:a="http://schemas.openxmlformats.org/drawingml/2006/main">
            <a:pathLst>
              <a:path w="1310522" h="365282">
                <a:moveTo>
                  <a:pt x="81247" y="365282"/>
                </a:moveTo>
                <a:cubicBezTo>
                  <a:pt x="36330" y="365282"/>
                  <a:pt x="0" y="328291"/>
                  <a:pt x="0" y="283374"/>
                </a:cubicBezTo>
                <a:lnTo>
                  <a:pt x="0" y="81247"/>
                </a:lnTo>
                <a:cubicBezTo>
                  <a:pt x="0" y="36330"/>
                  <a:pt x="36330" y="0"/>
                  <a:pt x="81247" y="0"/>
                </a:cubicBezTo>
                <a:lnTo>
                  <a:pt x="1229275" y="0"/>
                </a:lnTo>
                <a:cubicBezTo>
                  <a:pt x="1274192" y="0"/>
                  <a:pt x="1310522" y="36330"/>
                  <a:pt x="1310522" y="81247"/>
                </a:cubicBezTo>
                <a:lnTo>
                  <a:pt x="1310522" y="283374"/>
                </a:lnTo>
                <a:cubicBezTo>
                  <a:pt x="1310522" y="328291"/>
                  <a:pt x="1274192" y="365282"/>
                  <a:pt x="1229275" y="365282"/>
                </a:cubicBezTo>
                <a:lnTo>
                  <a:pt x="81247" y="365282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26FB2B-7390-4888-B0CF-0F721165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848" y="814002"/>
            <a:ext cx="1310522" cy="365282"/>
          </a:xfrm>
          <a:custGeom xmlns:a="http://schemas.openxmlformats.org/drawingml/2006/main">
            <a:pathLst>
              <a:path w="1310522" h="365282" fill="none">
                <a:moveTo>
                  <a:pt x="81247" y="365282"/>
                </a:moveTo>
                <a:lnTo>
                  <a:pt x="1229275" y="365282"/>
                </a:lnTo>
                <a:cubicBezTo>
                  <a:pt x="1274192" y="365282"/>
                  <a:pt x="1310522" y="328291"/>
                  <a:pt x="1310522" y="283374"/>
                </a:cubicBezTo>
                <a:lnTo>
                  <a:pt x="1310522" y="81247"/>
                </a:lnTo>
                <a:cubicBezTo>
                  <a:pt x="1310522" y="36330"/>
                  <a:pt x="1274192" y="0"/>
                  <a:pt x="1229275" y="0"/>
                </a:cubicBezTo>
                <a:lnTo>
                  <a:pt x="81247" y="0"/>
                </a:lnTo>
                <a:cubicBezTo>
                  <a:pt x="36330" y="0"/>
                  <a:pt x="0" y="36330"/>
                  <a:pt x="0" y="81247"/>
                </a:cubicBezTo>
                <a:lnTo>
                  <a:pt x="0" y="283374"/>
                </a:lnTo>
                <a:cubicBezTo>
                  <a:pt x="0" y="328291"/>
                  <a:pt x="36330" y="365282"/>
                  <a:pt x="81247" y="3652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14" cap="sq">
            <a:solidFill>
              <a:srgbClr val="833C0B"/>
            </a:solidFill>
            <a:miter/>
          </a:ln>
        </p:spPr>
      </p:sp>
      <p:sp>
        <p:nvSpPr>
          <p:cNvPr id="211" name="Text Self-Attention">
            <a:extLst xmlns:a="http://schemas.openxmlformats.org/drawingml/2006/main">
              <a:ext uri="{FF2B5EF4-FFF2-40B4-BE49-F238E27FC236}">
                <a16:creationId xmlns:a16="http://schemas.microsoft.com/office/drawing/2014/main" id="{4652CA84-9EC1-412A-8A13-C12301A1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528" y="920958"/>
            <a:ext cx="1105190" cy="137399"/>
          </a:xfrm>
          <a:custGeom xmlns:a="http://schemas.openxmlformats.org/drawingml/2006/main">
            <a:pathLst>
              <a:path w="1105190" h="137399">
                <a:moveTo>
                  <a:pt x="77021" y="100382"/>
                </a:moveTo>
                <a:cubicBezTo>
                  <a:pt x="77021" y="106260"/>
                  <a:pt x="75940" y="111493"/>
                  <a:pt x="73779" y="116081"/>
                </a:cubicBezTo>
                <a:cubicBezTo>
                  <a:pt x="71618" y="120667"/>
                  <a:pt x="68619" y="124560"/>
                  <a:pt x="64781" y="127759"/>
                </a:cubicBezTo>
                <a:cubicBezTo>
                  <a:pt x="60942" y="130956"/>
                  <a:pt x="56427" y="133362"/>
                  <a:pt x="51234" y="134977"/>
                </a:cubicBezTo>
                <a:cubicBezTo>
                  <a:pt x="46041" y="136591"/>
                  <a:pt x="40446" y="137399"/>
                  <a:pt x="34446" y="137399"/>
                </a:cubicBezTo>
                <a:cubicBezTo>
                  <a:pt x="30253" y="137399"/>
                  <a:pt x="26367" y="137044"/>
                  <a:pt x="22787" y="136334"/>
                </a:cubicBezTo>
                <a:cubicBezTo>
                  <a:pt x="19207" y="135625"/>
                  <a:pt x="16014" y="134754"/>
                  <a:pt x="13208" y="133722"/>
                </a:cubicBezTo>
                <a:cubicBezTo>
                  <a:pt x="10402" y="132690"/>
                  <a:pt x="8047" y="131625"/>
                  <a:pt x="6144" y="130529"/>
                </a:cubicBezTo>
                <a:cubicBezTo>
                  <a:pt x="4241" y="129432"/>
                  <a:pt x="2919" y="128497"/>
                  <a:pt x="2177" y="127723"/>
                </a:cubicBezTo>
                <a:cubicBezTo>
                  <a:pt x="1435" y="126949"/>
                  <a:pt x="887" y="125965"/>
                  <a:pt x="532" y="124771"/>
                </a:cubicBezTo>
                <a:cubicBezTo>
                  <a:pt x="177" y="123578"/>
                  <a:pt x="0" y="121982"/>
                  <a:pt x="0" y="119982"/>
                </a:cubicBezTo>
                <a:cubicBezTo>
                  <a:pt x="0" y="118563"/>
                  <a:pt x="65" y="117386"/>
                  <a:pt x="194" y="116450"/>
                </a:cubicBezTo>
                <a:cubicBezTo>
                  <a:pt x="323" y="115515"/>
                  <a:pt x="516" y="114757"/>
                  <a:pt x="774" y="114176"/>
                </a:cubicBezTo>
                <a:cubicBezTo>
                  <a:pt x="1032" y="113596"/>
                  <a:pt x="1355" y="113193"/>
                  <a:pt x="1742" y="112967"/>
                </a:cubicBezTo>
                <a:cubicBezTo>
                  <a:pt x="2129" y="112741"/>
                  <a:pt x="2580" y="112628"/>
                  <a:pt x="3096" y="112628"/>
                </a:cubicBezTo>
                <a:cubicBezTo>
                  <a:pt x="3999" y="112628"/>
                  <a:pt x="5273" y="113176"/>
                  <a:pt x="6918" y="114273"/>
                </a:cubicBezTo>
                <a:cubicBezTo>
                  <a:pt x="8563" y="115370"/>
                  <a:pt x="10676" y="116563"/>
                  <a:pt x="13256" y="117853"/>
                </a:cubicBezTo>
                <a:cubicBezTo>
                  <a:pt x="15836" y="119143"/>
                  <a:pt x="18949" y="120353"/>
                  <a:pt x="22593" y="121482"/>
                </a:cubicBezTo>
                <a:cubicBezTo>
                  <a:pt x="26238" y="122611"/>
                  <a:pt x="30447" y="123175"/>
                  <a:pt x="35220" y="123175"/>
                </a:cubicBezTo>
                <a:cubicBezTo>
                  <a:pt x="38833" y="123175"/>
                  <a:pt x="42139" y="122690"/>
                  <a:pt x="45138" y="121721"/>
                </a:cubicBezTo>
                <a:cubicBezTo>
                  <a:pt x="48138" y="120751"/>
                  <a:pt x="50718" y="119377"/>
                  <a:pt x="52879" y="117599"/>
                </a:cubicBezTo>
                <a:cubicBezTo>
                  <a:pt x="55040" y="115819"/>
                  <a:pt x="56701" y="113636"/>
                  <a:pt x="57862" y="111050"/>
                </a:cubicBezTo>
                <a:cubicBezTo>
                  <a:pt x="59023" y="108463"/>
                  <a:pt x="59604" y="105521"/>
                  <a:pt x="59604" y="102223"/>
                </a:cubicBezTo>
                <a:cubicBezTo>
                  <a:pt x="59604" y="98670"/>
                  <a:pt x="58798" y="95634"/>
                  <a:pt x="57185" y="93116"/>
                </a:cubicBezTo>
                <a:cubicBezTo>
                  <a:pt x="55572" y="90596"/>
                  <a:pt x="53444" y="88384"/>
                  <a:pt x="50799" y="86479"/>
                </a:cubicBezTo>
                <a:cubicBezTo>
                  <a:pt x="48154" y="84572"/>
                  <a:pt x="45138" y="82827"/>
                  <a:pt x="41752" y="81245"/>
                </a:cubicBezTo>
                <a:cubicBezTo>
                  <a:pt x="38365" y="79660"/>
                  <a:pt x="34898" y="78045"/>
                  <a:pt x="31350" y="76398"/>
                </a:cubicBezTo>
                <a:cubicBezTo>
                  <a:pt x="27802" y="74751"/>
                  <a:pt x="24351" y="72926"/>
                  <a:pt x="20997" y="70925"/>
                </a:cubicBezTo>
                <a:cubicBezTo>
                  <a:pt x="17642" y="68921"/>
                  <a:pt x="14643" y="66563"/>
                  <a:pt x="11998" y="63849"/>
                </a:cubicBezTo>
                <a:cubicBezTo>
                  <a:pt x="9353" y="61136"/>
                  <a:pt x="7209" y="57954"/>
                  <a:pt x="5564" y="54303"/>
                </a:cubicBezTo>
                <a:cubicBezTo>
                  <a:pt x="3919" y="50653"/>
                  <a:pt x="3096" y="46275"/>
                  <a:pt x="3096" y="41171"/>
                </a:cubicBezTo>
                <a:cubicBezTo>
                  <a:pt x="3096" y="35940"/>
                  <a:pt x="4048" y="31274"/>
                  <a:pt x="5951" y="27171"/>
                </a:cubicBezTo>
                <a:cubicBezTo>
                  <a:pt x="7854" y="23067"/>
                  <a:pt x="10498" y="19626"/>
                  <a:pt x="13885" y="16848"/>
                </a:cubicBezTo>
                <a:cubicBezTo>
                  <a:pt x="17272" y="14070"/>
                  <a:pt x="21303" y="11955"/>
                  <a:pt x="25980" y="10501"/>
                </a:cubicBezTo>
                <a:cubicBezTo>
                  <a:pt x="30657" y="9048"/>
                  <a:pt x="35704" y="8321"/>
                  <a:pt x="41123" y="8321"/>
                </a:cubicBezTo>
                <a:cubicBezTo>
                  <a:pt x="43897" y="8321"/>
                  <a:pt x="46686" y="8566"/>
                  <a:pt x="49493" y="9056"/>
                </a:cubicBezTo>
                <a:cubicBezTo>
                  <a:pt x="52299" y="9544"/>
                  <a:pt x="54943" y="10196"/>
                  <a:pt x="57427" y="11012"/>
                </a:cubicBezTo>
                <a:cubicBezTo>
                  <a:pt x="59910" y="11827"/>
                  <a:pt x="62120" y="12740"/>
                  <a:pt x="64055" y="13752"/>
                </a:cubicBezTo>
                <a:cubicBezTo>
                  <a:pt x="65990" y="14762"/>
                  <a:pt x="67264" y="15577"/>
                  <a:pt x="67877" y="16198"/>
                </a:cubicBezTo>
                <a:cubicBezTo>
                  <a:pt x="68490" y="16817"/>
                  <a:pt x="68893" y="17304"/>
                  <a:pt x="69086" y="17659"/>
                </a:cubicBezTo>
                <a:cubicBezTo>
                  <a:pt x="69280" y="18013"/>
                  <a:pt x="69441" y="18465"/>
                  <a:pt x="69570" y="19013"/>
                </a:cubicBezTo>
                <a:cubicBezTo>
                  <a:pt x="69699" y="19562"/>
                  <a:pt x="69796" y="20223"/>
                  <a:pt x="69860" y="20997"/>
                </a:cubicBezTo>
                <a:cubicBezTo>
                  <a:pt x="69925" y="21771"/>
                  <a:pt x="69957" y="22771"/>
                  <a:pt x="69957" y="23996"/>
                </a:cubicBezTo>
                <a:cubicBezTo>
                  <a:pt x="69957" y="25158"/>
                  <a:pt x="69909" y="26190"/>
                  <a:pt x="69812" y="27093"/>
                </a:cubicBezTo>
                <a:cubicBezTo>
                  <a:pt x="69715" y="27996"/>
                  <a:pt x="69570" y="28754"/>
                  <a:pt x="69377" y="29367"/>
                </a:cubicBezTo>
                <a:cubicBezTo>
                  <a:pt x="69183" y="29979"/>
                  <a:pt x="68909" y="30431"/>
                  <a:pt x="68554" y="30721"/>
                </a:cubicBezTo>
                <a:cubicBezTo>
                  <a:pt x="68199" y="31011"/>
                  <a:pt x="67796" y="31157"/>
                  <a:pt x="67345" y="31157"/>
                </a:cubicBezTo>
                <a:cubicBezTo>
                  <a:pt x="66635" y="31157"/>
                  <a:pt x="65522" y="30700"/>
                  <a:pt x="64006" y="29787"/>
                </a:cubicBezTo>
                <a:cubicBezTo>
                  <a:pt x="62491" y="28874"/>
                  <a:pt x="60636" y="27847"/>
                  <a:pt x="58443" y="26706"/>
                </a:cubicBezTo>
                <a:cubicBezTo>
                  <a:pt x="56250" y="25565"/>
                  <a:pt x="53653" y="24522"/>
                  <a:pt x="50654" y="23576"/>
                </a:cubicBezTo>
                <a:cubicBezTo>
                  <a:pt x="47654" y="22631"/>
                  <a:pt x="44284" y="22158"/>
                  <a:pt x="40542" y="22158"/>
                </a:cubicBezTo>
                <a:cubicBezTo>
                  <a:pt x="37059" y="22158"/>
                  <a:pt x="34027" y="22628"/>
                  <a:pt x="31447" y="23567"/>
                </a:cubicBezTo>
                <a:cubicBezTo>
                  <a:pt x="28867" y="24504"/>
                  <a:pt x="26738" y="25749"/>
                  <a:pt x="25061" y="27301"/>
                </a:cubicBezTo>
                <a:cubicBezTo>
                  <a:pt x="23384" y="28854"/>
                  <a:pt x="22126" y="30697"/>
                  <a:pt x="21287" y="32832"/>
                </a:cubicBezTo>
                <a:cubicBezTo>
                  <a:pt x="20449" y="34967"/>
                  <a:pt x="20029" y="37230"/>
                  <a:pt x="20029" y="39623"/>
                </a:cubicBezTo>
                <a:cubicBezTo>
                  <a:pt x="20029" y="43112"/>
                  <a:pt x="20836" y="46117"/>
                  <a:pt x="22448" y="48637"/>
                </a:cubicBezTo>
                <a:cubicBezTo>
                  <a:pt x="24061" y="51155"/>
                  <a:pt x="26206" y="53383"/>
                  <a:pt x="28883" y="55322"/>
                </a:cubicBezTo>
                <a:cubicBezTo>
                  <a:pt x="31560" y="57259"/>
                  <a:pt x="34608" y="59036"/>
                  <a:pt x="38027" y="60653"/>
                </a:cubicBezTo>
                <a:cubicBezTo>
                  <a:pt x="41445" y="62268"/>
                  <a:pt x="44929" y="63899"/>
                  <a:pt x="48477" y="65546"/>
                </a:cubicBezTo>
                <a:cubicBezTo>
                  <a:pt x="52024" y="67192"/>
                  <a:pt x="55508" y="69002"/>
                  <a:pt x="58927" y="70973"/>
                </a:cubicBezTo>
                <a:cubicBezTo>
                  <a:pt x="62345" y="72943"/>
                  <a:pt x="65393" y="75268"/>
                  <a:pt x="68070" y="77949"/>
                </a:cubicBezTo>
                <a:cubicBezTo>
                  <a:pt x="70747" y="80630"/>
                  <a:pt x="72908" y="83796"/>
                  <a:pt x="74553" y="87446"/>
                </a:cubicBezTo>
                <a:cubicBezTo>
                  <a:pt x="76198" y="91095"/>
                  <a:pt x="77021" y="95407"/>
                  <a:pt x="77021" y="100382"/>
                </a:cubicBezTo>
                <a:close/>
                <a:moveTo>
                  <a:pt x="173183" y="85729"/>
                </a:moveTo>
                <a:cubicBezTo>
                  <a:pt x="173183" y="88245"/>
                  <a:pt x="172554" y="90035"/>
                  <a:pt x="171296" y="91099"/>
                </a:cubicBezTo>
                <a:cubicBezTo>
                  <a:pt x="170038" y="92164"/>
                  <a:pt x="168603" y="92696"/>
                  <a:pt x="166990" y="92696"/>
                </a:cubicBezTo>
                <a:lnTo>
                  <a:pt x="109902" y="92696"/>
                </a:lnTo>
                <a:cubicBezTo>
                  <a:pt x="109902" y="97548"/>
                  <a:pt x="110386" y="101915"/>
                  <a:pt x="111353" y="105798"/>
                </a:cubicBezTo>
                <a:cubicBezTo>
                  <a:pt x="112321" y="109680"/>
                  <a:pt x="113934" y="113012"/>
                  <a:pt x="116191" y="115794"/>
                </a:cubicBezTo>
                <a:cubicBezTo>
                  <a:pt x="118449" y="118576"/>
                  <a:pt x="121384" y="120712"/>
                  <a:pt x="124996" y="122201"/>
                </a:cubicBezTo>
                <a:cubicBezTo>
                  <a:pt x="128609" y="123689"/>
                  <a:pt x="133027" y="124433"/>
                  <a:pt x="138253" y="124433"/>
                </a:cubicBezTo>
                <a:cubicBezTo>
                  <a:pt x="142381" y="124433"/>
                  <a:pt x="146058" y="124094"/>
                  <a:pt x="149283" y="123417"/>
                </a:cubicBezTo>
                <a:cubicBezTo>
                  <a:pt x="152508" y="122740"/>
                  <a:pt x="155298" y="121982"/>
                  <a:pt x="157653" y="121143"/>
                </a:cubicBezTo>
                <a:cubicBezTo>
                  <a:pt x="160007" y="120304"/>
                  <a:pt x="161942" y="119546"/>
                  <a:pt x="163458" y="118869"/>
                </a:cubicBezTo>
                <a:cubicBezTo>
                  <a:pt x="164974" y="118192"/>
                  <a:pt x="166119" y="117853"/>
                  <a:pt x="166893" y="117853"/>
                </a:cubicBezTo>
                <a:cubicBezTo>
                  <a:pt x="167345" y="117853"/>
                  <a:pt x="167748" y="117966"/>
                  <a:pt x="168103" y="118192"/>
                </a:cubicBezTo>
                <a:cubicBezTo>
                  <a:pt x="168458" y="118418"/>
                  <a:pt x="168732" y="118756"/>
                  <a:pt x="168925" y="119208"/>
                </a:cubicBezTo>
                <a:cubicBezTo>
                  <a:pt x="169119" y="119659"/>
                  <a:pt x="169264" y="120288"/>
                  <a:pt x="169361" y="121095"/>
                </a:cubicBezTo>
                <a:cubicBezTo>
                  <a:pt x="169457" y="121901"/>
                  <a:pt x="169506" y="122885"/>
                  <a:pt x="169506" y="124046"/>
                </a:cubicBezTo>
                <a:cubicBezTo>
                  <a:pt x="169506" y="124884"/>
                  <a:pt x="169474" y="125610"/>
                  <a:pt x="169409" y="126223"/>
                </a:cubicBezTo>
                <a:cubicBezTo>
                  <a:pt x="169345" y="126836"/>
                  <a:pt x="169264" y="127384"/>
                  <a:pt x="169167" y="127868"/>
                </a:cubicBezTo>
                <a:cubicBezTo>
                  <a:pt x="169070" y="128352"/>
                  <a:pt x="168909" y="128787"/>
                  <a:pt x="168683" y="129174"/>
                </a:cubicBezTo>
                <a:cubicBezTo>
                  <a:pt x="168458" y="129561"/>
                  <a:pt x="168167" y="129932"/>
                  <a:pt x="167813" y="130287"/>
                </a:cubicBezTo>
                <a:cubicBezTo>
                  <a:pt x="167458" y="130642"/>
                  <a:pt x="166410" y="131222"/>
                  <a:pt x="164668" y="132028"/>
                </a:cubicBezTo>
                <a:cubicBezTo>
                  <a:pt x="162926" y="132835"/>
                  <a:pt x="160668" y="133625"/>
                  <a:pt x="157895" y="134399"/>
                </a:cubicBezTo>
                <a:cubicBezTo>
                  <a:pt x="155121" y="135173"/>
                  <a:pt x="151912" y="135867"/>
                  <a:pt x="148267" y="136479"/>
                </a:cubicBezTo>
                <a:cubicBezTo>
                  <a:pt x="144623" y="137092"/>
                  <a:pt x="140736" y="137399"/>
                  <a:pt x="136608" y="137399"/>
                </a:cubicBezTo>
                <a:cubicBezTo>
                  <a:pt x="129447" y="137399"/>
                  <a:pt x="123174" y="136398"/>
                  <a:pt x="117788" y="134396"/>
                </a:cubicBezTo>
                <a:cubicBezTo>
                  <a:pt x="112402" y="132394"/>
                  <a:pt x="107870" y="129424"/>
                  <a:pt x="104193" y="125485"/>
                </a:cubicBezTo>
                <a:cubicBezTo>
                  <a:pt x="100516" y="121546"/>
                  <a:pt x="97743" y="116606"/>
                  <a:pt x="95872" y="110666"/>
                </a:cubicBezTo>
                <a:cubicBezTo>
                  <a:pt x="94001" y="104725"/>
                  <a:pt x="93066" y="97816"/>
                  <a:pt x="93066" y="89938"/>
                </a:cubicBezTo>
                <a:cubicBezTo>
                  <a:pt x="93066" y="82447"/>
                  <a:pt x="94033" y="75715"/>
                  <a:pt x="95969" y="69742"/>
                </a:cubicBezTo>
                <a:cubicBezTo>
                  <a:pt x="97904" y="63770"/>
                  <a:pt x="100694" y="58701"/>
                  <a:pt x="104338" y="54536"/>
                </a:cubicBezTo>
                <a:cubicBezTo>
                  <a:pt x="107983" y="50371"/>
                  <a:pt x="112385" y="47175"/>
                  <a:pt x="117546" y="44948"/>
                </a:cubicBezTo>
                <a:cubicBezTo>
                  <a:pt x="122706" y="42720"/>
                  <a:pt x="128480" y="41607"/>
                  <a:pt x="134866" y="41607"/>
                </a:cubicBezTo>
                <a:cubicBezTo>
                  <a:pt x="141704" y="41607"/>
                  <a:pt x="147525" y="42703"/>
                  <a:pt x="152331" y="44896"/>
                </a:cubicBezTo>
                <a:cubicBezTo>
                  <a:pt x="157137" y="47090"/>
                  <a:pt x="161088" y="50041"/>
                  <a:pt x="164184" y="53750"/>
                </a:cubicBezTo>
                <a:cubicBezTo>
                  <a:pt x="167280" y="57459"/>
                  <a:pt x="169554" y="61813"/>
                  <a:pt x="171006" y="66812"/>
                </a:cubicBezTo>
                <a:cubicBezTo>
                  <a:pt x="172457" y="71812"/>
                  <a:pt x="173183" y="77150"/>
                  <a:pt x="173183" y="82826"/>
                </a:cubicBezTo>
                <a:lnTo>
                  <a:pt x="173183" y="85729"/>
                </a:lnTo>
                <a:moveTo>
                  <a:pt x="157121" y="80988"/>
                </a:moveTo>
                <a:cubicBezTo>
                  <a:pt x="157314" y="72602"/>
                  <a:pt x="155460" y="66022"/>
                  <a:pt x="151557" y="61249"/>
                </a:cubicBezTo>
                <a:cubicBezTo>
                  <a:pt x="147654" y="56475"/>
                  <a:pt x="141865" y="54089"/>
                  <a:pt x="134189" y="54089"/>
                </a:cubicBezTo>
                <a:cubicBezTo>
                  <a:pt x="130254" y="54089"/>
                  <a:pt x="126803" y="54830"/>
                  <a:pt x="123835" y="56314"/>
                </a:cubicBezTo>
                <a:cubicBezTo>
                  <a:pt x="120868" y="57798"/>
                  <a:pt x="118385" y="59765"/>
                  <a:pt x="116385" y="62216"/>
                </a:cubicBezTo>
                <a:cubicBezTo>
                  <a:pt x="114385" y="64668"/>
                  <a:pt x="112837" y="67522"/>
                  <a:pt x="111740" y="70780"/>
                </a:cubicBezTo>
                <a:cubicBezTo>
                  <a:pt x="110644" y="74037"/>
                  <a:pt x="110031" y="77440"/>
                  <a:pt x="109902" y="80988"/>
                </a:cubicBezTo>
                <a:lnTo>
                  <a:pt x="157121" y="80988"/>
                </a:lnTo>
                <a:close/>
                <a:moveTo>
                  <a:pt x="213502" y="133041"/>
                </a:moveTo>
                <a:cubicBezTo>
                  <a:pt x="213502" y="133557"/>
                  <a:pt x="213373" y="133994"/>
                  <a:pt x="213115" y="134351"/>
                </a:cubicBezTo>
                <a:cubicBezTo>
                  <a:pt x="212857" y="134705"/>
                  <a:pt x="212438" y="135012"/>
                  <a:pt x="211857" y="135270"/>
                </a:cubicBezTo>
                <a:cubicBezTo>
                  <a:pt x="211277" y="135528"/>
                  <a:pt x="210470" y="135721"/>
                  <a:pt x="209438" y="135850"/>
                </a:cubicBezTo>
                <a:cubicBezTo>
                  <a:pt x="208406" y="135979"/>
                  <a:pt x="207084" y="136044"/>
                  <a:pt x="205471" y="136044"/>
                </a:cubicBezTo>
                <a:cubicBezTo>
                  <a:pt x="203923" y="136044"/>
                  <a:pt x="202633" y="135979"/>
                  <a:pt x="201601" y="135850"/>
                </a:cubicBezTo>
                <a:cubicBezTo>
                  <a:pt x="200569" y="135721"/>
                  <a:pt x="199746" y="135528"/>
                  <a:pt x="199133" y="135270"/>
                </a:cubicBezTo>
                <a:cubicBezTo>
                  <a:pt x="198521" y="135012"/>
                  <a:pt x="198101" y="134705"/>
                  <a:pt x="197875" y="134351"/>
                </a:cubicBezTo>
                <a:cubicBezTo>
                  <a:pt x="197650" y="133994"/>
                  <a:pt x="197537" y="133557"/>
                  <a:pt x="197537" y="133041"/>
                </a:cubicBezTo>
                <a:lnTo>
                  <a:pt x="197537" y="3680"/>
                </a:lnTo>
                <a:cubicBezTo>
                  <a:pt x="197537" y="3164"/>
                  <a:pt x="197650" y="2712"/>
                  <a:pt x="197875" y="2325"/>
                </a:cubicBezTo>
                <a:cubicBezTo>
                  <a:pt x="198101" y="1936"/>
                  <a:pt x="198521" y="1613"/>
                  <a:pt x="199133" y="1355"/>
                </a:cubicBezTo>
                <a:cubicBezTo>
                  <a:pt x="199746" y="1097"/>
                  <a:pt x="200569" y="903"/>
                  <a:pt x="201601" y="774"/>
                </a:cubicBezTo>
                <a:cubicBezTo>
                  <a:pt x="202633" y="645"/>
                  <a:pt x="203923" y="581"/>
                  <a:pt x="205471" y="581"/>
                </a:cubicBezTo>
                <a:cubicBezTo>
                  <a:pt x="207084" y="581"/>
                  <a:pt x="208406" y="645"/>
                  <a:pt x="209438" y="774"/>
                </a:cubicBezTo>
                <a:cubicBezTo>
                  <a:pt x="210470" y="903"/>
                  <a:pt x="211277" y="1097"/>
                  <a:pt x="211857" y="1355"/>
                </a:cubicBezTo>
                <a:cubicBezTo>
                  <a:pt x="212438" y="1613"/>
                  <a:pt x="212857" y="1936"/>
                  <a:pt x="213115" y="2325"/>
                </a:cubicBezTo>
                <a:cubicBezTo>
                  <a:pt x="213373" y="2712"/>
                  <a:pt x="213502" y="3164"/>
                  <a:pt x="213502" y="3680"/>
                </a:cubicBezTo>
                <a:lnTo>
                  <a:pt x="213502" y="133041"/>
                </a:lnTo>
                <a:close/>
                <a:moveTo>
                  <a:pt x="290599" y="10160"/>
                </a:moveTo>
                <a:cubicBezTo>
                  <a:pt x="290599" y="11385"/>
                  <a:pt x="290534" y="12369"/>
                  <a:pt x="290405" y="13111"/>
                </a:cubicBezTo>
                <a:cubicBezTo>
                  <a:pt x="290276" y="13853"/>
                  <a:pt x="290131" y="14449"/>
                  <a:pt x="289970" y="14901"/>
                </a:cubicBezTo>
                <a:cubicBezTo>
                  <a:pt x="289809" y="15353"/>
                  <a:pt x="289599" y="15659"/>
                  <a:pt x="289341" y="15820"/>
                </a:cubicBezTo>
                <a:cubicBezTo>
                  <a:pt x="289083" y="15981"/>
                  <a:pt x="288761" y="16062"/>
                  <a:pt x="288374" y="16062"/>
                </a:cubicBezTo>
                <a:cubicBezTo>
                  <a:pt x="287922" y="16062"/>
                  <a:pt x="287358" y="15917"/>
                  <a:pt x="286680" y="15627"/>
                </a:cubicBezTo>
                <a:cubicBezTo>
                  <a:pt x="286003" y="15336"/>
                  <a:pt x="285180" y="15014"/>
                  <a:pt x="284213" y="14659"/>
                </a:cubicBezTo>
                <a:cubicBezTo>
                  <a:pt x="283245" y="14304"/>
                  <a:pt x="282100" y="13982"/>
                  <a:pt x="280778" y="13691"/>
                </a:cubicBezTo>
                <a:cubicBezTo>
                  <a:pt x="279456" y="13401"/>
                  <a:pt x="277923" y="13256"/>
                  <a:pt x="276182" y="13256"/>
                </a:cubicBezTo>
                <a:cubicBezTo>
                  <a:pt x="273795" y="13256"/>
                  <a:pt x="271763" y="13642"/>
                  <a:pt x="270086" y="14414"/>
                </a:cubicBezTo>
                <a:cubicBezTo>
                  <a:pt x="268409" y="15186"/>
                  <a:pt x="267054" y="16392"/>
                  <a:pt x="266022" y="18031"/>
                </a:cubicBezTo>
                <a:cubicBezTo>
                  <a:pt x="264990" y="19669"/>
                  <a:pt x="264248" y="21791"/>
                  <a:pt x="263797" y="24396"/>
                </a:cubicBezTo>
                <a:cubicBezTo>
                  <a:pt x="263345" y="27000"/>
                  <a:pt x="263119" y="30167"/>
                  <a:pt x="263119" y="33896"/>
                </a:cubicBezTo>
                <a:lnTo>
                  <a:pt x="263119" y="43348"/>
                </a:lnTo>
                <a:lnTo>
                  <a:pt x="282568" y="43348"/>
                </a:lnTo>
                <a:cubicBezTo>
                  <a:pt x="283084" y="43348"/>
                  <a:pt x="283519" y="43461"/>
                  <a:pt x="283874" y="43687"/>
                </a:cubicBezTo>
                <a:cubicBezTo>
                  <a:pt x="284229" y="43913"/>
                  <a:pt x="284552" y="44300"/>
                  <a:pt x="284842" y="44848"/>
                </a:cubicBezTo>
                <a:cubicBezTo>
                  <a:pt x="285132" y="45396"/>
                  <a:pt x="285358" y="46090"/>
                  <a:pt x="285519" y="46928"/>
                </a:cubicBezTo>
                <a:cubicBezTo>
                  <a:pt x="285680" y="47767"/>
                  <a:pt x="285761" y="48799"/>
                  <a:pt x="285761" y="50025"/>
                </a:cubicBezTo>
                <a:cubicBezTo>
                  <a:pt x="285761" y="52347"/>
                  <a:pt x="285471" y="54024"/>
                  <a:pt x="284890" y="55056"/>
                </a:cubicBezTo>
                <a:cubicBezTo>
                  <a:pt x="284310" y="56088"/>
                  <a:pt x="283536" y="56604"/>
                  <a:pt x="282568" y="56604"/>
                </a:cubicBezTo>
                <a:lnTo>
                  <a:pt x="263119" y="56604"/>
                </a:lnTo>
                <a:lnTo>
                  <a:pt x="263119" y="133041"/>
                </a:lnTo>
                <a:cubicBezTo>
                  <a:pt x="263119" y="133557"/>
                  <a:pt x="262990" y="133994"/>
                  <a:pt x="262732" y="134351"/>
                </a:cubicBezTo>
                <a:cubicBezTo>
                  <a:pt x="262474" y="134705"/>
                  <a:pt x="262039" y="135012"/>
                  <a:pt x="261426" y="135270"/>
                </a:cubicBezTo>
                <a:cubicBezTo>
                  <a:pt x="260813" y="135528"/>
                  <a:pt x="259991" y="135721"/>
                  <a:pt x="258959" y="135850"/>
                </a:cubicBezTo>
                <a:cubicBezTo>
                  <a:pt x="257926" y="135979"/>
                  <a:pt x="256636" y="136044"/>
                  <a:pt x="255088" y="136044"/>
                </a:cubicBezTo>
                <a:cubicBezTo>
                  <a:pt x="253540" y="136044"/>
                  <a:pt x="252250" y="135979"/>
                  <a:pt x="251218" y="135850"/>
                </a:cubicBezTo>
                <a:cubicBezTo>
                  <a:pt x="250186" y="135721"/>
                  <a:pt x="249363" y="135528"/>
                  <a:pt x="248750" y="135270"/>
                </a:cubicBezTo>
                <a:cubicBezTo>
                  <a:pt x="248138" y="135012"/>
                  <a:pt x="247702" y="134705"/>
                  <a:pt x="247444" y="134351"/>
                </a:cubicBezTo>
                <a:cubicBezTo>
                  <a:pt x="247186" y="133994"/>
                  <a:pt x="247057" y="133557"/>
                  <a:pt x="247057" y="133041"/>
                </a:cubicBezTo>
                <a:lnTo>
                  <a:pt x="247057" y="56604"/>
                </a:lnTo>
                <a:lnTo>
                  <a:pt x="234769" y="56604"/>
                </a:lnTo>
                <a:cubicBezTo>
                  <a:pt x="233737" y="56604"/>
                  <a:pt x="232963" y="56088"/>
                  <a:pt x="232446" y="55056"/>
                </a:cubicBezTo>
                <a:cubicBezTo>
                  <a:pt x="231930" y="54024"/>
                  <a:pt x="231672" y="52347"/>
                  <a:pt x="231672" y="50025"/>
                </a:cubicBezTo>
                <a:cubicBezTo>
                  <a:pt x="231672" y="48799"/>
                  <a:pt x="231737" y="47767"/>
                  <a:pt x="231866" y="46928"/>
                </a:cubicBezTo>
                <a:cubicBezTo>
                  <a:pt x="231995" y="46090"/>
                  <a:pt x="232188" y="45396"/>
                  <a:pt x="232446" y="44848"/>
                </a:cubicBezTo>
                <a:cubicBezTo>
                  <a:pt x="232704" y="44300"/>
                  <a:pt x="233027" y="43913"/>
                  <a:pt x="233414" y="43687"/>
                </a:cubicBezTo>
                <a:cubicBezTo>
                  <a:pt x="233801" y="43461"/>
                  <a:pt x="234253" y="43348"/>
                  <a:pt x="234769" y="43348"/>
                </a:cubicBezTo>
                <a:lnTo>
                  <a:pt x="247057" y="43348"/>
                </a:lnTo>
                <a:lnTo>
                  <a:pt x="247057" y="34371"/>
                </a:lnTo>
                <a:cubicBezTo>
                  <a:pt x="247057" y="28319"/>
                  <a:pt x="247622" y="23122"/>
                  <a:pt x="248750" y="18777"/>
                </a:cubicBezTo>
                <a:cubicBezTo>
                  <a:pt x="249879" y="14433"/>
                  <a:pt x="251605" y="10877"/>
                  <a:pt x="253927" y="8110"/>
                </a:cubicBezTo>
                <a:cubicBezTo>
                  <a:pt x="256249" y="5342"/>
                  <a:pt x="259168" y="3299"/>
                  <a:pt x="262684" y="1981"/>
                </a:cubicBezTo>
                <a:cubicBezTo>
                  <a:pt x="266199" y="660"/>
                  <a:pt x="270344" y="0"/>
                  <a:pt x="275117" y="0"/>
                </a:cubicBezTo>
                <a:cubicBezTo>
                  <a:pt x="277375" y="0"/>
                  <a:pt x="279568" y="210"/>
                  <a:pt x="281697" y="629"/>
                </a:cubicBezTo>
                <a:cubicBezTo>
                  <a:pt x="283826" y="1048"/>
                  <a:pt x="285471" y="1500"/>
                  <a:pt x="286632" y="1984"/>
                </a:cubicBezTo>
                <a:cubicBezTo>
                  <a:pt x="287793" y="2467"/>
                  <a:pt x="288567" y="2903"/>
                  <a:pt x="288954" y="3290"/>
                </a:cubicBezTo>
                <a:cubicBezTo>
                  <a:pt x="289341" y="3677"/>
                  <a:pt x="289664" y="4177"/>
                  <a:pt x="289922" y="4790"/>
                </a:cubicBezTo>
                <a:cubicBezTo>
                  <a:pt x="290180" y="5402"/>
                  <a:pt x="290357" y="6144"/>
                  <a:pt x="290454" y="7015"/>
                </a:cubicBezTo>
                <a:cubicBezTo>
                  <a:pt x="290551" y="7886"/>
                  <a:pt x="290599" y="8934"/>
                  <a:pt x="290599" y="10160"/>
                </a:cubicBezTo>
                <a:close/>
                <a:moveTo>
                  <a:pt x="342504" y="86600"/>
                </a:moveTo>
                <a:cubicBezTo>
                  <a:pt x="342504" y="89116"/>
                  <a:pt x="342214" y="90857"/>
                  <a:pt x="341633" y="91825"/>
                </a:cubicBezTo>
                <a:cubicBezTo>
                  <a:pt x="341053" y="92792"/>
                  <a:pt x="340214" y="93276"/>
                  <a:pt x="339118" y="93276"/>
                </a:cubicBezTo>
                <a:lnTo>
                  <a:pt x="298672" y="93276"/>
                </a:lnTo>
                <a:cubicBezTo>
                  <a:pt x="297511" y="93276"/>
                  <a:pt x="296640" y="92776"/>
                  <a:pt x="296060" y="91776"/>
                </a:cubicBezTo>
                <a:cubicBezTo>
                  <a:pt x="295479" y="90777"/>
                  <a:pt x="295189" y="89051"/>
                  <a:pt x="295189" y="86600"/>
                </a:cubicBezTo>
                <a:cubicBezTo>
                  <a:pt x="295189" y="84149"/>
                  <a:pt x="295479" y="82439"/>
                  <a:pt x="296060" y="81472"/>
                </a:cubicBezTo>
                <a:cubicBezTo>
                  <a:pt x="296640" y="80504"/>
                  <a:pt x="297511" y="80020"/>
                  <a:pt x="298672" y="80020"/>
                </a:cubicBezTo>
                <a:lnTo>
                  <a:pt x="339118" y="80020"/>
                </a:lnTo>
                <a:cubicBezTo>
                  <a:pt x="339634" y="80020"/>
                  <a:pt x="340101" y="80117"/>
                  <a:pt x="340521" y="80310"/>
                </a:cubicBezTo>
                <a:cubicBezTo>
                  <a:pt x="340940" y="80504"/>
                  <a:pt x="341295" y="80875"/>
                  <a:pt x="341585" y="81423"/>
                </a:cubicBezTo>
                <a:cubicBezTo>
                  <a:pt x="341875" y="81971"/>
                  <a:pt x="342101" y="82665"/>
                  <a:pt x="342262" y="83504"/>
                </a:cubicBezTo>
                <a:cubicBezTo>
                  <a:pt x="342424" y="84342"/>
                  <a:pt x="342504" y="85374"/>
                  <a:pt x="342504" y="86600"/>
                </a:cubicBezTo>
                <a:close/>
                <a:moveTo>
                  <a:pt x="459534" y="129561"/>
                </a:moveTo>
                <a:cubicBezTo>
                  <a:pt x="460050" y="130980"/>
                  <a:pt x="460324" y="132125"/>
                  <a:pt x="460356" y="132996"/>
                </a:cubicBezTo>
                <a:cubicBezTo>
                  <a:pt x="460389" y="133867"/>
                  <a:pt x="460147" y="134528"/>
                  <a:pt x="459631" y="134980"/>
                </a:cubicBezTo>
                <a:cubicBezTo>
                  <a:pt x="459115" y="135431"/>
                  <a:pt x="458260" y="135721"/>
                  <a:pt x="457066" y="135850"/>
                </a:cubicBezTo>
                <a:cubicBezTo>
                  <a:pt x="455873" y="135979"/>
                  <a:pt x="454277" y="136044"/>
                  <a:pt x="452277" y="136044"/>
                </a:cubicBezTo>
                <a:cubicBezTo>
                  <a:pt x="450277" y="136044"/>
                  <a:pt x="448681" y="135996"/>
                  <a:pt x="447487" y="135899"/>
                </a:cubicBezTo>
                <a:cubicBezTo>
                  <a:pt x="446294" y="135802"/>
                  <a:pt x="445391" y="135641"/>
                  <a:pt x="444778" y="135415"/>
                </a:cubicBezTo>
                <a:cubicBezTo>
                  <a:pt x="444165" y="135189"/>
                  <a:pt x="443714" y="134883"/>
                  <a:pt x="443423" y="134496"/>
                </a:cubicBezTo>
                <a:cubicBezTo>
                  <a:pt x="443133" y="134109"/>
                  <a:pt x="442859" y="133625"/>
                  <a:pt x="442601" y="133044"/>
                </a:cubicBezTo>
                <a:lnTo>
                  <a:pt x="431861" y="102565"/>
                </a:lnTo>
                <a:lnTo>
                  <a:pt x="379804" y="102565"/>
                </a:lnTo>
                <a:lnTo>
                  <a:pt x="369547" y="132657"/>
                </a:lnTo>
                <a:cubicBezTo>
                  <a:pt x="369354" y="133238"/>
                  <a:pt x="369096" y="133738"/>
                  <a:pt x="368773" y="134157"/>
                </a:cubicBezTo>
                <a:cubicBezTo>
                  <a:pt x="368451" y="134576"/>
                  <a:pt x="367983" y="134931"/>
                  <a:pt x="367370" y="135222"/>
                </a:cubicBezTo>
                <a:cubicBezTo>
                  <a:pt x="366758" y="135512"/>
                  <a:pt x="365887" y="135721"/>
                  <a:pt x="364758" y="135850"/>
                </a:cubicBezTo>
                <a:cubicBezTo>
                  <a:pt x="363629" y="135979"/>
                  <a:pt x="362161" y="136044"/>
                  <a:pt x="360355" y="136044"/>
                </a:cubicBezTo>
                <a:cubicBezTo>
                  <a:pt x="358485" y="136044"/>
                  <a:pt x="356953" y="135963"/>
                  <a:pt x="355759" y="135802"/>
                </a:cubicBezTo>
                <a:cubicBezTo>
                  <a:pt x="354566" y="135641"/>
                  <a:pt x="353727" y="135334"/>
                  <a:pt x="353243" y="134883"/>
                </a:cubicBezTo>
                <a:cubicBezTo>
                  <a:pt x="352760" y="134431"/>
                  <a:pt x="352534" y="133770"/>
                  <a:pt x="352566" y="132899"/>
                </a:cubicBezTo>
                <a:cubicBezTo>
                  <a:pt x="352598" y="132028"/>
                  <a:pt x="352873" y="130883"/>
                  <a:pt x="353389" y="129464"/>
                </a:cubicBezTo>
                <a:lnTo>
                  <a:pt x="395382" y="13159"/>
                </a:lnTo>
                <a:cubicBezTo>
                  <a:pt x="395640" y="12450"/>
                  <a:pt x="395979" y="11869"/>
                  <a:pt x="396398" y="11418"/>
                </a:cubicBezTo>
                <a:cubicBezTo>
                  <a:pt x="396817" y="10966"/>
                  <a:pt x="397430" y="10611"/>
                  <a:pt x="398237" y="10353"/>
                </a:cubicBezTo>
                <a:cubicBezTo>
                  <a:pt x="399043" y="10095"/>
                  <a:pt x="400075" y="9918"/>
                  <a:pt x="401333" y="9821"/>
                </a:cubicBezTo>
                <a:cubicBezTo>
                  <a:pt x="402591" y="9724"/>
                  <a:pt x="404187" y="9676"/>
                  <a:pt x="406123" y="9676"/>
                </a:cubicBezTo>
                <a:cubicBezTo>
                  <a:pt x="408187" y="9676"/>
                  <a:pt x="409896" y="9724"/>
                  <a:pt x="411251" y="9821"/>
                </a:cubicBezTo>
                <a:cubicBezTo>
                  <a:pt x="412605" y="9918"/>
                  <a:pt x="413702" y="10095"/>
                  <a:pt x="414541" y="10353"/>
                </a:cubicBezTo>
                <a:cubicBezTo>
                  <a:pt x="415379" y="10611"/>
                  <a:pt x="416024" y="10982"/>
                  <a:pt x="416476" y="11466"/>
                </a:cubicBezTo>
                <a:cubicBezTo>
                  <a:pt x="416927" y="11950"/>
                  <a:pt x="417282" y="12546"/>
                  <a:pt x="417540" y="13256"/>
                </a:cubicBezTo>
                <a:lnTo>
                  <a:pt x="459534" y="129561"/>
                </a:lnTo>
                <a:moveTo>
                  <a:pt x="405639" y="26899"/>
                </a:moveTo>
                <a:lnTo>
                  <a:pt x="405542" y="26899"/>
                </a:lnTo>
                <a:lnTo>
                  <a:pt x="383965" y="89309"/>
                </a:lnTo>
                <a:lnTo>
                  <a:pt x="427506" y="89309"/>
                </a:lnTo>
                <a:lnTo>
                  <a:pt x="405639" y="26899"/>
                </a:lnTo>
                <a:close/>
                <a:moveTo>
                  <a:pt x="523936" y="126755"/>
                </a:moveTo>
                <a:cubicBezTo>
                  <a:pt x="523936" y="128626"/>
                  <a:pt x="523807" y="130109"/>
                  <a:pt x="523549" y="131206"/>
                </a:cubicBezTo>
                <a:cubicBezTo>
                  <a:pt x="523291" y="132303"/>
                  <a:pt x="522904" y="133109"/>
                  <a:pt x="522388" y="133625"/>
                </a:cubicBezTo>
                <a:cubicBezTo>
                  <a:pt x="521872" y="134141"/>
                  <a:pt x="521098" y="134625"/>
                  <a:pt x="520066" y="135076"/>
                </a:cubicBezTo>
                <a:cubicBezTo>
                  <a:pt x="519034" y="135528"/>
                  <a:pt x="517856" y="135899"/>
                  <a:pt x="516534" y="136189"/>
                </a:cubicBezTo>
                <a:cubicBezTo>
                  <a:pt x="515212" y="136479"/>
                  <a:pt x="513809" y="136721"/>
                  <a:pt x="512325" y="136915"/>
                </a:cubicBezTo>
                <a:cubicBezTo>
                  <a:pt x="510841" y="137108"/>
                  <a:pt x="509358" y="137205"/>
                  <a:pt x="507874" y="137205"/>
                </a:cubicBezTo>
                <a:cubicBezTo>
                  <a:pt x="503358" y="137205"/>
                  <a:pt x="499488" y="136607"/>
                  <a:pt x="496263" y="135412"/>
                </a:cubicBezTo>
                <a:cubicBezTo>
                  <a:pt x="493037" y="134215"/>
                  <a:pt x="490393" y="132403"/>
                  <a:pt x="488329" y="129978"/>
                </a:cubicBezTo>
                <a:cubicBezTo>
                  <a:pt x="486264" y="127553"/>
                  <a:pt x="484765" y="124482"/>
                  <a:pt x="483829" y="120765"/>
                </a:cubicBezTo>
                <a:cubicBezTo>
                  <a:pt x="482894" y="117048"/>
                  <a:pt x="482426" y="112667"/>
                  <a:pt x="482426" y="107624"/>
                </a:cubicBezTo>
                <a:lnTo>
                  <a:pt x="482426" y="56604"/>
                </a:lnTo>
                <a:lnTo>
                  <a:pt x="470234" y="56604"/>
                </a:lnTo>
                <a:cubicBezTo>
                  <a:pt x="469267" y="56604"/>
                  <a:pt x="468493" y="56088"/>
                  <a:pt x="467912" y="55056"/>
                </a:cubicBezTo>
                <a:cubicBezTo>
                  <a:pt x="467332" y="54024"/>
                  <a:pt x="467041" y="52347"/>
                  <a:pt x="467041" y="50025"/>
                </a:cubicBezTo>
                <a:cubicBezTo>
                  <a:pt x="467041" y="48799"/>
                  <a:pt x="467122" y="47767"/>
                  <a:pt x="467283" y="46928"/>
                </a:cubicBezTo>
                <a:cubicBezTo>
                  <a:pt x="467445" y="46090"/>
                  <a:pt x="467654" y="45396"/>
                  <a:pt x="467912" y="44848"/>
                </a:cubicBezTo>
                <a:cubicBezTo>
                  <a:pt x="468170" y="44300"/>
                  <a:pt x="468509" y="43913"/>
                  <a:pt x="468928" y="43687"/>
                </a:cubicBezTo>
                <a:cubicBezTo>
                  <a:pt x="469347" y="43461"/>
                  <a:pt x="469815" y="43348"/>
                  <a:pt x="470331" y="43348"/>
                </a:cubicBezTo>
                <a:lnTo>
                  <a:pt x="482426" y="43348"/>
                </a:lnTo>
                <a:lnTo>
                  <a:pt x="482426" y="22642"/>
                </a:lnTo>
                <a:cubicBezTo>
                  <a:pt x="482426" y="22190"/>
                  <a:pt x="482539" y="21771"/>
                  <a:pt x="482765" y="21384"/>
                </a:cubicBezTo>
                <a:cubicBezTo>
                  <a:pt x="482991" y="20997"/>
                  <a:pt x="483410" y="20658"/>
                  <a:pt x="484023" y="20368"/>
                </a:cubicBezTo>
                <a:cubicBezTo>
                  <a:pt x="484636" y="20078"/>
                  <a:pt x="485458" y="19868"/>
                  <a:pt x="486490" y="19739"/>
                </a:cubicBezTo>
                <a:cubicBezTo>
                  <a:pt x="487522" y="19610"/>
                  <a:pt x="488812" y="19545"/>
                  <a:pt x="490360" y="19545"/>
                </a:cubicBezTo>
                <a:cubicBezTo>
                  <a:pt x="491973" y="19545"/>
                  <a:pt x="493295" y="19610"/>
                  <a:pt x="494328" y="19739"/>
                </a:cubicBezTo>
                <a:cubicBezTo>
                  <a:pt x="495360" y="19868"/>
                  <a:pt x="496166" y="20078"/>
                  <a:pt x="496747" y="20368"/>
                </a:cubicBezTo>
                <a:cubicBezTo>
                  <a:pt x="497327" y="20658"/>
                  <a:pt x="497746" y="20997"/>
                  <a:pt x="498004" y="21384"/>
                </a:cubicBezTo>
                <a:cubicBezTo>
                  <a:pt x="498262" y="21771"/>
                  <a:pt x="498392" y="22190"/>
                  <a:pt x="498392" y="22642"/>
                </a:cubicBezTo>
                <a:lnTo>
                  <a:pt x="498392" y="43348"/>
                </a:lnTo>
                <a:lnTo>
                  <a:pt x="520743" y="43348"/>
                </a:lnTo>
                <a:cubicBezTo>
                  <a:pt x="521259" y="43348"/>
                  <a:pt x="521711" y="43461"/>
                  <a:pt x="522098" y="43687"/>
                </a:cubicBezTo>
                <a:cubicBezTo>
                  <a:pt x="522485" y="43913"/>
                  <a:pt x="522823" y="44300"/>
                  <a:pt x="523114" y="44848"/>
                </a:cubicBezTo>
                <a:cubicBezTo>
                  <a:pt x="523404" y="45396"/>
                  <a:pt x="523614" y="46090"/>
                  <a:pt x="523743" y="46928"/>
                </a:cubicBezTo>
                <a:cubicBezTo>
                  <a:pt x="523872" y="47767"/>
                  <a:pt x="523936" y="48799"/>
                  <a:pt x="523936" y="50025"/>
                </a:cubicBezTo>
                <a:cubicBezTo>
                  <a:pt x="523936" y="52347"/>
                  <a:pt x="523646" y="54024"/>
                  <a:pt x="523065" y="55056"/>
                </a:cubicBezTo>
                <a:cubicBezTo>
                  <a:pt x="522485" y="56088"/>
                  <a:pt x="521711" y="56604"/>
                  <a:pt x="520743" y="56604"/>
                </a:cubicBezTo>
                <a:lnTo>
                  <a:pt x="498392" y="56604"/>
                </a:lnTo>
                <a:lnTo>
                  <a:pt x="498392" y="105320"/>
                </a:lnTo>
                <a:cubicBezTo>
                  <a:pt x="498392" y="111335"/>
                  <a:pt x="499278" y="115880"/>
                  <a:pt x="501052" y="118954"/>
                </a:cubicBezTo>
                <a:cubicBezTo>
                  <a:pt x="502826" y="122026"/>
                  <a:pt x="506003" y="123562"/>
                  <a:pt x="510583" y="123562"/>
                </a:cubicBezTo>
                <a:cubicBezTo>
                  <a:pt x="512067" y="123562"/>
                  <a:pt x="513389" y="123417"/>
                  <a:pt x="514550" y="123127"/>
                </a:cubicBezTo>
                <a:cubicBezTo>
                  <a:pt x="515711" y="122836"/>
                  <a:pt x="516744" y="122530"/>
                  <a:pt x="517647" y="122207"/>
                </a:cubicBezTo>
                <a:cubicBezTo>
                  <a:pt x="518550" y="121885"/>
                  <a:pt x="519324" y="121578"/>
                  <a:pt x="519969" y="121288"/>
                </a:cubicBezTo>
                <a:cubicBezTo>
                  <a:pt x="520614" y="120998"/>
                  <a:pt x="521195" y="120853"/>
                  <a:pt x="521711" y="120853"/>
                </a:cubicBezTo>
                <a:cubicBezTo>
                  <a:pt x="522033" y="120853"/>
                  <a:pt x="522340" y="120933"/>
                  <a:pt x="522630" y="121095"/>
                </a:cubicBezTo>
                <a:cubicBezTo>
                  <a:pt x="522920" y="121256"/>
                  <a:pt x="523146" y="121562"/>
                  <a:pt x="523307" y="122014"/>
                </a:cubicBezTo>
                <a:cubicBezTo>
                  <a:pt x="523468" y="122465"/>
                  <a:pt x="523614" y="123078"/>
                  <a:pt x="523743" y="123852"/>
                </a:cubicBezTo>
                <a:cubicBezTo>
                  <a:pt x="523872" y="124626"/>
                  <a:pt x="523936" y="125594"/>
                  <a:pt x="523936" y="126755"/>
                </a:cubicBezTo>
                <a:close/>
                <a:moveTo>
                  <a:pt x="590301" y="126755"/>
                </a:moveTo>
                <a:cubicBezTo>
                  <a:pt x="590301" y="128626"/>
                  <a:pt x="590172" y="130109"/>
                  <a:pt x="589914" y="131206"/>
                </a:cubicBezTo>
                <a:cubicBezTo>
                  <a:pt x="589656" y="132303"/>
                  <a:pt x="589269" y="133109"/>
                  <a:pt x="588752" y="133625"/>
                </a:cubicBezTo>
                <a:cubicBezTo>
                  <a:pt x="588236" y="134141"/>
                  <a:pt x="587462" y="134625"/>
                  <a:pt x="586430" y="135076"/>
                </a:cubicBezTo>
                <a:cubicBezTo>
                  <a:pt x="585398" y="135528"/>
                  <a:pt x="584221" y="135899"/>
                  <a:pt x="582899" y="136189"/>
                </a:cubicBezTo>
                <a:cubicBezTo>
                  <a:pt x="581576" y="136479"/>
                  <a:pt x="580173" y="136721"/>
                  <a:pt x="578689" y="136915"/>
                </a:cubicBezTo>
                <a:cubicBezTo>
                  <a:pt x="577206" y="137108"/>
                  <a:pt x="575722" y="137205"/>
                  <a:pt x="574239" y="137205"/>
                </a:cubicBezTo>
                <a:cubicBezTo>
                  <a:pt x="569723" y="137205"/>
                  <a:pt x="565853" y="136607"/>
                  <a:pt x="562627" y="135412"/>
                </a:cubicBezTo>
                <a:cubicBezTo>
                  <a:pt x="559402" y="134215"/>
                  <a:pt x="556757" y="132403"/>
                  <a:pt x="554693" y="129978"/>
                </a:cubicBezTo>
                <a:cubicBezTo>
                  <a:pt x="552629" y="127553"/>
                  <a:pt x="551129" y="124482"/>
                  <a:pt x="550194" y="120765"/>
                </a:cubicBezTo>
                <a:cubicBezTo>
                  <a:pt x="549258" y="117048"/>
                  <a:pt x="548791" y="112667"/>
                  <a:pt x="548791" y="107624"/>
                </a:cubicBezTo>
                <a:lnTo>
                  <a:pt x="548791" y="56604"/>
                </a:lnTo>
                <a:lnTo>
                  <a:pt x="536599" y="56604"/>
                </a:lnTo>
                <a:cubicBezTo>
                  <a:pt x="535631" y="56604"/>
                  <a:pt x="534857" y="56088"/>
                  <a:pt x="534277" y="55056"/>
                </a:cubicBezTo>
                <a:cubicBezTo>
                  <a:pt x="533696" y="54024"/>
                  <a:pt x="533406" y="52347"/>
                  <a:pt x="533406" y="50025"/>
                </a:cubicBezTo>
                <a:cubicBezTo>
                  <a:pt x="533406" y="48799"/>
                  <a:pt x="533487" y="47767"/>
                  <a:pt x="533648" y="46928"/>
                </a:cubicBezTo>
                <a:cubicBezTo>
                  <a:pt x="533809" y="46090"/>
                  <a:pt x="534019" y="45396"/>
                  <a:pt x="534277" y="44848"/>
                </a:cubicBezTo>
                <a:cubicBezTo>
                  <a:pt x="534535" y="44300"/>
                  <a:pt x="534873" y="43913"/>
                  <a:pt x="535293" y="43687"/>
                </a:cubicBezTo>
                <a:cubicBezTo>
                  <a:pt x="535712" y="43461"/>
                  <a:pt x="536180" y="43348"/>
                  <a:pt x="536696" y="43348"/>
                </a:cubicBezTo>
                <a:lnTo>
                  <a:pt x="548791" y="43348"/>
                </a:lnTo>
                <a:lnTo>
                  <a:pt x="548791" y="22642"/>
                </a:lnTo>
                <a:cubicBezTo>
                  <a:pt x="548791" y="22190"/>
                  <a:pt x="548904" y="21771"/>
                  <a:pt x="549129" y="21384"/>
                </a:cubicBezTo>
                <a:cubicBezTo>
                  <a:pt x="549355" y="20997"/>
                  <a:pt x="549774" y="20658"/>
                  <a:pt x="550387" y="20368"/>
                </a:cubicBezTo>
                <a:cubicBezTo>
                  <a:pt x="551000" y="20078"/>
                  <a:pt x="551823" y="19868"/>
                  <a:pt x="552855" y="19739"/>
                </a:cubicBezTo>
                <a:cubicBezTo>
                  <a:pt x="553887" y="19610"/>
                  <a:pt x="555177" y="19545"/>
                  <a:pt x="556725" y="19545"/>
                </a:cubicBezTo>
                <a:cubicBezTo>
                  <a:pt x="558338" y="19545"/>
                  <a:pt x="559660" y="19610"/>
                  <a:pt x="560692" y="19739"/>
                </a:cubicBezTo>
                <a:cubicBezTo>
                  <a:pt x="561724" y="19868"/>
                  <a:pt x="562531" y="20078"/>
                  <a:pt x="563111" y="20368"/>
                </a:cubicBezTo>
                <a:cubicBezTo>
                  <a:pt x="563692" y="20658"/>
                  <a:pt x="564111" y="20997"/>
                  <a:pt x="564369" y="21384"/>
                </a:cubicBezTo>
                <a:cubicBezTo>
                  <a:pt x="564627" y="21771"/>
                  <a:pt x="564756" y="22190"/>
                  <a:pt x="564756" y="22642"/>
                </a:cubicBezTo>
                <a:lnTo>
                  <a:pt x="564756" y="43348"/>
                </a:lnTo>
                <a:lnTo>
                  <a:pt x="587108" y="43348"/>
                </a:lnTo>
                <a:cubicBezTo>
                  <a:pt x="587624" y="43348"/>
                  <a:pt x="588075" y="43461"/>
                  <a:pt x="588462" y="43687"/>
                </a:cubicBezTo>
                <a:cubicBezTo>
                  <a:pt x="588849" y="43913"/>
                  <a:pt x="589188" y="44300"/>
                  <a:pt x="589478" y="44848"/>
                </a:cubicBezTo>
                <a:cubicBezTo>
                  <a:pt x="589768" y="45396"/>
                  <a:pt x="589978" y="46090"/>
                  <a:pt x="590107" y="46928"/>
                </a:cubicBezTo>
                <a:cubicBezTo>
                  <a:pt x="590236" y="47767"/>
                  <a:pt x="590301" y="48799"/>
                  <a:pt x="590301" y="50025"/>
                </a:cubicBezTo>
                <a:cubicBezTo>
                  <a:pt x="590301" y="52347"/>
                  <a:pt x="590010" y="54024"/>
                  <a:pt x="589430" y="55056"/>
                </a:cubicBezTo>
                <a:cubicBezTo>
                  <a:pt x="588849" y="56088"/>
                  <a:pt x="588075" y="56604"/>
                  <a:pt x="587108" y="56604"/>
                </a:cubicBezTo>
                <a:lnTo>
                  <a:pt x="564756" y="56604"/>
                </a:lnTo>
                <a:lnTo>
                  <a:pt x="564756" y="105320"/>
                </a:lnTo>
                <a:cubicBezTo>
                  <a:pt x="564756" y="111335"/>
                  <a:pt x="565643" y="115880"/>
                  <a:pt x="567417" y="118954"/>
                </a:cubicBezTo>
                <a:cubicBezTo>
                  <a:pt x="569191" y="122026"/>
                  <a:pt x="572368" y="123562"/>
                  <a:pt x="576948" y="123562"/>
                </a:cubicBezTo>
                <a:cubicBezTo>
                  <a:pt x="578431" y="123562"/>
                  <a:pt x="579754" y="123417"/>
                  <a:pt x="580915" y="123127"/>
                </a:cubicBezTo>
                <a:cubicBezTo>
                  <a:pt x="582076" y="122836"/>
                  <a:pt x="583108" y="122530"/>
                  <a:pt x="584011" y="122207"/>
                </a:cubicBezTo>
                <a:cubicBezTo>
                  <a:pt x="584914" y="121885"/>
                  <a:pt x="585688" y="121578"/>
                  <a:pt x="586333" y="121288"/>
                </a:cubicBezTo>
                <a:cubicBezTo>
                  <a:pt x="586979" y="120998"/>
                  <a:pt x="587559" y="120853"/>
                  <a:pt x="588075" y="120853"/>
                </a:cubicBezTo>
                <a:cubicBezTo>
                  <a:pt x="588398" y="120853"/>
                  <a:pt x="588704" y="120933"/>
                  <a:pt x="588994" y="121095"/>
                </a:cubicBezTo>
                <a:cubicBezTo>
                  <a:pt x="589285" y="121256"/>
                  <a:pt x="589510" y="121562"/>
                  <a:pt x="589672" y="122014"/>
                </a:cubicBezTo>
                <a:cubicBezTo>
                  <a:pt x="589833" y="122465"/>
                  <a:pt x="589978" y="123078"/>
                  <a:pt x="590107" y="123852"/>
                </a:cubicBezTo>
                <a:cubicBezTo>
                  <a:pt x="590236" y="124626"/>
                  <a:pt x="590301" y="125594"/>
                  <a:pt x="590301" y="126755"/>
                </a:cubicBezTo>
                <a:close/>
                <a:moveTo>
                  <a:pt x="685694" y="85729"/>
                </a:moveTo>
                <a:cubicBezTo>
                  <a:pt x="685694" y="88245"/>
                  <a:pt x="685065" y="90035"/>
                  <a:pt x="683807" y="91099"/>
                </a:cubicBezTo>
                <a:cubicBezTo>
                  <a:pt x="682549" y="92164"/>
                  <a:pt x="681114" y="92696"/>
                  <a:pt x="679501" y="92696"/>
                </a:cubicBezTo>
                <a:lnTo>
                  <a:pt x="622413" y="92696"/>
                </a:lnTo>
                <a:cubicBezTo>
                  <a:pt x="622413" y="97548"/>
                  <a:pt x="622897" y="101915"/>
                  <a:pt x="623865" y="105798"/>
                </a:cubicBezTo>
                <a:cubicBezTo>
                  <a:pt x="624832" y="109680"/>
                  <a:pt x="626445" y="113012"/>
                  <a:pt x="628703" y="115794"/>
                </a:cubicBezTo>
                <a:cubicBezTo>
                  <a:pt x="630960" y="118576"/>
                  <a:pt x="633895" y="120712"/>
                  <a:pt x="637508" y="122201"/>
                </a:cubicBezTo>
                <a:cubicBezTo>
                  <a:pt x="641120" y="123689"/>
                  <a:pt x="645539" y="124433"/>
                  <a:pt x="650764" y="124433"/>
                </a:cubicBezTo>
                <a:cubicBezTo>
                  <a:pt x="654892" y="124433"/>
                  <a:pt x="658569" y="124094"/>
                  <a:pt x="661794" y="123417"/>
                </a:cubicBezTo>
                <a:cubicBezTo>
                  <a:pt x="665020" y="122740"/>
                  <a:pt x="667810" y="121982"/>
                  <a:pt x="670164" y="121143"/>
                </a:cubicBezTo>
                <a:cubicBezTo>
                  <a:pt x="672518" y="120304"/>
                  <a:pt x="674454" y="119546"/>
                  <a:pt x="675970" y="118869"/>
                </a:cubicBezTo>
                <a:cubicBezTo>
                  <a:pt x="677485" y="118192"/>
                  <a:pt x="678630" y="117853"/>
                  <a:pt x="679405" y="117853"/>
                </a:cubicBezTo>
                <a:cubicBezTo>
                  <a:pt x="679856" y="117853"/>
                  <a:pt x="680259" y="117966"/>
                  <a:pt x="680614" y="118192"/>
                </a:cubicBezTo>
                <a:cubicBezTo>
                  <a:pt x="680969" y="118418"/>
                  <a:pt x="681243" y="118756"/>
                  <a:pt x="681437" y="119208"/>
                </a:cubicBezTo>
                <a:cubicBezTo>
                  <a:pt x="681630" y="119659"/>
                  <a:pt x="681775" y="120288"/>
                  <a:pt x="681872" y="121095"/>
                </a:cubicBezTo>
                <a:cubicBezTo>
                  <a:pt x="681969" y="121901"/>
                  <a:pt x="682017" y="122885"/>
                  <a:pt x="682017" y="124046"/>
                </a:cubicBezTo>
                <a:cubicBezTo>
                  <a:pt x="682017" y="124884"/>
                  <a:pt x="681985" y="125610"/>
                  <a:pt x="681920" y="126223"/>
                </a:cubicBezTo>
                <a:cubicBezTo>
                  <a:pt x="681856" y="126836"/>
                  <a:pt x="681775" y="127384"/>
                  <a:pt x="681678" y="127868"/>
                </a:cubicBezTo>
                <a:cubicBezTo>
                  <a:pt x="681582" y="128352"/>
                  <a:pt x="681420" y="128787"/>
                  <a:pt x="681195" y="129174"/>
                </a:cubicBezTo>
                <a:cubicBezTo>
                  <a:pt x="680969" y="129561"/>
                  <a:pt x="680679" y="129932"/>
                  <a:pt x="680324" y="130287"/>
                </a:cubicBezTo>
                <a:cubicBezTo>
                  <a:pt x="679969" y="130642"/>
                  <a:pt x="678921" y="131222"/>
                  <a:pt x="677179" y="132028"/>
                </a:cubicBezTo>
                <a:cubicBezTo>
                  <a:pt x="675437" y="132835"/>
                  <a:pt x="673180" y="133625"/>
                  <a:pt x="670406" y="134399"/>
                </a:cubicBezTo>
                <a:cubicBezTo>
                  <a:pt x="667632" y="135173"/>
                  <a:pt x="664423" y="135867"/>
                  <a:pt x="660778" y="136479"/>
                </a:cubicBezTo>
                <a:cubicBezTo>
                  <a:pt x="657134" y="137092"/>
                  <a:pt x="653247" y="137399"/>
                  <a:pt x="649119" y="137399"/>
                </a:cubicBezTo>
                <a:cubicBezTo>
                  <a:pt x="641959" y="137399"/>
                  <a:pt x="635685" y="136398"/>
                  <a:pt x="630299" y="134396"/>
                </a:cubicBezTo>
                <a:cubicBezTo>
                  <a:pt x="624913" y="132394"/>
                  <a:pt x="620381" y="129424"/>
                  <a:pt x="616704" y="125485"/>
                </a:cubicBezTo>
                <a:cubicBezTo>
                  <a:pt x="613027" y="121546"/>
                  <a:pt x="610254" y="116606"/>
                  <a:pt x="608383" y="110666"/>
                </a:cubicBezTo>
                <a:cubicBezTo>
                  <a:pt x="606512" y="104725"/>
                  <a:pt x="605577" y="97816"/>
                  <a:pt x="605577" y="89938"/>
                </a:cubicBezTo>
                <a:cubicBezTo>
                  <a:pt x="605577" y="82447"/>
                  <a:pt x="606545" y="75715"/>
                  <a:pt x="608480" y="69742"/>
                </a:cubicBezTo>
                <a:cubicBezTo>
                  <a:pt x="610415" y="63770"/>
                  <a:pt x="613205" y="58701"/>
                  <a:pt x="616849" y="54536"/>
                </a:cubicBezTo>
                <a:cubicBezTo>
                  <a:pt x="620494" y="50371"/>
                  <a:pt x="624897" y="47175"/>
                  <a:pt x="630057" y="44948"/>
                </a:cubicBezTo>
                <a:cubicBezTo>
                  <a:pt x="635218" y="42720"/>
                  <a:pt x="640991" y="41607"/>
                  <a:pt x="647377" y="41607"/>
                </a:cubicBezTo>
                <a:cubicBezTo>
                  <a:pt x="654215" y="41607"/>
                  <a:pt x="660037" y="42703"/>
                  <a:pt x="664842" y="44896"/>
                </a:cubicBezTo>
                <a:cubicBezTo>
                  <a:pt x="669648" y="47090"/>
                  <a:pt x="673599" y="50041"/>
                  <a:pt x="676695" y="53750"/>
                </a:cubicBezTo>
                <a:cubicBezTo>
                  <a:pt x="679792" y="57459"/>
                  <a:pt x="682065" y="61813"/>
                  <a:pt x="683517" y="66812"/>
                </a:cubicBezTo>
                <a:cubicBezTo>
                  <a:pt x="684968" y="71812"/>
                  <a:pt x="685694" y="77150"/>
                  <a:pt x="685694" y="82826"/>
                </a:cubicBezTo>
                <a:lnTo>
                  <a:pt x="685694" y="85729"/>
                </a:lnTo>
                <a:moveTo>
                  <a:pt x="669632" y="80988"/>
                </a:moveTo>
                <a:cubicBezTo>
                  <a:pt x="669825" y="72602"/>
                  <a:pt x="667971" y="66022"/>
                  <a:pt x="664068" y="61249"/>
                </a:cubicBezTo>
                <a:cubicBezTo>
                  <a:pt x="660166" y="56475"/>
                  <a:pt x="654376" y="54089"/>
                  <a:pt x="646700" y="54089"/>
                </a:cubicBezTo>
                <a:cubicBezTo>
                  <a:pt x="642765" y="54089"/>
                  <a:pt x="639314" y="54830"/>
                  <a:pt x="636347" y="56314"/>
                </a:cubicBezTo>
                <a:cubicBezTo>
                  <a:pt x="633379" y="57798"/>
                  <a:pt x="630896" y="59765"/>
                  <a:pt x="628896" y="62216"/>
                </a:cubicBezTo>
                <a:cubicBezTo>
                  <a:pt x="626896" y="64668"/>
                  <a:pt x="625348" y="67522"/>
                  <a:pt x="624252" y="70780"/>
                </a:cubicBezTo>
                <a:cubicBezTo>
                  <a:pt x="623155" y="74037"/>
                  <a:pt x="622542" y="77440"/>
                  <a:pt x="622413" y="80988"/>
                </a:cubicBezTo>
                <a:lnTo>
                  <a:pt x="669632" y="80988"/>
                </a:lnTo>
                <a:close/>
                <a:moveTo>
                  <a:pt x="785037" y="133044"/>
                </a:moveTo>
                <a:cubicBezTo>
                  <a:pt x="785037" y="133560"/>
                  <a:pt x="784908" y="133996"/>
                  <a:pt x="784650" y="134351"/>
                </a:cubicBezTo>
                <a:cubicBezTo>
                  <a:pt x="784392" y="134705"/>
                  <a:pt x="783973" y="135012"/>
                  <a:pt x="783392" y="135270"/>
                </a:cubicBezTo>
                <a:cubicBezTo>
                  <a:pt x="782812" y="135528"/>
                  <a:pt x="782005" y="135721"/>
                  <a:pt x="780973" y="135850"/>
                </a:cubicBezTo>
                <a:cubicBezTo>
                  <a:pt x="779941" y="135979"/>
                  <a:pt x="778651" y="136044"/>
                  <a:pt x="777103" y="136044"/>
                </a:cubicBezTo>
                <a:cubicBezTo>
                  <a:pt x="775490" y="136044"/>
                  <a:pt x="774168" y="135979"/>
                  <a:pt x="773136" y="135850"/>
                </a:cubicBezTo>
                <a:cubicBezTo>
                  <a:pt x="772103" y="135721"/>
                  <a:pt x="771297" y="135528"/>
                  <a:pt x="770717" y="135270"/>
                </a:cubicBezTo>
                <a:cubicBezTo>
                  <a:pt x="770136" y="135012"/>
                  <a:pt x="769717" y="134705"/>
                  <a:pt x="769459" y="134351"/>
                </a:cubicBezTo>
                <a:cubicBezTo>
                  <a:pt x="769201" y="133996"/>
                  <a:pt x="769072" y="133560"/>
                  <a:pt x="769072" y="133044"/>
                </a:cubicBezTo>
                <a:lnTo>
                  <a:pt x="769072" y="82052"/>
                </a:lnTo>
                <a:cubicBezTo>
                  <a:pt x="769072" y="77085"/>
                  <a:pt x="768685" y="73086"/>
                  <a:pt x="767911" y="70054"/>
                </a:cubicBezTo>
                <a:cubicBezTo>
                  <a:pt x="767136" y="67022"/>
                  <a:pt x="766008" y="64410"/>
                  <a:pt x="764524" y="62216"/>
                </a:cubicBezTo>
                <a:cubicBezTo>
                  <a:pt x="763040" y="60023"/>
                  <a:pt x="761121" y="58346"/>
                  <a:pt x="758767" y="57185"/>
                </a:cubicBezTo>
                <a:cubicBezTo>
                  <a:pt x="756412" y="56024"/>
                  <a:pt x="753687" y="55443"/>
                  <a:pt x="750591" y="55443"/>
                </a:cubicBezTo>
                <a:cubicBezTo>
                  <a:pt x="746591" y="55443"/>
                  <a:pt x="742592" y="56862"/>
                  <a:pt x="738592" y="59701"/>
                </a:cubicBezTo>
                <a:cubicBezTo>
                  <a:pt x="734593" y="62539"/>
                  <a:pt x="730400" y="66700"/>
                  <a:pt x="726014" y="72183"/>
                </a:cubicBezTo>
                <a:lnTo>
                  <a:pt x="726014" y="133044"/>
                </a:lnTo>
                <a:cubicBezTo>
                  <a:pt x="726014" y="133560"/>
                  <a:pt x="725885" y="133996"/>
                  <a:pt x="725627" y="134351"/>
                </a:cubicBezTo>
                <a:cubicBezTo>
                  <a:pt x="725369" y="134705"/>
                  <a:pt x="724949" y="135012"/>
                  <a:pt x="724369" y="135270"/>
                </a:cubicBezTo>
                <a:cubicBezTo>
                  <a:pt x="723788" y="135528"/>
                  <a:pt x="722982" y="135721"/>
                  <a:pt x="721950" y="135850"/>
                </a:cubicBezTo>
                <a:cubicBezTo>
                  <a:pt x="720918" y="135979"/>
                  <a:pt x="719595" y="136044"/>
                  <a:pt x="717983" y="136044"/>
                </a:cubicBezTo>
                <a:cubicBezTo>
                  <a:pt x="716434" y="136044"/>
                  <a:pt x="715144" y="135979"/>
                  <a:pt x="714112" y="135850"/>
                </a:cubicBezTo>
                <a:cubicBezTo>
                  <a:pt x="713080" y="135721"/>
                  <a:pt x="712258" y="135528"/>
                  <a:pt x="711645" y="135270"/>
                </a:cubicBezTo>
                <a:cubicBezTo>
                  <a:pt x="711032" y="135012"/>
                  <a:pt x="710613" y="134705"/>
                  <a:pt x="710387" y="134351"/>
                </a:cubicBezTo>
                <a:cubicBezTo>
                  <a:pt x="710161" y="133996"/>
                  <a:pt x="710048" y="133560"/>
                  <a:pt x="710048" y="133044"/>
                </a:cubicBezTo>
                <a:lnTo>
                  <a:pt x="710048" y="45961"/>
                </a:lnTo>
                <a:cubicBezTo>
                  <a:pt x="710048" y="45445"/>
                  <a:pt x="710145" y="45009"/>
                  <a:pt x="710339" y="44655"/>
                </a:cubicBezTo>
                <a:cubicBezTo>
                  <a:pt x="710532" y="44300"/>
                  <a:pt x="710919" y="43977"/>
                  <a:pt x="711500" y="43687"/>
                </a:cubicBezTo>
                <a:cubicBezTo>
                  <a:pt x="712080" y="43397"/>
                  <a:pt x="712822" y="43203"/>
                  <a:pt x="713725" y="43106"/>
                </a:cubicBezTo>
                <a:cubicBezTo>
                  <a:pt x="714628" y="43010"/>
                  <a:pt x="715822" y="42961"/>
                  <a:pt x="717305" y="42961"/>
                </a:cubicBezTo>
                <a:cubicBezTo>
                  <a:pt x="718724" y="42961"/>
                  <a:pt x="719902" y="43010"/>
                  <a:pt x="720837" y="43106"/>
                </a:cubicBezTo>
                <a:cubicBezTo>
                  <a:pt x="721772" y="43203"/>
                  <a:pt x="722498" y="43397"/>
                  <a:pt x="723014" y="43687"/>
                </a:cubicBezTo>
                <a:cubicBezTo>
                  <a:pt x="723530" y="43977"/>
                  <a:pt x="723901" y="44300"/>
                  <a:pt x="724127" y="44655"/>
                </a:cubicBezTo>
                <a:cubicBezTo>
                  <a:pt x="724353" y="45009"/>
                  <a:pt x="724466" y="45445"/>
                  <a:pt x="724466" y="45961"/>
                </a:cubicBezTo>
                <a:lnTo>
                  <a:pt x="724466" y="57475"/>
                </a:lnTo>
                <a:cubicBezTo>
                  <a:pt x="729368" y="51992"/>
                  <a:pt x="734254" y="47977"/>
                  <a:pt x="739125" y="45429"/>
                </a:cubicBezTo>
                <a:cubicBezTo>
                  <a:pt x="743995" y="42881"/>
                  <a:pt x="748913" y="41607"/>
                  <a:pt x="753880" y="41607"/>
                </a:cubicBezTo>
                <a:cubicBezTo>
                  <a:pt x="759686" y="41607"/>
                  <a:pt x="764572" y="42590"/>
                  <a:pt x="768539" y="44558"/>
                </a:cubicBezTo>
                <a:cubicBezTo>
                  <a:pt x="772507" y="46525"/>
                  <a:pt x="775716" y="49154"/>
                  <a:pt x="778167" y="52444"/>
                </a:cubicBezTo>
                <a:cubicBezTo>
                  <a:pt x="780618" y="55734"/>
                  <a:pt x="782376" y="59588"/>
                  <a:pt x="783440" y="64006"/>
                </a:cubicBezTo>
                <a:cubicBezTo>
                  <a:pt x="784505" y="68425"/>
                  <a:pt x="785037" y="73731"/>
                  <a:pt x="785037" y="79923"/>
                </a:cubicBezTo>
                <a:lnTo>
                  <a:pt x="785037" y="133044"/>
                </a:lnTo>
                <a:close/>
                <a:moveTo>
                  <a:pt x="859348" y="126755"/>
                </a:moveTo>
                <a:cubicBezTo>
                  <a:pt x="859348" y="128626"/>
                  <a:pt x="859219" y="130109"/>
                  <a:pt x="858961" y="131206"/>
                </a:cubicBezTo>
                <a:cubicBezTo>
                  <a:pt x="858703" y="132303"/>
                  <a:pt x="858316" y="133109"/>
                  <a:pt x="857800" y="133625"/>
                </a:cubicBezTo>
                <a:cubicBezTo>
                  <a:pt x="857283" y="134141"/>
                  <a:pt x="856509" y="134625"/>
                  <a:pt x="855477" y="135076"/>
                </a:cubicBezTo>
                <a:cubicBezTo>
                  <a:pt x="854445" y="135528"/>
                  <a:pt x="853268" y="135899"/>
                  <a:pt x="851946" y="136189"/>
                </a:cubicBezTo>
                <a:cubicBezTo>
                  <a:pt x="850623" y="136479"/>
                  <a:pt x="849220" y="136721"/>
                  <a:pt x="847737" y="136915"/>
                </a:cubicBezTo>
                <a:cubicBezTo>
                  <a:pt x="846253" y="137108"/>
                  <a:pt x="844769" y="137205"/>
                  <a:pt x="843286" y="137205"/>
                </a:cubicBezTo>
                <a:cubicBezTo>
                  <a:pt x="838770" y="137205"/>
                  <a:pt x="834900" y="136607"/>
                  <a:pt x="831674" y="135412"/>
                </a:cubicBezTo>
                <a:cubicBezTo>
                  <a:pt x="828449" y="134215"/>
                  <a:pt x="825804" y="132403"/>
                  <a:pt x="823740" y="129978"/>
                </a:cubicBezTo>
                <a:cubicBezTo>
                  <a:pt x="821676" y="127553"/>
                  <a:pt x="820176" y="124482"/>
                  <a:pt x="819241" y="120765"/>
                </a:cubicBezTo>
                <a:cubicBezTo>
                  <a:pt x="818305" y="117048"/>
                  <a:pt x="817838" y="112667"/>
                  <a:pt x="817838" y="107624"/>
                </a:cubicBezTo>
                <a:lnTo>
                  <a:pt x="817838" y="56604"/>
                </a:lnTo>
                <a:lnTo>
                  <a:pt x="805646" y="56604"/>
                </a:lnTo>
                <a:cubicBezTo>
                  <a:pt x="804679" y="56604"/>
                  <a:pt x="803904" y="56088"/>
                  <a:pt x="803324" y="55056"/>
                </a:cubicBezTo>
                <a:cubicBezTo>
                  <a:pt x="802743" y="54024"/>
                  <a:pt x="802453" y="52347"/>
                  <a:pt x="802453" y="50025"/>
                </a:cubicBezTo>
                <a:cubicBezTo>
                  <a:pt x="802453" y="48799"/>
                  <a:pt x="802534" y="47767"/>
                  <a:pt x="802695" y="46928"/>
                </a:cubicBezTo>
                <a:cubicBezTo>
                  <a:pt x="802856" y="46090"/>
                  <a:pt x="803066" y="45396"/>
                  <a:pt x="803324" y="44848"/>
                </a:cubicBezTo>
                <a:cubicBezTo>
                  <a:pt x="803582" y="44300"/>
                  <a:pt x="803921" y="43913"/>
                  <a:pt x="804340" y="43687"/>
                </a:cubicBezTo>
                <a:cubicBezTo>
                  <a:pt x="804759" y="43461"/>
                  <a:pt x="805227" y="43348"/>
                  <a:pt x="805743" y="43348"/>
                </a:cubicBezTo>
                <a:lnTo>
                  <a:pt x="817838" y="43348"/>
                </a:lnTo>
                <a:lnTo>
                  <a:pt x="817838" y="22642"/>
                </a:lnTo>
                <a:cubicBezTo>
                  <a:pt x="817838" y="22190"/>
                  <a:pt x="817951" y="21771"/>
                  <a:pt x="818176" y="21384"/>
                </a:cubicBezTo>
                <a:cubicBezTo>
                  <a:pt x="818402" y="20997"/>
                  <a:pt x="818822" y="20658"/>
                  <a:pt x="819434" y="20368"/>
                </a:cubicBezTo>
                <a:cubicBezTo>
                  <a:pt x="820047" y="20078"/>
                  <a:pt x="820870" y="19868"/>
                  <a:pt x="821902" y="19739"/>
                </a:cubicBezTo>
                <a:cubicBezTo>
                  <a:pt x="822934" y="19610"/>
                  <a:pt x="824224" y="19545"/>
                  <a:pt x="825772" y="19545"/>
                </a:cubicBezTo>
                <a:cubicBezTo>
                  <a:pt x="827385" y="19545"/>
                  <a:pt x="828707" y="19610"/>
                  <a:pt x="829739" y="19739"/>
                </a:cubicBezTo>
                <a:cubicBezTo>
                  <a:pt x="830771" y="19868"/>
                  <a:pt x="831578" y="20078"/>
                  <a:pt x="832158" y="20368"/>
                </a:cubicBezTo>
                <a:cubicBezTo>
                  <a:pt x="832739" y="20658"/>
                  <a:pt x="833158" y="20997"/>
                  <a:pt x="833416" y="21384"/>
                </a:cubicBezTo>
                <a:cubicBezTo>
                  <a:pt x="833674" y="21771"/>
                  <a:pt x="833803" y="22190"/>
                  <a:pt x="833803" y="22642"/>
                </a:cubicBezTo>
                <a:lnTo>
                  <a:pt x="833803" y="43348"/>
                </a:lnTo>
                <a:lnTo>
                  <a:pt x="856155" y="43348"/>
                </a:lnTo>
                <a:cubicBezTo>
                  <a:pt x="856671" y="43348"/>
                  <a:pt x="857122" y="43461"/>
                  <a:pt x="857509" y="43687"/>
                </a:cubicBezTo>
                <a:cubicBezTo>
                  <a:pt x="857896" y="43913"/>
                  <a:pt x="858235" y="44300"/>
                  <a:pt x="858525" y="44848"/>
                </a:cubicBezTo>
                <a:cubicBezTo>
                  <a:pt x="858815" y="45396"/>
                  <a:pt x="859025" y="46090"/>
                  <a:pt x="859154" y="46928"/>
                </a:cubicBezTo>
                <a:cubicBezTo>
                  <a:pt x="859283" y="47767"/>
                  <a:pt x="859348" y="48799"/>
                  <a:pt x="859348" y="50025"/>
                </a:cubicBezTo>
                <a:cubicBezTo>
                  <a:pt x="859348" y="52347"/>
                  <a:pt x="859057" y="54024"/>
                  <a:pt x="858477" y="55056"/>
                </a:cubicBezTo>
                <a:cubicBezTo>
                  <a:pt x="857896" y="56088"/>
                  <a:pt x="857122" y="56604"/>
                  <a:pt x="856155" y="56604"/>
                </a:cubicBezTo>
                <a:lnTo>
                  <a:pt x="833803" y="56604"/>
                </a:lnTo>
                <a:lnTo>
                  <a:pt x="833803" y="105320"/>
                </a:lnTo>
                <a:cubicBezTo>
                  <a:pt x="833803" y="111335"/>
                  <a:pt x="834690" y="115880"/>
                  <a:pt x="836464" y="118954"/>
                </a:cubicBezTo>
                <a:cubicBezTo>
                  <a:pt x="838238" y="122026"/>
                  <a:pt x="841415" y="123562"/>
                  <a:pt x="845995" y="123562"/>
                </a:cubicBezTo>
                <a:cubicBezTo>
                  <a:pt x="847478" y="123562"/>
                  <a:pt x="848801" y="123417"/>
                  <a:pt x="849962" y="123127"/>
                </a:cubicBezTo>
                <a:cubicBezTo>
                  <a:pt x="851123" y="122836"/>
                  <a:pt x="852155" y="122530"/>
                  <a:pt x="853058" y="122207"/>
                </a:cubicBezTo>
                <a:cubicBezTo>
                  <a:pt x="853961" y="121885"/>
                  <a:pt x="854735" y="121578"/>
                  <a:pt x="855381" y="121288"/>
                </a:cubicBezTo>
                <a:cubicBezTo>
                  <a:pt x="856026" y="120998"/>
                  <a:pt x="856606" y="120853"/>
                  <a:pt x="857122" y="120853"/>
                </a:cubicBezTo>
                <a:cubicBezTo>
                  <a:pt x="857445" y="120853"/>
                  <a:pt x="857751" y="120933"/>
                  <a:pt x="858041" y="121095"/>
                </a:cubicBezTo>
                <a:cubicBezTo>
                  <a:pt x="858332" y="121256"/>
                  <a:pt x="858557" y="121562"/>
                  <a:pt x="858719" y="122014"/>
                </a:cubicBezTo>
                <a:cubicBezTo>
                  <a:pt x="858880" y="122465"/>
                  <a:pt x="859025" y="123078"/>
                  <a:pt x="859154" y="123852"/>
                </a:cubicBezTo>
                <a:cubicBezTo>
                  <a:pt x="859283" y="124626"/>
                  <a:pt x="859348" y="125594"/>
                  <a:pt x="859348" y="126755"/>
                </a:cubicBezTo>
                <a:close/>
                <a:moveTo>
                  <a:pt x="896394" y="133044"/>
                </a:moveTo>
                <a:cubicBezTo>
                  <a:pt x="896394" y="133560"/>
                  <a:pt x="896265" y="133996"/>
                  <a:pt x="896007" y="134351"/>
                </a:cubicBezTo>
                <a:cubicBezTo>
                  <a:pt x="895749" y="134705"/>
                  <a:pt x="895330" y="135012"/>
                  <a:pt x="894749" y="135270"/>
                </a:cubicBezTo>
                <a:cubicBezTo>
                  <a:pt x="894169" y="135528"/>
                  <a:pt x="893363" y="135721"/>
                  <a:pt x="892330" y="135850"/>
                </a:cubicBezTo>
                <a:cubicBezTo>
                  <a:pt x="891298" y="135979"/>
                  <a:pt x="889976" y="136044"/>
                  <a:pt x="888363" y="136044"/>
                </a:cubicBezTo>
                <a:cubicBezTo>
                  <a:pt x="886815" y="136044"/>
                  <a:pt x="885525" y="135979"/>
                  <a:pt x="884493" y="135850"/>
                </a:cubicBezTo>
                <a:cubicBezTo>
                  <a:pt x="883461" y="135721"/>
                  <a:pt x="882638" y="135528"/>
                  <a:pt x="882026" y="135270"/>
                </a:cubicBezTo>
                <a:cubicBezTo>
                  <a:pt x="881413" y="135012"/>
                  <a:pt x="880993" y="134705"/>
                  <a:pt x="880768" y="134351"/>
                </a:cubicBezTo>
                <a:cubicBezTo>
                  <a:pt x="880542" y="133996"/>
                  <a:pt x="880429" y="133560"/>
                  <a:pt x="880429" y="133044"/>
                </a:cubicBezTo>
                <a:lnTo>
                  <a:pt x="880429" y="45961"/>
                </a:lnTo>
                <a:cubicBezTo>
                  <a:pt x="880429" y="45509"/>
                  <a:pt x="880542" y="45090"/>
                  <a:pt x="880768" y="44703"/>
                </a:cubicBezTo>
                <a:cubicBezTo>
                  <a:pt x="880993" y="44316"/>
                  <a:pt x="881413" y="43993"/>
                  <a:pt x="882026" y="43735"/>
                </a:cubicBezTo>
                <a:cubicBezTo>
                  <a:pt x="882638" y="43477"/>
                  <a:pt x="883461" y="43284"/>
                  <a:pt x="884493" y="43155"/>
                </a:cubicBezTo>
                <a:cubicBezTo>
                  <a:pt x="885525" y="43026"/>
                  <a:pt x="886815" y="42961"/>
                  <a:pt x="888363" y="42961"/>
                </a:cubicBezTo>
                <a:cubicBezTo>
                  <a:pt x="889976" y="42961"/>
                  <a:pt x="891298" y="43026"/>
                  <a:pt x="892330" y="43155"/>
                </a:cubicBezTo>
                <a:cubicBezTo>
                  <a:pt x="893363" y="43284"/>
                  <a:pt x="894169" y="43477"/>
                  <a:pt x="894749" y="43735"/>
                </a:cubicBezTo>
                <a:cubicBezTo>
                  <a:pt x="895330" y="43993"/>
                  <a:pt x="895749" y="44316"/>
                  <a:pt x="896007" y="44703"/>
                </a:cubicBezTo>
                <a:cubicBezTo>
                  <a:pt x="896265" y="45090"/>
                  <a:pt x="896394" y="45509"/>
                  <a:pt x="896394" y="45961"/>
                </a:cubicBezTo>
                <a:lnTo>
                  <a:pt x="896394" y="133044"/>
                </a:lnTo>
                <a:moveTo>
                  <a:pt x="898233" y="16449"/>
                </a:moveTo>
                <a:cubicBezTo>
                  <a:pt x="898233" y="20190"/>
                  <a:pt x="897523" y="22739"/>
                  <a:pt x="896104" y="24093"/>
                </a:cubicBezTo>
                <a:cubicBezTo>
                  <a:pt x="894685" y="25448"/>
                  <a:pt x="892072" y="26125"/>
                  <a:pt x="888267" y="26125"/>
                </a:cubicBezTo>
                <a:cubicBezTo>
                  <a:pt x="884525" y="26125"/>
                  <a:pt x="881961" y="25464"/>
                  <a:pt x="880574" y="24142"/>
                </a:cubicBezTo>
                <a:cubicBezTo>
                  <a:pt x="879187" y="22819"/>
                  <a:pt x="878494" y="20320"/>
                  <a:pt x="878494" y="16643"/>
                </a:cubicBezTo>
                <a:cubicBezTo>
                  <a:pt x="878494" y="12901"/>
                  <a:pt x="879203" y="10353"/>
                  <a:pt x="880623" y="8999"/>
                </a:cubicBezTo>
                <a:cubicBezTo>
                  <a:pt x="882042" y="7644"/>
                  <a:pt x="884654" y="6967"/>
                  <a:pt x="888460" y="6967"/>
                </a:cubicBezTo>
                <a:cubicBezTo>
                  <a:pt x="892201" y="6967"/>
                  <a:pt x="894766" y="7628"/>
                  <a:pt x="896152" y="8950"/>
                </a:cubicBezTo>
                <a:cubicBezTo>
                  <a:pt x="897539" y="10273"/>
                  <a:pt x="898233" y="12772"/>
                  <a:pt x="898233" y="16449"/>
                </a:cubicBezTo>
                <a:close/>
                <a:moveTo>
                  <a:pt x="1006776" y="88583"/>
                </a:moveTo>
                <a:cubicBezTo>
                  <a:pt x="1006776" y="95685"/>
                  <a:pt x="1005841" y="102222"/>
                  <a:pt x="1003970" y="108195"/>
                </a:cubicBezTo>
                <a:cubicBezTo>
                  <a:pt x="1002100" y="114168"/>
                  <a:pt x="999310" y="119319"/>
                  <a:pt x="995601" y="123647"/>
                </a:cubicBezTo>
                <a:cubicBezTo>
                  <a:pt x="991892" y="127973"/>
                  <a:pt x="987247" y="131346"/>
                  <a:pt x="981667" y="133767"/>
                </a:cubicBezTo>
                <a:cubicBezTo>
                  <a:pt x="976088" y="136188"/>
                  <a:pt x="969621" y="137399"/>
                  <a:pt x="962267" y="137399"/>
                </a:cubicBezTo>
                <a:cubicBezTo>
                  <a:pt x="955107" y="137399"/>
                  <a:pt x="948866" y="136333"/>
                  <a:pt x="943544" y="134203"/>
                </a:cubicBezTo>
                <a:cubicBezTo>
                  <a:pt x="938222" y="132072"/>
                  <a:pt x="933788" y="128972"/>
                  <a:pt x="930240" y="124905"/>
                </a:cubicBezTo>
                <a:cubicBezTo>
                  <a:pt x="926692" y="120837"/>
                  <a:pt x="924047" y="115897"/>
                  <a:pt x="922305" y="110085"/>
                </a:cubicBezTo>
                <a:cubicBezTo>
                  <a:pt x="920564" y="104274"/>
                  <a:pt x="919693" y="97687"/>
                  <a:pt x="919693" y="90325"/>
                </a:cubicBezTo>
                <a:cubicBezTo>
                  <a:pt x="919693" y="83223"/>
                  <a:pt x="920612" y="76686"/>
                  <a:pt x="922451" y="70713"/>
                </a:cubicBezTo>
                <a:cubicBezTo>
                  <a:pt x="924289" y="64740"/>
                  <a:pt x="927063" y="59591"/>
                  <a:pt x="930772" y="55265"/>
                </a:cubicBezTo>
                <a:cubicBezTo>
                  <a:pt x="934481" y="50937"/>
                  <a:pt x="939109" y="47579"/>
                  <a:pt x="944657" y="45190"/>
                </a:cubicBezTo>
                <a:cubicBezTo>
                  <a:pt x="950204" y="42801"/>
                  <a:pt x="956687" y="41607"/>
                  <a:pt x="964106" y="41607"/>
                </a:cubicBezTo>
                <a:cubicBezTo>
                  <a:pt x="971266" y="41607"/>
                  <a:pt x="977507" y="42672"/>
                  <a:pt x="982828" y="44803"/>
                </a:cubicBezTo>
                <a:cubicBezTo>
                  <a:pt x="988150" y="46933"/>
                  <a:pt x="992585" y="50033"/>
                  <a:pt x="996133" y="54101"/>
                </a:cubicBezTo>
                <a:cubicBezTo>
                  <a:pt x="999681" y="58169"/>
                  <a:pt x="1002342" y="63108"/>
                  <a:pt x="1004116" y="68920"/>
                </a:cubicBezTo>
                <a:cubicBezTo>
                  <a:pt x="1005890" y="74732"/>
                  <a:pt x="1006776" y="81286"/>
                  <a:pt x="1006776" y="88583"/>
                </a:cubicBezTo>
                <a:moveTo>
                  <a:pt x="989940" y="89648"/>
                </a:moveTo>
                <a:cubicBezTo>
                  <a:pt x="989940" y="84933"/>
                  <a:pt x="989505" y="80476"/>
                  <a:pt x="988634" y="76277"/>
                </a:cubicBezTo>
                <a:cubicBezTo>
                  <a:pt x="987763" y="72078"/>
                  <a:pt x="986328" y="68396"/>
                  <a:pt x="984328" y="65231"/>
                </a:cubicBezTo>
                <a:cubicBezTo>
                  <a:pt x="982329" y="62066"/>
                  <a:pt x="979619" y="59564"/>
                  <a:pt x="976200" y="57723"/>
                </a:cubicBezTo>
                <a:cubicBezTo>
                  <a:pt x="972782" y="55881"/>
                  <a:pt x="968524" y="54959"/>
                  <a:pt x="963428" y="54959"/>
                </a:cubicBezTo>
                <a:cubicBezTo>
                  <a:pt x="958719" y="54959"/>
                  <a:pt x="954671" y="55799"/>
                  <a:pt x="951285" y="57478"/>
                </a:cubicBezTo>
                <a:cubicBezTo>
                  <a:pt x="947898" y="59157"/>
                  <a:pt x="945108" y="61532"/>
                  <a:pt x="942915" y="64602"/>
                </a:cubicBezTo>
                <a:cubicBezTo>
                  <a:pt x="940722" y="67670"/>
                  <a:pt x="939093" y="71304"/>
                  <a:pt x="938029" y="75503"/>
                </a:cubicBezTo>
                <a:cubicBezTo>
                  <a:pt x="936964" y="79700"/>
                  <a:pt x="936432" y="84286"/>
                  <a:pt x="936432" y="89261"/>
                </a:cubicBezTo>
                <a:cubicBezTo>
                  <a:pt x="936432" y="94040"/>
                  <a:pt x="936868" y="98529"/>
                  <a:pt x="937739" y="102728"/>
                </a:cubicBezTo>
                <a:cubicBezTo>
                  <a:pt x="938609" y="106927"/>
                  <a:pt x="940061" y="110593"/>
                  <a:pt x="942093" y="113726"/>
                </a:cubicBezTo>
                <a:cubicBezTo>
                  <a:pt x="944125" y="116858"/>
                  <a:pt x="946850" y="119346"/>
                  <a:pt x="950269" y="121188"/>
                </a:cubicBezTo>
                <a:cubicBezTo>
                  <a:pt x="953688" y="123029"/>
                  <a:pt x="957945" y="123949"/>
                  <a:pt x="963041" y="123949"/>
                </a:cubicBezTo>
                <a:cubicBezTo>
                  <a:pt x="967686" y="123949"/>
                  <a:pt x="971717" y="123109"/>
                  <a:pt x="975136" y="121430"/>
                </a:cubicBezTo>
                <a:cubicBezTo>
                  <a:pt x="978555" y="119751"/>
                  <a:pt x="981361" y="117394"/>
                  <a:pt x="983554" y="114358"/>
                </a:cubicBezTo>
                <a:cubicBezTo>
                  <a:pt x="985747" y="111320"/>
                  <a:pt x="987360" y="107702"/>
                  <a:pt x="988392" y="103506"/>
                </a:cubicBezTo>
                <a:cubicBezTo>
                  <a:pt x="989424" y="99307"/>
                  <a:pt x="989940" y="94687"/>
                  <a:pt x="989940" y="89648"/>
                </a:cubicBezTo>
                <a:close/>
                <a:moveTo>
                  <a:pt x="1105190" y="133044"/>
                </a:moveTo>
                <a:cubicBezTo>
                  <a:pt x="1105190" y="133560"/>
                  <a:pt x="1105061" y="133996"/>
                  <a:pt x="1104803" y="134351"/>
                </a:cubicBezTo>
                <a:cubicBezTo>
                  <a:pt x="1104545" y="134705"/>
                  <a:pt x="1104126" y="135012"/>
                  <a:pt x="1103545" y="135270"/>
                </a:cubicBezTo>
                <a:cubicBezTo>
                  <a:pt x="1102964" y="135528"/>
                  <a:pt x="1102158" y="135721"/>
                  <a:pt x="1101126" y="135850"/>
                </a:cubicBezTo>
                <a:cubicBezTo>
                  <a:pt x="1100094" y="135979"/>
                  <a:pt x="1098804" y="136044"/>
                  <a:pt x="1097256" y="136044"/>
                </a:cubicBezTo>
                <a:cubicBezTo>
                  <a:pt x="1095643" y="136044"/>
                  <a:pt x="1094321" y="135979"/>
                  <a:pt x="1093288" y="135850"/>
                </a:cubicBezTo>
                <a:cubicBezTo>
                  <a:pt x="1092256" y="135721"/>
                  <a:pt x="1091450" y="135528"/>
                  <a:pt x="1090869" y="135270"/>
                </a:cubicBezTo>
                <a:cubicBezTo>
                  <a:pt x="1090289" y="135012"/>
                  <a:pt x="1089870" y="134705"/>
                  <a:pt x="1089612" y="134351"/>
                </a:cubicBezTo>
                <a:cubicBezTo>
                  <a:pt x="1089354" y="133996"/>
                  <a:pt x="1089225" y="133560"/>
                  <a:pt x="1089225" y="133044"/>
                </a:cubicBezTo>
                <a:lnTo>
                  <a:pt x="1089225" y="82052"/>
                </a:lnTo>
                <a:cubicBezTo>
                  <a:pt x="1089225" y="77085"/>
                  <a:pt x="1088838" y="73086"/>
                  <a:pt x="1088063" y="70054"/>
                </a:cubicBezTo>
                <a:cubicBezTo>
                  <a:pt x="1087289" y="67022"/>
                  <a:pt x="1086160" y="64410"/>
                  <a:pt x="1084677" y="62216"/>
                </a:cubicBezTo>
                <a:cubicBezTo>
                  <a:pt x="1083193" y="60023"/>
                  <a:pt x="1081274" y="58346"/>
                  <a:pt x="1078920" y="57185"/>
                </a:cubicBezTo>
                <a:cubicBezTo>
                  <a:pt x="1076565" y="56024"/>
                  <a:pt x="1073840" y="55443"/>
                  <a:pt x="1070743" y="55443"/>
                </a:cubicBezTo>
                <a:cubicBezTo>
                  <a:pt x="1066744" y="55443"/>
                  <a:pt x="1062745" y="56862"/>
                  <a:pt x="1058745" y="59701"/>
                </a:cubicBezTo>
                <a:cubicBezTo>
                  <a:pt x="1054746" y="62539"/>
                  <a:pt x="1050553" y="66700"/>
                  <a:pt x="1046167" y="72183"/>
                </a:cubicBezTo>
                <a:lnTo>
                  <a:pt x="1046167" y="133044"/>
                </a:lnTo>
                <a:cubicBezTo>
                  <a:pt x="1046167" y="133560"/>
                  <a:pt x="1046038" y="133996"/>
                  <a:pt x="1045779" y="134351"/>
                </a:cubicBezTo>
                <a:cubicBezTo>
                  <a:pt x="1045521" y="134705"/>
                  <a:pt x="1045102" y="135012"/>
                  <a:pt x="1044522" y="135270"/>
                </a:cubicBezTo>
                <a:cubicBezTo>
                  <a:pt x="1043941" y="135528"/>
                  <a:pt x="1043135" y="135721"/>
                  <a:pt x="1042103" y="135850"/>
                </a:cubicBezTo>
                <a:cubicBezTo>
                  <a:pt x="1041071" y="135979"/>
                  <a:pt x="1039748" y="136044"/>
                  <a:pt x="1038135" y="136044"/>
                </a:cubicBezTo>
                <a:cubicBezTo>
                  <a:pt x="1036587" y="136044"/>
                  <a:pt x="1035297" y="135979"/>
                  <a:pt x="1034265" y="135850"/>
                </a:cubicBezTo>
                <a:cubicBezTo>
                  <a:pt x="1033233" y="135721"/>
                  <a:pt x="1032411" y="135528"/>
                  <a:pt x="1031798" y="135270"/>
                </a:cubicBezTo>
                <a:cubicBezTo>
                  <a:pt x="1031185" y="135012"/>
                  <a:pt x="1030766" y="134705"/>
                  <a:pt x="1030540" y="134351"/>
                </a:cubicBezTo>
                <a:cubicBezTo>
                  <a:pt x="1030314" y="133996"/>
                  <a:pt x="1030201" y="133560"/>
                  <a:pt x="1030201" y="133044"/>
                </a:cubicBezTo>
                <a:lnTo>
                  <a:pt x="1030201" y="45961"/>
                </a:lnTo>
                <a:cubicBezTo>
                  <a:pt x="1030201" y="45445"/>
                  <a:pt x="1030298" y="45009"/>
                  <a:pt x="1030491" y="44655"/>
                </a:cubicBezTo>
                <a:cubicBezTo>
                  <a:pt x="1030685" y="44300"/>
                  <a:pt x="1031072" y="43977"/>
                  <a:pt x="1031653" y="43687"/>
                </a:cubicBezTo>
                <a:cubicBezTo>
                  <a:pt x="1032233" y="43397"/>
                  <a:pt x="1032975" y="43203"/>
                  <a:pt x="1033878" y="43106"/>
                </a:cubicBezTo>
                <a:cubicBezTo>
                  <a:pt x="1034781" y="43010"/>
                  <a:pt x="1035975" y="42961"/>
                  <a:pt x="1037458" y="42961"/>
                </a:cubicBezTo>
                <a:cubicBezTo>
                  <a:pt x="1038877" y="42961"/>
                  <a:pt x="1040055" y="43010"/>
                  <a:pt x="1040990" y="43106"/>
                </a:cubicBezTo>
                <a:cubicBezTo>
                  <a:pt x="1041925" y="43203"/>
                  <a:pt x="1042651" y="43397"/>
                  <a:pt x="1043167" y="43687"/>
                </a:cubicBezTo>
                <a:cubicBezTo>
                  <a:pt x="1043683" y="43977"/>
                  <a:pt x="1044054" y="44300"/>
                  <a:pt x="1044280" y="44655"/>
                </a:cubicBezTo>
                <a:cubicBezTo>
                  <a:pt x="1044505" y="45009"/>
                  <a:pt x="1044618" y="45445"/>
                  <a:pt x="1044618" y="45961"/>
                </a:cubicBezTo>
                <a:lnTo>
                  <a:pt x="1044618" y="57475"/>
                </a:lnTo>
                <a:cubicBezTo>
                  <a:pt x="1049521" y="51992"/>
                  <a:pt x="1054407" y="47977"/>
                  <a:pt x="1059277" y="45429"/>
                </a:cubicBezTo>
                <a:cubicBezTo>
                  <a:pt x="1064148" y="42881"/>
                  <a:pt x="1069066" y="41607"/>
                  <a:pt x="1074033" y="41607"/>
                </a:cubicBezTo>
                <a:cubicBezTo>
                  <a:pt x="1079839" y="41607"/>
                  <a:pt x="1084725" y="42590"/>
                  <a:pt x="1088692" y="44558"/>
                </a:cubicBezTo>
                <a:cubicBezTo>
                  <a:pt x="1092660" y="46525"/>
                  <a:pt x="1095869" y="49154"/>
                  <a:pt x="1098320" y="52444"/>
                </a:cubicBezTo>
                <a:cubicBezTo>
                  <a:pt x="1100771" y="55734"/>
                  <a:pt x="1102529" y="59588"/>
                  <a:pt x="1103593" y="64006"/>
                </a:cubicBezTo>
                <a:cubicBezTo>
                  <a:pt x="1104658" y="68425"/>
                  <a:pt x="1105190" y="73731"/>
                  <a:pt x="1105190" y="79923"/>
                </a:cubicBezTo>
                <a:lnTo>
                  <a:pt x="1105190" y="133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499047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2026-09-05T14:43:06.6430000Z</dcterms:created>
  <dcterms:modified xsi:type="dcterms:W3CDTF">2026-09-05T14:43:06.6430000Z</dcterms:modified>
</coreProperties>
</file>