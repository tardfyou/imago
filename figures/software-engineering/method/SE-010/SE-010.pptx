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da75b722b34005" /><Relationship Type="http://schemas.openxmlformats.org/officeDocument/2006/relationships/extended-properties" Target="/docProps/app.xml" Id="Rd627226e2f2f41c2" /><Relationship Type="http://schemas.openxmlformats.org/officeDocument/2006/relationships/officeDocument" Target="/ppt/presentation.xml" Id="R4fe1b5bf87e2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c82cc1d49c4280"/>
  </p:sldMasterIdLst>
  <p:notesMasterIdLst>
    <p:notesMasterId xmlns:r="http://schemas.openxmlformats.org/officeDocument/2006/relationships" r:id="R546a8932ac8c4051"/>
  </p:notesMasterIdLst>
  <p:sldIdLst>
    <p:sldId xmlns:r="http://schemas.openxmlformats.org/officeDocument/2006/relationships" id="256" r:id="Re9f35a41f85b47fa"/>
  </p:sldIdLst>
  <p:sldSz cx="13087350" cy="5657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4fc8ca734b4477" /><Relationship Type="http://schemas.openxmlformats.org/officeDocument/2006/relationships/slideMaster" Target="/ppt/slideMasters/slideMaster1.xml" Id="R73c82cc1d49c4280" /><Relationship Type="http://schemas.openxmlformats.org/officeDocument/2006/relationships/notesMaster" Target="/ppt/notesMasters/notesMaster1.xml" Id="R546a8932ac8c4051" /><Relationship Type="http://schemas.openxmlformats.org/officeDocument/2006/relationships/presProps" Target="/ppt/presProps.xml" Id="R96da8317819e4d30" /><Relationship Type="http://schemas.openxmlformats.org/officeDocument/2006/relationships/tableStyles" Target="/ppt/tableStyles.xml" Id="Rf5ff5624417c4662" /><Relationship Type="http://schemas.openxmlformats.org/officeDocument/2006/relationships/slide" Target="/ppt/slides/slide1.xml" Id="Re9f35a41f85b47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17e0ea937148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5e159415d24449" /><Relationship Type="http://schemas.openxmlformats.org/officeDocument/2006/relationships/notesMaster" Target="/ppt/notesMasters/notesMaster1.xml" Id="Reff1032f2ceb4a8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素材ID：SE-010</ns1:t>
            </ns1:r>
          </ns1:p>
          <ns1:p>
            <ns1:r>
              <ns1:t>论文：UniCoR: Modality Collaboration for Robust Cross-Language Hybrid Code Retrieval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1，PDF第6页</ns1:t>
            </ns1:r>
          </ns1:p>
          <ns1:p>
            <ns1:r>
              <ns1:t>类型：方法机制</ns1:t>
            </ns1:r>
          </ns1:p>
          <ns1:p>
            <ns1:r>
              <ns1:t>借鉴点：左侧多语言数据，经双向对比学习后，以分布对齐曲线呈现跨语言泛化；适合多视角表征学习机制。</ns1:t>
            </ns1:r>
          </ns1:p>
          <ns1:p>
            <ns1:r>
              <ns1:t>论文URL：https://arxiv.org/pdf/2512.10452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0c87edb3243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5069fc49a4614" /><Relationship Type="http://schemas.openxmlformats.org/officeDocument/2006/relationships/slideLayout" Target="/ppt/slideLayouts/slideLayout1.xml" Id="R114dd5eaa62c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dd5eaa62c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cdb94cde745cc" /><Relationship Type="http://schemas.openxmlformats.org/officeDocument/2006/relationships/notesSlide" Target="/ppt/notesSlides/notesSlide1.xml" Id="R7a30e05a51e2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7" name="SE-010-1">
            <a:extLst xmlns:a="http://schemas.openxmlformats.org/drawingml/2006/main">
              <a:ext uri="{FF2B5EF4-FFF2-40B4-BE49-F238E27FC236}">
                <a16:creationId xmlns:a16="http://schemas.microsoft.com/office/drawing/2014/main" id="{826ECBAF-50C7-40E5-B838-16E3D4B3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85725"/>
            <a:ext cx="6962775" cy="5486400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2" name="SE-010-2">
            <a:extLst xmlns:a="http://schemas.openxmlformats.org/drawingml/2006/main">
              <a:ext uri="{FF2B5EF4-FFF2-40B4-BE49-F238E27FC236}">
                <a16:creationId xmlns:a16="http://schemas.microsoft.com/office/drawing/2014/main" id="{DF3DC77C-AB4F-44C5-9386-974BD535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85725"/>
            <a:ext cx="3781425" cy="5486400"/>
          </a:xfrm>
          <a:prstGeom xmlns:a="http://schemas.openxmlformats.org/drawingml/2006/main" prst="roundRect">
            <a:avLst>
              <a:gd name="adj" fmla="val 42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3" name="SE-010-3">
            <a:extLst xmlns:a="http://schemas.openxmlformats.org/drawingml/2006/main">
              <a:ext uri="{FF2B5EF4-FFF2-40B4-BE49-F238E27FC236}">
                <a16:creationId xmlns:a16="http://schemas.microsoft.com/office/drawing/2014/main" id="{F078A36B-CC39-4162-8593-3DB876DB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38125"/>
            <a:ext cx="649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 Multi-Perspective Supervised Contrastive Learning</a:t>
            </a:r>
          </a:p>
        </p:txBody>
      </p:sp>
      <p:sp>
        <p:nvSpPr>
          <p:cNvPr id="4" name="SE-010-4">
            <a:extLst xmlns:a="http://schemas.openxmlformats.org/drawingml/2006/main">
              <a:ext uri="{FF2B5EF4-FFF2-40B4-BE49-F238E27FC236}">
                <a16:creationId xmlns:a16="http://schemas.microsoft.com/office/drawing/2014/main" id="{EBA79BA1-E18B-4620-8D55-72F1989F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95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(2) Representation Distribution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Consistency Learning</a:t>
            </a:r>
          </a:p>
        </p:txBody>
      </p:sp>
      <p:sp>
        <p:nvSpPr>
          <p:cNvPr id="5" name="SE-010-5">
            <a:extLst xmlns:a="http://schemas.openxmlformats.org/drawingml/2006/main">
              <a:ext uri="{FF2B5EF4-FFF2-40B4-BE49-F238E27FC236}">
                <a16:creationId xmlns:a16="http://schemas.microsoft.com/office/drawing/2014/main" id="{5635AE17-8AF6-4882-9CEF-4229C10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00150"/>
            <a:ext cx="638175" cy="561975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B7CAE8"/>
          </a:solidFill>
          <a:ln xmlns:a="http://schemas.openxmlformats.org/drawingml/2006/main" w="9525">
            <a:solidFill>
              <a:srgbClr val="AAAAAA"/>
            </a:solidFill>
          </a:ln>
        </p:spPr>
      </p:sp>
      <p:sp>
        <p:nvSpPr>
          <p:cNvPr id="6" name="SE-010-6">
            <a:extLst xmlns:a="http://schemas.openxmlformats.org/drawingml/2006/main">
              <a:ext uri="{FF2B5EF4-FFF2-40B4-BE49-F238E27FC236}">
                <a16:creationId xmlns:a16="http://schemas.microsoft.com/office/drawing/2014/main" id="{6BEE77DA-8D95-47C5-999A-5711F77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266825"/>
            <a:ext cx="5048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-010-7">
            <a:extLst xmlns:a="http://schemas.openxmlformats.org/drawingml/2006/main">
              <a:ext uri="{FF2B5EF4-FFF2-40B4-BE49-F238E27FC236}">
                <a16:creationId xmlns:a16="http://schemas.microsoft.com/office/drawing/2014/main" id="{6D06457C-9A77-481B-84F6-F791FC2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30492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0">
            <a:noFill/>
          </a:ln>
        </p:spPr>
      </p:sp>
      <p:sp>
        <p:nvSpPr>
          <p:cNvPr id="8" name="SE-010-8">
            <a:extLst xmlns:a="http://schemas.openxmlformats.org/drawingml/2006/main">
              <a:ext uri="{FF2B5EF4-FFF2-40B4-BE49-F238E27FC236}">
                <a16:creationId xmlns:a16="http://schemas.microsoft.com/office/drawing/2014/main" id="{EFC10B8F-EB51-402B-A07B-A4F9721A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36207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0">
            <a:noFill/>
          </a:ln>
        </p:spPr>
      </p:sp>
      <p:sp>
        <p:nvSpPr>
          <p:cNvPr id="9" name="SE-010-9">
            <a:extLst xmlns:a="http://schemas.openxmlformats.org/drawingml/2006/main">
              <a:ext uri="{FF2B5EF4-FFF2-40B4-BE49-F238E27FC236}">
                <a16:creationId xmlns:a16="http://schemas.microsoft.com/office/drawing/2014/main" id="{BA7F1571-2786-4CB0-B897-FECD14C0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41922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0">
            <a:noFill/>
          </a:ln>
        </p:spPr>
      </p:sp>
      <p:sp>
        <p:nvSpPr>
          <p:cNvPr id="10" name="SE-010-10">
            <a:extLst xmlns:a="http://schemas.openxmlformats.org/drawingml/2006/main">
              <a:ext uri="{FF2B5EF4-FFF2-40B4-BE49-F238E27FC236}">
                <a16:creationId xmlns:a16="http://schemas.microsoft.com/office/drawing/2014/main" id="{1732E593-E2CC-4B7A-B74B-B2E557D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47637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0">
            <a:noFill/>
          </a:ln>
        </p:spPr>
      </p:sp>
      <p:sp>
        <p:nvSpPr>
          <p:cNvPr id="11" name="SE-010-11">
            <a:extLst xmlns:a="http://schemas.openxmlformats.org/drawingml/2006/main">
              <a:ext uri="{FF2B5EF4-FFF2-40B4-BE49-F238E27FC236}">
                <a16:creationId xmlns:a16="http://schemas.microsoft.com/office/drawing/2014/main" id="{ECD82DCE-83DB-4303-929F-8BD7A64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3352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0">
            <a:noFill/>
          </a:ln>
        </p:spPr>
      </p:sp>
      <p:sp>
        <p:nvSpPr>
          <p:cNvPr id="12" name="SE-010-12">
            <a:extLst xmlns:a="http://schemas.openxmlformats.org/drawingml/2006/main">
              <a:ext uri="{FF2B5EF4-FFF2-40B4-BE49-F238E27FC236}">
                <a16:creationId xmlns:a16="http://schemas.microsoft.com/office/drawing/2014/main" id="{F4F2EC1F-61DA-47D0-9952-7D63C8AE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552575"/>
            <a:ext cx="7810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B7CAE8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3" name="SE-010-13">
            <a:extLst xmlns:a="http://schemas.openxmlformats.org/drawingml/2006/main">
              <a:ext uri="{FF2B5EF4-FFF2-40B4-BE49-F238E27FC236}">
                <a16:creationId xmlns:a16="http://schemas.microsoft.com/office/drawing/2014/main" id="{E83A03BD-3CC6-472A-8E9C-E67099E8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47825"/>
            <a:ext cx="47625" cy="238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SE-010-14">
            <a:extLst xmlns:a="http://schemas.openxmlformats.org/drawingml/2006/main">
              <a:ext uri="{FF2B5EF4-FFF2-40B4-BE49-F238E27FC236}">
                <a16:creationId xmlns:a16="http://schemas.microsoft.com/office/drawing/2014/main" id="{4F8C73E7-4846-46CF-B1EB-BEFC6D7E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657350"/>
            <a:ext cx="600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</a:t>
            </a:r>
          </a:p>
        </p:txBody>
      </p:sp>
      <p:sp>
        <p:nvSpPr>
          <p:cNvPr id="15" name="SE-010-15">
            <a:extLst xmlns:a="http://schemas.openxmlformats.org/drawingml/2006/main">
              <a:ext uri="{FF2B5EF4-FFF2-40B4-BE49-F238E27FC236}">
                <a16:creationId xmlns:a16="http://schemas.microsoft.com/office/drawing/2014/main" id="{A859D7EC-AF65-4FF0-B678-C0BDB53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152650"/>
            <a:ext cx="638175" cy="561975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898C8C"/>
          </a:solidFill>
          <a:ln xmlns:a="http://schemas.openxmlformats.org/drawingml/2006/main" w="9525">
            <a:solidFill>
              <a:srgbClr val="AAAAAA"/>
            </a:solidFill>
          </a:ln>
        </p:spPr>
      </p:sp>
      <p:sp>
        <p:nvSpPr>
          <p:cNvPr id="16" name="SE-010-16">
            <a:extLst xmlns:a="http://schemas.openxmlformats.org/drawingml/2006/main">
              <a:ext uri="{FF2B5EF4-FFF2-40B4-BE49-F238E27FC236}">
                <a16:creationId xmlns:a16="http://schemas.microsoft.com/office/drawing/2014/main" id="{F4F121FA-2C8D-4190-8655-B6BD2B55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219325"/>
            <a:ext cx="5048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SE-010-17">
            <a:extLst xmlns:a="http://schemas.openxmlformats.org/drawingml/2006/main">
              <a:ext uri="{FF2B5EF4-FFF2-40B4-BE49-F238E27FC236}">
                <a16:creationId xmlns:a16="http://schemas.microsoft.com/office/drawing/2014/main" id="{2150F04D-A019-48FA-94C5-F425DBDF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25742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C8C"/>
          </a:solidFill>
          <a:ln xmlns:a="http://schemas.openxmlformats.org/drawingml/2006/main" w="0">
            <a:noFill/>
          </a:ln>
        </p:spPr>
      </p:sp>
      <p:sp>
        <p:nvSpPr>
          <p:cNvPr id="18" name="SE-010-18">
            <a:extLst xmlns:a="http://schemas.openxmlformats.org/drawingml/2006/main">
              <a:ext uri="{FF2B5EF4-FFF2-40B4-BE49-F238E27FC236}">
                <a16:creationId xmlns:a16="http://schemas.microsoft.com/office/drawing/2014/main" id="{F3DFB476-4AE5-4159-AA4F-0845BCA8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1457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C8C"/>
          </a:solidFill>
          <a:ln xmlns:a="http://schemas.openxmlformats.org/drawingml/2006/main" w="0">
            <a:noFill/>
          </a:ln>
        </p:spPr>
      </p:sp>
      <p:sp>
        <p:nvSpPr>
          <p:cNvPr id="19" name="SE-010-19">
            <a:extLst xmlns:a="http://schemas.openxmlformats.org/drawingml/2006/main">
              <a:ext uri="{FF2B5EF4-FFF2-40B4-BE49-F238E27FC236}">
                <a16:creationId xmlns:a16="http://schemas.microsoft.com/office/drawing/2014/main" id="{D2B2C25D-C2A1-4CA8-AF77-AF571822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7172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C8C"/>
          </a:solidFill>
          <a:ln xmlns:a="http://schemas.openxmlformats.org/drawingml/2006/main" w="0">
            <a:noFill/>
          </a:ln>
        </p:spPr>
      </p:sp>
      <p:sp>
        <p:nvSpPr>
          <p:cNvPr id="20" name="SE-010-20">
            <a:extLst xmlns:a="http://schemas.openxmlformats.org/drawingml/2006/main">
              <a:ext uri="{FF2B5EF4-FFF2-40B4-BE49-F238E27FC236}">
                <a16:creationId xmlns:a16="http://schemas.microsoft.com/office/drawing/2014/main" id="{70760B5D-93A9-47CB-924C-132E0C5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42887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C8C"/>
          </a:solidFill>
          <a:ln xmlns:a="http://schemas.openxmlformats.org/drawingml/2006/main" w="0">
            <a:noFill/>
          </a:ln>
        </p:spPr>
      </p:sp>
      <p:sp>
        <p:nvSpPr>
          <p:cNvPr id="21" name="SE-010-21">
            <a:extLst xmlns:a="http://schemas.openxmlformats.org/drawingml/2006/main">
              <a:ext uri="{FF2B5EF4-FFF2-40B4-BE49-F238E27FC236}">
                <a16:creationId xmlns:a16="http://schemas.microsoft.com/office/drawing/2014/main" id="{8955E1E4-0220-4FF5-95AC-D4D7359A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486025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C8C"/>
          </a:solidFill>
          <a:ln xmlns:a="http://schemas.openxmlformats.org/drawingml/2006/main" w="0">
            <a:noFill/>
          </a:ln>
        </p:spPr>
      </p:sp>
      <p:sp>
        <p:nvSpPr>
          <p:cNvPr id="22" name="SE-010-22">
            <a:extLst xmlns:a="http://schemas.openxmlformats.org/drawingml/2006/main">
              <a:ext uri="{FF2B5EF4-FFF2-40B4-BE49-F238E27FC236}">
                <a16:creationId xmlns:a16="http://schemas.microsoft.com/office/drawing/2014/main" id="{A75D4C04-226F-49EE-9D3C-5F0DDF33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505075"/>
            <a:ext cx="7810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898C8C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23" name="SE-010-23">
            <a:extLst xmlns:a="http://schemas.openxmlformats.org/drawingml/2006/main">
              <a:ext uri="{FF2B5EF4-FFF2-40B4-BE49-F238E27FC236}">
                <a16:creationId xmlns:a16="http://schemas.microsoft.com/office/drawing/2014/main" id="{359ED57A-DE17-4FD7-B010-AD88964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00325"/>
            <a:ext cx="47625" cy="238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SE-010-24">
            <a:extLst xmlns:a="http://schemas.openxmlformats.org/drawingml/2006/main">
              <a:ext uri="{FF2B5EF4-FFF2-40B4-BE49-F238E27FC236}">
                <a16:creationId xmlns:a16="http://schemas.microsoft.com/office/drawing/2014/main" id="{F4725831-4BAA-49DA-9FD6-813C31D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609850"/>
            <a:ext cx="600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5" name="SE-010-25">
            <a:extLst xmlns:a="http://schemas.openxmlformats.org/drawingml/2006/main">
              <a:ext uri="{FF2B5EF4-FFF2-40B4-BE49-F238E27FC236}">
                <a16:creationId xmlns:a16="http://schemas.microsoft.com/office/drawing/2014/main" id="{62A1FC7D-2239-4FBD-A438-1CE9C56B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114675"/>
            <a:ext cx="638175" cy="561975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C7E1B3"/>
          </a:solidFill>
          <a:ln xmlns:a="http://schemas.openxmlformats.org/drawingml/2006/main" w="9525">
            <a:solidFill>
              <a:srgbClr val="AAAAAA"/>
            </a:solidFill>
          </a:ln>
        </p:spPr>
      </p:sp>
      <p:sp>
        <p:nvSpPr>
          <p:cNvPr id="26" name="SE-010-26">
            <a:extLst xmlns:a="http://schemas.openxmlformats.org/drawingml/2006/main">
              <a:ext uri="{FF2B5EF4-FFF2-40B4-BE49-F238E27FC236}">
                <a16:creationId xmlns:a16="http://schemas.microsoft.com/office/drawing/2014/main" id="{E8D06014-87B8-4DCE-94AD-949EBF71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181350"/>
            <a:ext cx="5048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SE-010-27">
            <a:extLst xmlns:a="http://schemas.openxmlformats.org/drawingml/2006/main">
              <a:ext uri="{FF2B5EF4-FFF2-40B4-BE49-F238E27FC236}">
                <a16:creationId xmlns:a16="http://schemas.microsoft.com/office/drawing/2014/main" id="{A0873951-693B-47E9-9746-60DDC27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21945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0">
            <a:noFill/>
          </a:ln>
        </p:spPr>
      </p:sp>
      <p:sp>
        <p:nvSpPr>
          <p:cNvPr id="28" name="SE-010-28">
            <a:extLst xmlns:a="http://schemas.openxmlformats.org/drawingml/2006/main">
              <a:ext uri="{FF2B5EF4-FFF2-40B4-BE49-F238E27FC236}">
                <a16:creationId xmlns:a16="http://schemas.microsoft.com/office/drawing/2014/main" id="{13688FF4-70EF-4F94-B023-D5951FB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27660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0">
            <a:noFill/>
          </a:ln>
        </p:spPr>
      </p:sp>
      <p:sp>
        <p:nvSpPr>
          <p:cNvPr id="29" name="SE-010-29">
            <a:extLst xmlns:a="http://schemas.openxmlformats.org/drawingml/2006/main">
              <a:ext uri="{FF2B5EF4-FFF2-40B4-BE49-F238E27FC236}">
                <a16:creationId xmlns:a16="http://schemas.microsoft.com/office/drawing/2014/main" id="{FEA2FAFD-0517-41C6-97B4-EDB9F6D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33375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0">
            <a:noFill/>
          </a:ln>
        </p:spPr>
      </p:sp>
      <p:sp>
        <p:nvSpPr>
          <p:cNvPr id="30" name="SE-010-30">
            <a:extLst xmlns:a="http://schemas.openxmlformats.org/drawingml/2006/main">
              <a:ext uri="{FF2B5EF4-FFF2-40B4-BE49-F238E27FC236}">
                <a16:creationId xmlns:a16="http://schemas.microsoft.com/office/drawing/2014/main" id="{01A3CB58-C2EE-47D3-9A64-3A74A84A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39090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0">
            <a:noFill/>
          </a:ln>
        </p:spPr>
      </p:sp>
      <p:sp>
        <p:nvSpPr>
          <p:cNvPr id="31" name="SE-010-31">
            <a:extLst xmlns:a="http://schemas.openxmlformats.org/drawingml/2006/main">
              <a:ext uri="{FF2B5EF4-FFF2-40B4-BE49-F238E27FC236}">
                <a16:creationId xmlns:a16="http://schemas.microsoft.com/office/drawing/2014/main" id="{B4759139-FFEF-453D-8296-33467A8D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44805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0">
            <a:noFill/>
          </a:ln>
        </p:spPr>
      </p:sp>
      <p:sp>
        <p:nvSpPr>
          <p:cNvPr id="32" name="SE-010-32">
            <a:extLst xmlns:a="http://schemas.openxmlformats.org/drawingml/2006/main">
              <a:ext uri="{FF2B5EF4-FFF2-40B4-BE49-F238E27FC236}">
                <a16:creationId xmlns:a16="http://schemas.microsoft.com/office/drawing/2014/main" id="{8CC12DC5-540B-4229-9EC2-E41A162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67100"/>
            <a:ext cx="7810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C7E1B3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3" name="SE-010-33">
            <a:extLst xmlns:a="http://schemas.openxmlformats.org/drawingml/2006/main">
              <a:ext uri="{FF2B5EF4-FFF2-40B4-BE49-F238E27FC236}">
                <a16:creationId xmlns:a16="http://schemas.microsoft.com/office/drawing/2014/main" id="{A66E2B90-69CD-4A76-A69B-CC2AE97A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562350"/>
            <a:ext cx="47625" cy="238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SE-010-34">
            <a:extLst xmlns:a="http://schemas.openxmlformats.org/drawingml/2006/main">
              <a:ext uri="{FF2B5EF4-FFF2-40B4-BE49-F238E27FC236}">
                <a16:creationId xmlns:a16="http://schemas.microsoft.com/office/drawing/2014/main" id="{B7486D31-8D7F-4920-989E-DFC5A06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571875"/>
            <a:ext cx="600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Ruby</a:t>
            </a:r>
          </a:p>
        </p:txBody>
      </p:sp>
      <p:sp>
        <p:nvSpPr>
          <p:cNvPr id="35" name="SE-010-35">
            <a:extLst xmlns:a="http://schemas.openxmlformats.org/drawingml/2006/main">
              <a:ext uri="{FF2B5EF4-FFF2-40B4-BE49-F238E27FC236}">
                <a16:creationId xmlns:a16="http://schemas.microsoft.com/office/drawing/2014/main" id="{F87FAB84-3896-409C-9AEE-FB9CEC34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67175"/>
            <a:ext cx="638175" cy="561975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C65A0"/>
          </a:solidFill>
          <a:ln xmlns:a="http://schemas.openxmlformats.org/drawingml/2006/main" w="9525">
            <a:solidFill>
              <a:srgbClr val="AAAAAA"/>
            </a:solidFill>
          </a:ln>
        </p:spPr>
      </p:sp>
      <p:sp>
        <p:nvSpPr>
          <p:cNvPr id="36" name="SE-010-36">
            <a:extLst xmlns:a="http://schemas.openxmlformats.org/drawingml/2006/main">
              <a:ext uri="{FF2B5EF4-FFF2-40B4-BE49-F238E27FC236}">
                <a16:creationId xmlns:a16="http://schemas.microsoft.com/office/drawing/2014/main" id="{2D3183B8-7140-429F-BEF6-BBC5452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4133850"/>
            <a:ext cx="5048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SE-010-37">
            <a:extLst xmlns:a="http://schemas.openxmlformats.org/drawingml/2006/main">
              <a:ext uri="{FF2B5EF4-FFF2-40B4-BE49-F238E27FC236}">
                <a16:creationId xmlns:a16="http://schemas.microsoft.com/office/drawing/2014/main" id="{1E8127FD-B44D-4AB3-8F81-6D987202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17195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5A0"/>
          </a:solidFill>
          <a:ln xmlns:a="http://schemas.openxmlformats.org/drawingml/2006/main" w="0">
            <a:noFill/>
          </a:ln>
        </p:spPr>
      </p:sp>
      <p:sp>
        <p:nvSpPr>
          <p:cNvPr id="38" name="SE-010-38">
            <a:extLst xmlns:a="http://schemas.openxmlformats.org/drawingml/2006/main">
              <a:ext uri="{FF2B5EF4-FFF2-40B4-BE49-F238E27FC236}">
                <a16:creationId xmlns:a16="http://schemas.microsoft.com/office/drawing/2014/main" id="{A3812DF2-48FA-4139-94F1-410ED24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22910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5A0"/>
          </a:solidFill>
          <a:ln xmlns:a="http://schemas.openxmlformats.org/drawingml/2006/main" w="0">
            <a:noFill/>
          </a:ln>
        </p:spPr>
      </p:sp>
      <p:sp>
        <p:nvSpPr>
          <p:cNvPr id="39" name="SE-010-39">
            <a:extLst xmlns:a="http://schemas.openxmlformats.org/drawingml/2006/main">
              <a:ext uri="{FF2B5EF4-FFF2-40B4-BE49-F238E27FC236}">
                <a16:creationId xmlns:a16="http://schemas.microsoft.com/office/drawing/2014/main" id="{1B660E9E-72C7-4CD8-BAE0-B468A3BE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28625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5A0"/>
          </a:solidFill>
          <a:ln xmlns:a="http://schemas.openxmlformats.org/drawingml/2006/main" w="0">
            <a:noFill/>
          </a:ln>
        </p:spPr>
      </p:sp>
      <p:sp>
        <p:nvSpPr>
          <p:cNvPr id="40" name="SE-010-40">
            <a:extLst xmlns:a="http://schemas.openxmlformats.org/drawingml/2006/main">
              <a:ext uri="{FF2B5EF4-FFF2-40B4-BE49-F238E27FC236}">
                <a16:creationId xmlns:a16="http://schemas.microsoft.com/office/drawing/2014/main" id="{331ED557-12D1-45DE-B4B5-ECA9589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34340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5A0"/>
          </a:solidFill>
          <a:ln xmlns:a="http://schemas.openxmlformats.org/drawingml/2006/main" w="0">
            <a:noFill/>
          </a:ln>
        </p:spPr>
      </p:sp>
      <p:sp>
        <p:nvSpPr>
          <p:cNvPr id="41" name="SE-010-41">
            <a:extLst xmlns:a="http://schemas.openxmlformats.org/drawingml/2006/main">
              <a:ext uri="{FF2B5EF4-FFF2-40B4-BE49-F238E27FC236}">
                <a16:creationId xmlns:a16="http://schemas.microsoft.com/office/drawing/2014/main" id="{317910E5-A106-4A87-9643-A7AF2360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400550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5A0"/>
          </a:solidFill>
          <a:ln xmlns:a="http://schemas.openxmlformats.org/drawingml/2006/main" w="0">
            <a:noFill/>
          </a:ln>
        </p:spPr>
      </p:sp>
      <p:sp>
        <p:nvSpPr>
          <p:cNvPr id="42" name="SE-010-42">
            <a:extLst xmlns:a="http://schemas.openxmlformats.org/drawingml/2006/main">
              <a:ext uri="{FF2B5EF4-FFF2-40B4-BE49-F238E27FC236}">
                <a16:creationId xmlns:a16="http://schemas.microsoft.com/office/drawing/2014/main" id="{5D3E158F-1252-4D6E-976A-26E341DA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419600"/>
            <a:ext cx="7810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C65A0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3" name="SE-010-43">
            <a:extLst xmlns:a="http://schemas.openxmlformats.org/drawingml/2006/main">
              <a:ext uri="{FF2B5EF4-FFF2-40B4-BE49-F238E27FC236}">
                <a16:creationId xmlns:a16="http://schemas.microsoft.com/office/drawing/2014/main" id="{2B6CF050-19B3-4EA4-90EF-52A66157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14850"/>
            <a:ext cx="47625" cy="238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SE-010-44">
            <a:extLst xmlns:a="http://schemas.openxmlformats.org/drawingml/2006/main">
              <a:ext uri="{FF2B5EF4-FFF2-40B4-BE49-F238E27FC236}">
                <a16:creationId xmlns:a16="http://schemas.microsoft.com/office/drawing/2014/main" id="{E926FDD7-B942-4253-9284-82E5D0C2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524375"/>
            <a:ext cx="600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5" name="SE-010-path-45">
            <a:extLst xmlns:a="http://schemas.openxmlformats.org/drawingml/2006/main">
              <a:ext uri="{FF2B5EF4-FFF2-40B4-BE49-F238E27FC236}">
                <a16:creationId xmlns:a16="http://schemas.microsoft.com/office/drawing/2014/main" id="{E7EB9947-A623-4D02-9EF4-BF7A268F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670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4A7EBF"/>
            </a:solidFill>
          </a:ln>
        </p:spPr>
      </p:sp>
      <p:sp>
        <p:nvSpPr>
          <p:cNvPr id="46" name="SE-010-path-46">
            <a:extLst xmlns:a="http://schemas.openxmlformats.org/drawingml/2006/main">
              <a:ext uri="{FF2B5EF4-FFF2-40B4-BE49-F238E27FC236}">
                <a16:creationId xmlns:a16="http://schemas.microsoft.com/office/drawing/2014/main" id="{ADC8E8E2-6965-4F88-B4E1-01B60E0F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180975" cy="171450"/>
          </a:xfrm>
          <a:custGeom xmlns:a="http://schemas.openxmlformats.org/drawingml/2006/main">
            <a:pathLst>
              <a:path w="180975" h="171450">
                <a:moveTo>
                  <a:pt x="0" y="0"/>
                </a:moveTo>
                <a:lnTo>
                  <a:pt x="18097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4A7EBF"/>
            </a:solidFill>
          </a:ln>
        </p:spPr>
      </p:sp>
      <p:sp>
        <p:nvSpPr>
          <p:cNvPr id="47" name="SE-010-47">
            <a:extLst xmlns:a="http://schemas.openxmlformats.org/drawingml/2006/main">
              <a:ext uri="{FF2B5EF4-FFF2-40B4-BE49-F238E27FC236}">
                <a16:creationId xmlns:a16="http://schemas.microsoft.com/office/drawing/2014/main" id="{1A10BF40-BB45-478D-81AB-4122FA39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48" name="SE-010-48">
            <a:extLst xmlns:a="http://schemas.openxmlformats.org/drawingml/2006/main">
              <a:ext uri="{FF2B5EF4-FFF2-40B4-BE49-F238E27FC236}">
                <a16:creationId xmlns:a16="http://schemas.microsoft.com/office/drawing/2014/main" id="{9A37C52F-4BFA-4381-9226-B165F6C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4954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Tuple</a:t>
            </a:r>
          </a:p>
        </p:txBody>
      </p:sp>
      <p:sp>
        <p:nvSpPr>
          <p:cNvPr id="49" name="SE-010-49">
            <a:extLst xmlns:a="http://schemas.openxmlformats.org/drawingml/2006/main">
              <a:ext uri="{FF2B5EF4-FFF2-40B4-BE49-F238E27FC236}">
                <a16:creationId xmlns:a16="http://schemas.microsoft.com/office/drawing/2014/main" id="{AAF1928D-E83F-494E-ABB7-C38663DE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9542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AugData Tuple</a:t>
            </a:r>
          </a:p>
        </p:txBody>
      </p:sp>
      <p:sp>
        <p:nvSpPr>
          <p:cNvPr id="50" name="SE-010-50">
            <a:extLst xmlns:a="http://schemas.openxmlformats.org/drawingml/2006/main">
              <a:ext uri="{FF2B5EF4-FFF2-40B4-BE49-F238E27FC236}">
                <a16:creationId xmlns:a16="http://schemas.microsoft.com/office/drawing/2014/main" id="{B23D26C3-13F2-4A01-8709-044E4390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828800"/>
            <a:ext cx="733425" cy="2571750"/>
          </a:xfrm>
          <a:prstGeom xmlns:a="http://schemas.openxmlformats.org/drawingml/2006/main" prst="roundRect">
            <a:avLst>
              <a:gd name="adj" fmla="val 389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dash"/>
          </a:ln>
        </p:spPr>
      </p:sp>
      <p:sp>
        <p:nvSpPr>
          <p:cNvPr id="51" name="SE-010-51">
            <a:extLst xmlns:a="http://schemas.openxmlformats.org/drawingml/2006/main">
              <a:ext uri="{FF2B5EF4-FFF2-40B4-BE49-F238E27FC236}">
                <a16:creationId xmlns:a16="http://schemas.microsoft.com/office/drawing/2014/main" id="{0ED67C5D-959E-4025-B7E8-37F2A137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733425" cy="2571750"/>
          </a:xfrm>
          <a:prstGeom xmlns:a="http://schemas.openxmlformats.org/drawingml/2006/main" prst="roundRect">
            <a:avLst>
              <a:gd name="adj" fmla="val 389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dash"/>
          </a:ln>
        </p:spPr>
      </p:sp>
      <p:sp>
        <p:nvSpPr>
          <p:cNvPr id="52" name="SE-010-52">
            <a:extLst xmlns:a="http://schemas.openxmlformats.org/drawingml/2006/main">
              <a:ext uri="{FF2B5EF4-FFF2-40B4-BE49-F238E27FC236}">
                <a16:creationId xmlns:a16="http://schemas.microsoft.com/office/drawing/2014/main" id="{BA7EBEFC-7232-426B-A3E8-1D150C7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9145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7EBF"/>
            </a:solidFill>
          </a:ln>
        </p:spPr>
      </p:sp>
      <p:sp>
        <p:nvSpPr>
          <p:cNvPr id="53" name="SE-010-53">
            <a:extLst xmlns:a="http://schemas.openxmlformats.org/drawingml/2006/main">
              <a:ext uri="{FF2B5EF4-FFF2-40B4-BE49-F238E27FC236}">
                <a16:creationId xmlns:a16="http://schemas.microsoft.com/office/drawing/2014/main" id="{76890151-94B6-4DBE-ACD5-107A653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145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7EBF"/>
            </a:solidFill>
          </a:ln>
        </p:spPr>
      </p:sp>
      <p:sp>
        <p:nvSpPr>
          <p:cNvPr id="54" name="SE-010-54">
            <a:extLst xmlns:a="http://schemas.openxmlformats.org/drawingml/2006/main">
              <a:ext uri="{FF2B5EF4-FFF2-40B4-BE49-F238E27FC236}">
                <a16:creationId xmlns:a16="http://schemas.microsoft.com/office/drawing/2014/main" id="{E935E24E-9DF6-4BFC-80A8-A4427E6B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812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Code₁</a:t>
            </a:r>
          </a:p>
        </p:txBody>
      </p:sp>
      <p:sp>
        <p:nvSpPr>
          <p:cNvPr id="55" name="SE-010-55">
            <a:extLst xmlns:a="http://schemas.openxmlformats.org/drawingml/2006/main">
              <a:ext uri="{FF2B5EF4-FFF2-40B4-BE49-F238E27FC236}">
                <a16:creationId xmlns:a16="http://schemas.microsoft.com/office/drawing/2014/main" id="{D6197BF2-D7D4-4C07-8E31-77FE0AC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Code*₁</a:t>
            </a:r>
          </a:p>
        </p:txBody>
      </p:sp>
      <p:sp>
        <p:nvSpPr>
          <p:cNvPr id="56" name="SE-010-path-56">
            <a:extLst xmlns:a="http://schemas.openxmlformats.org/drawingml/2006/main">
              <a:ext uri="{FF2B5EF4-FFF2-40B4-BE49-F238E27FC236}">
                <a16:creationId xmlns:a16="http://schemas.microsoft.com/office/drawing/2014/main" id="{0BB3FF54-7BC4-47B8-BA5D-7DDD63F5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81225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57" name="SE-010-path-57">
            <a:extLst xmlns:a="http://schemas.openxmlformats.org/drawingml/2006/main">
              <a:ext uri="{FF2B5EF4-FFF2-40B4-BE49-F238E27FC236}">
                <a16:creationId xmlns:a16="http://schemas.microsoft.com/office/drawing/2014/main" id="{67C8633F-7F71-4E05-A0B3-80C3AFEA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840" y="2132842"/>
            <a:ext cx="92935" cy="96766"/>
          </a:xfrm>
          <a:custGeom xmlns:a="http://schemas.openxmlformats.org/drawingml/2006/main">
            <a:pathLst>
              <a:path w="92935" h="96766">
                <a:moveTo>
                  <a:pt x="0" y="96766"/>
                </a:moveTo>
                <a:lnTo>
                  <a:pt x="92935" y="483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ACAF"/>
          </a:solidFill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58" name="SE-010-58">
            <a:extLst xmlns:a="http://schemas.openxmlformats.org/drawingml/2006/main">
              <a:ext uri="{FF2B5EF4-FFF2-40B4-BE49-F238E27FC236}">
                <a16:creationId xmlns:a16="http://schemas.microsoft.com/office/drawing/2014/main" id="{54A45E66-25BD-4807-9A8F-462F9B93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943100"/>
            <a:ext cx="638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[MASK]</a:t>
            </a:r>
          </a:p>
        </p:txBody>
      </p:sp>
      <p:sp>
        <p:nvSpPr>
          <p:cNvPr id="59" name="SE-010-59">
            <a:extLst xmlns:a="http://schemas.openxmlformats.org/drawingml/2006/main">
              <a:ext uri="{FF2B5EF4-FFF2-40B4-BE49-F238E27FC236}">
                <a16:creationId xmlns:a16="http://schemas.microsoft.com/office/drawing/2014/main" id="{814CF8DC-28FD-4B40-805C-73588C89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622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7EBF"/>
            </a:solidFill>
          </a:ln>
        </p:spPr>
      </p:sp>
      <p:sp>
        <p:nvSpPr>
          <p:cNvPr id="60" name="SE-010-60">
            <a:extLst xmlns:a="http://schemas.openxmlformats.org/drawingml/2006/main">
              <a:ext uri="{FF2B5EF4-FFF2-40B4-BE49-F238E27FC236}">
                <a16:creationId xmlns:a16="http://schemas.microsoft.com/office/drawing/2014/main" id="{426D3A89-6E9A-4A27-B126-C1D7D6C7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622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7EBF"/>
            </a:solidFill>
          </a:ln>
        </p:spPr>
      </p:sp>
      <p:sp>
        <p:nvSpPr>
          <p:cNvPr id="61" name="SE-010-61">
            <a:extLst xmlns:a="http://schemas.openxmlformats.org/drawingml/2006/main">
              <a:ext uri="{FF2B5EF4-FFF2-40B4-BE49-F238E27FC236}">
                <a16:creationId xmlns:a16="http://schemas.microsoft.com/office/drawing/2014/main" id="{83853D66-3CBF-4AE9-85E2-917054C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289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NL₁</a:t>
            </a:r>
          </a:p>
        </p:txBody>
      </p:sp>
      <p:sp>
        <p:nvSpPr>
          <p:cNvPr id="62" name="SE-010-62">
            <a:extLst xmlns:a="http://schemas.openxmlformats.org/drawingml/2006/main">
              <a:ext uri="{FF2B5EF4-FFF2-40B4-BE49-F238E27FC236}">
                <a16:creationId xmlns:a16="http://schemas.microsoft.com/office/drawing/2014/main" id="{881ABC70-8C47-436B-83F0-523E3BC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NL*₁</a:t>
            </a:r>
          </a:p>
        </p:txBody>
      </p:sp>
      <p:sp>
        <p:nvSpPr>
          <p:cNvPr id="63" name="SE-010-path-63">
            <a:extLst xmlns:a="http://schemas.openxmlformats.org/drawingml/2006/main">
              <a:ext uri="{FF2B5EF4-FFF2-40B4-BE49-F238E27FC236}">
                <a16:creationId xmlns:a16="http://schemas.microsoft.com/office/drawing/2014/main" id="{FE22A2BE-2711-4537-A1F7-E534DFFC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28925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64" name="SE-010-path-64">
            <a:extLst xmlns:a="http://schemas.openxmlformats.org/drawingml/2006/main">
              <a:ext uri="{FF2B5EF4-FFF2-40B4-BE49-F238E27FC236}">
                <a16:creationId xmlns:a16="http://schemas.microsoft.com/office/drawing/2014/main" id="{96153715-70E4-4359-BCED-8847BD50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840" y="2780542"/>
            <a:ext cx="92935" cy="96766"/>
          </a:xfrm>
          <a:custGeom xmlns:a="http://schemas.openxmlformats.org/drawingml/2006/main">
            <a:pathLst>
              <a:path w="92935" h="96766">
                <a:moveTo>
                  <a:pt x="0" y="96766"/>
                </a:moveTo>
                <a:lnTo>
                  <a:pt x="92935" y="483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ACAF"/>
          </a:solidFill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65" name="SE-010-65">
            <a:extLst xmlns:a="http://schemas.openxmlformats.org/drawingml/2006/main">
              <a:ext uri="{FF2B5EF4-FFF2-40B4-BE49-F238E27FC236}">
                <a16:creationId xmlns:a16="http://schemas.microsoft.com/office/drawing/2014/main" id="{C918DFB9-2BD2-4715-AB06-CAA902FE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590800"/>
            <a:ext cx="638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[MASK]</a:t>
            </a:r>
          </a:p>
        </p:txBody>
      </p:sp>
      <p:sp>
        <p:nvSpPr>
          <p:cNvPr id="66" name="SE-010-66">
            <a:extLst xmlns:a="http://schemas.openxmlformats.org/drawingml/2006/main">
              <a:ext uri="{FF2B5EF4-FFF2-40B4-BE49-F238E27FC236}">
                <a16:creationId xmlns:a16="http://schemas.microsoft.com/office/drawing/2014/main" id="{4ACB619F-82B1-4D44-B1E1-852C3719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2099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5AB62"/>
            </a:solidFill>
          </a:ln>
        </p:spPr>
      </p:sp>
      <p:sp>
        <p:nvSpPr>
          <p:cNvPr id="67" name="SE-010-67">
            <a:extLst xmlns:a="http://schemas.openxmlformats.org/drawingml/2006/main">
              <a:ext uri="{FF2B5EF4-FFF2-40B4-BE49-F238E27FC236}">
                <a16:creationId xmlns:a16="http://schemas.microsoft.com/office/drawing/2014/main" id="{B80172C3-E632-42BC-A1C8-A84FA3C8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99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5AB62"/>
            </a:solidFill>
          </a:ln>
        </p:spPr>
      </p:sp>
      <p:sp>
        <p:nvSpPr>
          <p:cNvPr id="68" name="SE-010-68">
            <a:extLst xmlns:a="http://schemas.openxmlformats.org/drawingml/2006/main">
              <a:ext uri="{FF2B5EF4-FFF2-40B4-BE49-F238E27FC236}">
                <a16:creationId xmlns:a16="http://schemas.microsoft.com/office/drawing/2014/main" id="{DC1CD285-259E-436E-AFFD-B69EC3DC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766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Code₂</a:t>
            </a:r>
          </a:p>
        </p:txBody>
      </p:sp>
      <p:sp>
        <p:nvSpPr>
          <p:cNvPr id="69" name="SE-010-69">
            <a:extLst xmlns:a="http://schemas.openxmlformats.org/drawingml/2006/main">
              <a:ext uri="{FF2B5EF4-FFF2-40B4-BE49-F238E27FC236}">
                <a16:creationId xmlns:a16="http://schemas.microsoft.com/office/drawing/2014/main" id="{A7F15FCA-A811-487E-BFAE-B3398EEB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Code*₂</a:t>
            </a:r>
          </a:p>
        </p:txBody>
      </p:sp>
      <p:sp>
        <p:nvSpPr>
          <p:cNvPr id="70" name="SE-010-path-70">
            <a:extLst xmlns:a="http://schemas.openxmlformats.org/drawingml/2006/main">
              <a:ext uri="{FF2B5EF4-FFF2-40B4-BE49-F238E27FC236}">
                <a16:creationId xmlns:a16="http://schemas.microsoft.com/office/drawing/2014/main" id="{30D183AA-C411-49C2-9B18-22ACC44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76625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71" name="SE-010-path-71">
            <a:extLst xmlns:a="http://schemas.openxmlformats.org/drawingml/2006/main">
              <a:ext uri="{FF2B5EF4-FFF2-40B4-BE49-F238E27FC236}">
                <a16:creationId xmlns:a16="http://schemas.microsoft.com/office/drawing/2014/main" id="{028E8B2D-930F-442A-8F47-8C27F6C1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840" y="3428242"/>
            <a:ext cx="92935" cy="96766"/>
          </a:xfrm>
          <a:custGeom xmlns:a="http://schemas.openxmlformats.org/drawingml/2006/main">
            <a:pathLst>
              <a:path w="92935" h="96766">
                <a:moveTo>
                  <a:pt x="0" y="96766"/>
                </a:moveTo>
                <a:lnTo>
                  <a:pt x="92935" y="483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ACAF"/>
          </a:solidFill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72" name="SE-010-72">
            <a:extLst xmlns:a="http://schemas.openxmlformats.org/drawingml/2006/main">
              <a:ext uri="{FF2B5EF4-FFF2-40B4-BE49-F238E27FC236}">
                <a16:creationId xmlns:a16="http://schemas.microsoft.com/office/drawing/2014/main" id="{9003E864-6752-4863-9FB8-516B99F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638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Augment</a:t>
            </a:r>
          </a:p>
        </p:txBody>
      </p:sp>
      <p:sp>
        <p:nvSpPr>
          <p:cNvPr id="73" name="SE-010-73">
            <a:extLst xmlns:a="http://schemas.openxmlformats.org/drawingml/2006/main">
              <a:ext uri="{FF2B5EF4-FFF2-40B4-BE49-F238E27FC236}">
                <a16:creationId xmlns:a16="http://schemas.microsoft.com/office/drawing/2014/main" id="{D1597E20-E6AE-49E1-A018-59C9043F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576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5AB62"/>
            </a:solidFill>
          </a:ln>
        </p:spPr>
      </p:sp>
      <p:sp>
        <p:nvSpPr>
          <p:cNvPr id="74" name="SE-010-74">
            <a:extLst xmlns:a="http://schemas.openxmlformats.org/drawingml/2006/main">
              <a:ext uri="{FF2B5EF4-FFF2-40B4-BE49-F238E27FC236}">
                <a16:creationId xmlns:a16="http://schemas.microsoft.com/office/drawing/2014/main" id="{2ACC9A9A-D324-4222-BC52-C31EA44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57625"/>
            <a:ext cx="619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5AB62"/>
            </a:solidFill>
          </a:ln>
        </p:spPr>
      </p:sp>
      <p:sp>
        <p:nvSpPr>
          <p:cNvPr id="75" name="SE-010-75">
            <a:extLst xmlns:a="http://schemas.openxmlformats.org/drawingml/2006/main">
              <a:ext uri="{FF2B5EF4-FFF2-40B4-BE49-F238E27FC236}">
                <a16:creationId xmlns:a16="http://schemas.microsoft.com/office/drawing/2014/main" id="{57FA02DE-F0C2-4380-A721-F367BD6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9243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NL₂</a:t>
            </a:r>
          </a:p>
        </p:txBody>
      </p:sp>
      <p:sp>
        <p:nvSpPr>
          <p:cNvPr id="76" name="SE-010-76">
            <a:extLst xmlns:a="http://schemas.openxmlformats.org/drawingml/2006/main">
              <a:ext uri="{FF2B5EF4-FFF2-40B4-BE49-F238E27FC236}">
                <a16:creationId xmlns:a16="http://schemas.microsoft.com/office/drawing/2014/main" id="{F4908F40-F2CE-4310-B79E-39633E04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NL*₂</a:t>
            </a:r>
          </a:p>
        </p:txBody>
      </p:sp>
      <p:sp>
        <p:nvSpPr>
          <p:cNvPr id="77" name="SE-010-path-77">
            <a:extLst xmlns:a="http://schemas.openxmlformats.org/drawingml/2006/main">
              <a:ext uri="{FF2B5EF4-FFF2-40B4-BE49-F238E27FC236}">
                <a16:creationId xmlns:a16="http://schemas.microsoft.com/office/drawing/2014/main" id="{B0C2310E-EA60-4D67-9372-23A8070F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24325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78" name="SE-010-path-78">
            <a:extLst xmlns:a="http://schemas.openxmlformats.org/drawingml/2006/main">
              <a:ext uri="{FF2B5EF4-FFF2-40B4-BE49-F238E27FC236}">
                <a16:creationId xmlns:a16="http://schemas.microsoft.com/office/drawing/2014/main" id="{D59CC51F-39A1-4D93-8173-34C4703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840" y="4075942"/>
            <a:ext cx="92935" cy="96766"/>
          </a:xfrm>
          <a:custGeom xmlns:a="http://schemas.openxmlformats.org/drawingml/2006/main">
            <a:pathLst>
              <a:path w="92935" h="96766">
                <a:moveTo>
                  <a:pt x="0" y="96766"/>
                </a:moveTo>
                <a:lnTo>
                  <a:pt x="92935" y="483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ACAF"/>
          </a:solidFill>
          <a:ln xmlns:a="http://schemas.openxmlformats.org/drawingml/2006/main" w="28575">
            <a:solidFill>
              <a:srgbClr val="A9ACAF"/>
            </a:solidFill>
          </a:ln>
        </p:spPr>
      </p:sp>
      <p:sp>
        <p:nvSpPr>
          <p:cNvPr id="79" name="SE-010-79">
            <a:extLst xmlns:a="http://schemas.openxmlformats.org/drawingml/2006/main">
              <a:ext uri="{FF2B5EF4-FFF2-40B4-BE49-F238E27FC236}">
                <a16:creationId xmlns:a16="http://schemas.microsoft.com/office/drawing/2014/main" id="{85EA888B-272D-491B-B90E-69E9CEBA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86200"/>
            <a:ext cx="638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Supplement</a:t>
            </a:r>
          </a:p>
        </p:txBody>
      </p:sp>
      <p:sp>
        <p:nvSpPr>
          <p:cNvPr id="80" name="SE-010-path-80">
            <a:extLst xmlns:a="http://schemas.openxmlformats.org/drawingml/2006/main">
              <a:ext uri="{FF2B5EF4-FFF2-40B4-BE49-F238E27FC236}">
                <a16:creationId xmlns:a16="http://schemas.microsoft.com/office/drawing/2014/main" id="{561E2929-1270-44D2-AC05-8A6817B9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620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1" name="SE-010-path-81">
            <a:extLst xmlns:a="http://schemas.openxmlformats.org/drawingml/2006/main">
              <a:ext uri="{FF2B5EF4-FFF2-40B4-BE49-F238E27FC236}">
                <a16:creationId xmlns:a16="http://schemas.microsoft.com/office/drawing/2014/main" id="{18C47F89-9734-45B2-BADA-F9D70AC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667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2" name="SE-010-path-82">
            <a:extLst xmlns:a="http://schemas.openxmlformats.org/drawingml/2006/main">
              <a:ext uri="{FF2B5EF4-FFF2-40B4-BE49-F238E27FC236}">
                <a16:creationId xmlns:a16="http://schemas.microsoft.com/office/drawing/2014/main" id="{B0A1DD77-E7D8-43FB-8E27-6D1E4183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9715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3" name="SE-010-path-83">
            <a:extLst xmlns:a="http://schemas.openxmlformats.org/drawingml/2006/main">
              <a:ext uri="{FF2B5EF4-FFF2-40B4-BE49-F238E27FC236}">
                <a16:creationId xmlns:a16="http://schemas.microsoft.com/office/drawing/2014/main" id="{FE363AFE-E631-49EA-9A95-84EA87F7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0763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4" name="SE-010-path-84">
            <a:extLst xmlns:a="http://schemas.openxmlformats.org/drawingml/2006/main">
              <a:ext uri="{FF2B5EF4-FFF2-40B4-BE49-F238E27FC236}">
                <a16:creationId xmlns:a16="http://schemas.microsoft.com/office/drawing/2014/main" id="{77A67951-B186-4BDD-A00D-60575B5B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1811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5" name="SE-010-path-85">
            <a:extLst xmlns:a="http://schemas.openxmlformats.org/drawingml/2006/main">
              <a:ext uri="{FF2B5EF4-FFF2-40B4-BE49-F238E27FC236}">
                <a16:creationId xmlns:a16="http://schemas.microsoft.com/office/drawing/2014/main" id="{864E2BC6-7F15-41DC-9C78-C7877641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858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6" name="SE-010-path-86">
            <a:extLst xmlns:a="http://schemas.openxmlformats.org/drawingml/2006/main">
              <a:ext uri="{FF2B5EF4-FFF2-40B4-BE49-F238E27FC236}">
                <a16:creationId xmlns:a16="http://schemas.microsoft.com/office/drawing/2014/main" id="{AE1757D5-EFF1-4F38-91EB-F5724D0B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906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7" name="SE-010-path-87">
            <a:extLst xmlns:a="http://schemas.openxmlformats.org/drawingml/2006/main">
              <a:ext uri="{FF2B5EF4-FFF2-40B4-BE49-F238E27FC236}">
                <a16:creationId xmlns:a16="http://schemas.microsoft.com/office/drawing/2014/main" id="{F6667124-39CC-4E88-BF8E-A57B4F2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954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8" name="SE-010-path-88">
            <a:extLst xmlns:a="http://schemas.openxmlformats.org/drawingml/2006/main">
              <a:ext uri="{FF2B5EF4-FFF2-40B4-BE49-F238E27FC236}">
                <a16:creationId xmlns:a16="http://schemas.microsoft.com/office/drawing/2014/main" id="{41EA2FEC-F10B-4E1D-BA69-9018E7CF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89" name="SE-010-path-89">
            <a:extLst xmlns:a="http://schemas.openxmlformats.org/drawingml/2006/main">
              <a:ext uri="{FF2B5EF4-FFF2-40B4-BE49-F238E27FC236}">
                <a16:creationId xmlns:a16="http://schemas.microsoft.com/office/drawing/2014/main" id="{47D662EC-E303-4834-A600-448C3691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049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0" name="SE-010-path-90">
            <a:extLst xmlns:a="http://schemas.openxmlformats.org/drawingml/2006/main">
              <a:ext uri="{FF2B5EF4-FFF2-40B4-BE49-F238E27FC236}">
                <a16:creationId xmlns:a16="http://schemas.microsoft.com/office/drawing/2014/main" id="{EA9CCA63-75F1-4253-9488-E22C5890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1" name="SE-010-path-91">
            <a:extLst xmlns:a="http://schemas.openxmlformats.org/drawingml/2006/main">
              <a:ext uri="{FF2B5EF4-FFF2-40B4-BE49-F238E27FC236}">
                <a16:creationId xmlns:a16="http://schemas.microsoft.com/office/drawing/2014/main" id="{FE898E09-F3AE-4559-A296-98B2BD1B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145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2" name="SE-010-path-92">
            <a:extLst xmlns:a="http://schemas.openxmlformats.org/drawingml/2006/main">
              <a:ext uri="{FF2B5EF4-FFF2-40B4-BE49-F238E27FC236}">
                <a16:creationId xmlns:a16="http://schemas.microsoft.com/office/drawing/2014/main" id="{4735D784-3411-4CC3-88B2-930BDBF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3" name="SE-010-path-93">
            <a:extLst xmlns:a="http://schemas.openxmlformats.org/drawingml/2006/main">
              <a:ext uri="{FF2B5EF4-FFF2-40B4-BE49-F238E27FC236}">
                <a16:creationId xmlns:a16="http://schemas.microsoft.com/office/drawing/2014/main" id="{AA72DFD2-F41F-4A50-80E9-4E4956A9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240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4" name="SE-010-path-94">
            <a:extLst xmlns:a="http://schemas.openxmlformats.org/drawingml/2006/main">
              <a:ext uri="{FF2B5EF4-FFF2-40B4-BE49-F238E27FC236}">
                <a16:creationId xmlns:a16="http://schemas.microsoft.com/office/drawing/2014/main" id="{0F3F6BCC-9CE7-4FC5-AC5B-0FE310FC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5" name="SE-010-path-95">
            <a:extLst xmlns:a="http://schemas.openxmlformats.org/drawingml/2006/main">
              <a:ext uri="{FF2B5EF4-FFF2-40B4-BE49-F238E27FC236}">
                <a16:creationId xmlns:a16="http://schemas.microsoft.com/office/drawing/2014/main" id="{3602447F-AB36-4E47-A522-E931FD16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6" name="SE-010-path-96">
            <a:extLst xmlns:a="http://schemas.openxmlformats.org/drawingml/2006/main">
              <a:ext uri="{FF2B5EF4-FFF2-40B4-BE49-F238E27FC236}">
                <a16:creationId xmlns:a16="http://schemas.microsoft.com/office/drawing/2014/main" id="{D2223AB9-AE33-4419-8484-33F9EADB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7" name="SE-010-path-97">
            <a:extLst xmlns:a="http://schemas.openxmlformats.org/drawingml/2006/main">
              <a:ext uri="{FF2B5EF4-FFF2-40B4-BE49-F238E27FC236}">
                <a16:creationId xmlns:a16="http://schemas.microsoft.com/office/drawing/2014/main" id="{2E06585C-5776-47CF-9C69-C51E485F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8" name="SE-010-path-98">
            <a:extLst xmlns:a="http://schemas.openxmlformats.org/drawingml/2006/main">
              <a:ext uri="{FF2B5EF4-FFF2-40B4-BE49-F238E27FC236}">
                <a16:creationId xmlns:a16="http://schemas.microsoft.com/office/drawing/2014/main" id="{BBE20B1D-28D6-4FDD-AE74-6040A50D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99" name="SE-010-path-99">
            <a:extLst xmlns:a="http://schemas.openxmlformats.org/drawingml/2006/main">
              <a:ext uri="{FF2B5EF4-FFF2-40B4-BE49-F238E27FC236}">
                <a16:creationId xmlns:a16="http://schemas.microsoft.com/office/drawing/2014/main" id="{18814666-2DA6-48FA-9EFD-19A355D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52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0" name="SE-010-path-100">
            <a:extLst xmlns:a="http://schemas.openxmlformats.org/drawingml/2006/main">
              <a:ext uri="{FF2B5EF4-FFF2-40B4-BE49-F238E27FC236}">
                <a16:creationId xmlns:a16="http://schemas.microsoft.com/office/drawing/2014/main" id="{EC6587A2-8E29-47B0-AA27-65DA7619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1" name="SE-010-path-101">
            <a:extLst xmlns:a="http://schemas.openxmlformats.org/drawingml/2006/main">
              <a:ext uri="{FF2B5EF4-FFF2-40B4-BE49-F238E27FC236}">
                <a16:creationId xmlns:a16="http://schemas.microsoft.com/office/drawing/2014/main" id="{4ABA94C0-1698-47E6-8DA8-D4CA3C37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622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2" name="SE-010-path-102">
            <a:extLst xmlns:a="http://schemas.openxmlformats.org/drawingml/2006/main">
              <a:ext uri="{FF2B5EF4-FFF2-40B4-BE49-F238E27FC236}">
                <a16:creationId xmlns:a16="http://schemas.microsoft.com/office/drawing/2014/main" id="{0860086C-8021-440F-84F8-233727B3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3" name="SE-010-path-103">
            <a:extLst xmlns:a="http://schemas.openxmlformats.org/drawingml/2006/main">
              <a:ext uri="{FF2B5EF4-FFF2-40B4-BE49-F238E27FC236}">
                <a16:creationId xmlns:a16="http://schemas.microsoft.com/office/drawing/2014/main" id="{8DBB951C-50BE-4BF7-B4EA-BC494C2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718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4" name="SE-010-path-104">
            <a:extLst xmlns:a="http://schemas.openxmlformats.org/drawingml/2006/main">
              <a:ext uri="{FF2B5EF4-FFF2-40B4-BE49-F238E27FC236}">
                <a16:creationId xmlns:a16="http://schemas.microsoft.com/office/drawing/2014/main" id="{7BD14D6F-454A-4A8C-8E45-56B71789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5" name="SE-010-path-105">
            <a:extLst xmlns:a="http://schemas.openxmlformats.org/drawingml/2006/main">
              <a:ext uri="{FF2B5EF4-FFF2-40B4-BE49-F238E27FC236}">
                <a16:creationId xmlns:a16="http://schemas.microsoft.com/office/drawing/2014/main" id="{27F60390-661C-433F-893B-91A4825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813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6" name="SE-010-path-106">
            <a:extLst xmlns:a="http://schemas.openxmlformats.org/drawingml/2006/main">
              <a:ext uri="{FF2B5EF4-FFF2-40B4-BE49-F238E27FC236}">
                <a16:creationId xmlns:a16="http://schemas.microsoft.com/office/drawing/2014/main" id="{50679BCA-7B94-4501-ADC5-4F2119A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7" name="SE-010-path-107">
            <a:extLst xmlns:a="http://schemas.openxmlformats.org/drawingml/2006/main">
              <a:ext uri="{FF2B5EF4-FFF2-40B4-BE49-F238E27FC236}">
                <a16:creationId xmlns:a16="http://schemas.microsoft.com/office/drawing/2014/main" id="{AD130210-38D4-443C-8E31-3BB0887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8" name="SE-010-path-108">
            <a:extLst xmlns:a="http://schemas.openxmlformats.org/drawingml/2006/main">
              <a:ext uri="{FF2B5EF4-FFF2-40B4-BE49-F238E27FC236}">
                <a16:creationId xmlns:a16="http://schemas.microsoft.com/office/drawing/2014/main" id="{AAD41AAD-44B8-4C19-9D44-B1B45828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09" name="SE-010-path-109">
            <a:extLst xmlns:a="http://schemas.openxmlformats.org/drawingml/2006/main">
              <a:ext uri="{FF2B5EF4-FFF2-40B4-BE49-F238E27FC236}">
                <a16:creationId xmlns:a16="http://schemas.microsoft.com/office/drawing/2014/main" id="{46C63719-9B76-44BE-87B6-2E5BD6B4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004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0" name="SE-010-path-110">
            <a:extLst xmlns:a="http://schemas.openxmlformats.org/drawingml/2006/main">
              <a:ext uri="{FF2B5EF4-FFF2-40B4-BE49-F238E27FC236}">
                <a16:creationId xmlns:a16="http://schemas.microsoft.com/office/drawing/2014/main" id="{3A458F18-B11B-49BC-96C9-C1DB2086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1" name="SE-010-path-111">
            <a:extLst xmlns:a="http://schemas.openxmlformats.org/drawingml/2006/main">
              <a:ext uri="{FF2B5EF4-FFF2-40B4-BE49-F238E27FC236}">
                <a16:creationId xmlns:a16="http://schemas.microsoft.com/office/drawing/2014/main" id="{96AEE36A-DF15-4EAE-B768-1D2F144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10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2" name="SE-010-path-112">
            <a:extLst xmlns:a="http://schemas.openxmlformats.org/drawingml/2006/main">
              <a:ext uri="{FF2B5EF4-FFF2-40B4-BE49-F238E27FC236}">
                <a16:creationId xmlns:a16="http://schemas.microsoft.com/office/drawing/2014/main" id="{BD76A152-2E24-4085-A147-02B572D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3" name="SE-010-path-113">
            <a:extLst xmlns:a="http://schemas.openxmlformats.org/drawingml/2006/main">
              <a:ext uri="{FF2B5EF4-FFF2-40B4-BE49-F238E27FC236}">
                <a16:creationId xmlns:a16="http://schemas.microsoft.com/office/drawing/2014/main" id="{C8699041-446B-4A74-9206-38F2937D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95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4" name="SE-010-path-114">
            <a:extLst xmlns:a="http://schemas.openxmlformats.org/drawingml/2006/main">
              <a:ext uri="{FF2B5EF4-FFF2-40B4-BE49-F238E27FC236}">
                <a16:creationId xmlns:a16="http://schemas.microsoft.com/office/drawing/2014/main" id="{164B4779-597B-4718-A5BA-EB1B49E4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5" name="SE-010-path-115">
            <a:extLst xmlns:a="http://schemas.openxmlformats.org/drawingml/2006/main">
              <a:ext uri="{FF2B5EF4-FFF2-40B4-BE49-F238E27FC236}">
                <a16:creationId xmlns:a16="http://schemas.microsoft.com/office/drawing/2014/main" id="{CEDB077B-07A3-4D45-A10F-95305634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291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6" name="SE-010-path-116">
            <a:extLst xmlns:a="http://schemas.openxmlformats.org/drawingml/2006/main">
              <a:ext uri="{FF2B5EF4-FFF2-40B4-BE49-F238E27FC236}">
                <a16:creationId xmlns:a16="http://schemas.microsoft.com/office/drawing/2014/main" id="{D90C55CF-6EA5-44C5-9B10-796BA21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7" name="SE-010-path-117">
            <a:extLst xmlns:a="http://schemas.openxmlformats.org/drawingml/2006/main">
              <a:ext uri="{FF2B5EF4-FFF2-40B4-BE49-F238E27FC236}">
                <a16:creationId xmlns:a16="http://schemas.microsoft.com/office/drawing/2014/main" id="{16D26A32-3B4D-481F-B4D8-1030F40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386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8" name="SE-010-path-118">
            <a:extLst xmlns:a="http://schemas.openxmlformats.org/drawingml/2006/main">
              <a:ext uri="{FF2B5EF4-FFF2-40B4-BE49-F238E27FC236}">
                <a16:creationId xmlns:a16="http://schemas.microsoft.com/office/drawing/2014/main" id="{D56E5605-261B-4102-B582-8CC36A5D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19" name="SE-010-path-119">
            <a:extLst xmlns:a="http://schemas.openxmlformats.org/drawingml/2006/main">
              <a:ext uri="{FF2B5EF4-FFF2-40B4-BE49-F238E27FC236}">
                <a16:creationId xmlns:a16="http://schemas.microsoft.com/office/drawing/2014/main" id="{35C63960-CCE3-45B8-89D8-94D5CDE1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482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0" name="SE-010-path-120">
            <a:extLst xmlns:a="http://schemas.openxmlformats.org/drawingml/2006/main">
              <a:ext uri="{FF2B5EF4-FFF2-40B4-BE49-F238E27FC236}">
                <a16:creationId xmlns:a16="http://schemas.microsoft.com/office/drawing/2014/main" id="{D60062D1-E70E-4945-ADC4-99DF4876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1" name="SE-010-path-121">
            <a:extLst xmlns:a="http://schemas.openxmlformats.org/drawingml/2006/main">
              <a:ext uri="{FF2B5EF4-FFF2-40B4-BE49-F238E27FC236}">
                <a16:creationId xmlns:a16="http://schemas.microsoft.com/office/drawing/2014/main" id="{D39B3B99-D2AC-4FCD-9E28-6C45DD73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577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2" name="SE-010-path-122">
            <a:extLst xmlns:a="http://schemas.openxmlformats.org/drawingml/2006/main">
              <a:ext uri="{FF2B5EF4-FFF2-40B4-BE49-F238E27FC236}">
                <a16:creationId xmlns:a16="http://schemas.microsoft.com/office/drawing/2014/main" id="{BFE5F95C-74FE-4F6A-AB34-4BC37159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625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3" name="SE-010-path-123">
            <a:extLst xmlns:a="http://schemas.openxmlformats.org/drawingml/2006/main">
              <a:ext uri="{FF2B5EF4-FFF2-40B4-BE49-F238E27FC236}">
                <a16:creationId xmlns:a16="http://schemas.microsoft.com/office/drawing/2014/main" id="{1E410E3D-8049-419C-8506-942A7A5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673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4" name="SE-010-path-124">
            <a:extLst xmlns:a="http://schemas.openxmlformats.org/drawingml/2006/main">
              <a:ext uri="{FF2B5EF4-FFF2-40B4-BE49-F238E27FC236}">
                <a16:creationId xmlns:a16="http://schemas.microsoft.com/office/drawing/2014/main" id="{83957089-3528-4C58-9BF7-5B04E92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721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5" name="SE-010-path-125">
            <a:extLst xmlns:a="http://schemas.openxmlformats.org/drawingml/2006/main">
              <a:ext uri="{FF2B5EF4-FFF2-40B4-BE49-F238E27FC236}">
                <a16:creationId xmlns:a16="http://schemas.microsoft.com/office/drawing/2014/main" id="{AFF4EF90-E874-4B30-A126-B119D41E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620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6" name="SE-010-path-126">
            <a:extLst xmlns:a="http://schemas.openxmlformats.org/drawingml/2006/main">
              <a:ext uri="{FF2B5EF4-FFF2-40B4-BE49-F238E27FC236}">
                <a16:creationId xmlns:a16="http://schemas.microsoft.com/office/drawing/2014/main" id="{A0E21278-EDA9-4F43-B2A1-78D19D7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667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7" name="SE-010-path-127">
            <a:extLst xmlns:a="http://schemas.openxmlformats.org/drawingml/2006/main">
              <a:ext uri="{FF2B5EF4-FFF2-40B4-BE49-F238E27FC236}">
                <a16:creationId xmlns:a16="http://schemas.microsoft.com/office/drawing/2014/main" id="{DC508575-62A0-4474-9D4B-1723487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715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8" name="SE-010-path-128">
            <a:extLst xmlns:a="http://schemas.openxmlformats.org/drawingml/2006/main">
              <a:ext uri="{FF2B5EF4-FFF2-40B4-BE49-F238E27FC236}">
                <a16:creationId xmlns:a16="http://schemas.microsoft.com/office/drawing/2014/main" id="{7B77BB01-82A1-4DB4-8857-DFB4E42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0763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29" name="SE-010-path-129">
            <a:extLst xmlns:a="http://schemas.openxmlformats.org/drawingml/2006/main">
              <a:ext uri="{FF2B5EF4-FFF2-40B4-BE49-F238E27FC236}">
                <a16:creationId xmlns:a16="http://schemas.microsoft.com/office/drawing/2014/main" id="{A8C24AF2-7F3E-4DDA-9592-24CDA66F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1811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0" name="SE-010-path-130">
            <a:extLst xmlns:a="http://schemas.openxmlformats.org/drawingml/2006/main">
              <a:ext uri="{FF2B5EF4-FFF2-40B4-BE49-F238E27FC236}">
                <a16:creationId xmlns:a16="http://schemas.microsoft.com/office/drawing/2014/main" id="{7FC4D6DD-B988-4907-853C-1BE7707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2858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1" name="SE-010-path-131">
            <a:extLst xmlns:a="http://schemas.openxmlformats.org/drawingml/2006/main">
              <a:ext uri="{FF2B5EF4-FFF2-40B4-BE49-F238E27FC236}">
                <a16:creationId xmlns:a16="http://schemas.microsoft.com/office/drawing/2014/main" id="{2BC7253E-96AB-4BE1-89E9-9C3CF1A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906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2" name="SE-010-path-132">
            <a:extLst xmlns:a="http://schemas.openxmlformats.org/drawingml/2006/main">
              <a:ext uri="{FF2B5EF4-FFF2-40B4-BE49-F238E27FC236}">
                <a16:creationId xmlns:a16="http://schemas.microsoft.com/office/drawing/2014/main" id="{B8124947-1314-4472-8488-4168F4F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954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3" name="SE-010-path-133">
            <a:extLst xmlns:a="http://schemas.openxmlformats.org/drawingml/2006/main">
              <a:ext uri="{FF2B5EF4-FFF2-40B4-BE49-F238E27FC236}">
                <a16:creationId xmlns:a16="http://schemas.microsoft.com/office/drawing/2014/main" id="{2B7134A4-130B-4039-A6BB-C34F3DE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002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4" name="SE-010-path-134">
            <a:extLst xmlns:a="http://schemas.openxmlformats.org/drawingml/2006/main">
              <a:ext uri="{FF2B5EF4-FFF2-40B4-BE49-F238E27FC236}">
                <a16:creationId xmlns:a16="http://schemas.microsoft.com/office/drawing/2014/main" id="{BE0EAB4D-C7AE-45FA-8EE3-C41E3B0C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049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5" name="SE-010-path-135">
            <a:extLst xmlns:a="http://schemas.openxmlformats.org/drawingml/2006/main">
              <a:ext uri="{FF2B5EF4-FFF2-40B4-BE49-F238E27FC236}">
                <a16:creationId xmlns:a16="http://schemas.microsoft.com/office/drawing/2014/main" id="{F8CC04D9-B78A-4E5E-A3B5-DA7AC343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6" name="SE-010-path-136">
            <a:extLst xmlns:a="http://schemas.openxmlformats.org/drawingml/2006/main">
              <a:ext uri="{FF2B5EF4-FFF2-40B4-BE49-F238E27FC236}">
                <a16:creationId xmlns:a16="http://schemas.microsoft.com/office/drawing/2014/main" id="{AC3B3449-6915-4F90-A075-36980D5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145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7" name="SE-010-path-137">
            <a:extLst xmlns:a="http://schemas.openxmlformats.org/drawingml/2006/main">
              <a:ext uri="{FF2B5EF4-FFF2-40B4-BE49-F238E27FC236}">
                <a16:creationId xmlns:a16="http://schemas.microsoft.com/office/drawing/2014/main" id="{46755695-9C84-4597-981F-855A2784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193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8" name="SE-010-path-138">
            <a:extLst xmlns:a="http://schemas.openxmlformats.org/drawingml/2006/main">
              <a:ext uri="{FF2B5EF4-FFF2-40B4-BE49-F238E27FC236}">
                <a16:creationId xmlns:a16="http://schemas.microsoft.com/office/drawing/2014/main" id="{DB1654C3-ABEA-4750-A845-5F94E53A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240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39" name="SE-010-path-139">
            <a:extLst xmlns:a="http://schemas.openxmlformats.org/drawingml/2006/main">
              <a:ext uri="{FF2B5EF4-FFF2-40B4-BE49-F238E27FC236}">
                <a16:creationId xmlns:a16="http://schemas.microsoft.com/office/drawing/2014/main" id="{3FFD895D-348A-4DC0-AEBC-7062F2AE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288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0" name="SE-010-path-140">
            <a:extLst xmlns:a="http://schemas.openxmlformats.org/drawingml/2006/main">
              <a:ext uri="{FF2B5EF4-FFF2-40B4-BE49-F238E27FC236}">
                <a16:creationId xmlns:a16="http://schemas.microsoft.com/office/drawing/2014/main" id="{A3F92EF4-A836-4AEB-B080-587C3823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1" name="SE-010-path-141">
            <a:extLst xmlns:a="http://schemas.openxmlformats.org/drawingml/2006/main">
              <a:ext uri="{FF2B5EF4-FFF2-40B4-BE49-F238E27FC236}">
                <a16:creationId xmlns:a16="http://schemas.microsoft.com/office/drawing/2014/main" id="{D3620309-EDBE-4F2C-A0C0-C352E5F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384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2" name="SE-010-path-142">
            <a:extLst xmlns:a="http://schemas.openxmlformats.org/drawingml/2006/main">
              <a:ext uri="{FF2B5EF4-FFF2-40B4-BE49-F238E27FC236}">
                <a16:creationId xmlns:a16="http://schemas.microsoft.com/office/drawing/2014/main" id="{35A8BD27-C536-4921-A9A0-20162E1F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31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3" name="SE-010-path-143">
            <a:extLst xmlns:a="http://schemas.openxmlformats.org/drawingml/2006/main">
              <a:ext uri="{FF2B5EF4-FFF2-40B4-BE49-F238E27FC236}">
                <a16:creationId xmlns:a16="http://schemas.microsoft.com/office/drawing/2014/main" id="{4A2B2922-4CF9-46AF-9867-A0F5F51A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4" name="SE-010-path-144">
            <a:extLst xmlns:a="http://schemas.openxmlformats.org/drawingml/2006/main">
              <a:ext uri="{FF2B5EF4-FFF2-40B4-BE49-F238E27FC236}">
                <a16:creationId xmlns:a16="http://schemas.microsoft.com/office/drawing/2014/main" id="{8820C3F7-91BD-4B80-99E0-3C473E06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52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5" name="SE-010-path-145">
            <a:extLst xmlns:a="http://schemas.openxmlformats.org/drawingml/2006/main">
              <a:ext uri="{FF2B5EF4-FFF2-40B4-BE49-F238E27FC236}">
                <a16:creationId xmlns:a16="http://schemas.microsoft.com/office/drawing/2014/main" id="{E53F81C7-F366-41BE-A87D-7837FBA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6" name="SE-010-path-146">
            <a:extLst xmlns:a="http://schemas.openxmlformats.org/drawingml/2006/main">
              <a:ext uri="{FF2B5EF4-FFF2-40B4-BE49-F238E27FC236}">
                <a16:creationId xmlns:a16="http://schemas.microsoft.com/office/drawing/2014/main" id="{548F7111-A651-45C7-A847-33D83904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622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7" name="SE-010-path-147">
            <a:extLst xmlns:a="http://schemas.openxmlformats.org/drawingml/2006/main">
              <a:ext uri="{FF2B5EF4-FFF2-40B4-BE49-F238E27FC236}">
                <a16:creationId xmlns:a16="http://schemas.microsoft.com/office/drawing/2014/main" id="{25CB179D-A240-431E-ACA0-1AD068F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8" name="SE-010-path-148">
            <a:extLst xmlns:a="http://schemas.openxmlformats.org/drawingml/2006/main">
              <a:ext uri="{FF2B5EF4-FFF2-40B4-BE49-F238E27FC236}">
                <a16:creationId xmlns:a16="http://schemas.microsoft.com/office/drawing/2014/main" id="{136B606D-654C-4620-AECE-FD496E6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718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49" name="SE-010-path-149">
            <a:extLst xmlns:a="http://schemas.openxmlformats.org/drawingml/2006/main">
              <a:ext uri="{FF2B5EF4-FFF2-40B4-BE49-F238E27FC236}">
                <a16:creationId xmlns:a16="http://schemas.microsoft.com/office/drawing/2014/main" id="{7C3D5D65-6DAB-42B2-95A5-AF37A1E1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766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0" name="SE-010-path-150">
            <a:extLst xmlns:a="http://schemas.openxmlformats.org/drawingml/2006/main">
              <a:ext uri="{FF2B5EF4-FFF2-40B4-BE49-F238E27FC236}">
                <a16:creationId xmlns:a16="http://schemas.microsoft.com/office/drawing/2014/main" id="{82104561-2B37-48EE-BA71-52300F35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813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1" name="SE-010-path-151">
            <a:extLst xmlns:a="http://schemas.openxmlformats.org/drawingml/2006/main">
              <a:ext uri="{FF2B5EF4-FFF2-40B4-BE49-F238E27FC236}">
                <a16:creationId xmlns:a16="http://schemas.microsoft.com/office/drawing/2014/main" id="{9E7A8B4E-630C-4771-94CF-58C2B5F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2" name="SE-010-path-152">
            <a:extLst xmlns:a="http://schemas.openxmlformats.org/drawingml/2006/main">
              <a:ext uri="{FF2B5EF4-FFF2-40B4-BE49-F238E27FC236}">
                <a16:creationId xmlns:a16="http://schemas.microsoft.com/office/drawing/2014/main" id="{8134D4C6-C87F-4E41-8779-F81131D4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909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3" name="SE-010-path-153">
            <a:extLst xmlns:a="http://schemas.openxmlformats.org/drawingml/2006/main">
              <a:ext uri="{FF2B5EF4-FFF2-40B4-BE49-F238E27FC236}">
                <a16:creationId xmlns:a16="http://schemas.microsoft.com/office/drawing/2014/main" id="{F8FB394B-FF3B-41B3-AA5C-48A651A7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4" name="SE-010-path-154">
            <a:extLst xmlns:a="http://schemas.openxmlformats.org/drawingml/2006/main">
              <a:ext uri="{FF2B5EF4-FFF2-40B4-BE49-F238E27FC236}">
                <a16:creationId xmlns:a16="http://schemas.microsoft.com/office/drawing/2014/main" id="{D4C28D4E-DBD5-45BE-AEFE-0A93E86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004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5" name="SE-010-path-155">
            <a:extLst xmlns:a="http://schemas.openxmlformats.org/drawingml/2006/main">
              <a:ext uri="{FF2B5EF4-FFF2-40B4-BE49-F238E27FC236}">
                <a16:creationId xmlns:a16="http://schemas.microsoft.com/office/drawing/2014/main" id="{315B22F8-004B-41F9-81AC-D4208B36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6" name="SE-010-path-156">
            <a:extLst xmlns:a="http://schemas.openxmlformats.org/drawingml/2006/main">
              <a:ext uri="{FF2B5EF4-FFF2-40B4-BE49-F238E27FC236}">
                <a16:creationId xmlns:a16="http://schemas.microsoft.com/office/drawing/2014/main" id="{4D789624-7AAC-4676-9368-091E9FB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10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7" name="SE-010-path-157">
            <a:extLst xmlns:a="http://schemas.openxmlformats.org/drawingml/2006/main">
              <a:ext uri="{FF2B5EF4-FFF2-40B4-BE49-F238E27FC236}">
                <a16:creationId xmlns:a16="http://schemas.microsoft.com/office/drawing/2014/main" id="{26ACAE10-7967-48C0-8372-3290D5AA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48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8" name="SE-010-path-158">
            <a:extLst xmlns:a="http://schemas.openxmlformats.org/drawingml/2006/main">
              <a:ext uri="{FF2B5EF4-FFF2-40B4-BE49-F238E27FC236}">
                <a16:creationId xmlns:a16="http://schemas.microsoft.com/office/drawing/2014/main" id="{C882874C-482F-482B-A16C-1897348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195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59" name="SE-010-path-159">
            <a:extLst xmlns:a="http://schemas.openxmlformats.org/drawingml/2006/main">
              <a:ext uri="{FF2B5EF4-FFF2-40B4-BE49-F238E27FC236}">
                <a16:creationId xmlns:a16="http://schemas.microsoft.com/office/drawing/2014/main" id="{D6D63707-2CE4-415E-8058-80042B9E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0" name="SE-010-path-160">
            <a:extLst xmlns:a="http://schemas.openxmlformats.org/drawingml/2006/main">
              <a:ext uri="{FF2B5EF4-FFF2-40B4-BE49-F238E27FC236}">
                <a16:creationId xmlns:a16="http://schemas.microsoft.com/office/drawing/2014/main" id="{D82CCC69-7FE3-47C4-BA5A-048BDD18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291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1" name="SE-010-path-161">
            <a:extLst xmlns:a="http://schemas.openxmlformats.org/drawingml/2006/main">
              <a:ext uri="{FF2B5EF4-FFF2-40B4-BE49-F238E27FC236}">
                <a16:creationId xmlns:a16="http://schemas.microsoft.com/office/drawing/2014/main" id="{4BD3A8C7-E126-49F2-B9E8-FBC1F83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339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2" name="SE-010-path-162">
            <a:extLst xmlns:a="http://schemas.openxmlformats.org/drawingml/2006/main">
              <a:ext uri="{FF2B5EF4-FFF2-40B4-BE49-F238E27FC236}">
                <a16:creationId xmlns:a16="http://schemas.microsoft.com/office/drawing/2014/main" id="{AEE6E7A9-5AAD-46F6-A5F4-D5EEF96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386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3" name="SE-010-path-163">
            <a:extLst xmlns:a="http://schemas.openxmlformats.org/drawingml/2006/main">
              <a:ext uri="{FF2B5EF4-FFF2-40B4-BE49-F238E27FC236}">
                <a16:creationId xmlns:a16="http://schemas.microsoft.com/office/drawing/2014/main" id="{89ECF0E3-CFBA-404C-8C28-184E8865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434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4" name="SE-010-path-164">
            <a:extLst xmlns:a="http://schemas.openxmlformats.org/drawingml/2006/main">
              <a:ext uri="{FF2B5EF4-FFF2-40B4-BE49-F238E27FC236}">
                <a16:creationId xmlns:a16="http://schemas.microsoft.com/office/drawing/2014/main" id="{1F7649BE-8877-40F7-AD4D-DA6B6559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482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5" name="SE-010-path-165">
            <a:extLst xmlns:a="http://schemas.openxmlformats.org/drawingml/2006/main">
              <a:ext uri="{FF2B5EF4-FFF2-40B4-BE49-F238E27FC236}">
                <a16:creationId xmlns:a16="http://schemas.microsoft.com/office/drawing/2014/main" id="{3A6AB945-BF8B-4C41-94CC-EE28145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530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6" name="SE-010-path-166">
            <a:extLst xmlns:a="http://schemas.openxmlformats.org/drawingml/2006/main">
              <a:ext uri="{FF2B5EF4-FFF2-40B4-BE49-F238E27FC236}">
                <a16:creationId xmlns:a16="http://schemas.microsoft.com/office/drawing/2014/main" id="{CB615DBD-DB83-47FC-8D38-9A024797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5777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7" name="SE-010-path-167">
            <a:extLst xmlns:a="http://schemas.openxmlformats.org/drawingml/2006/main">
              <a:ext uri="{FF2B5EF4-FFF2-40B4-BE49-F238E27FC236}">
                <a16:creationId xmlns:a16="http://schemas.microsoft.com/office/drawing/2014/main" id="{EF8A0A32-2341-4179-9FE4-D31F2A54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625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8" name="SE-010-path-168">
            <a:extLst xmlns:a="http://schemas.openxmlformats.org/drawingml/2006/main">
              <a:ext uri="{FF2B5EF4-FFF2-40B4-BE49-F238E27FC236}">
                <a16:creationId xmlns:a16="http://schemas.microsoft.com/office/drawing/2014/main" id="{77773A51-0059-4766-99B7-1700F692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673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69" name="SE-010-path-169">
            <a:extLst xmlns:a="http://schemas.openxmlformats.org/drawingml/2006/main">
              <a:ext uri="{FF2B5EF4-FFF2-40B4-BE49-F238E27FC236}">
                <a16:creationId xmlns:a16="http://schemas.microsoft.com/office/drawing/2014/main" id="{EFE25B72-8654-420D-9427-A9F9ED0D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721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170" name="SE-010-170">
            <a:extLst xmlns:a="http://schemas.openxmlformats.org/drawingml/2006/main">
              <a:ext uri="{FF2B5EF4-FFF2-40B4-BE49-F238E27FC236}">
                <a16:creationId xmlns:a16="http://schemas.microsoft.com/office/drawing/2014/main" id="{662CCE36-9758-4883-A766-E276CE47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923925"/>
            <a:ext cx="638175" cy="39909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C3C3C3"/>
            </a:solidFill>
          </a:ln>
        </p:spPr>
      </p:sp>
      <p:sp>
        <p:nvSpPr>
          <p:cNvPr id="171" name="SE-010-171">
            <a:extLst xmlns:a="http://schemas.openxmlformats.org/drawingml/2006/main">
              <a:ext uri="{FF2B5EF4-FFF2-40B4-BE49-F238E27FC236}">
                <a16:creationId xmlns:a16="http://schemas.microsoft.com/office/drawing/2014/main" id="{12DA921F-B860-4765-BF72-259F28C2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52675"/>
            <a:ext cx="304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</a:p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72" name="SE-010-path-172">
            <a:extLst xmlns:a="http://schemas.openxmlformats.org/drawingml/2006/main">
              <a:ext uri="{FF2B5EF4-FFF2-40B4-BE49-F238E27FC236}">
                <a16:creationId xmlns:a16="http://schemas.microsoft.com/office/drawing/2014/main" id="{92CBDAEC-E277-4200-A0EF-44D9FDF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38450"/>
            <a:ext cx="390525" cy="95"/>
          </a:xfrm>
          <a:custGeom xmlns:a="http://schemas.openxmlformats.org/drawingml/2006/main"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88888"/>
            </a:solidFill>
          </a:ln>
        </p:spPr>
      </p:sp>
      <p:sp>
        <p:nvSpPr>
          <p:cNvPr id="173" name="SE-010-path-173">
            <a:extLst xmlns:a="http://schemas.openxmlformats.org/drawingml/2006/main">
              <a:ext uri="{FF2B5EF4-FFF2-40B4-BE49-F238E27FC236}">
                <a16:creationId xmlns:a16="http://schemas.microsoft.com/office/drawing/2014/main" id="{E86B524B-436E-4469-933F-4EF12132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269" y="2776872"/>
            <a:ext cx="118281" cy="123157"/>
          </a:xfrm>
          <a:custGeom xmlns:a="http://schemas.openxmlformats.org/drawingml/2006/main">
            <a:pathLst>
              <a:path w="118281" h="123157">
                <a:moveTo>
                  <a:pt x="0" y="123157"/>
                </a:moveTo>
                <a:lnTo>
                  <a:pt x="118281" y="615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76200">
            <a:solidFill>
              <a:srgbClr val="888888"/>
            </a:solidFill>
          </a:ln>
        </p:spPr>
      </p:sp>
      <p:sp>
        <p:nvSpPr>
          <p:cNvPr id="174" name="SE-010-path-174">
            <a:extLst xmlns:a="http://schemas.openxmlformats.org/drawingml/2006/main">
              <a:ext uri="{FF2B5EF4-FFF2-40B4-BE49-F238E27FC236}">
                <a16:creationId xmlns:a16="http://schemas.microsoft.com/office/drawing/2014/main" id="{58BBAA1D-D7B6-4D07-BEEB-ECDD5D49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38450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88888"/>
            </a:solidFill>
          </a:ln>
        </p:spPr>
      </p:sp>
      <p:sp>
        <p:nvSpPr>
          <p:cNvPr id="175" name="SE-010-path-175">
            <a:extLst xmlns:a="http://schemas.openxmlformats.org/drawingml/2006/main">
              <a:ext uri="{FF2B5EF4-FFF2-40B4-BE49-F238E27FC236}">
                <a16:creationId xmlns:a16="http://schemas.microsoft.com/office/drawing/2014/main" id="{927443BC-294A-47F8-983E-E5866AE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069" y="2776872"/>
            <a:ext cx="118281" cy="123157"/>
          </a:xfrm>
          <a:custGeom xmlns:a="http://schemas.openxmlformats.org/drawingml/2006/main">
            <a:pathLst>
              <a:path w="118281" h="123157">
                <a:moveTo>
                  <a:pt x="0" y="123157"/>
                </a:moveTo>
                <a:lnTo>
                  <a:pt x="118281" y="615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76200">
            <a:solidFill>
              <a:srgbClr val="888888"/>
            </a:solidFill>
          </a:ln>
        </p:spPr>
      </p:sp>
      <p:sp>
        <p:nvSpPr>
          <p:cNvPr id="176" name="SE-010-176">
            <a:extLst xmlns:a="http://schemas.openxmlformats.org/drawingml/2006/main">
              <a:ext uri="{FF2B5EF4-FFF2-40B4-BE49-F238E27FC236}">
                <a16:creationId xmlns:a16="http://schemas.microsoft.com/office/drawing/2014/main" id="{04E32A30-3E64-479E-8432-E60EA2D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2920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Positive Sample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Construction Strategy</a:t>
            </a:r>
          </a:p>
        </p:txBody>
      </p:sp>
      <p:sp>
        <p:nvSpPr>
          <p:cNvPr id="177" name="SE-010-177">
            <a:extLst xmlns:a="http://schemas.openxmlformats.org/drawingml/2006/main">
              <a:ext uri="{FF2B5EF4-FFF2-40B4-BE49-F238E27FC236}">
                <a16:creationId xmlns:a16="http://schemas.microsoft.com/office/drawing/2014/main" id="{80B5EA11-3B67-460F-8D09-7C4E9171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4825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178" name="SE-010-178">
            <a:extLst xmlns:a="http://schemas.openxmlformats.org/drawingml/2006/main">
              <a:ext uri="{FF2B5EF4-FFF2-40B4-BE49-F238E27FC236}">
                <a16:creationId xmlns:a16="http://schemas.microsoft.com/office/drawing/2014/main" id="{FFA9B570-5743-4C1F-B097-16F7E7D6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19150"/>
            <a:ext cx="2847975" cy="1733550"/>
          </a:xfrm>
          <a:prstGeom xmlns:a="http://schemas.openxmlformats.org/drawingml/2006/main" prst="roundRect">
            <a:avLst>
              <a:gd name="adj" fmla="val 54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89458"/>
            </a:solidFill>
            <a:prstDash val="dash"/>
          </a:ln>
        </p:spPr>
      </p:sp>
      <p:sp>
        <p:nvSpPr>
          <p:cNvPr id="179" name="SE-010-179">
            <a:extLst xmlns:a="http://schemas.openxmlformats.org/drawingml/2006/main">
              <a:ext uri="{FF2B5EF4-FFF2-40B4-BE49-F238E27FC236}">
                <a16:creationId xmlns:a16="http://schemas.microsoft.com/office/drawing/2014/main" id="{E175DEE0-4B8C-4C5C-8753-C7F2044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52775"/>
            <a:ext cx="2847975" cy="1733550"/>
          </a:xfrm>
          <a:prstGeom xmlns:a="http://schemas.openxmlformats.org/drawingml/2006/main" prst="roundRect">
            <a:avLst>
              <a:gd name="adj" fmla="val 54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A7EBF"/>
            </a:solidFill>
            <a:prstDash val="dash"/>
          </a:ln>
        </p:spPr>
      </p:sp>
      <p:sp>
        <p:nvSpPr>
          <p:cNvPr id="180" name="SE-010-180">
            <a:extLst xmlns:a="http://schemas.openxmlformats.org/drawingml/2006/main">
              <a:ext uri="{FF2B5EF4-FFF2-40B4-BE49-F238E27FC236}">
                <a16:creationId xmlns:a16="http://schemas.microsoft.com/office/drawing/2014/main" id="{E2F038A0-D487-4DB1-B6EC-13A12AC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94297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181" name="SE-010-181">
            <a:extLst xmlns:a="http://schemas.openxmlformats.org/drawingml/2006/main">
              <a:ext uri="{FF2B5EF4-FFF2-40B4-BE49-F238E27FC236}">
                <a16:creationId xmlns:a16="http://schemas.microsoft.com/office/drawing/2014/main" id="{CBEE91BC-7A6F-40B8-B34B-155118B8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9715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2" name="SE-010-182">
            <a:extLst xmlns:a="http://schemas.openxmlformats.org/drawingml/2006/main">
              <a:ext uri="{FF2B5EF4-FFF2-40B4-BE49-F238E27FC236}">
                <a16:creationId xmlns:a16="http://schemas.microsoft.com/office/drawing/2014/main" id="{1F1782F9-35BE-406D-8AFE-B65C931F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9715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3" name="SE-010-183">
            <a:extLst xmlns:a="http://schemas.openxmlformats.org/drawingml/2006/main">
              <a:ext uri="{FF2B5EF4-FFF2-40B4-BE49-F238E27FC236}">
                <a16:creationId xmlns:a16="http://schemas.microsoft.com/office/drawing/2014/main" id="{F482635A-A929-4391-BDE9-5B8CA829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9715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4" name="SE-010-184">
            <a:extLst xmlns:a="http://schemas.openxmlformats.org/drawingml/2006/main">
              <a:ext uri="{FF2B5EF4-FFF2-40B4-BE49-F238E27FC236}">
                <a16:creationId xmlns:a16="http://schemas.microsoft.com/office/drawing/2014/main" id="{22C2CFAC-99B5-403A-9497-DBCEA60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0953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5" name="SE-010-185">
            <a:extLst xmlns:a="http://schemas.openxmlformats.org/drawingml/2006/main">
              <a:ext uri="{FF2B5EF4-FFF2-40B4-BE49-F238E27FC236}">
                <a16:creationId xmlns:a16="http://schemas.microsoft.com/office/drawing/2014/main" id="{130FC0F1-375D-4336-BC4F-E994C99B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10953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6" name="SE-010-186">
            <a:extLst xmlns:a="http://schemas.openxmlformats.org/drawingml/2006/main">
              <a:ext uri="{FF2B5EF4-FFF2-40B4-BE49-F238E27FC236}">
                <a16:creationId xmlns:a16="http://schemas.microsoft.com/office/drawing/2014/main" id="{B5A23F11-3DD6-4B05-9605-C064FB50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10953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7" name="SE-010-187">
            <a:extLst xmlns:a="http://schemas.openxmlformats.org/drawingml/2006/main">
              <a:ext uri="{FF2B5EF4-FFF2-40B4-BE49-F238E27FC236}">
                <a16:creationId xmlns:a16="http://schemas.microsoft.com/office/drawing/2014/main" id="{63512F8C-F195-41F5-BA11-AF41FEC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192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8" name="SE-010-188">
            <a:extLst xmlns:a="http://schemas.openxmlformats.org/drawingml/2006/main">
              <a:ext uri="{FF2B5EF4-FFF2-40B4-BE49-F238E27FC236}">
                <a16:creationId xmlns:a16="http://schemas.microsoft.com/office/drawing/2014/main" id="{0E645CBD-5DC4-4606-8F1B-9AF0798B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12192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9" name="SE-010-189">
            <a:extLst xmlns:a="http://schemas.openxmlformats.org/drawingml/2006/main">
              <a:ext uri="{FF2B5EF4-FFF2-40B4-BE49-F238E27FC236}">
                <a16:creationId xmlns:a16="http://schemas.microsoft.com/office/drawing/2014/main" id="{F0CE8149-1BCE-4951-889C-8B9397DA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12192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0" name="SE-010-190">
            <a:extLst xmlns:a="http://schemas.openxmlformats.org/drawingml/2006/main">
              <a:ext uri="{FF2B5EF4-FFF2-40B4-BE49-F238E27FC236}">
                <a16:creationId xmlns:a16="http://schemas.microsoft.com/office/drawing/2014/main" id="{91858EA8-5F24-4CE3-A17F-3392C107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9906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V*ₙₗ₁</a:t>
            </a:r>
          </a:p>
        </p:txBody>
      </p:sp>
      <p:sp>
        <p:nvSpPr>
          <p:cNvPr id="191" name="SE-010-191">
            <a:extLst xmlns:a="http://schemas.openxmlformats.org/drawingml/2006/main">
              <a:ext uri="{FF2B5EF4-FFF2-40B4-BE49-F238E27FC236}">
                <a16:creationId xmlns:a16="http://schemas.microsoft.com/office/drawing/2014/main" id="{1F95A327-B441-4B96-A8D7-BA773B8A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942975"/>
            <a:ext cx="962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192" name="SE-010-192">
            <a:extLst xmlns:a="http://schemas.openxmlformats.org/drawingml/2006/main">
              <a:ext uri="{FF2B5EF4-FFF2-40B4-BE49-F238E27FC236}">
                <a16:creationId xmlns:a16="http://schemas.microsoft.com/office/drawing/2014/main" id="{6E016378-16D5-4911-9FE1-690AA918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9715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3" name="SE-010-193">
            <a:extLst xmlns:a="http://schemas.openxmlformats.org/drawingml/2006/main">
              <a:ext uri="{FF2B5EF4-FFF2-40B4-BE49-F238E27FC236}">
                <a16:creationId xmlns:a16="http://schemas.microsoft.com/office/drawing/2014/main" id="{643FB9AE-E01A-47E6-BB8C-3A22E5A4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9715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4" name="SE-010-194">
            <a:extLst xmlns:a="http://schemas.openxmlformats.org/drawingml/2006/main">
              <a:ext uri="{FF2B5EF4-FFF2-40B4-BE49-F238E27FC236}">
                <a16:creationId xmlns:a16="http://schemas.microsoft.com/office/drawing/2014/main" id="{322F0D2A-CBDA-4669-A819-257B831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9715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5" name="SE-010-195">
            <a:extLst xmlns:a="http://schemas.openxmlformats.org/drawingml/2006/main">
              <a:ext uri="{FF2B5EF4-FFF2-40B4-BE49-F238E27FC236}">
                <a16:creationId xmlns:a16="http://schemas.microsoft.com/office/drawing/2014/main" id="{0992240C-294E-466C-977D-3AEAC3F8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953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6" name="SE-010-196">
            <a:extLst xmlns:a="http://schemas.openxmlformats.org/drawingml/2006/main">
              <a:ext uri="{FF2B5EF4-FFF2-40B4-BE49-F238E27FC236}">
                <a16:creationId xmlns:a16="http://schemas.microsoft.com/office/drawing/2014/main" id="{19E73CB3-D144-41FA-AAE5-16D674D8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0953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7" name="SE-010-197">
            <a:extLst xmlns:a="http://schemas.openxmlformats.org/drawingml/2006/main">
              <a:ext uri="{FF2B5EF4-FFF2-40B4-BE49-F238E27FC236}">
                <a16:creationId xmlns:a16="http://schemas.microsoft.com/office/drawing/2014/main" id="{CDB2F3CB-74F5-4B9C-ABD6-DFF35D29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0953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8" name="SE-010-198">
            <a:extLst xmlns:a="http://schemas.openxmlformats.org/drawingml/2006/main">
              <a:ext uri="{FF2B5EF4-FFF2-40B4-BE49-F238E27FC236}">
                <a16:creationId xmlns:a16="http://schemas.microsoft.com/office/drawing/2014/main" id="{B24E14F2-8A12-47DE-BBFF-070F9178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2192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9" name="SE-010-199">
            <a:extLst xmlns:a="http://schemas.openxmlformats.org/drawingml/2006/main">
              <a:ext uri="{FF2B5EF4-FFF2-40B4-BE49-F238E27FC236}">
                <a16:creationId xmlns:a16="http://schemas.microsoft.com/office/drawing/2014/main" id="{7C913048-94AC-4E80-AA73-81EB7BB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2192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0" name="SE-010-200">
            <a:extLst xmlns:a="http://schemas.openxmlformats.org/drawingml/2006/main">
              <a:ext uri="{FF2B5EF4-FFF2-40B4-BE49-F238E27FC236}">
                <a16:creationId xmlns:a16="http://schemas.microsoft.com/office/drawing/2014/main" id="{A9666151-CBA4-4C09-8D7F-9FBA9BC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2192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1" name="SE-010-201">
            <a:extLst xmlns:a="http://schemas.openxmlformats.org/drawingml/2006/main">
              <a:ext uri="{FF2B5EF4-FFF2-40B4-BE49-F238E27FC236}">
                <a16:creationId xmlns:a16="http://schemas.microsoft.com/office/drawing/2014/main" id="{35060FEB-BE36-46A0-882A-6EB2134E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99060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Vₙₗ₁</a:t>
            </a:r>
          </a:p>
        </p:txBody>
      </p:sp>
      <p:sp>
        <p:nvSpPr>
          <p:cNvPr id="202" name="SE-010-202">
            <a:extLst xmlns:a="http://schemas.openxmlformats.org/drawingml/2006/main">
              <a:ext uri="{FF2B5EF4-FFF2-40B4-BE49-F238E27FC236}">
                <a16:creationId xmlns:a16="http://schemas.microsoft.com/office/drawing/2014/main" id="{D07C8493-458A-4997-9765-AD330C61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0977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203" name="SE-010-203">
            <a:extLst xmlns:a="http://schemas.openxmlformats.org/drawingml/2006/main">
              <a:ext uri="{FF2B5EF4-FFF2-40B4-BE49-F238E27FC236}">
                <a16:creationId xmlns:a16="http://schemas.microsoft.com/office/drawing/2014/main" id="{67639A17-EDCC-45E3-9B11-3129823A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383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4" name="SE-010-204">
            <a:extLst xmlns:a="http://schemas.openxmlformats.org/drawingml/2006/main">
              <a:ext uri="{FF2B5EF4-FFF2-40B4-BE49-F238E27FC236}">
                <a16:creationId xmlns:a16="http://schemas.microsoft.com/office/drawing/2014/main" id="{FE68DAC9-BF60-49AC-B9EF-64F6C51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20383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5" name="SE-010-205">
            <a:extLst xmlns:a="http://schemas.openxmlformats.org/drawingml/2006/main">
              <a:ext uri="{FF2B5EF4-FFF2-40B4-BE49-F238E27FC236}">
                <a16:creationId xmlns:a16="http://schemas.microsoft.com/office/drawing/2014/main" id="{32F0713A-8660-4360-BB5F-0AE3E977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20383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6" name="SE-010-206">
            <a:extLst xmlns:a="http://schemas.openxmlformats.org/drawingml/2006/main">
              <a:ext uri="{FF2B5EF4-FFF2-40B4-BE49-F238E27FC236}">
                <a16:creationId xmlns:a16="http://schemas.microsoft.com/office/drawing/2014/main" id="{573AE9AB-D87C-4EEA-9767-EA6A8575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621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7" name="SE-010-207">
            <a:extLst xmlns:a="http://schemas.openxmlformats.org/drawingml/2006/main">
              <a:ext uri="{FF2B5EF4-FFF2-40B4-BE49-F238E27FC236}">
                <a16:creationId xmlns:a16="http://schemas.microsoft.com/office/drawing/2014/main" id="{DCBE9F01-972A-4980-8728-E79D083B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21621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8" name="SE-010-208">
            <a:extLst xmlns:a="http://schemas.openxmlformats.org/drawingml/2006/main">
              <a:ext uri="{FF2B5EF4-FFF2-40B4-BE49-F238E27FC236}">
                <a16:creationId xmlns:a16="http://schemas.microsoft.com/office/drawing/2014/main" id="{647DB369-8C1A-4D7C-A429-2B1259D5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21621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9" name="SE-010-209">
            <a:extLst xmlns:a="http://schemas.openxmlformats.org/drawingml/2006/main">
              <a:ext uri="{FF2B5EF4-FFF2-40B4-BE49-F238E27FC236}">
                <a16:creationId xmlns:a16="http://schemas.microsoft.com/office/drawing/2014/main" id="{98F82B9C-E017-4402-99DC-69E576C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860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0" name="SE-010-210">
            <a:extLst xmlns:a="http://schemas.openxmlformats.org/drawingml/2006/main">
              <a:ext uri="{FF2B5EF4-FFF2-40B4-BE49-F238E27FC236}">
                <a16:creationId xmlns:a16="http://schemas.microsoft.com/office/drawing/2014/main" id="{08D9F9D3-D3ED-4F8D-AA8D-1CDC45C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22860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1" name="SE-010-211">
            <a:extLst xmlns:a="http://schemas.openxmlformats.org/drawingml/2006/main">
              <a:ext uri="{FF2B5EF4-FFF2-40B4-BE49-F238E27FC236}">
                <a16:creationId xmlns:a16="http://schemas.microsoft.com/office/drawing/2014/main" id="{B42AAD1C-374E-47DC-B18C-637B46CF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22860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2" name="SE-010-212">
            <a:extLst xmlns:a="http://schemas.openxmlformats.org/drawingml/2006/main">
              <a:ext uri="{FF2B5EF4-FFF2-40B4-BE49-F238E27FC236}">
                <a16:creationId xmlns:a16="http://schemas.microsoft.com/office/drawing/2014/main" id="{72C5E6EB-32EC-4B0A-B516-F6EDBAE2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57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V*ₙₗ₂</a:t>
            </a:r>
          </a:p>
        </p:txBody>
      </p:sp>
      <p:sp>
        <p:nvSpPr>
          <p:cNvPr id="213" name="SE-010-213">
            <a:extLst xmlns:a="http://schemas.openxmlformats.org/drawingml/2006/main">
              <a:ext uri="{FF2B5EF4-FFF2-40B4-BE49-F238E27FC236}">
                <a16:creationId xmlns:a16="http://schemas.microsoft.com/office/drawing/2014/main" id="{B051DA6A-69FD-4FE8-8DF6-E207CDDC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962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214" name="SE-010-214">
            <a:extLst xmlns:a="http://schemas.openxmlformats.org/drawingml/2006/main">
              <a:ext uri="{FF2B5EF4-FFF2-40B4-BE49-F238E27FC236}">
                <a16:creationId xmlns:a16="http://schemas.microsoft.com/office/drawing/2014/main" id="{3C65CE0C-D7EC-44EE-87A6-3A63D2EF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5" name="SE-010-215">
            <a:extLst xmlns:a="http://schemas.openxmlformats.org/drawingml/2006/main">
              <a:ext uri="{FF2B5EF4-FFF2-40B4-BE49-F238E27FC236}">
                <a16:creationId xmlns:a16="http://schemas.microsoft.com/office/drawing/2014/main" id="{34A78285-E5F2-4D72-8130-3F0E7A9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383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6" name="SE-010-216">
            <a:extLst xmlns:a="http://schemas.openxmlformats.org/drawingml/2006/main">
              <a:ext uri="{FF2B5EF4-FFF2-40B4-BE49-F238E27FC236}">
                <a16:creationId xmlns:a16="http://schemas.microsoft.com/office/drawing/2014/main" id="{5B1A11F9-8091-4E08-82EE-BCE811F2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7" name="SE-010-217">
            <a:extLst xmlns:a="http://schemas.openxmlformats.org/drawingml/2006/main">
              <a:ext uri="{FF2B5EF4-FFF2-40B4-BE49-F238E27FC236}">
                <a16:creationId xmlns:a16="http://schemas.microsoft.com/office/drawing/2014/main" id="{EE0D070B-AD0F-4E7D-9CC7-DD7F8B27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621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8" name="SE-010-218">
            <a:extLst xmlns:a="http://schemas.openxmlformats.org/drawingml/2006/main">
              <a:ext uri="{FF2B5EF4-FFF2-40B4-BE49-F238E27FC236}">
                <a16:creationId xmlns:a16="http://schemas.microsoft.com/office/drawing/2014/main" id="{5FDFB964-D323-4073-A7CA-2066A3F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621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9" name="SE-010-219">
            <a:extLst xmlns:a="http://schemas.openxmlformats.org/drawingml/2006/main">
              <a:ext uri="{FF2B5EF4-FFF2-40B4-BE49-F238E27FC236}">
                <a16:creationId xmlns:a16="http://schemas.microsoft.com/office/drawing/2014/main" id="{F086B22C-9E39-4714-ACD0-9B4E5345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621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0" name="SE-010-220">
            <a:extLst xmlns:a="http://schemas.openxmlformats.org/drawingml/2006/main">
              <a:ext uri="{FF2B5EF4-FFF2-40B4-BE49-F238E27FC236}">
                <a16:creationId xmlns:a16="http://schemas.microsoft.com/office/drawing/2014/main" id="{6AC7E61D-E838-402C-B1FD-76B3AF1F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860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1" name="SE-010-221">
            <a:extLst xmlns:a="http://schemas.openxmlformats.org/drawingml/2006/main">
              <a:ext uri="{FF2B5EF4-FFF2-40B4-BE49-F238E27FC236}">
                <a16:creationId xmlns:a16="http://schemas.microsoft.com/office/drawing/2014/main" id="{26DCDED0-5610-4292-BC7F-52439C45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860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2" name="SE-010-222">
            <a:extLst xmlns:a="http://schemas.openxmlformats.org/drawingml/2006/main">
              <a:ext uri="{FF2B5EF4-FFF2-40B4-BE49-F238E27FC236}">
                <a16:creationId xmlns:a16="http://schemas.microsoft.com/office/drawing/2014/main" id="{40C3B07F-EB43-4C41-ACC4-A4C48B0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3" name="SE-010-223">
            <a:extLst xmlns:a="http://schemas.openxmlformats.org/drawingml/2006/main">
              <a:ext uri="{FF2B5EF4-FFF2-40B4-BE49-F238E27FC236}">
                <a16:creationId xmlns:a16="http://schemas.microsoft.com/office/drawing/2014/main" id="{C99CD927-5479-4E3A-8B0E-4CE5930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5740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Vₙₗ₂</a:t>
            </a:r>
          </a:p>
        </p:txBody>
      </p:sp>
      <p:sp>
        <p:nvSpPr>
          <p:cNvPr id="224" name="SE-010-224">
            <a:extLst xmlns:a="http://schemas.openxmlformats.org/drawingml/2006/main">
              <a:ext uri="{FF2B5EF4-FFF2-40B4-BE49-F238E27FC236}">
                <a16:creationId xmlns:a16="http://schemas.microsoft.com/office/drawing/2014/main" id="{A8E24895-F4A7-4F0E-B556-1EB91CCC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8612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225" name="SE-010-225">
            <a:extLst xmlns:a="http://schemas.openxmlformats.org/drawingml/2006/main">
              <a:ext uri="{FF2B5EF4-FFF2-40B4-BE49-F238E27FC236}">
                <a16:creationId xmlns:a16="http://schemas.microsoft.com/office/drawing/2014/main" id="{8788A5AD-23DD-4F55-8EB9-8E0C283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147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6" name="SE-010-226">
            <a:extLst xmlns:a="http://schemas.openxmlformats.org/drawingml/2006/main">
              <a:ext uri="{FF2B5EF4-FFF2-40B4-BE49-F238E27FC236}">
                <a16:creationId xmlns:a16="http://schemas.microsoft.com/office/drawing/2014/main" id="{B79A2975-F488-419B-8C78-0418AEFA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3147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7" name="SE-010-227">
            <a:extLst xmlns:a="http://schemas.openxmlformats.org/drawingml/2006/main">
              <a:ext uri="{FF2B5EF4-FFF2-40B4-BE49-F238E27FC236}">
                <a16:creationId xmlns:a16="http://schemas.microsoft.com/office/drawing/2014/main" id="{ABE7F4F4-569C-4605-8B66-69BDC351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33147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8" name="SE-010-228">
            <a:extLst xmlns:a="http://schemas.openxmlformats.org/drawingml/2006/main">
              <a:ext uri="{FF2B5EF4-FFF2-40B4-BE49-F238E27FC236}">
                <a16:creationId xmlns:a16="http://schemas.microsoft.com/office/drawing/2014/main" id="{E118DD5A-3E2D-431B-BEAE-F2C6897C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3852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9" name="SE-010-229">
            <a:extLst xmlns:a="http://schemas.openxmlformats.org/drawingml/2006/main">
              <a:ext uri="{FF2B5EF4-FFF2-40B4-BE49-F238E27FC236}">
                <a16:creationId xmlns:a16="http://schemas.microsoft.com/office/drawing/2014/main" id="{FD210F10-D868-4C1A-B7BA-3A2E47CA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43852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0" name="SE-010-230">
            <a:extLst xmlns:a="http://schemas.openxmlformats.org/drawingml/2006/main">
              <a:ext uri="{FF2B5EF4-FFF2-40B4-BE49-F238E27FC236}">
                <a16:creationId xmlns:a16="http://schemas.microsoft.com/office/drawing/2014/main" id="{B4DCCCA7-579D-4B69-B3AA-80EC675C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343852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1" name="SE-010-231">
            <a:extLst xmlns:a="http://schemas.openxmlformats.org/drawingml/2006/main">
              <a:ext uri="{FF2B5EF4-FFF2-40B4-BE49-F238E27FC236}">
                <a16:creationId xmlns:a16="http://schemas.microsoft.com/office/drawing/2014/main" id="{8CAC91A4-C23D-43DB-827B-73026AA8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623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2" name="SE-010-232">
            <a:extLst xmlns:a="http://schemas.openxmlformats.org/drawingml/2006/main">
              <a:ext uri="{FF2B5EF4-FFF2-40B4-BE49-F238E27FC236}">
                <a16:creationId xmlns:a16="http://schemas.microsoft.com/office/drawing/2014/main" id="{6897D7C9-94E1-4B9A-A165-E63CCD7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623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3" name="SE-010-233">
            <a:extLst xmlns:a="http://schemas.openxmlformats.org/drawingml/2006/main">
              <a:ext uri="{FF2B5EF4-FFF2-40B4-BE49-F238E27FC236}">
                <a16:creationId xmlns:a16="http://schemas.microsoft.com/office/drawing/2014/main" id="{62C03611-1D95-4935-9D70-FC44D011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356235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4" name="SE-010-234">
            <a:extLst xmlns:a="http://schemas.openxmlformats.org/drawingml/2006/main">
              <a:ext uri="{FF2B5EF4-FFF2-40B4-BE49-F238E27FC236}">
                <a16:creationId xmlns:a16="http://schemas.microsoft.com/office/drawing/2014/main" id="{A13B0895-15CA-4093-9D66-E0A196EC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337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V*code1</a:t>
            </a:r>
          </a:p>
        </p:txBody>
      </p:sp>
      <p:sp>
        <p:nvSpPr>
          <p:cNvPr id="235" name="SE-010-235">
            <a:extLst xmlns:a="http://schemas.openxmlformats.org/drawingml/2006/main">
              <a:ext uri="{FF2B5EF4-FFF2-40B4-BE49-F238E27FC236}">
                <a16:creationId xmlns:a16="http://schemas.microsoft.com/office/drawing/2014/main" id="{0F313F52-2205-4FC7-9F63-CBACE914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86125"/>
            <a:ext cx="962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236" name="SE-010-236">
            <a:extLst xmlns:a="http://schemas.openxmlformats.org/drawingml/2006/main">
              <a:ext uri="{FF2B5EF4-FFF2-40B4-BE49-F238E27FC236}">
                <a16:creationId xmlns:a16="http://schemas.microsoft.com/office/drawing/2014/main" id="{593B0908-248F-402C-9080-76411891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147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7" name="SE-010-237">
            <a:extLst xmlns:a="http://schemas.openxmlformats.org/drawingml/2006/main">
              <a:ext uri="{FF2B5EF4-FFF2-40B4-BE49-F238E27FC236}">
                <a16:creationId xmlns:a16="http://schemas.microsoft.com/office/drawing/2014/main" id="{25580FD6-D04A-4177-8364-E290A82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147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8" name="SE-010-238">
            <a:extLst xmlns:a="http://schemas.openxmlformats.org/drawingml/2006/main">
              <a:ext uri="{FF2B5EF4-FFF2-40B4-BE49-F238E27FC236}">
                <a16:creationId xmlns:a16="http://schemas.microsoft.com/office/drawing/2014/main" id="{A757F917-7955-453C-B5CD-29F9EBA3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147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9" name="SE-010-239">
            <a:extLst xmlns:a="http://schemas.openxmlformats.org/drawingml/2006/main">
              <a:ext uri="{FF2B5EF4-FFF2-40B4-BE49-F238E27FC236}">
                <a16:creationId xmlns:a16="http://schemas.microsoft.com/office/drawing/2014/main" id="{F4170ED8-DD7F-4B18-88CE-DD163CE1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3852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0" name="SE-010-240">
            <a:extLst xmlns:a="http://schemas.openxmlformats.org/drawingml/2006/main">
              <a:ext uri="{FF2B5EF4-FFF2-40B4-BE49-F238E27FC236}">
                <a16:creationId xmlns:a16="http://schemas.microsoft.com/office/drawing/2014/main" id="{1CC641EF-5AFD-4BD2-9F9C-5D786C6E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3852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1" name="SE-010-241">
            <a:extLst xmlns:a="http://schemas.openxmlformats.org/drawingml/2006/main">
              <a:ext uri="{FF2B5EF4-FFF2-40B4-BE49-F238E27FC236}">
                <a16:creationId xmlns:a16="http://schemas.microsoft.com/office/drawing/2014/main" id="{6064D152-2BE4-4CBD-A9A3-412D3F6F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43852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2" name="SE-010-242">
            <a:extLst xmlns:a="http://schemas.openxmlformats.org/drawingml/2006/main">
              <a:ext uri="{FF2B5EF4-FFF2-40B4-BE49-F238E27FC236}">
                <a16:creationId xmlns:a16="http://schemas.microsoft.com/office/drawing/2014/main" id="{D98D621D-6FD4-4FD2-809E-AB187C65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5623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3" name="SE-010-243">
            <a:extLst xmlns:a="http://schemas.openxmlformats.org/drawingml/2006/main">
              <a:ext uri="{FF2B5EF4-FFF2-40B4-BE49-F238E27FC236}">
                <a16:creationId xmlns:a16="http://schemas.microsoft.com/office/drawing/2014/main" id="{204A9401-3F84-4772-B259-B1E774D6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623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4" name="SE-010-244">
            <a:extLst xmlns:a="http://schemas.openxmlformats.org/drawingml/2006/main">
              <a:ext uri="{FF2B5EF4-FFF2-40B4-BE49-F238E27FC236}">
                <a16:creationId xmlns:a16="http://schemas.microsoft.com/office/drawing/2014/main" id="{15E48F7D-320D-4F4A-B65F-E8CA358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56235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AE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5" name="SE-010-245">
            <a:extLst xmlns:a="http://schemas.openxmlformats.org/drawingml/2006/main">
              <a:ext uri="{FF2B5EF4-FFF2-40B4-BE49-F238E27FC236}">
                <a16:creationId xmlns:a16="http://schemas.microsoft.com/office/drawing/2014/main" id="{001BC554-9FD9-4948-91C4-7379FB52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337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Vcode1</a:t>
            </a:r>
          </a:p>
        </p:txBody>
      </p:sp>
      <p:sp>
        <p:nvSpPr>
          <p:cNvPr id="246" name="SE-010-246">
            <a:extLst xmlns:a="http://schemas.openxmlformats.org/drawingml/2006/main">
              <a:ext uri="{FF2B5EF4-FFF2-40B4-BE49-F238E27FC236}">
                <a16:creationId xmlns:a16="http://schemas.microsoft.com/office/drawing/2014/main" id="{44D4A684-2A5C-4F00-B636-A1A76BF6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4340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247" name="SE-010-247">
            <a:extLst xmlns:a="http://schemas.openxmlformats.org/drawingml/2006/main">
              <a:ext uri="{FF2B5EF4-FFF2-40B4-BE49-F238E27FC236}">
                <a16:creationId xmlns:a16="http://schemas.microsoft.com/office/drawing/2014/main" id="{7F3C9565-D90A-498E-803A-CECBD255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719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8" name="SE-010-248">
            <a:extLst xmlns:a="http://schemas.openxmlformats.org/drawingml/2006/main">
              <a:ext uri="{FF2B5EF4-FFF2-40B4-BE49-F238E27FC236}">
                <a16:creationId xmlns:a16="http://schemas.microsoft.com/office/drawing/2014/main" id="{6D522C41-9DEA-4392-B53E-47B2D28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3719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9" name="SE-010-249">
            <a:extLst xmlns:a="http://schemas.openxmlformats.org/drawingml/2006/main">
              <a:ext uri="{FF2B5EF4-FFF2-40B4-BE49-F238E27FC236}">
                <a16:creationId xmlns:a16="http://schemas.microsoft.com/office/drawing/2014/main" id="{74797122-1B42-4760-AA58-67BE5186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437197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0" name="SE-010-250">
            <a:extLst xmlns:a="http://schemas.openxmlformats.org/drawingml/2006/main">
              <a:ext uri="{FF2B5EF4-FFF2-40B4-BE49-F238E27FC236}">
                <a16:creationId xmlns:a16="http://schemas.microsoft.com/office/drawing/2014/main" id="{FC1E3478-0080-41E7-BF24-33B5582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958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1" name="SE-010-251">
            <a:extLst xmlns:a="http://schemas.openxmlformats.org/drawingml/2006/main">
              <a:ext uri="{FF2B5EF4-FFF2-40B4-BE49-F238E27FC236}">
                <a16:creationId xmlns:a16="http://schemas.microsoft.com/office/drawing/2014/main" id="{B94A6B39-28C9-45A4-9C21-2D888D91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4958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2" name="SE-010-252">
            <a:extLst xmlns:a="http://schemas.openxmlformats.org/drawingml/2006/main">
              <a:ext uri="{FF2B5EF4-FFF2-40B4-BE49-F238E27FC236}">
                <a16:creationId xmlns:a16="http://schemas.microsoft.com/office/drawing/2014/main" id="{B8BFF3E4-FA66-43D5-81A5-7E7440DC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4495800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3" name="SE-010-253">
            <a:extLst xmlns:a="http://schemas.openxmlformats.org/drawingml/2006/main">
              <a:ext uri="{FF2B5EF4-FFF2-40B4-BE49-F238E27FC236}">
                <a16:creationId xmlns:a16="http://schemas.microsoft.com/office/drawing/2014/main" id="{371F068F-B72A-4EE8-8103-D1F16E4A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4" name="SE-010-254">
            <a:extLst xmlns:a="http://schemas.openxmlformats.org/drawingml/2006/main">
              <a:ext uri="{FF2B5EF4-FFF2-40B4-BE49-F238E27FC236}">
                <a16:creationId xmlns:a16="http://schemas.microsoft.com/office/drawing/2014/main" id="{F90EFB40-92E2-4619-A446-EFFA69F6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61962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5" name="SE-010-255">
            <a:extLst xmlns:a="http://schemas.openxmlformats.org/drawingml/2006/main">
              <a:ext uri="{FF2B5EF4-FFF2-40B4-BE49-F238E27FC236}">
                <a16:creationId xmlns:a16="http://schemas.microsoft.com/office/drawing/2014/main" id="{EA3A3BA6-3045-4D31-9B64-B54A42B0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075" y="4619625"/>
            <a:ext cx="295275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6" name="SE-010-256">
            <a:extLst xmlns:a="http://schemas.openxmlformats.org/drawingml/2006/main">
              <a:ext uri="{FF2B5EF4-FFF2-40B4-BE49-F238E27FC236}">
                <a16:creationId xmlns:a16="http://schemas.microsoft.com/office/drawing/2014/main" id="{09AAC7CA-454D-4DD7-B679-60818864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910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V*code2</a:t>
            </a:r>
          </a:p>
        </p:txBody>
      </p:sp>
      <p:sp>
        <p:nvSpPr>
          <p:cNvPr id="257" name="SE-010-257">
            <a:extLst xmlns:a="http://schemas.openxmlformats.org/drawingml/2006/main">
              <a:ext uri="{FF2B5EF4-FFF2-40B4-BE49-F238E27FC236}">
                <a16:creationId xmlns:a16="http://schemas.microsoft.com/office/drawing/2014/main" id="{CBF83A18-634E-4EC7-831C-0ED4A504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962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</a:ln>
        </p:spPr>
      </p:sp>
      <p:sp>
        <p:nvSpPr>
          <p:cNvPr id="258" name="SE-010-258">
            <a:extLst xmlns:a="http://schemas.openxmlformats.org/drawingml/2006/main">
              <a:ext uri="{FF2B5EF4-FFF2-40B4-BE49-F238E27FC236}">
                <a16:creationId xmlns:a16="http://schemas.microsoft.com/office/drawing/2014/main" id="{102B85EB-431F-4ECD-BABB-D7DED2DE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3719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9" name="SE-010-259">
            <a:extLst xmlns:a="http://schemas.openxmlformats.org/drawingml/2006/main">
              <a:ext uri="{FF2B5EF4-FFF2-40B4-BE49-F238E27FC236}">
                <a16:creationId xmlns:a16="http://schemas.microsoft.com/office/drawing/2014/main" id="{AB325F7A-5777-4500-9954-853317B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3719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0" name="SE-010-260">
            <a:extLst xmlns:a="http://schemas.openxmlformats.org/drawingml/2006/main">
              <a:ext uri="{FF2B5EF4-FFF2-40B4-BE49-F238E27FC236}">
                <a16:creationId xmlns:a16="http://schemas.microsoft.com/office/drawing/2014/main" id="{744D5655-D8A9-49B5-8C0E-EF1665CD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37197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1" name="SE-010-261">
            <a:extLst xmlns:a="http://schemas.openxmlformats.org/drawingml/2006/main">
              <a:ext uri="{FF2B5EF4-FFF2-40B4-BE49-F238E27FC236}">
                <a16:creationId xmlns:a16="http://schemas.microsoft.com/office/drawing/2014/main" id="{333C0ED7-9DE8-45B4-B460-C2AE34D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958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2" name="SE-010-262">
            <a:extLst xmlns:a="http://schemas.openxmlformats.org/drawingml/2006/main">
              <a:ext uri="{FF2B5EF4-FFF2-40B4-BE49-F238E27FC236}">
                <a16:creationId xmlns:a16="http://schemas.microsoft.com/office/drawing/2014/main" id="{CEEE609B-D566-4267-8E65-DB648556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958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3" name="SE-010-263">
            <a:extLst xmlns:a="http://schemas.openxmlformats.org/drawingml/2006/main">
              <a:ext uri="{FF2B5EF4-FFF2-40B4-BE49-F238E27FC236}">
                <a16:creationId xmlns:a16="http://schemas.microsoft.com/office/drawing/2014/main" id="{B89F609B-A1C8-4F3E-B6B3-1A7E980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95800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4" name="SE-010-264">
            <a:extLst xmlns:a="http://schemas.openxmlformats.org/drawingml/2006/main">
              <a:ext uri="{FF2B5EF4-FFF2-40B4-BE49-F238E27FC236}">
                <a16:creationId xmlns:a16="http://schemas.microsoft.com/office/drawing/2014/main" id="{71498411-E9FD-407E-9C3F-BB486950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61962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5" name="SE-010-265">
            <a:extLst xmlns:a="http://schemas.openxmlformats.org/drawingml/2006/main">
              <a:ext uri="{FF2B5EF4-FFF2-40B4-BE49-F238E27FC236}">
                <a16:creationId xmlns:a16="http://schemas.microsoft.com/office/drawing/2014/main" id="{80122347-A7DE-4585-9724-DDEEDF06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1962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6" name="SE-010-266">
            <a:extLst xmlns:a="http://schemas.openxmlformats.org/drawingml/2006/main">
              <a:ext uri="{FF2B5EF4-FFF2-40B4-BE49-F238E27FC236}">
                <a16:creationId xmlns:a16="http://schemas.microsoft.com/office/drawing/2014/main" id="{1358F2DC-47F4-4AD9-AB45-C7B10CD3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19625"/>
            <a:ext cx="292100" cy="11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B3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7" name="SE-010-267">
            <a:extLst xmlns:a="http://schemas.openxmlformats.org/drawingml/2006/main">
              <a:ext uri="{FF2B5EF4-FFF2-40B4-BE49-F238E27FC236}">
                <a16:creationId xmlns:a16="http://schemas.microsoft.com/office/drawing/2014/main" id="{4D246E04-CED7-4CE2-B3B5-78EEA728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91025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B2D34"/>
                </a:solidFill>
                <a:latin typeface="Times New Roman"/>
                <a:ea typeface="Times New Roman"/>
                <a:cs typeface="Times New Roman"/>
              </a:rPr>
              <a:t>Vcode2</a:t>
            </a:r>
          </a:p>
        </p:txBody>
      </p:sp>
      <p:sp>
        <p:nvSpPr>
          <p:cNvPr id="268" name="SE-010-path-268">
            <a:extLst xmlns:a="http://schemas.openxmlformats.org/drawingml/2006/main">
              <a:ext uri="{FF2B5EF4-FFF2-40B4-BE49-F238E27FC236}">
                <a16:creationId xmlns:a16="http://schemas.microsoft.com/office/drawing/2014/main" id="{45DEEEA2-B78C-4A90-B941-D546FE7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66850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69" name="SE-010-path-269">
            <a:extLst xmlns:a="http://schemas.openxmlformats.org/drawingml/2006/main">
              <a:ext uri="{FF2B5EF4-FFF2-40B4-BE49-F238E27FC236}">
                <a16:creationId xmlns:a16="http://schemas.microsoft.com/office/drawing/2014/main" id="{BB449475-54F5-46C0-94A0-661B8ED0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487" y="1427264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9458"/>
          </a:solidFill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70" name="SE-010-path-270">
            <a:extLst xmlns:a="http://schemas.openxmlformats.org/drawingml/2006/main">
              <a:ext uri="{FF2B5EF4-FFF2-40B4-BE49-F238E27FC236}">
                <a16:creationId xmlns:a16="http://schemas.microsoft.com/office/drawing/2014/main" id="{1400246B-5C4D-4438-955F-145D1151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66850"/>
            <a:ext cx="419100" cy="95"/>
          </a:xfrm>
          <a:custGeom xmlns:a="http://schemas.openxmlformats.org/drawingml/2006/main"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71" name="SE-010-path-271">
            <a:extLst xmlns:a="http://schemas.openxmlformats.org/drawingml/2006/main">
              <a:ext uri="{FF2B5EF4-FFF2-40B4-BE49-F238E27FC236}">
                <a16:creationId xmlns:a16="http://schemas.microsoft.com/office/drawing/2014/main" id="{B5A4025C-B765-46E6-AC05-7FC730F0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7264"/>
            <a:ext cx="76038" cy="79172"/>
          </a:xfrm>
          <a:custGeom xmlns:a="http://schemas.openxmlformats.org/drawingml/2006/main">
            <a:pathLst>
              <a:path w="76038" h="79172">
                <a:moveTo>
                  <a:pt x="76038" y="0"/>
                </a:moveTo>
                <a:lnTo>
                  <a:pt x="0" y="39586"/>
                </a:lnTo>
                <a:lnTo>
                  <a:pt x="76038" y="79172"/>
                </a:lnTo>
                <a:close/>
              </a:path>
            </a:pathLst>
          </a:custGeom>
          <a:solidFill xmlns:a="http://schemas.openxmlformats.org/drawingml/2006/main">
            <a:srgbClr val="E89458"/>
          </a:solidFill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72" name="SE-010-path-272">
            <a:extLst xmlns:a="http://schemas.openxmlformats.org/drawingml/2006/main">
              <a:ext uri="{FF2B5EF4-FFF2-40B4-BE49-F238E27FC236}">
                <a16:creationId xmlns:a16="http://schemas.microsoft.com/office/drawing/2014/main" id="{C58E3AED-684B-4472-A172-EB739B31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33575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73" name="SE-010-path-273">
            <a:extLst xmlns:a="http://schemas.openxmlformats.org/drawingml/2006/main">
              <a:ext uri="{FF2B5EF4-FFF2-40B4-BE49-F238E27FC236}">
                <a16:creationId xmlns:a16="http://schemas.microsoft.com/office/drawing/2014/main" id="{4D7C6B58-2BCB-4FCD-B2C6-1CA90D0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487" y="189398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9458"/>
          </a:solidFill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74" name="SE-010-path-274">
            <a:extLst xmlns:a="http://schemas.openxmlformats.org/drawingml/2006/main">
              <a:ext uri="{FF2B5EF4-FFF2-40B4-BE49-F238E27FC236}">
                <a16:creationId xmlns:a16="http://schemas.microsoft.com/office/drawing/2014/main" id="{A53161C6-E630-4168-B943-C86F891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33575"/>
            <a:ext cx="419100" cy="95"/>
          </a:xfrm>
          <a:custGeom xmlns:a="http://schemas.openxmlformats.org/drawingml/2006/main"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75" name="SE-010-path-275">
            <a:extLst xmlns:a="http://schemas.openxmlformats.org/drawingml/2006/main">
              <a:ext uri="{FF2B5EF4-FFF2-40B4-BE49-F238E27FC236}">
                <a16:creationId xmlns:a16="http://schemas.microsoft.com/office/drawing/2014/main" id="{328DB24F-129A-46A9-8128-8C37440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93989"/>
            <a:ext cx="76038" cy="79172"/>
          </a:xfrm>
          <a:custGeom xmlns:a="http://schemas.openxmlformats.org/drawingml/2006/main">
            <a:pathLst>
              <a:path w="76038" h="79172">
                <a:moveTo>
                  <a:pt x="76038" y="0"/>
                </a:moveTo>
                <a:lnTo>
                  <a:pt x="0" y="39586"/>
                </a:lnTo>
                <a:lnTo>
                  <a:pt x="76038" y="79172"/>
                </a:lnTo>
                <a:close/>
              </a:path>
            </a:pathLst>
          </a:custGeom>
          <a:solidFill xmlns:a="http://schemas.openxmlformats.org/drawingml/2006/main">
            <a:srgbClr val="E89458"/>
          </a:solidFill>
          <a:ln xmlns:a="http://schemas.openxmlformats.org/drawingml/2006/main" w="14288">
            <a:solidFill>
              <a:srgbClr val="E89458"/>
            </a:solidFill>
          </a:ln>
        </p:spPr>
      </p:sp>
      <p:sp>
        <p:nvSpPr>
          <p:cNvPr id="276" name="SE-010-path-276">
            <a:extLst xmlns:a="http://schemas.openxmlformats.org/drawingml/2006/main">
              <a:ext uri="{FF2B5EF4-FFF2-40B4-BE49-F238E27FC236}">
                <a16:creationId xmlns:a16="http://schemas.microsoft.com/office/drawing/2014/main" id="{073F80AC-4187-4954-BC55-B8F293C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90950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77" name="SE-010-path-277">
            <a:extLst xmlns:a="http://schemas.openxmlformats.org/drawingml/2006/main">
              <a:ext uri="{FF2B5EF4-FFF2-40B4-BE49-F238E27FC236}">
                <a16:creationId xmlns:a16="http://schemas.microsoft.com/office/drawing/2014/main" id="{37D0EC32-B804-48EE-B945-F3EBAB3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487" y="3751364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7EBF"/>
          </a:solidFill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78" name="SE-010-path-278">
            <a:extLst xmlns:a="http://schemas.openxmlformats.org/drawingml/2006/main">
              <a:ext uri="{FF2B5EF4-FFF2-40B4-BE49-F238E27FC236}">
                <a16:creationId xmlns:a16="http://schemas.microsoft.com/office/drawing/2014/main" id="{D6EF72F5-0786-497C-9D6D-59123D27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419100" cy="95"/>
          </a:xfrm>
          <a:custGeom xmlns:a="http://schemas.openxmlformats.org/drawingml/2006/main"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79" name="SE-010-path-279">
            <a:extLst xmlns:a="http://schemas.openxmlformats.org/drawingml/2006/main">
              <a:ext uri="{FF2B5EF4-FFF2-40B4-BE49-F238E27FC236}">
                <a16:creationId xmlns:a16="http://schemas.microsoft.com/office/drawing/2014/main" id="{75D5AB06-A37A-4049-B36F-9C9BDEAB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1364"/>
            <a:ext cx="76038" cy="79172"/>
          </a:xfrm>
          <a:custGeom xmlns:a="http://schemas.openxmlformats.org/drawingml/2006/main">
            <a:pathLst>
              <a:path w="76038" h="79172">
                <a:moveTo>
                  <a:pt x="76038" y="0"/>
                </a:moveTo>
                <a:lnTo>
                  <a:pt x="0" y="39586"/>
                </a:lnTo>
                <a:lnTo>
                  <a:pt x="76038" y="79172"/>
                </a:lnTo>
                <a:close/>
              </a:path>
            </a:pathLst>
          </a:custGeom>
          <a:solidFill xmlns:a="http://schemas.openxmlformats.org/drawingml/2006/main">
            <a:srgbClr val="4A7EBF"/>
          </a:solidFill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80" name="SE-010-path-280">
            <a:extLst xmlns:a="http://schemas.openxmlformats.org/drawingml/2006/main">
              <a:ext uri="{FF2B5EF4-FFF2-40B4-BE49-F238E27FC236}">
                <a16:creationId xmlns:a16="http://schemas.microsoft.com/office/drawing/2014/main" id="{F9E508AD-C8D8-4A21-A445-77ECAB0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86250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81" name="SE-010-path-281">
            <a:extLst xmlns:a="http://schemas.openxmlformats.org/drawingml/2006/main">
              <a:ext uri="{FF2B5EF4-FFF2-40B4-BE49-F238E27FC236}">
                <a16:creationId xmlns:a16="http://schemas.microsoft.com/office/drawing/2014/main" id="{EF9D4A9C-8FCB-4797-8618-E3DC121C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487" y="4246664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7EBF"/>
          </a:solidFill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82" name="SE-010-path-282">
            <a:extLst xmlns:a="http://schemas.openxmlformats.org/drawingml/2006/main">
              <a:ext uri="{FF2B5EF4-FFF2-40B4-BE49-F238E27FC236}">
                <a16:creationId xmlns:a16="http://schemas.microsoft.com/office/drawing/2014/main" id="{58EACDEA-35DE-466C-B047-5E00C99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86250"/>
            <a:ext cx="419100" cy="95"/>
          </a:xfrm>
          <a:custGeom xmlns:a="http://schemas.openxmlformats.org/drawingml/2006/main"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83" name="SE-010-path-283">
            <a:extLst xmlns:a="http://schemas.openxmlformats.org/drawingml/2006/main">
              <a:ext uri="{FF2B5EF4-FFF2-40B4-BE49-F238E27FC236}">
                <a16:creationId xmlns:a16="http://schemas.microsoft.com/office/drawing/2014/main" id="{8BA59F67-C5EE-4627-9558-111254B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46664"/>
            <a:ext cx="76038" cy="79172"/>
          </a:xfrm>
          <a:custGeom xmlns:a="http://schemas.openxmlformats.org/drawingml/2006/main">
            <a:pathLst>
              <a:path w="76038" h="79172">
                <a:moveTo>
                  <a:pt x="76038" y="0"/>
                </a:moveTo>
                <a:lnTo>
                  <a:pt x="0" y="39586"/>
                </a:lnTo>
                <a:lnTo>
                  <a:pt x="76038" y="79172"/>
                </a:lnTo>
                <a:close/>
              </a:path>
            </a:pathLst>
          </a:custGeom>
          <a:solidFill xmlns:a="http://schemas.openxmlformats.org/drawingml/2006/main">
            <a:srgbClr val="4A7EBF"/>
          </a:solidFill>
          <a:ln xmlns:a="http://schemas.openxmlformats.org/drawingml/2006/main" w="14288">
            <a:solidFill>
              <a:srgbClr val="4A7EBF"/>
            </a:solidFill>
          </a:ln>
        </p:spPr>
      </p:sp>
      <p:sp>
        <p:nvSpPr>
          <p:cNvPr id="284" name="SE-010-284">
            <a:extLst xmlns:a="http://schemas.openxmlformats.org/drawingml/2006/main">
              <a:ext uri="{FF2B5EF4-FFF2-40B4-BE49-F238E27FC236}">
                <a16:creationId xmlns:a16="http://schemas.microsoft.com/office/drawing/2014/main" id="{938FCF4C-BC05-4172-ADA6-8D981EC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525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E8945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89458"/>
                </a:solidFill>
                <a:latin typeface="Arial"/>
                <a:ea typeface="Arial"/>
                <a:cs typeface="Arial"/>
              </a:rPr>
              <a:t>NL-NL</a:t>
            </a:r>
          </a:p>
        </p:txBody>
      </p:sp>
      <p:sp>
        <p:nvSpPr>
          <p:cNvPr id="285" name="SE-010-285">
            <a:extLst xmlns:a="http://schemas.openxmlformats.org/drawingml/2006/main">
              <a:ext uri="{FF2B5EF4-FFF2-40B4-BE49-F238E27FC236}">
                <a16:creationId xmlns:a16="http://schemas.microsoft.com/office/drawing/2014/main" id="{BD64A69B-729C-411A-A123-8632C64E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481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A7EB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A7EBF"/>
                </a:solidFill>
                <a:latin typeface="Arial"/>
                <a:ea typeface="Arial"/>
                <a:cs typeface="Arial"/>
              </a:rPr>
              <a:t>Code-Code</a:t>
            </a:r>
          </a:p>
        </p:txBody>
      </p:sp>
      <p:sp>
        <p:nvSpPr>
          <p:cNvPr id="286" name="SE-010-path-286">
            <a:extLst xmlns:a="http://schemas.openxmlformats.org/drawingml/2006/main">
              <a:ext uri="{FF2B5EF4-FFF2-40B4-BE49-F238E27FC236}">
                <a16:creationId xmlns:a16="http://schemas.microsoft.com/office/drawing/2014/main" id="{B426FD44-FAF7-4038-85BF-C0CB558F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86000"/>
            <a:ext cx="95" cy="409575"/>
          </a:xfrm>
          <a:custGeom xmlns:a="http://schemas.openxmlformats.org/drawingml/2006/main">
            <a:pathLst>
              <a:path w="95" h="409575">
                <a:moveTo>
                  <a:pt x="0" y="0"/>
                </a:move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E89458"/>
            </a:solidFill>
          </a:ln>
        </p:spPr>
      </p:sp>
      <p:sp>
        <p:nvSpPr>
          <p:cNvPr id="287" name="SE-010-path-287">
            <a:extLst xmlns:a="http://schemas.openxmlformats.org/drawingml/2006/main">
              <a:ext uri="{FF2B5EF4-FFF2-40B4-BE49-F238E27FC236}">
                <a16:creationId xmlns:a16="http://schemas.microsoft.com/office/drawing/2014/main" id="{9E00EC44-E2D7-4B80-AB27-E5C5DB07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297" y="2577294"/>
            <a:ext cx="123157" cy="118281"/>
          </a:xfrm>
          <a:custGeom xmlns:a="http://schemas.openxmlformats.org/drawingml/2006/main">
            <a:pathLst>
              <a:path w="123157" h="118281">
                <a:moveTo>
                  <a:pt x="0" y="0"/>
                </a:moveTo>
                <a:lnTo>
                  <a:pt x="61578" y="118281"/>
                </a:lnTo>
                <a:lnTo>
                  <a:pt x="123157" y="0"/>
                </a:lnTo>
                <a:close/>
              </a:path>
            </a:pathLst>
          </a:custGeom>
          <a:solidFill xmlns:a="http://schemas.openxmlformats.org/drawingml/2006/main">
            <a:srgbClr val="E89458"/>
          </a:solidFill>
          <a:ln xmlns:a="http://schemas.openxmlformats.org/drawingml/2006/main" w="66675">
            <a:solidFill>
              <a:srgbClr val="E89458"/>
            </a:solidFill>
          </a:ln>
        </p:spPr>
      </p:sp>
      <p:sp>
        <p:nvSpPr>
          <p:cNvPr id="288" name="SE-010-path-288">
            <a:extLst xmlns:a="http://schemas.openxmlformats.org/drawingml/2006/main">
              <a:ext uri="{FF2B5EF4-FFF2-40B4-BE49-F238E27FC236}">
                <a16:creationId xmlns:a16="http://schemas.microsoft.com/office/drawing/2014/main" id="{5B81A8A6-AB75-4CC8-8951-F89C60C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4A7EBF"/>
            </a:solidFill>
          </a:ln>
        </p:spPr>
      </p:sp>
      <p:sp>
        <p:nvSpPr>
          <p:cNvPr id="289" name="SE-010-path-289">
            <a:extLst xmlns:a="http://schemas.openxmlformats.org/drawingml/2006/main">
              <a:ext uri="{FF2B5EF4-FFF2-40B4-BE49-F238E27FC236}">
                <a16:creationId xmlns:a16="http://schemas.microsoft.com/office/drawing/2014/main" id="{550CF86A-C241-4303-B4E2-B811CE6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022" y="3009900"/>
            <a:ext cx="123157" cy="118281"/>
          </a:xfrm>
          <a:custGeom xmlns:a="http://schemas.openxmlformats.org/drawingml/2006/main">
            <a:pathLst>
              <a:path w="123157" h="118281">
                <a:moveTo>
                  <a:pt x="123157" y="118281"/>
                </a:moveTo>
                <a:lnTo>
                  <a:pt x="61578" y="0"/>
                </a:lnTo>
                <a:lnTo>
                  <a:pt x="0" y="118281"/>
                </a:lnTo>
                <a:close/>
              </a:path>
            </a:pathLst>
          </a:custGeom>
          <a:solidFill xmlns:a="http://schemas.openxmlformats.org/drawingml/2006/main">
            <a:srgbClr val="4A7EBF"/>
          </a:solidFill>
          <a:ln xmlns:a="http://schemas.openxmlformats.org/drawingml/2006/main" w="66675">
            <a:solidFill>
              <a:srgbClr val="4A7EBF"/>
            </a:solidFill>
          </a:ln>
        </p:spPr>
      </p:sp>
      <p:sp>
        <p:nvSpPr>
          <p:cNvPr id="290" name="SE-010-290">
            <a:extLst xmlns:a="http://schemas.openxmlformats.org/drawingml/2006/main">
              <a:ext uri="{FF2B5EF4-FFF2-40B4-BE49-F238E27FC236}">
                <a16:creationId xmlns:a16="http://schemas.microsoft.com/office/drawing/2014/main" id="{B98EF3A9-3D41-4B35-B0C6-569D102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146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NL-Code</a:t>
            </a:r>
          </a:p>
        </p:txBody>
      </p:sp>
      <p:sp>
        <p:nvSpPr>
          <p:cNvPr id="291" name="SE-010-291">
            <a:extLst xmlns:a="http://schemas.openxmlformats.org/drawingml/2006/main">
              <a:ext uri="{FF2B5EF4-FFF2-40B4-BE49-F238E27FC236}">
                <a16:creationId xmlns:a16="http://schemas.microsoft.com/office/drawing/2014/main" id="{8A1AD028-53CC-41BC-B5E4-72454B53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577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Collaborative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Contrast Loss</a:t>
            </a:r>
          </a:p>
        </p:txBody>
      </p:sp>
      <p:sp>
        <p:nvSpPr>
          <p:cNvPr id="292" name="SE-010-path-292">
            <a:extLst xmlns:a="http://schemas.openxmlformats.org/drawingml/2006/main">
              <a:ext uri="{FF2B5EF4-FFF2-40B4-BE49-F238E27FC236}">
                <a16:creationId xmlns:a16="http://schemas.microsoft.com/office/drawing/2014/main" id="{7F3E58AF-D43C-4A48-B476-99753922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924300"/>
            <a:ext cx="171450" cy="180975"/>
          </a:xfrm>
          <a:custGeom xmlns:a="http://schemas.openxmlformats.org/drawingml/2006/main">
            <a:pathLst>
              <a:path w="171450" h="180975">
                <a:moveTo>
                  <a:pt x="0" y="0"/>
                </a:moveTo>
                <a:lnTo>
                  <a:pt x="171450" y="95250"/>
                </a:ln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4A7EBF"/>
            </a:solidFill>
          </a:ln>
        </p:spPr>
      </p:sp>
      <p:sp>
        <p:nvSpPr>
          <p:cNvPr id="293" name="SE-010-path-293">
            <a:extLst xmlns:a="http://schemas.openxmlformats.org/drawingml/2006/main">
              <a:ext uri="{FF2B5EF4-FFF2-40B4-BE49-F238E27FC236}">
                <a16:creationId xmlns:a16="http://schemas.microsoft.com/office/drawing/2014/main" id="{6A559F44-CA3C-432A-87EB-556F2D2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24300"/>
            <a:ext cx="171450" cy="180975"/>
          </a:xfrm>
          <a:custGeom xmlns:a="http://schemas.openxmlformats.org/drawingml/2006/main">
            <a:pathLst>
              <a:path w="171450" h="180975">
                <a:moveTo>
                  <a:pt x="0" y="0"/>
                </a:moveTo>
                <a:lnTo>
                  <a:pt x="171450" y="95250"/>
                </a:ln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4A7EBF"/>
            </a:solidFill>
          </a:ln>
        </p:spPr>
      </p:sp>
      <p:sp>
        <p:nvSpPr>
          <p:cNvPr id="294" name="SE-010-294">
            <a:extLst xmlns:a="http://schemas.openxmlformats.org/drawingml/2006/main">
              <a:ext uri="{FF2B5EF4-FFF2-40B4-BE49-F238E27FC236}">
                <a16:creationId xmlns:a16="http://schemas.microsoft.com/office/drawing/2014/main" id="{1A703555-0A98-40CF-ACAB-DE296661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33475"/>
            <a:ext cx="2638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 Memory Queue</a:t>
            </a:r>
          </a:p>
        </p:txBody>
      </p:sp>
      <p:sp>
        <p:nvSpPr>
          <p:cNvPr id="295" name="SE-010-295">
            <a:extLst xmlns:a="http://schemas.openxmlformats.org/drawingml/2006/main">
              <a:ext uri="{FF2B5EF4-FFF2-40B4-BE49-F238E27FC236}">
                <a16:creationId xmlns:a16="http://schemas.microsoft.com/office/drawing/2014/main" id="{D9D0C6C5-5287-46CC-B399-2675B1E1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96" name="SE-010-296">
            <a:extLst xmlns:a="http://schemas.openxmlformats.org/drawingml/2006/main">
              <a:ext uri="{FF2B5EF4-FFF2-40B4-BE49-F238E27FC236}">
                <a16:creationId xmlns:a16="http://schemas.microsoft.com/office/drawing/2014/main" id="{0F6B1A51-CE09-4D57-96A6-6F8D3A7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7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97" name="SE-010-297">
            <a:extLst xmlns:a="http://schemas.openxmlformats.org/drawingml/2006/main">
              <a:ext uri="{FF2B5EF4-FFF2-40B4-BE49-F238E27FC236}">
                <a16:creationId xmlns:a16="http://schemas.microsoft.com/office/drawing/2014/main" id="{FB967688-5C32-4B77-B9EB-48ACFAB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09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98" name="SE-010-298">
            <a:extLst xmlns:a="http://schemas.openxmlformats.org/drawingml/2006/main">
              <a:ext uri="{FF2B5EF4-FFF2-40B4-BE49-F238E27FC236}">
                <a16:creationId xmlns:a16="http://schemas.microsoft.com/office/drawing/2014/main" id="{CCE5077D-1861-4914-B6B8-69ED42F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91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99" name="SE-010-299">
            <a:extLst xmlns:a="http://schemas.openxmlformats.org/drawingml/2006/main">
              <a:ext uri="{FF2B5EF4-FFF2-40B4-BE49-F238E27FC236}">
                <a16:creationId xmlns:a16="http://schemas.microsoft.com/office/drawing/2014/main" id="{B388C8CA-6548-4B8F-907C-E3FCB137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73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0" name="SE-010-300">
            <a:extLst xmlns:a="http://schemas.openxmlformats.org/drawingml/2006/main">
              <a:ext uri="{FF2B5EF4-FFF2-40B4-BE49-F238E27FC236}">
                <a16:creationId xmlns:a16="http://schemas.microsoft.com/office/drawing/2014/main" id="{CE938755-ADD5-4F97-97CB-496A5D94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1" name="SE-010-301">
            <a:extLst xmlns:a="http://schemas.openxmlformats.org/drawingml/2006/main">
              <a:ext uri="{FF2B5EF4-FFF2-40B4-BE49-F238E27FC236}">
                <a16:creationId xmlns:a16="http://schemas.microsoft.com/office/drawing/2014/main" id="{8C9FD21D-E56E-4AE4-A2E2-5A95485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7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2" name="SE-010-302">
            <a:extLst xmlns:a="http://schemas.openxmlformats.org/drawingml/2006/main">
              <a:ext uri="{FF2B5EF4-FFF2-40B4-BE49-F238E27FC236}">
                <a16:creationId xmlns:a16="http://schemas.microsoft.com/office/drawing/2014/main" id="{AB15F450-93C2-43C5-B98E-45E2C32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19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3" name="SE-010-303">
            <a:extLst xmlns:a="http://schemas.openxmlformats.org/drawingml/2006/main">
              <a:ext uri="{FF2B5EF4-FFF2-40B4-BE49-F238E27FC236}">
                <a16:creationId xmlns:a16="http://schemas.microsoft.com/office/drawing/2014/main" id="{13E91445-CFF0-420F-BC70-E09D8733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01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4" name="SE-010-304">
            <a:extLst xmlns:a="http://schemas.openxmlformats.org/drawingml/2006/main">
              <a:ext uri="{FF2B5EF4-FFF2-40B4-BE49-F238E27FC236}">
                <a16:creationId xmlns:a16="http://schemas.microsoft.com/office/drawing/2014/main" id="{7076FF38-8B73-4483-9F6E-E7209065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3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5" name="SE-010-305">
            <a:extLst xmlns:a="http://schemas.openxmlformats.org/drawingml/2006/main">
              <a:ext uri="{FF2B5EF4-FFF2-40B4-BE49-F238E27FC236}">
                <a16:creationId xmlns:a16="http://schemas.microsoft.com/office/drawing/2014/main" id="{A04D0BC4-FDF9-44EA-996E-D10607C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6" name="SE-010-306">
            <a:extLst xmlns:a="http://schemas.openxmlformats.org/drawingml/2006/main">
              <a:ext uri="{FF2B5EF4-FFF2-40B4-BE49-F238E27FC236}">
                <a16:creationId xmlns:a16="http://schemas.microsoft.com/office/drawing/2014/main" id="{617F2750-8DDF-4741-88CA-AB44579C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7" name="SE-010-307">
            <a:extLst xmlns:a="http://schemas.openxmlformats.org/drawingml/2006/main">
              <a:ext uri="{FF2B5EF4-FFF2-40B4-BE49-F238E27FC236}">
                <a16:creationId xmlns:a16="http://schemas.microsoft.com/office/drawing/2014/main" id="{B67AC588-B858-4D60-A304-745FE04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29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8" name="SE-010-308">
            <a:extLst xmlns:a="http://schemas.openxmlformats.org/drawingml/2006/main">
              <a:ext uri="{FF2B5EF4-FFF2-40B4-BE49-F238E27FC236}">
                <a16:creationId xmlns:a16="http://schemas.microsoft.com/office/drawing/2014/main" id="{F5A58D5F-CDBD-49C8-BCF0-BB3FB01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11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9" name="SE-010-309">
            <a:extLst xmlns:a="http://schemas.openxmlformats.org/drawingml/2006/main">
              <a:ext uri="{FF2B5EF4-FFF2-40B4-BE49-F238E27FC236}">
                <a16:creationId xmlns:a16="http://schemas.microsoft.com/office/drawing/2014/main" id="{AA942220-ABB0-4FD6-848F-6C9AF01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93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0" name="SE-010-310">
            <a:extLst xmlns:a="http://schemas.openxmlformats.org/drawingml/2006/main">
              <a:ext uri="{FF2B5EF4-FFF2-40B4-BE49-F238E27FC236}">
                <a16:creationId xmlns:a16="http://schemas.microsoft.com/office/drawing/2014/main" id="{CC199173-4C74-4655-963B-8C13174C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1" name="SE-010-311">
            <a:extLst xmlns:a="http://schemas.openxmlformats.org/drawingml/2006/main">
              <a:ext uri="{FF2B5EF4-FFF2-40B4-BE49-F238E27FC236}">
                <a16:creationId xmlns:a16="http://schemas.microsoft.com/office/drawing/2014/main" id="{10A10212-4C8F-4187-9A08-3043993F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57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2" name="SE-010-312">
            <a:extLst xmlns:a="http://schemas.openxmlformats.org/drawingml/2006/main">
              <a:ext uri="{FF2B5EF4-FFF2-40B4-BE49-F238E27FC236}">
                <a16:creationId xmlns:a16="http://schemas.microsoft.com/office/drawing/2014/main" id="{4390F0E4-C8FA-4502-8108-7BC99AE0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39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3" name="SE-010-313">
            <a:extLst xmlns:a="http://schemas.openxmlformats.org/drawingml/2006/main">
              <a:ext uri="{FF2B5EF4-FFF2-40B4-BE49-F238E27FC236}">
                <a16:creationId xmlns:a16="http://schemas.microsoft.com/office/drawing/2014/main" id="{D676B256-4903-4F1E-817C-D36312BB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21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4" name="SE-010-314">
            <a:extLst xmlns:a="http://schemas.openxmlformats.org/drawingml/2006/main">
              <a:ext uri="{FF2B5EF4-FFF2-40B4-BE49-F238E27FC236}">
                <a16:creationId xmlns:a16="http://schemas.microsoft.com/office/drawing/2014/main" id="{2ED4E5E2-5091-4440-90B6-38AE3AE4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03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5" name="SE-010-315">
            <a:extLst xmlns:a="http://schemas.openxmlformats.org/drawingml/2006/main">
              <a:ext uri="{FF2B5EF4-FFF2-40B4-BE49-F238E27FC236}">
                <a16:creationId xmlns:a16="http://schemas.microsoft.com/office/drawing/2014/main" id="{14538BBB-FA41-4AB2-A8BB-7C7BEF5E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6" name="SE-010-316">
            <a:extLst xmlns:a="http://schemas.openxmlformats.org/drawingml/2006/main">
              <a:ext uri="{FF2B5EF4-FFF2-40B4-BE49-F238E27FC236}">
                <a16:creationId xmlns:a16="http://schemas.microsoft.com/office/drawing/2014/main" id="{ADC39CA5-153E-40AE-978F-10411F6C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767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7" name="SE-010-317">
            <a:extLst xmlns:a="http://schemas.openxmlformats.org/drawingml/2006/main">
              <a:ext uri="{FF2B5EF4-FFF2-40B4-BE49-F238E27FC236}">
                <a16:creationId xmlns:a16="http://schemas.microsoft.com/office/drawing/2014/main" id="{D06CACD7-42E3-4912-8BB2-CB285D7D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9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8" name="SE-010-318">
            <a:extLst xmlns:a="http://schemas.openxmlformats.org/drawingml/2006/main">
              <a:ext uri="{FF2B5EF4-FFF2-40B4-BE49-F238E27FC236}">
                <a16:creationId xmlns:a16="http://schemas.microsoft.com/office/drawing/2014/main" id="{1965D924-D836-4008-93FC-07793FC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531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9" name="SE-010-319">
            <a:extLst xmlns:a="http://schemas.openxmlformats.org/drawingml/2006/main">
              <a:ext uri="{FF2B5EF4-FFF2-40B4-BE49-F238E27FC236}">
                <a16:creationId xmlns:a16="http://schemas.microsoft.com/office/drawing/2014/main" id="{243C5318-DC06-47B2-A3E4-F3E87B0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130" y="1390650"/>
            <a:ext cx="809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20" name="SE-010-320">
            <a:extLst xmlns:a="http://schemas.openxmlformats.org/drawingml/2006/main">
              <a:ext uri="{FF2B5EF4-FFF2-40B4-BE49-F238E27FC236}">
                <a16:creationId xmlns:a16="http://schemas.microsoft.com/office/drawing/2014/main" id="{FF93F707-030A-4BD2-ADEB-40CCCD40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52625"/>
            <a:ext cx="278130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C0C0"/>
            </a:solidFill>
          </a:ln>
        </p:spPr>
      </p:sp>
      <p:sp>
        <p:nvSpPr>
          <p:cNvPr id="321" name="SE-010-321">
            <a:extLst xmlns:a="http://schemas.openxmlformats.org/drawingml/2006/main">
              <a:ext uri="{FF2B5EF4-FFF2-40B4-BE49-F238E27FC236}">
                <a16:creationId xmlns:a16="http://schemas.microsoft.com/office/drawing/2014/main" id="{8B156F5B-8743-4846-BA20-14CA9380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07" y="2645124"/>
            <a:ext cx="28575" cy="26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2" name="SE-010-322">
            <a:extLst xmlns:a="http://schemas.openxmlformats.org/drawingml/2006/main">
              <a:ext uri="{FF2B5EF4-FFF2-40B4-BE49-F238E27FC236}">
                <a16:creationId xmlns:a16="http://schemas.microsoft.com/office/drawing/2014/main" id="{A134F8F7-C57D-4199-9BF6-CFDB9D1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443" y="2509233"/>
            <a:ext cx="28575" cy="395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3" name="SE-010-323">
            <a:extLst xmlns:a="http://schemas.openxmlformats.org/drawingml/2006/main">
              <a:ext uri="{FF2B5EF4-FFF2-40B4-BE49-F238E27FC236}">
                <a16:creationId xmlns:a16="http://schemas.microsoft.com/office/drawing/2014/main" id="{F42D7754-F6FA-4D7E-9CE6-E12894C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278" y="2524963"/>
            <a:ext cx="28575" cy="3801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4" name="SE-010-324">
            <a:extLst xmlns:a="http://schemas.openxmlformats.org/drawingml/2006/main">
              <a:ext uri="{FF2B5EF4-FFF2-40B4-BE49-F238E27FC236}">
                <a16:creationId xmlns:a16="http://schemas.microsoft.com/office/drawing/2014/main" id="{F6A2919E-024C-4EB5-A5EF-C8B1F737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114" y="2481409"/>
            <a:ext cx="28575" cy="42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5" name="SE-010-325">
            <a:extLst xmlns:a="http://schemas.openxmlformats.org/drawingml/2006/main">
              <a:ext uri="{FF2B5EF4-FFF2-40B4-BE49-F238E27FC236}">
                <a16:creationId xmlns:a16="http://schemas.microsoft.com/office/drawing/2014/main" id="{A6F805CA-3421-4BC1-8768-32FEA1AE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8950" y="2247505"/>
            <a:ext cx="28575" cy="65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6" name="SE-010-326">
            <a:extLst xmlns:a="http://schemas.openxmlformats.org/drawingml/2006/main">
              <a:ext uri="{FF2B5EF4-FFF2-40B4-BE49-F238E27FC236}">
                <a16:creationId xmlns:a16="http://schemas.microsoft.com/office/drawing/2014/main" id="{FA3DE1B9-8CDF-44D1-83A1-77D479E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785" y="2219766"/>
            <a:ext cx="28575" cy="6853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7" name="SE-010-327">
            <a:extLst xmlns:a="http://schemas.openxmlformats.org/drawingml/2006/main">
              <a:ext uri="{FF2B5EF4-FFF2-40B4-BE49-F238E27FC236}">
                <a16:creationId xmlns:a16="http://schemas.microsoft.com/office/drawing/2014/main" id="{45196C87-661D-4C0D-A369-60B0AF22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21" y="2349599"/>
            <a:ext cx="28575" cy="5555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8" name="SE-010-328">
            <a:extLst xmlns:a="http://schemas.openxmlformats.org/drawingml/2006/main">
              <a:ext uri="{FF2B5EF4-FFF2-40B4-BE49-F238E27FC236}">
                <a16:creationId xmlns:a16="http://schemas.microsoft.com/office/drawing/2014/main" id="{CD82361C-66AF-4634-AE57-03E379C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457" y="2196035"/>
            <a:ext cx="28575" cy="709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29" name="SE-010-329">
            <a:extLst xmlns:a="http://schemas.openxmlformats.org/drawingml/2006/main">
              <a:ext uri="{FF2B5EF4-FFF2-40B4-BE49-F238E27FC236}">
                <a16:creationId xmlns:a16="http://schemas.microsoft.com/office/drawing/2014/main" id="{484EF86B-BC00-4A02-93FE-549E4447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292" y="2074930"/>
            <a:ext cx="28575" cy="830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30" name="SE-010-330">
            <a:extLst xmlns:a="http://schemas.openxmlformats.org/drawingml/2006/main">
              <a:ext uri="{FF2B5EF4-FFF2-40B4-BE49-F238E27FC236}">
                <a16:creationId xmlns:a16="http://schemas.microsoft.com/office/drawing/2014/main" id="{1D7FF27E-1ED8-47B4-9142-D07DD4E1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128" y="2290448"/>
            <a:ext cx="28575" cy="614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31" name="SE-010-331">
            <a:extLst xmlns:a="http://schemas.openxmlformats.org/drawingml/2006/main">
              <a:ext uri="{FF2B5EF4-FFF2-40B4-BE49-F238E27FC236}">
                <a16:creationId xmlns:a16="http://schemas.microsoft.com/office/drawing/2014/main" id="{7DC9B712-7FBB-485C-A7EF-63743D2A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964" y="2368453"/>
            <a:ext cx="28575" cy="536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32" name="SE-010-332">
            <a:extLst xmlns:a="http://schemas.openxmlformats.org/drawingml/2006/main">
              <a:ext uri="{FF2B5EF4-FFF2-40B4-BE49-F238E27FC236}">
                <a16:creationId xmlns:a16="http://schemas.microsoft.com/office/drawing/2014/main" id="{065C7A7A-646F-4CB4-AE7D-9BE1A1ED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99" y="2260750"/>
            <a:ext cx="28575" cy="64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33" name="SE-010-333">
            <a:extLst xmlns:a="http://schemas.openxmlformats.org/drawingml/2006/main">
              <a:ext uri="{FF2B5EF4-FFF2-40B4-BE49-F238E27FC236}">
                <a16:creationId xmlns:a16="http://schemas.microsoft.com/office/drawing/2014/main" id="{CCA8279C-A062-49D3-9CAE-2B6DF55E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635" y="2389310"/>
            <a:ext cx="28575" cy="51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34" name="SE-010-334">
            <a:extLst xmlns:a="http://schemas.openxmlformats.org/drawingml/2006/main">
              <a:ext uri="{FF2B5EF4-FFF2-40B4-BE49-F238E27FC236}">
                <a16:creationId xmlns:a16="http://schemas.microsoft.com/office/drawing/2014/main" id="{73E8C354-ADBA-494F-8125-5498FF0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71" y="2579871"/>
            <a:ext cx="28575" cy="325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35" name="SE-010-335">
            <a:extLst xmlns:a="http://schemas.openxmlformats.org/drawingml/2006/main">
              <a:ext uri="{FF2B5EF4-FFF2-40B4-BE49-F238E27FC236}">
                <a16:creationId xmlns:a16="http://schemas.microsoft.com/office/drawing/2014/main" id="{6DFD23D9-9247-4F10-B97C-52449EF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306" y="2580982"/>
            <a:ext cx="28575" cy="3241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336" name="SE-010-path-336">
            <a:extLst xmlns:a="http://schemas.openxmlformats.org/drawingml/2006/main">
              <a:ext uri="{FF2B5EF4-FFF2-40B4-BE49-F238E27FC236}">
                <a16:creationId xmlns:a16="http://schemas.microsoft.com/office/drawing/2014/main" id="{E580CE6F-D554-487C-9A21-3D5E2A9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38694"/>
            <a:ext cx="2105025" cy="666431"/>
          </a:xfrm>
          <a:custGeom xmlns:a="http://schemas.openxmlformats.org/drawingml/2006/main">
            <a:pathLst>
              <a:path w="2105025" h="666431">
                <a:moveTo>
                  <a:pt x="0" y="666431"/>
                </a:moveTo>
                <a:lnTo>
                  <a:pt x="0" y="664330"/>
                </a:lnTo>
                <a:lnTo>
                  <a:pt x="32891" y="663393"/>
                </a:lnTo>
                <a:lnTo>
                  <a:pt x="65782" y="662090"/>
                </a:lnTo>
                <a:lnTo>
                  <a:pt x="98673" y="660305"/>
                </a:lnTo>
                <a:lnTo>
                  <a:pt x="131564" y="657891"/>
                </a:lnTo>
                <a:lnTo>
                  <a:pt x="164455" y="654670"/>
                </a:lnTo>
                <a:lnTo>
                  <a:pt x="197346" y="650429"/>
                </a:lnTo>
                <a:lnTo>
                  <a:pt x="230237" y="644925"/>
                </a:lnTo>
                <a:lnTo>
                  <a:pt x="263128" y="637877"/>
                </a:lnTo>
                <a:lnTo>
                  <a:pt x="296019" y="628980"/>
                </a:lnTo>
                <a:lnTo>
                  <a:pt x="328910" y="617907"/>
                </a:lnTo>
                <a:lnTo>
                  <a:pt x="361801" y="604322"/>
                </a:lnTo>
                <a:lnTo>
                  <a:pt x="394692" y="587899"/>
                </a:lnTo>
                <a:lnTo>
                  <a:pt x="427583" y="568338"/>
                </a:lnTo>
                <a:lnTo>
                  <a:pt x="460474" y="545390"/>
                </a:lnTo>
                <a:lnTo>
                  <a:pt x="493365" y="518887"/>
                </a:lnTo>
                <a:lnTo>
                  <a:pt x="526256" y="488763"/>
                </a:lnTo>
                <a:lnTo>
                  <a:pt x="559147" y="455084"/>
                </a:lnTo>
                <a:lnTo>
                  <a:pt x="592038" y="418072"/>
                </a:lnTo>
                <a:lnTo>
                  <a:pt x="624929" y="378118"/>
                </a:lnTo>
                <a:lnTo>
                  <a:pt x="657820" y="335798"/>
                </a:lnTo>
                <a:lnTo>
                  <a:pt x="690711" y="291866"/>
                </a:lnTo>
                <a:lnTo>
                  <a:pt x="723602" y="247246"/>
                </a:lnTo>
                <a:lnTo>
                  <a:pt x="756493" y="203001"/>
                </a:lnTo>
                <a:lnTo>
                  <a:pt x="789384" y="160303"/>
                </a:lnTo>
                <a:lnTo>
                  <a:pt x="822275" y="120377"/>
                </a:lnTo>
                <a:lnTo>
                  <a:pt x="855166" y="84450"/>
                </a:lnTo>
                <a:lnTo>
                  <a:pt x="888057" y="53684"/>
                </a:lnTo>
                <a:lnTo>
                  <a:pt x="920948" y="29119"/>
                </a:lnTo>
                <a:lnTo>
                  <a:pt x="953839" y="11612"/>
                </a:lnTo>
                <a:lnTo>
                  <a:pt x="986730" y="1787"/>
                </a:lnTo>
                <a:lnTo>
                  <a:pt x="1019621" y="0"/>
                </a:lnTo>
                <a:lnTo>
                  <a:pt x="1052513" y="6315"/>
                </a:lnTo>
                <a:lnTo>
                  <a:pt x="1085404" y="20504"/>
                </a:lnTo>
                <a:lnTo>
                  <a:pt x="1118295" y="42056"/>
                </a:lnTo>
                <a:lnTo>
                  <a:pt x="1151186" y="70212"/>
                </a:lnTo>
                <a:lnTo>
                  <a:pt x="1184077" y="104005"/>
                </a:lnTo>
                <a:lnTo>
                  <a:pt x="1216968" y="142321"/>
                </a:lnTo>
                <a:lnTo>
                  <a:pt x="1249859" y="183951"/>
                </a:lnTo>
                <a:lnTo>
                  <a:pt x="1282750" y="227664"/>
                </a:lnTo>
                <a:lnTo>
                  <a:pt x="1315641" y="272258"/>
                </a:lnTo>
                <a:lnTo>
                  <a:pt x="1348532" y="316616"/>
                </a:lnTo>
                <a:lnTo>
                  <a:pt x="1381423" y="359748"/>
                </a:lnTo>
                <a:lnTo>
                  <a:pt x="1414314" y="400825"/>
                </a:lnTo>
                <a:lnTo>
                  <a:pt x="1447205" y="439191"/>
                </a:lnTo>
                <a:lnTo>
                  <a:pt x="1480096" y="474373"/>
                </a:lnTo>
                <a:lnTo>
                  <a:pt x="1512987" y="506078"/>
                </a:lnTo>
                <a:lnTo>
                  <a:pt x="1545878" y="534174"/>
                </a:lnTo>
                <a:lnTo>
                  <a:pt x="1578769" y="558670"/>
                </a:lnTo>
                <a:lnTo>
                  <a:pt x="1611660" y="579695"/>
                </a:lnTo>
                <a:lnTo>
                  <a:pt x="1644551" y="597464"/>
                </a:lnTo>
                <a:lnTo>
                  <a:pt x="1677442" y="612259"/>
                </a:lnTo>
                <a:lnTo>
                  <a:pt x="1710333" y="624396"/>
                </a:lnTo>
                <a:lnTo>
                  <a:pt x="1743224" y="634209"/>
                </a:lnTo>
                <a:lnTo>
                  <a:pt x="1776115" y="642032"/>
                </a:lnTo>
                <a:lnTo>
                  <a:pt x="1809006" y="648179"/>
                </a:lnTo>
                <a:lnTo>
                  <a:pt x="1841897" y="652943"/>
                </a:lnTo>
                <a:lnTo>
                  <a:pt x="1874788" y="656585"/>
                </a:lnTo>
                <a:lnTo>
                  <a:pt x="1907679" y="659330"/>
                </a:lnTo>
                <a:lnTo>
                  <a:pt x="1940570" y="661372"/>
                </a:lnTo>
                <a:lnTo>
                  <a:pt x="1973461" y="662871"/>
                </a:lnTo>
                <a:lnTo>
                  <a:pt x="2006352" y="663956"/>
                </a:lnTo>
                <a:lnTo>
                  <a:pt x="2039243" y="664731"/>
                </a:lnTo>
                <a:lnTo>
                  <a:pt x="2072134" y="665278"/>
                </a:lnTo>
                <a:lnTo>
                  <a:pt x="2105025" y="665658"/>
                </a:lnTo>
                <a:lnTo>
                  <a:pt x="2105025" y="666431"/>
                </a:lnTo>
                <a:close/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19050">
            <a:solidFill>
              <a:srgbClr val="8D8D8D"/>
            </a:solidFill>
          </a:ln>
        </p:spPr>
      </p:sp>
      <p:sp>
        <p:nvSpPr>
          <p:cNvPr id="337" name="SE-010-337">
            <a:extLst xmlns:a="http://schemas.openxmlformats.org/drawingml/2006/main">
              <a:ext uri="{FF2B5EF4-FFF2-40B4-BE49-F238E27FC236}">
                <a16:creationId xmlns:a16="http://schemas.microsoft.com/office/drawing/2014/main" id="{432191EA-FFA3-4EDE-B278-A9D9B0A0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947" y="3856194"/>
            <a:ext cx="28575" cy="681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38" name="SE-010-338">
            <a:extLst xmlns:a="http://schemas.openxmlformats.org/drawingml/2006/main">
              <a:ext uri="{FF2B5EF4-FFF2-40B4-BE49-F238E27FC236}">
                <a16:creationId xmlns:a16="http://schemas.microsoft.com/office/drawing/2014/main" id="{E5456473-F947-4975-A2A5-AFCD29A3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926" y="3805608"/>
            <a:ext cx="28575" cy="118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39" name="SE-010-339">
            <a:extLst xmlns:a="http://schemas.openxmlformats.org/drawingml/2006/main">
              <a:ext uri="{FF2B5EF4-FFF2-40B4-BE49-F238E27FC236}">
                <a16:creationId xmlns:a16="http://schemas.microsoft.com/office/drawing/2014/main" id="{995FA46E-BBD8-43AB-AFFD-CE5A8D18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905" y="3793851"/>
            <a:ext cx="28575" cy="130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0" name="SE-010-340">
            <a:extLst xmlns:a="http://schemas.openxmlformats.org/drawingml/2006/main">
              <a:ext uri="{FF2B5EF4-FFF2-40B4-BE49-F238E27FC236}">
                <a16:creationId xmlns:a16="http://schemas.microsoft.com/office/drawing/2014/main" id="{7990BB9B-AE02-4216-9585-2AA77BE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5" y="3757891"/>
            <a:ext cx="28575" cy="166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1" name="SE-010-341">
            <a:extLst xmlns:a="http://schemas.openxmlformats.org/drawingml/2006/main">
              <a:ext uri="{FF2B5EF4-FFF2-40B4-BE49-F238E27FC236}">
                <a16:creationId xmlns:a16="http://schemas.microsoft.com/office/drawing/2014/main" id="{85663A0A-B356-4E93-BF21-AAFA57E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2864" y="3628698"/>
            <a:ext cx="28575" cy="295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2" name="SE-010-342">
            <a:extLst xmlns:a="http://schemas.openxmlformats.org/drawingml/2006/main">
              <a:ext uri="{FF2B5EF4-FFF2-40B4-BE49-F238E27FC236}">
                <a16:creationId xmlns:a16="http://schemas.microsoft.com/office/drawing/2014/main" id="{2DEE4EB8-7847-406B-BC45-EF48ED7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843" y="3571701"/>
            <a:ext cx="28575" cy="3525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3" name="SE-010-343">
            <a:extLst xmlns:a="http://schemas.openxmlformats.org/drawingml/2006/main">
              <a:ext uri="{FF2B5EF4-FFF2-40B4-BE49-F238E27FC236}">
                <a16:creationId xmlns:a16="http://schemas.microsoft.com/office/drawing/2014/main" id="{7BC2F101-D29F-45BA-8FC4-D0B6C3F7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822" y="3597188"/>
            <a:ext cx="28575" cy="327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4" name="SE-010-344">
            <a:extLst xmlns:a="http://schemas.openxmlformats.org/drawingml/2006/main">
              <a:ext uri="{FF2B5EF4-FFF2-40B4-BE49-F238E27FC236}">
                <a16:creationId xmlns:a16="http://schemas.microsoft.com/office/drawing/2014/main" id="{0FA851C2-2309-4301-B3D1-833A4F7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801" y="3446415"/>
            <a:ext cx="28575" cy="477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5" name="SE-010-345">
            <a:extLst xmlns:a="http://schemas.openxmlformats.org/drawingml/2006/main">
              <a:ext uri="{FF2B5EF4-FFF2-40B4-BE49-F238E27FC236}">
                <a16:creationId xmlns:a16="http://schemas.microsoft.com/office/drawing/2014/main" id="{9910F5B1-DE48-431C-9A9E-D34E2F18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780" y="3283928"/>
            <a:ext cx="28575" cy="640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6" name="SE-010-346">
            <a:extLst xmlns:a="http://schemas.openxmlformats.org/drawingml/2006/main">
              <a:ext uri="{FF2B5EF4-FFF2-40B4-BE49-F238E27FC236}">
                <a16:creationId xmlns:a16="http://schemas.microsoft.com/office/drawing/2014/main" id="{6B4DB684-B01E-4BC2-B248-B31344C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760" y="3381639"/>
            <a:ext cx="28575" cy="542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7" name="SE-010-347">
            <a:extLst xmlns:a="http://schemas.openxmlformats.org/drawingml/2006/main">
              <a:ext uri="{FF2B5EF4-FFF2-40B4-BE49-F238E27FC236}">
                <a16:creationId xmlns:a16="http://schemas.microsoft.com/office/drawing/2014/main" id="{32345B58-F376-4F32-8274-3EE1CAC7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739" y="3382024"/>
            <a:ext cx="28575" cy="542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8" name="SE-010-348">
            <a:extLst xmlns:a="http://schemas.openxmlformats.org/drawingml/2006/main">
              <a:ext uri="{FF2B5EF4-FFF2-40B4-BE49-F238E27FC236}">
                <a16:creationId xmlns:a16="http://schemas.microsoft.com/office/drawing/2014/main" id="{E47EEEA0-25F5-48A2-A54A-13DD901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718" y="3179089"/>
            <a:ext cx="28575" cy="745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49" name="SE-010-349">
            <a:extLst xmlns:a="http://schemas.openxmlformats.org/drawingml/2006/main">
              <a:ext uri="{FF2B5EF4-FFF2-40B4-BE49-F238E27FC236}">
                <a16:creationId xmlns:a16="http://schemas.microsoft.com/office/drawing/2014/main" id="{839360F2-3CAD-42D6-AAAE-1A8585E2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697" y="3241545"/>
            <a:ext cx="28575" cy="682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50" name="SE-010-350">
            <a:extLst xmlns:a="http://schemas.openxmlformats.org/drawingml/2006/main">
              <a:ext uri="{FF2B5EF4-FFF2-40B4-BE49-F238E27FC236}">
                <a16:creationId xmlns:a16="http://schemas.microsoft.com/office/drawing/2014/main" id="{7C6F3D67-0AA6-4FF7-88F8-5041EEA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676" y="3431554"/>
            <a:ext cx="28575" cy="492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51" name="SE-010-351">
            <a:extLst xmlns:a="http://schemas.openxmlformats.org/drawingml/2006/main">
              <a:ext uri="{FF2B5EF4-FFF2-40B4-BE49-F238E27FC236}">
                <a16:creationId xmlns:a16="http://schemas.microsoft.com/office/drawing/2014/main" id="{5DBEE69B-C4CC-4158-BDFF-6AA2CD75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655" y="3362260"/>
            <a:ext cx="28575" cy="56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3F3"/>
          </a:solidFill>
          <a:ln xmlns:a="http://schemas.openxmlformats.org/drawingml/2006/main" w="0">
            <a:noFill/>
          </a:ln>
        </p:spPr>
      </p:sp>
      <p:sp>
        <p:nvSpPr>
          <p:cNvPr id="352" name="SE-010-path-352">
            <a:extLst xmlns:a="http://schemas.openxmlformats.org/drawingml/2006/main">
              <a:ext uri="{FF2B5EF4-FFF2-40B4-BE49-F238E27FC236}">
                <a16:creationId xmlns:a16="http://schemas.microsoft.com/office/drawing/2014/main" id="{0B5699D1-8661-4BB3-A89D-E07CCD7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54"/>
            <a:ext cx="2295525" cy="609546"/>
          </a:xfrm>
          <a:custGeom xmlns:a="http://schemas.openxmlformats.org/drawingml/2006/main">
            <a:pathLst>
              <a:path w="2295525" h="609546">
                <a:moveTo>
                  <a:pt x="0" y="609546"/>
                </a:moveTo>
                <a:lnTo>
                  <a:pt x="0" y="609411"/>
                </a:lnTo>
                <a:lnTo>
                  <a:pt x="35868" y="609334"/>
                </a:lnTo>
                <a:lnTo>
                  <a:pt x="71735" y="609219"/>
                </a:lnTo>
                <a:lnTo>
                  <a:pt x="107603" y="609046"/>
                </a:lnTo>
                <a:lnTo>
                  <a:pt x="143470" y="608792"/>
                </a:lnTo>
                <a:lnTo>
                  <a:pt x="179338" y="608424"/>
                </a:lnTo>
                <a:lnTo>
                  <a:pt x="215205" y="607895"/>
                </a:lnTo>
                <a:lnTo>
                  <a:pt x="251073" y="607146"/>
                </a:lnTo>
                <a:lnTo>
                  <a:pt x="286941" y="606101"/>
                </a:lnTo>
                <a:lnTo>
                  <a:pt x="322808" y="604660"/>
                </a:lnTo>
                <a:lnTo>
                  <a:pt x="358676" y="602700"/>
                </a:lnTo>
                <a:lnTo>
                  <a:pt x="394543" y="600071"/>
                </a:lnTo>
                <a:lnTo>
                  <a:pt x="430411" y="596593"/>
                </a:lnTo>
                <a:lnTo>
                  <a:pt x="466279" y="592051"/>
                </a:lnTo>
                <a:lnTo>
                  <a:pt x="502146" y="586204"/>
                </a:lnTo>
                <a:lnTo>
                  <a:pt x="538014" y="578781"/>
                </a:lnTo>
                <a:lnTo>
                  <a:pt x="573881" y="569489"/>
                </a:lnTo>
                <a:lnTo>
                  <a:pt x="609749" y="558024"/>
                </a:lnTo>
                <a:lnTo>
                  <a:pt x="645616" y="544082"/>
                </a:lnTo>
                <a:lnTo>
                  <a:pt x="681484" y="527375"/>
                </a:lnTo>
                <a:lnTo>
                  <a:pt x="717352" y="507656"/>
                </a:lnTo>
                <a:lnTo>
                  <a:pt x="753219" y="484738"/>
                </a:lnTo>
                <a:lnTo>
                  <a:pt x="789087" y="458521"/>
                </a:lnTo>
                <a:lnTo>
                  <a:pt x="824954" y="429013"/>
                </a:lnTo>
                <a:lnTo>
                  <a:pt x="860822" y="396358"/>
                </a:lnTo>
                <a:lnTo>
                  <a:pt x="896689" y="360851"/>
                </a:lnTo>
                <a:lnTo>
                  <a:pt x="932557" y="322950"/>
                </a:lnTo>
                <a:lnTo>
                  <a:pt x="968425" y="283280"/>
                </a:lnTo>
                <a:lnTo>
                  <a:pt x="1004292" y="242625"/>
                </a:lnTo>
                <a:lnTo>
                  <a:pt x="1040160" y="201912"/>
                </a:lnTo>
                <a:lnTo>
                  <a:pt x="1076027" y="162175"/>
                </a:lnTo>
                <a:lnTo>
                  <a:pt x="1111895" y="124522"/>
                </a:lnTo>
                <a:lnTo>
                  <a:pt x="1147763" y="90080"/>
                </a:lnTo>
                <a:lnTo>
                  <a:pt x="1183630" y="59942"/>
                </a:lnTo>
                <a:lnTo>
                  <a:pt x="1219498" y="35110"/>
                </a:lnTo>
                <a:lnTo>
                  <a:pt x="1255365" y="16441"/>
                </a:lnTo>
                <a:lnTo>
                  <a:pt x="1291233" y="4596"/>
                </a:lnTo>
                <a:lnTo>
                  <a:pt x="1327100" y="0"/>
                </a:lnTo>
                <a:lnTo>
                  <a:pt x="1362968" y="2821"/>
                </a:lnTo>
                <a:lnTo>
                  <a:pt x="1398836" y="12956"/>
                </a:lnTo>
                <a:lnTo>
                  <a:pt x="1434703" y="30039"/>
                </a:lnTo>
                <a:lnTo>
                  <a:pt x="1470571" y="53463"/>
                </a:lnTo>
                <a:lnTo>
                  <a:pt x="1506438" y="82414"/>
                </a:lnTo>
                <a:lnTo>
                  <a:pt x="1542306" y="115921"/>
                </a:lnTo>
                <a:lnTo>
                  <a:pt x="1578173" y="152906"/>
                </a:lnTo>
                <a:lnTo>
                  <a:pt x="1614041" y="192245"/>
                </a:lnTo>
                <a:lnTo>
                  <a:pt x="1649909" y="232822"/>
                </a:lnTo>
                <a:lnTo>
                  <a:pt x="1685776" y="273580"/>
                </a:lnTo>
                <a:lnTo>
                  <a:pt x="1721644" y="313563"/>
                </a:lnTo>
                <a:lnTo>
                  <a:pt x="1757511" y="351952"/>
                </a:lnTo>
                <a:lnTo>
                  <a:pt x="1793379" y="388082"/>
                </a:lnTo>
                <a:lnTo>
                  <a:pt x="1829246" y="421454"/>
                </a:lnTo>
                <a:lnTo>
                  <a:pt x="1865114" y="451736"/>
                </a:lnTo>
                <a:lnTo>
                  <a:pt x="1900982" y="478749"/>
                </a:lnTo>
                <a:lnTo>
                  <a:pt x="1936849" y="502453"/>
                </a:lnTo>
                <a:lnTo>
                  <a:pt x="1972717" y="522925"/>
                </a:lnTo>
                <a:lnTo>
                  <a:pt x="2008584" y="540334"/>
                </a:lnTo>
                <a:lnTo>
                  <a:pt x="2044452" y="554915"/>
                </a:lnTo>
                <a:lnTo>
                  <a:pt x="2080320" y="566948"/>
                </a:lnTo>
                <a:lnTo>
                  <a:pt x="2116187" y="576733"/>
                </a:lnTo>
                <a:lnTo>
                  <a:pt x="2152055" y="584577"/>
                </a:lnTo>
                <a:lnTo>
                  <a:pt x="2187922" y="590777"/>
                </a:lnTo>
                <a:lnTo>
                  <a:pt x="2223790" y="595608"/>
                </a:lnTo>
                <a:lnTo>
                  <a:pt x="2259657" y="599322"/>
                </a:lnTo>
                <a:lnTo>
                  <a:pt x="2295525" y="602137"/>
                </a:lnTo>
                <a:lnTo>
                  <a:pt x="2295525" y="609546"/>
                </a:lnTo>
                <a:close/>
              </a:path>
            </a:pathLst>
          </a:custGeom>
          <a:solidFill xmlns:a="http://schemas.openxmlformats.org/drawingml/2006/main">
            <a:srgbClr val="C5E3F3"/>
          </a:solidFill>
          <a:ln xmlns:a="http://schemas.openxmlformats.org/drawingml/2006/main" w="19050">
            <a:solidFill>
              <a:srgbClr val="69A4C5"/>
            </a:solidFill>
          </a:ln>
        </p:spPr>
      </p:sp>
      <p:sp>
        <p:nvSpPr>
          <p:cNvPr id="353" name="SE-010-353">
            <a:extLst xmlns:a="http://schemas.openxmlformats.org/drawingml/2006/main">
              <a:ext uri="{FF2B5EF4-FFF2-40B4-BE49-F238E27FC236}">
                <a16:creationId xmlns:a16="http://schemas.microsoft.com/office/drawing/2014/main" id="{FE9052CD-6CF4-402B-A23A-9319CE25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6926" y="4718329"/>
            <a:ext cx="28575" cy="2346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54" name="SE-010-354">
            <a:extLst xmlns:a="http://schemas.openxmlformats.org/drawingml/2006/main">
              <a:ext uri="{FF2B5EF4-FFF2-40B4-BE49-F238E27FC236}">
                <a16:creationId xmlns:a16="http://schemas.microsoft.com/office/drawing/2014/main" id="{1A0279AB-CCFE-4F26-9838-188DB853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703" y="4590820"/>
            <a:ext cx="28575" cy="362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55" name="SE-010-355">
            <a:extLst xmlns:a="http://schemas.openxmlformats.org/drawingml/2006/main">
              <a:ext uri="{FF2B5EF4-FFF2-40B4-BE49-F238E27FC236}">
                <a16:creationId xmlns:a16="http://schemas.microsoft.com/office/drawing/2014/main" id="{E18C250C-9C38-47F0-BB77-CEB86C57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480" y="4600484"/>
            <a:ext cx="28575" cy="352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56" name="SE-010-356">
            <a:extLst xmlns:a="http://schemas.openxmlformats.org/drawingml/2006/main">
              <a:ext uri="{FF2B5EF4-FFF2-40B4-BE49-F238E27FC236}">
                <a16:creationId xmlns:a16="http://schemas.microsoft.com/office/drawing/2014/main" id="{1C89DE2E-8584-4EE8-83EB-84334EED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257" y="4554756"/>
            <a:ext cx="28575" cy="39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57" name="SE-010-357">
            <a:extLst xmlns:a="http://schemas.openxmlformats.org/drawingml/2006/main">
              <a:ext uri="{FF2B5EF4-FFF2-40B4-BE49-F238E27FC236}">
                <a16:creationId xmlns:a16="http://schemas.microsoft.com/office/drawing/2014/main" id="{3BBD54D1-EC55-4C16-B409-0C78EF4E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035" y="4326513"/>
            <a:ext cx="28575" cy="626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58" name="SE-010-358">
            <a:extLst xmlns:a="http://schemas.openxmlformats.org/drawingml/2006/main">
              <a:ext uri="{FF2B5EF4-FFF2-40B4-BE49-F238E27FC236}">
                <a16:creationId xmlns:a16="http://schemas.microsoft.com/office/drawing/2014/main" id="{D8661323-6610-420A-9068-84722590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812" y="4291214"/>
            <a:ext cx="28575" cy="661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59" name="SE-010-359">
            <a:extLst xmlns:a="http://schemas.openxmlformats.org/drawingml/2006/main">
              <a:ext uri="{FF2B5EF4-FFF2-40B4-BE49-F238E27FC236}">
                <a16:creationId xmlns:a16="http://schemas.microsoft.com/office/drawing/2014/main" id="{AD8995E6-FD3E-4A8E-A518-3085035B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89" y="4409290"/>
            <a:ext cx="28575" cy="543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0" name="SE-010-360">
            <a:extLst xmlns:a="http://schemas.openxmlformats.org/drawingml/2006/main">
              <a:ext uri="{FF2B5EF4-FFF2-40B4-BE49-F238E27FC236}">
                <a16:creationId xmlns:a16="http://schemas.microsoft.com/office/drawing/2014/main" id="{F3513F07-9C6A-472F-89AD-1F56078B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366" y="4249560"/>
            <a:ext cx="28575" cy="70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1" name="SE-010-361">
            <a:extLst xmlns:a="http://schemas.openxmlformats.org/drawingml/2006/main">
              <a:ext uri="{FF2B5EF4-FFF2-40B4-BE49-F238E27FC236}">
                <a16:creationId xmlns:a16="http://schemas.microsoft.com/office/drawing/2014/main" id="{041F26F3-1219-43A0-A84D-9690559D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143" y="4118226"/>
            <a:ext cx="28575" cy="834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2" name="SE-010-362">
            <a:extLst xmlns:a="http://schemas.openxmlformats.org/drawingml/2006/main">
              <a:ext uri="{FF2B5EF4-FFF2-40B4-BE49-F238E27FC236}">
                <a16:creationId xmlns:a16="http://schemas.microsoft.com/office/drawing/2014/main" id="{A5F640D8-7371-4678-8139-8FD94705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920" y="4326532"/>
            <a:ext cx="28575" cy="626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3" name="SE-010-363">
            <a:extLst xmlns:a="http://schemas.openxmlformats.org/drawingml/2006/main">
              <a:ext uri="{FF2B5EF4-FFF2-40B4-BE49-F238E27FC236}">
                <a16:creationId xmlns:a16="http://schemas.microsoft.com/office/drawing/2014/main" id="{461D9769-6B24-46C1-8B72-AFFE6762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4698" y="4398599"/>
            <a:ext cx="28575" cy="5544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4" name="SE-010-364">
            <a:extLst xmlns:a="http://schemas.openxmlformats.org/drawingml/2006/main">
              <a:ext uri="{FF2B5EF4-FFF2-40B4-BE49-F238E27FC236}">
                <a16:creationId xmlns:a16="http://schemas.microsoft.com/office/drawing/2014/main" id="{766203C9-CA69-41F3-8994-53A43EEA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475" y="4278292"/>
            <a:ext cx="28575" cy="674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5" name="SE-010-365">
            <a:extLst xmlns:a="http://schemas.openxmlformats.org/drawingml/2006/main">
              <a:ext uri="{FF2B5EF4-FFF2-40B4-BE49-F238E27FC236}">
                <a16:creationId xmlns:a16="http://schemas.microsoft.com/office/drawing/2014/main" id="{CFAEBE66-AAE0-49D9-8341-5D80E080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252" y="4405562"/>
            <a:ext cx="28575" cy="547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6" name="SE-010-366">
            <a:extLst xmlns:a="http://schemas.openxmlformats.org/drawingml/2006/main">
              <a:ext uri="{FF2B5EF4-FFF2-40B4-BE49-F238E27FC236}">
                <a16:creationId xmlns:a16="http://schemas.microsoft.com/office/drawing/2014/main" id="{492B7B6B-0C8E-401B-863B-304B44DC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29" y="4603115"/>
            <a:ext cx="28575" cy="349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7" name="SE-010-367">
            <a:extLst xmlns:a="http://schemas.openxmlformats.org/drawingml/2006/main">
              <a:ext uri="{FF2B5EF4-FFF2-40B4-BE49-F238E27FC236}">
                <a16:creationId xmlns:a16="http://schemas.microsoft.com/office/drawing/2014/main" id="{D2241E02-1E5D-4E87-BF3A-9C48CB9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7806" y="4599570"/>
            <a:ext cx="28575" cy="35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7D9"/>
          </a:solidFill>
          <a:ln xmlns:a="http://schemas.openxmlformats.org/drawingml/2006/main" w="0">
            <a:noFill/>
          </a:ln>
        </p:spPr>
      </p:sp>
      <p:sp>
        <p:nvSpPr>
          <p:cNvPr id="368" name="SE-010-path-368">
            <a:extLst xmlns:a="http://schemas.openxmlformats.org/drawingml/2006/main">
              <a:ext uri="{FF2B5EF4-FFF2-40B4-BE49-F238E27FC236}">
                <a16:creationId xmlns:a16="http://schemas.microsoft.com/office/drawing/2014/main" id="{980BEDF9-D110-47E1-AC6E-63C6C5A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86777"/>
            <a:ext cx="1695450" cy="666223"/>
          </a:xfrm>
          <a:custGeom xmlns:a="http://schemas.openxmlformats.org/drawingml/2006/main">
            <a:pathLst>
              <a:path w="1695450" h="666223">
                <a:moveTo>
                  <a:pt x="0" y="666223"/>
                </a:moveTo>
                <a:lnTo>
                  <a:pt x="0" y="664574"/>
                </a:lnTo>
                <a:lnTo>
                  <a:pt x="26491" y="663820"/>
                </a:lnTo>
                <a:lnTo>
                  <a:pt x="52983" y="662763"/>
                </a:lnTo>
                <a:lnTo>
                  <a:pt x="79474" y="661302"/>
                </a:lnTo>
                <a:lnTo>
                  <a:pt x="105966" y="659309"/>
                </a:lnTo>
                <a:lnTo>
                  <a:pt x="132457" y="656626"/>
                </a:lnTo>
                <a:lnTo>
                  <a:pt x="158948" y="653064"/>
                </a:lnTo>
                <a:lnTo>
                  <a:pt x="185440" y="648399"/>
                </a:lnTo>
                <a:lnTo>
                  <a:pt x="211931" y="642373"/>
                </a:lnTo>
                <a:lnTo>
                  <a:pt x="238423" y="634696"/>
                </a:lnTo>
                <a:lnTo>
                  <a:pt x="264914" y="625054"/>
                </a:lnTo>
                <a:lnTo>
                  <a:pt x="291405" y="613115"/>
                </a:lnTo>
                <a:lnTo>
                  <a:pt x="317897" y="598545"/>
                </a:lnTo>
                <a:lnTo>
                  <a:pt x="344388" y="581024"/>
                </a:lnTo>
                <a:lnTo>
                  <a:pt x="370880" y="560269"/>
                </a:lnTo>
                <a:lnTo>
                  <a:pt x="397371" y="536057"/>
                </a:lnTo>
                <a:lnTo>
                  <a:pt x="423863" y="508251"/>
                </a:lnTo>
                <a:lnTo>
                  <a:pt x="450354" y="476832"/>
                </a:lnTo>
                <a:lnTo>
                  <a:pt x="476845" y="441919"/>
                </a:lnTo>
                <a:lnTo>
                  <a:pt x="503337" y="403793"/>
                </a:lnTo>
                <a:lnTo>
                  <a:pt x="529828" y="362912"/>
                </a:lnTo>
                <a:lnTo>
                  <a:pt x="556320" y="319915"/>
                </a:lnTo>
                <a:lnTo>
                  <a:pt x="582811" y="275621"/>
                </a:lnTo>
                <a:lnTo>
                  <a:pt x="609302" y="231007"/>
                </a:lnTo>
                <a:lnTo>
                  <a:pt x="635794" y="187180"/>
                </a:lnTo>
                <a:lnTo>
                  <a:pt x="662285" y="145337"/>
                </a:lnTo>
                <a:lnTo>
                  <a:pt x="688777" y="106712"/>
                </a:lnTo>
                <a:lnTo>
                  <a:pt x="715268" y="72514"/>
                </a:lnTo>
                <a:lnTo>
                  <a:pt x="741759" y="43869"/>
                </a:lnTo>
                <a:lnTo>
                  <a:pt x="768251" y="21757"/>
                </a:lnTo>
                <a:lnTo>
                  <a:pt x="794742" y="6957"/>
                </a:lnTo>
                <a:lnTo>
                  <a:pt x="821234" y="0"/>
                </a:lnTo>
                <a:lnTo>
                  <a:pt x="847725" y="1138"/>
                </a:lnTo>
                <a:lnTo>
                  <a:pt x="874216" y="10329"/>
                </a:lnTo>
                <a:lnTo>
                  <a:pt x="900708" y="27241"/>
                </a:lnTo>
                <a:lnTo>
                  <a:pt x="927199" y="51270"/>
                </a:lnTo>
                <a:lnTo>
                  <a:pt x="953691" y="81575"/>
                </a:lnTo>
                <a:lnTo>
                  <a:pt x="980182" y="117131"/>
                </a:lnTo>
                <a:lnTo>
                  <a:pt x="1006673" y="156782"/>
                </a:lnTo>
                <a:lnTo>
                  <a:pt x="1033165" y="199304"/>
                </a:lnTo>
                <a:lnTo>
                  <a:pt x="1059656" y="243469"/>
                </a:lnTo>
                <a:lnTo>
                  <a:pt x="1086148" y="288100"/>
                </a:lnTo>
                <a:lnTo>
                  <a:pt x="1112639" y="332123"/>
                </a:lnTo>
                <a:lnTo>
                  <a:pt x="1139130" y="374603"/>
                </a:lnTo>
                <a:lnTo>
                  <a:pt x="1165622" y="414769"/>
                </a:lnTo>
                <a:lnTo>
                  <a:pt x="1192113" y="452034"/>
                </a:lnTo>
                <a:lnTo>
                  <a:pt x="1218605" y="485990"/>
                </a:lnTo>
                <a:lnTo>
                  <a:pt x="1245096" y="516402"/>
                </a:lnTo>
                <a:lnTo>
                  <a:pt x="1271588" y="543194"/>
                </a:lnTo>
                <a:lnTo>
                  <a:pt x="1298079" y="566421"/>
                </a:lnTo>
                <a:lnTo>
                  <a:pt x="1324570" y="586245"/>
                </a:lnTo>
                <a:lnTo>
                  <a:pt x="1351062" y="602909"/>
                </a:lnTo>
                <a:lnTo>
                  <a:pt x="1377553" y="616709"/>
                </a:lnTo>
                <a:lnTo>
                  <a:pt x="1404045" y="627971"/>
                </a:lnTo>
                <a:lnTo>
                  <a:pt x="1430536" y="637030"/>
                </a:lnTo>
                <a:lnTo>
                  <a:pt x="1457027" y="644213"/>
                </a:lnTo>
                <a:lnTo>
                  <a:pt x="1483519" y="649831"/>
                </a:lnTo>
                <a:lnTo>
                  <a:pt x="1510010" y="654163"/>
                </a:lnTo>
                <a:lnTo>
                  <a:pt x="1536502" y="657457"/>
                </a:lnTo>
                <a:lnTo>
                  <a:pt x="1562993" y="659929"/>
                </a:lnTo>
                <a:lnTo>
                  <a:pt x="1589484" y="661759"/>
                </a:lnTo>
                <a:lnTo>
                  <a:pt x="1615976" y="663095"/>
                </a:lnTo>
                <a:lnTo>
                  <a:pt x="1642467" y="664058"/>
                </a:lnTo>
                <a:lnTo>
                  <a:pt x="1668959" y="664742"/>
                </a:lnTo>
                <a:lnTo>
                  <a:pt x="1695450" y="665223"/>
                </a:lnTo>
                <a:lnTo>
                  <a:pt x="1695450" y="666223"/>
                </a:lnTo>
                <a:close/>
              </a:path>
            </a:pathLst>
          </a:custGeom>
          <a:solidFill xmlns:a="http://schemas.openxmlformats.org/drawingml/2006/main">
            <a:srgbClr val="CCE7D9"/>
          </a:solidFill>
          <a:ln xmlns:a="http://schemas.openxmlformats.org/drawingml/2006/main" w="19050">
            <a:solidFill>
              <a:srgbClr val="60A278"/>
            </a:solidFill>
          </a:ln>
        </p:spPr>
      </p:sp>
      <p:sp>
        <p:nvSpPr>
          <p:cNvPr id="369" name="SE-010-path-369">
            <a:extLst xmlns:a="http://schemas.openxmlformats.org/drawingml/2006/main">
              <a:ext uri="{FF2B5EF4-FFF2-40B4-BE49-F238E27FC236}">
                <a16:creationId xmlns:a16="http://schemas.microsoft.com/office/drawing/2014/main" id="{CA651BA9-3C93-4E73-8623-43385838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95" cy="1552575"/>
          </a:xfrm>
          <a:custGeom xmlns:a="http://schemas.openxmlformats.org/drawingml/2006/main">
            <a:pathLst>
              <a:path w="95" h="1552575">
                <a:moveTo>
                  <a:pt x="0" y="0"/>
                </a:moveTo>
                <a:lnTo>
                  <a:pt x="0" y="1552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0" name="SE-010-path-370">
            <a:extLst xmlns:a="http://schemas.openxmlformats.org/drawingml/2006/main">
              <a:ext uri="{FF2B5EF4-FFF2-40B4-BE49-F238E27FC236}">
                <a16:creationId xmlns:a16="http://schemas.microsoft.com/office/drawing/2014/main" id="{CF08042C-BF82-4C0E-8015-A33E4BBD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364" y="4524537"/>
            <a:ext cx="79172" cy="76038"/>
          </a:xfrm>
          <a:custGeom xmlns:a="http://schemas.openxmlformats.org/drawingml/2006/main">
            <a:pathLst>
              <a:path w="79172" h="76038">
                <a:moveTo>
                  <a:pt x="0" y="0"/>
                </a:moveTo>
                <a:lnTo>
                  <a:pt x="39586" y="76038"/>
                </a:lnTo>
                <a:lnTo>
                  <a:pt x="79172" y="0"/>
                </a:lnTo>
                <a:close/>
              </a:path>
            </a:pathLst>
          </a:custGeom>
          <a:solidFill xmlns:a="http://schemas.openxmlformats.org/drawingml/2006/main">
            <a:srgbClr val="FF5D66"/>
          </a:solidFill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1" name="SE-010-path-371">
            <a:extLst xmlns:a="http://schemas.openxmlformats.org/drawingml/2006/main">
              <a:ext uri="{FF2B5EF4-FFF2-40B4-BE49-F238E27FC236}">
                <a16:creationId xmlns:a16="http://schemas.microsoft.com/office/drawing/2014/main" id="{2B12060E-408A-48D9-B802-551F12C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95" cy="1552575"/>
          </a:xfrm>
          <a:custGeom xmlns:a="http://schemas.openxmlformats.org/drawingml/2006/main">
            <a:pathLst>
              <a:path w="95" h="1552575">
                <a:moveTo>
                  <a:pt x="0" y="1552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2" name="SE-010-path-372">
            <a:extLst xmlns:a="http://schemas.openxmlformats.org/drawingml/2006/main">
              <a:ext uri="{FF2B5EF4-FFF2-40B4-BE49-F238E27FC236}">
                <a16:creationId xmlns:a16="http://schemas.microsoft.com/office/drawing/2014/main" id="{94E83505-BF3A-4E64-B8E9-EFCBB08D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364" y="3048000"/>
            <a:ext cx="79172" cy="76038"/>
          </a:xfrm>
          <a:custGeom xmlns:a="http://schemas.openxmlformats.org/drawingml/2006/main">
            <a:pathLst>
              <a:path w="79172" h="76038">
                <a:moveTo>
                  <a:pt x="79172" y="76038"/>
                </a:moveTo>
                <a:lnTo>
                  <a:pt x="39586" y="0"/>
                </a:lnTo>
                <a:lnTo>
                  <a:pt x="0" y="76038"/>
                </a:lnTo>
                <a:close/>
              </a:path>
            </a:pathLst>
          </a:custGeom>
          <a:solidFill xmlns:a="http://schemas.openxmlformats.org/drawingml/2006/main">
            <a:srgbClr val="FF5D66"/>
          </a:solidFill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3" name="SE-010-373">
            <a:extLst xmlns:a="http://schemas.openxmlformats.org/drawingml/2006/main">
              <a:ext uri="{FF2B5EF4-FFF2-40B4-BE49-F238E27FC236}">
                <a16:creationId xmlns:a16="http://schemas.microsoft.com/office/drawing/2014/main" id="{C9C969B9-AA61-41B9-AA79-5FAF9E7E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90925"/>
            <a:ext cx="619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D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5D66"/>
                </a:solidFill>
                <a:latin typeface="Arial"/>
                <a:ea typeface="Arial"/>
                <a:cs typeface="Arial"/>
              </a:rPr>
              <a:t>MMD Loss</a:t>
            </a:r>
          </a:p>
        </p:txBody>
      </p:sp>
      <p:sp>
        <p:nvSpPr>
          <p:cNvPr id="374" name="SE-010-path-374">
            <a:extLst xmlns:a="http://schemas.openxmlformats.org/drawingml/2006/main">
              <a:ext uri="{FF2B5EF4-FFF2-40B4-BE49-F238E27FC236}">
                <a16:creationId xmlns:a16="http://schemas.microsoft.com/office/drawing/2014/main" id="{CD48FD1B-C6C1-45B2-9D2A-DA94DCBC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057525"/>
            <a:ext cx="95" cy="476250"/>
          </a:xfrm>
          <a:custGeom xmlns:a="http://schemas.openxmlformats.org/drawingml/2006/main">
            <a:pathLst>
              <a:path w="9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5" name="SE-010-path-375">
            <a:extLst xmlns:a="http://schemas.openxmlformats.org/drawingml/2006/main">
              <a:ext uri="{FF2B5EF4-FFF2-40B4-BE49-F238E27FC236}">
                <a16:creationId xmlns:a16="http://schemas.microsoft.com/office/drawing/2014/main" id="{7A55C212-D643-41D2-9438-1C753245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562" y="3466186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  <a:close/>
              </a:path>
            </a:pathLst>
          </a:custGeom>
          <a:solidFill xmlns:a="http://schemas.openxmlformats.org/drawingml/2006/main">
            <a:srgbClr val="FF5D66"/>
          </a:solidFill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6" name="SE-010-path-376">
            <a:extLst xmlns:a="http://schemas.openxmlformats.org/drawingml/2006/main">
              <a:ext uri="{FF2B5EF4-FFF2-40B4-BE49-F238E27FC236}">
                <a16:creationId xmlns:a16="http://schemas.microsoft.com/office/drawing/2014/main" id="{EE7328FA-93FB-44AF-B894-9F4B9B4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057525"/>
            <a:ext cx="95" cy="476250"/>
          </a:xfrm>
          <a:custGeom xmlns:a="http://schemas.openxmlformats.org/drawingml/2006/main">
            <a:pathLst>
              <a:path w="9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7" name="SE-010-path-377">
            <a:extLst xmlns:a="http://schemas.openxmlformats.org/drawingml/2006/main">
              <a:ext uri="{FF2B5EF4-FFF2-40B4-BE49-F238E27FC236}">
                <a16:creationId xmlns:a16="http://schemas.microsoft.com/office/drawing/2014/main" id="{49C03B65-39BE-43B3-B547-3FBD250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562" y="3057525"/>
            <a:ext cx="70375" cy="67589"/>
          </a:xfrm>
          <a:custGeom xmlns:a="http://schemas.openxmlformats.org/drawingml/2006/main">
            <a:pathLst>
              <a:path w="70375" h="67589">
                <a:moveTo>
                  <a:pt x="70375" y="67589"/>
                </a:moveTo>
                <a:lnTo>
                  <a:pt x="35188" y="0"/>
                </a:lnTo>
                <a:lnTo>
                  <a:pt x="0" y="67589"/>
                </a:lnTo>
                <a:close/>
              </a:path>
            </a:pathLst>
          </a:custGeom>
          <a:solidFill xmlns:a="http://schemas.openxmlformats.org/drawingml/2006/main">
            <a:srgbClr val="FF5D66"/>
          </a:solidFill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78" name="SE-010-378">
            <a:extLst xmlns:a="http://schemas.openxmlformats.org/drawingml/2006/main">
              <a:ext uri="{FF2B5EF4-FFF2-40B4-BE49-F238E27FC236}">
                <a16:creationId xmlns:a16="http://schemas.microsoft.com/office/drawing/2014/main" id="{5272A24D-2C2B-4559-890D-1142A71C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527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D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5D66"/>
                </a:solidFill>
                <a:latin typeface="Arial"/>
                <a:ea typeface="Arial"/>
                <a:cs typeface="Arial"/>
              </a:rPr>
              <a:t>MMD Loss</a:t>
            </a:r>
          </a:p>
        </p:txBody>
      </p:sp>
      <p:sp>
        <p:nvSpPr>
          <p:cNvPr id="379" name="SE-010-path-379">
            <a:extLst xmlns:a="http://schemas.openxmlformats.org/drawingml/2006/main">
              <a:ext uri="{FF2B5EF4-FFF2-40B4-BE49-F238E27FC236}">
                <a16:creationId xmlns:a16="http://schemas.microsoft.com/office/drawing/2014/main" id="{14B96E05-4504-4D07-8C6C-49C65F85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086225"/>
            <a:ext cx="95" cy="581025"/>
          </a:xfrm>
          <a:custGeom xmlns:a="http://schemas.openxmlformats.org/drawingml/2006/main">
            <a:pathLst>
              <a:path w="95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80" name="SE-010-path-380">
            <a:extLst xmlns:a="http://schemas.openxmlformats.org/drawingml/2006/main">
              <a:ext uri="{FF2B5EF4-FFF2-40B4-BE49-F238E27FC236}">
                <a16:creationId xmlns:a16="http://schemas.microsoft.com/office/drawing/2014/main" id="{C9513A5B-AF5E-48DE-B75D-33E17B47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0987" y="4599661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  <a:close/>
              </a:path>
            </a:pathLst>
          </a:custGeom>
          <a:solidFill xmlns:a="http://schemas.openxmlformats.org/drawingml/2006/main">
            <a:srgbClr val="FF5D66"/>
          </a:solidFill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81" name="SE-010-path-381">
            <a:extLst xmlns:a="http://schemas.openxmlformats.org/drawingml/2006/main">
              <a:ext uri="{FF2B5EF4-FFF2-40B4-BE49-F238E27FC236}">
                <a16:creationId xmlns:a16="http://schemas.microsoft.com/office/drawing/2014/main" id="{DE7479C4-5E79-484B-B9CC-6A131FDB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086225"/>
            <a:ext cx="95" cy="581025"/>
          </a:xfrm>
          <a:custGeom xmlns:a="http://schemas.openxmlformats.org/drawingml/2006/main">
            <a:pathLst>
              <a:path w="95" h="581025">
                <a:moveTo>
                  <a:pt x="0" y="581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82" name="SE-010-path-382">
            <a:extLst xmlns:a="http://schemas.openxmlformats.org/drawingml/2006/main">
              <a:ext uri="{FF2B5EF4-FFF2-40B4-BE49-F238E27FC236}">
                <a16:creationId xmlns:a16="http://schemas.microsoft.com/office/drawing/2014/main" id="{54DBBA81-6BC3-4F31-8F24-76FB0F43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0987" y="4086225"/>
            <a:ext cx="70375" cy="67589"/>
          </a:xfrm>
          <a:custGeom xmlns:a="http://schemas.openxmlformats.org/drawingml/2006/main">
            <a:pathLst>
              <a:path w="70375" h="67589">
                <a:moveTo>
                  <a:pt x="70375" y="67589"/>
                </a:moveTo>
                <a:lnTo>
                  <a:pt x="35188" y="0"/>
                </a:lnTo>
                <a:lnTo>
                  <a:pt x="0" y="67589"/>
                </a:lnTo>
                <a:close/>
              </a:path>
            </a:pathLst>
          </a:custGeom>
          <a:solidFill xmlns:a="http://schemas.openxmlformats.org/drawingml/2006/main">
            <a:srgbClr val="FF5D66"/>
          </a:solidFill>
          <a:ln xmlns:a="http://schemas.openxmlformats.org/drawingml/2006/main" w="14288">
            <a:solidFill>
              <a:srgbClr val="FF5D66"/>
            </a:solidFill>
          </a:ln>
        </p:spPr>
      </p:sp>
      <p:sp>
        <p:nvSpPr>
          <p:cNvPr id="383" name="SE-010-383">
            <a:extLst xmlns:a="http://schemas.openxmlformats.org/drawingml/2006/main">
              <a:ext uri="{FF2B5EF4-FFF2-40B4-BE49-F238E27FC236}">
                <a16:creationId xmlns:a16="http://schemas.microsoft.com/office/drawing/2014/main" id="{97B6D684-2E84-4D65-AE76-3E5426FE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2862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D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5D66"/>
                </a:solidFill>
                <a:latin typeface="Arial"/>
                <a:ea typeface="Arial"/>
                <a:cs typeface="Arial"/>
              </a:rPr>
              <a:t>MMD Loss</a:t>
            </a:r>
          </a:p>
        </p:txBody>
      </p:sp>
      <p:sp>
        <p:nvSpPr>
          <p:cNvPr id="384" name="SE-010-path-384">
            <a:extLst xmlns:a="http://schemas.openxmlformats.org/drawingml/2006/main">
              <a:ext uri="{FF2B5EF4-FFF2-40B4-BE49-F238E27FC236}">
                <a16:creationId xmlns:a16="http://schemas.microsoft.com/office/drawing/2014/main" id="{0B05962C-8566-4D50-A685-1712CAC8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809750"/>
            <a:ext cx="4452" cy="37839"/>
          </a:xfrm>
          <a:custGeom xmlns:a="http://schemas.openxmlformats.org/drawingml/2006/main">
            <a:pathLst>
              <a:path w="4452" h="37839">
                <a:moveTo>
                  <a:pt x="0" y="0"/>
                </a:moveTo>
                <a:lnTo>
                  <a:pt x="4452" y="3783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85" name="SE-010-path-385">
            <a:extLst xmlns:a="http://schemas.openxmlformats.org/drawingml/2006/main">
              <a:ext uri="{FF2B5EF4-FFF2-40B4-BE49-F238E27FC236}">
                <a16:creationId xmlns:a16="http://schemas.microsoft.com/office/drawing/2014/main" id="{32DBCB63-C63C-4F91-B4DE-BBA5680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103" y="1885428"/>
            <a:ext cx="4452" cy="37839"/>
          </a:xfrm>
          <a:custGeom xmlns:a="http://schemas.openxmlformats.org/drawingml/2006/main">
            <a:pathLst>
              <a:path w="4452" h="37839">
                <a:moveTo>
                  <a:pt x="0" y="0"/>
                </a:moveTo>
                <a:lnTo>
                  <a:pt x="4452" y="3783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86" name="SE-010-path-386">
            <a:extLst xmlns:a="http://schemas.openxmlformats.org/drawingml/2006/main">
              <a:ext uri="{FF2B5EF4-FFF2-40B4-BE49-F238E27FC236}">
                <a16:creationId xmlns:a16="http://schemas.microsoft.com/office/drawing/2014/main" id="{DBD78DFF-42AE-40AC-A631-AD68F2E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007" y="1961106"/>
            <a:ext cx="4452" cy="37839"/>
          </a:xfrm>
          <a:custGeom xmlns:a="http://schemas.openxmlformats.org/drawingml/2006/main">
            <a:pathLst>
              <a:path w="4452" h="37839">
                <a:moveTo>
                  <a:pt x="0" y="0"/>
                </a:moveTo>
                <a:lnTo>
                  <a:pt x="4452" y="3783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87" name="SE-010-path-387">
            <a:extLst xmlns:a="http://schemas.openxmlformats.org/drawingml/2006/main">
              <a:ext uri="{FF2B5EF4-FFF2-40B4-BE49-F238E27FC236}">
                <a16:creationId xmlns:a16="http://schemas.microsoft.com/office/drawing/2014/main" id="{372E5218-B730-4289-88E9-4EAD4BAB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10" y="2036784"/>
            <a:ext cx="4452" cy="37839"/>
          </a:xfrm>
          <a:custGeom xmlns:a="http://schemas.openxmlformats.org/drawingml/2006/main">
            <a:pathLst>
              <a:path w="4452" h="37839">
                <a:moveTo>
                  <a:pt x="0" y="0"/>
                </a:moveTo>
                <a:lnTo>
                  <a:pt x="4452" y="3783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88" name="SE-010-path-388">
            <a:extLst xmlns:a="http://schemas.openxmlformats.org/drawingml/2006/main">
              <a:ext uri="{FF2B5EF4-FFF2-40B4-BE49-F238E27FC236}">
                <a16:creationId xmlns:a16="http://schemas.microsoft.com/office/drawing/2014/main" id="{8F61DC74-6058-48D1-B876-2672A2BA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813" y="2112462"/>
            <a:ext cx="4452" cy="37839"/>
          </a:xfrm>
          <a:custGeom xmlns:a="http://schemas.openxmlformats.org/drawingml/2006/main">
            <a:pathLst>
              <a:path w="4452" h="37839">
                <a:moveTo>
                  <a:pt x="0" y="0"/>
                </a:moveTo>
                <a:lnTo>
                  <a:pt x="4452" y="3783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89" name="SE-010-path-389">
            <a:extLst xmlns:a="http://schemas.openxmlformats.org/drawingml/2006/main">
              <a:ext uri="{FF2B5EF4-FFF2-40B4-BE49-F238E27FC236}">
                <a16:creationId xmlns:a16="http://schemas.microsoft.com/office/drawing/2014/main" id="{3DD9C1DD-D645-40B7-856F-3B762340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7" y="2188140"/>
            <a:ext cx="4452" cy="37839"/>
          </a:xfrm>
          <a:custGeom xmlns:a="http://schemas.openxmlformats.org/drawingml/2006/main">
            <a:pathLst>
              <a:path w="4452" h="37839">
                <a:moveTo>
                  <a:pt x="0" y="0"/>
                </a:moveTo>
                <a:lnTo>
                  <a:pt x="4452" y="3783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90" name="SE-010-path-390">
            <a:extLst xmlns:a="http://schemas.openxmlformats.org/drawingml/2006/main">
              <a:ext uri="{FF2B5EF4-FFF2-40B4-BE49-F238E27FC236}">
                <a16:creationId xmlns:a16="http://schemas.microsoft.com/office/drawing/2014/main" id="{94F110F0-82EC-4539-B73F-D2D6B379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620" y="2263818"/>
            <a:ext cx="3730" cy="31707"/>
          </a:xfrm>
          <a:custGeom xmlns:a="http://schemas.openxmlformats.org/drawingml/2006/main">
            <a:pathLst>
              <a:path w="3730" h="31707">
                <a:moveTo>
                  <a:pt x="0" y="0"/>
                </a:moveTo>
                <a:lnTo>
                  <a:pt x="3730" y="31707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91" name="SE-010-path-391">
            <a:extLst xmlns:a="http://schemas.openxmlformats.org/drawingml/2006/main">
              <a:ext uri="{FF2B5EF4-FFF2-40B4-BE49-F238E27FC236}">
                <a16:creationId xmlns:a16="http://schemas.microsoft.com/office/drawing/2014/main" id="{700FEFEC-C616-4F9F-9946-C51114D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219325"/>
            <a:ext cx="9525" cy="123825"/>
          </a:xfrm>
          <a:custGeom xmlns:a="http://schemas.openxmlformats.org/drawingml/2006/main">
            <a:pathLst>
              <a:path w="9525" h="123825">
                <a:moveTo>
                  <a:pt x="0" y="0"/>
                </a:moveTo>
                <a:lnTo>
                  <a:pt x="95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92" name="SE-010-path-392">
            <a:extLst xmlns:a="http://schemas.openxmlformats.org/drawingml/2006/main">
              <a:ext uri="{FF2B5EF4-FFF2-40B4-BE49-F238E27FC236}">
                <a16:creationId xmlns:a16="http://schemas.microsoft.com/office/drawing/2014/main" id="{07C1FB1F-145B-427D-A327-C98392DF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082" y="2273061"/>
            <a:ext cx="70168" cy="70089"/>
          </a:xfrm>
          <a:custGeom xmlns:a="http://schemas.openxmlformats.org/drawingml/2006/main">
            <a:pathLst>
              <a:path w="70168" h="70089">
                <a:moveTo>
                  <a:pt x="0" y="5398"/>
                </a:moveTo>
                <a:lnTo>
                  <a:pt x="40268" y="70089"/>
                </a:lnTo>
                <a:lnTo>
                  <a:pt x="70168" y="0"/>
                </a:lnTo>
                <a:close/>
              </a:path>
            </a:pathLst>
          </a:custGeom>
          <a:solidFill xmlns:a="http://schemas.openxmlformats.org/drawingml/2006/main">
            <a:srgbClr val="BEBEBE"/>
          </a:solidFill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393" name="SE-010-path-393">
            <a:extLst xmlns:a="http://schemas.openxmlformats.org/drawingml/2006/main">
              <a:ext uri="{FF2B5EF4-FFF2-40B4-BE49-F238E27FC236}">
                <a16:creationId xmlns:a16="http://schemas.microsoft.com/office/drawing/2014/main" id="{DC24E219-809C-4D5A-8F7F-7811CFE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394" name="SE-010-path-394">
            <a:extLst xmlns:a="http://schemas.openxmlformats.org/drawingml/2006/main">
              <a:ext uri="{FF2B5EF4-FFF2-40B4-BE49-F238E27FC236}">
                <a16:creationId xmlns:a16="http://schemas.microsoft.com/office/drawing/2014/main" id="{CB86BC89-250E-46DA-8215-01E5E96D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796" y="3490139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395" name="SE-010-path-395">
            <a:extLst xmlns:a="http://schemas.openxmlformats.org/drawingml/2006/main">
              <a:ext uri="{FF2B5EF4-FFF2-40B4-BE49-F238E27FC236}">
                <a16:creationId xmlns:a16="http://schemas.microsoft.com/office/drawing/2014/main" id="{3B5758B6-0D0E-43B2-BB43-EFA3E982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891" y="3494128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396" name="SE-010-path-396">
            <a:extLst xmlns:a="http://schemas.openxmlformats.org/drawingml/2006/main">
              <a:ext uri="{FF2B5EF4-FFF2-40B4-BE49-F238E27FC236}">
                <a16:creationId xmlns:a16="http://schemas.microsoft.com/office/drawing/2014/main" id="{6C09EBE0-0352-461F-8275-96B2264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987" y="3498117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397" name="SE-010-path-397">
            <a:extLst xmlns:a="http://schemas.openxmlformats.org/drawingml/2006/main">
              <a:ext uri="{FF2B5EF4-FFF2-40B4-BE49-F238E27FC236}">
                <a16:creationId xmlns:a16="http://schemas.microsoft.com/office/drawing/2014/main" id="{F3B21095-9B8E-48BB-8F05-473DF42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082" y="3502106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398" name="SE-010-path-398">
            <a:extLst xmlns:a="http://schemas.openxmlformats.org/drawingml/2006/main">
              <a:ext uri="{FF2B5EF4-FFF2-40B4-BE49-F238E27FC236}">
                <a16:creationId xmlns:a16="http://schemas.microsoft.com/office/drawing/2014/main" id="{F4165E8E-8133-4834-AEF6-99D77D64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78" y="3506094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399" name="SE-010-path-399">
            <a:extLst xmlns:a="http://schemas.openxmlformats.org/drawingml/2006/main">
              <a:ext uri="{FF2B5EF4-FFF2-40B4-BE49-F238E27FC236}">
                <a16:creationId xmlns:a16="http://schemas.microsoft.com/office/drawing/2014/main" id="{A5088C3A-7E30-4682-AA07-82444E10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273" y="3510083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0" name="SE-010-path-400">
            <a:extLst xmlns:a="http://schemas.openxmlformats.org/drawingml/2006/main">
              <a:ext uri="{FF2B5EF4-FFF2-40B4-BE49-F238E27FC236}">
                <a16:creationId xmlns:a16="http://schemas.microsoft.com/office/drawing/2014/main" id="{08A93A70-FF94-4411-96BB-022A1DA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369" y="3514072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1" name="SE-010-path-401">
            <a:extLst xmlns:a="http://schemas.openxmlformats.org/drawingml/2006/main">
              <a:ext uri="{FF2B5EF4-FFF2-40B4-BE49-F238E27FC236}">
                <a16:creationId xmlns:a16="http://schemas.microsoft.com/office/drawing/2014/main" id="{9420FEBF-12B8-4382-BC15-04B0ED1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464" y="3518061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2" name="SE-010-path-402">
            <a:extLst xmlns:a="http://schemas.openxmlformats.org/drawingml/2006/main">
              <a:ext uri="{FF2B5EF4-FFF2-40B4-BE49-F238E27FC236}">
                <a16:creationId xmlns:a16="http://schemas.microsoft.com/office/drawing/2014/main" id="{3F4D7920-F8A4-4365-B406-7E40E24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560" y="3522050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3" name="SE-010-path-403">
            <a:extLst xmlns:a="http://schemas.openxmlformats.org/drawingml/2006/main">
              <a:ext uri="{FF2B5EF4-FFF2-40B4-BE49-F238E27FC236}">
                <a16:creationId xmlns:a16="http://schemas.microsoft.com/office/drawing/2014/main" id="{610A3861-BDAB-4C9A-A390-5F813C05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655" y="3526039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4" name="SE-010-path-404">
            <a:extLst xmlns:a="http://schemas.openxmlformats.org/drawingml/2006/main">
              <a:ext uri="{FF2B5EF4-FFF2-40B4-BE49-F238E27FC236}">
                <a16:creationId xmlns:a16="http://schemas.microsoft.com/office/drawing/2014/main" id="{7DBB11D2-0869-4DAA-AA20-80BBBA22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751" y="3530028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5" name="SE-010-path-405">
            <a:extLst xmlns:a="http://schemas.openxmlformats.org/drawingml/2006/main">
              <a:ext uri="{FF2B5EF4-FFF2-40B4-BE49-F238E27FC236}">
                <a16:creationId xmlns:a16="http://schemas.microsoft.com/office/drawing/2014/main" id="{6BBB077F-CCC7-4CD4-84F9-527829D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846" y="3534017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6" name="SE-010-path-406">
            <a:extLst xmlns:a="http://schemas.openxmlformats.org/drawingml/2006/main">
              <a:ext uri="{FF2B5EF4-FFF2-40B4-BE49-F238E27FC236}">
                <a16:creationId xmlns:a16="http://schemas.microsoft.com/office/drawing/2014/main" id="{D6421D2A-AD1B-4400-994C-7729068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942" y="3538005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7" name="SE-010-path-407">
            <a:extLst xmlns:a="http://schemas.openxmlformats.org/drawingml/2006/main">
              <a:ext uri="{FF2B5EF4-FFF2-40B4-BE49-F238E27FC236}">
                <a16:creationId xmlns:a16="http://schemas.microsoft.com/office/drawing/2014/main" id="{2157D2C9-6E07-4F09-802F-62B8A80B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037" y="3541994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8" name="SE-010-path-408">
            <a:extLst xmlns:a="http://schemas.openxmlformats.org/drawingml/2006/main">
              <a:ext uri="{FF2B5EF4-FFF2-40B4-BE49-F238E27FC236}">
                <a16:creationId xmlns:a16="http://schemas.microsoft.com/office/drawing/2014/main" id="{CAF2AEA1-D95D-4EDE-BD4E-18A84878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33" y="3545983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09" name="SE-010-path-409">
            <a:extLst xmlns:a="http://schemas.openxmlformats.org/drawingml/2006/main">
              <a:ext uri="{FF2B5EF4-FFF2-40B4-BE49-F238E27FC236}">
                <a16:creationId xmlns:a16="http://schemas.microsoft.com/office/drawing/2014/main" id="{67048ABB-55C3-4654-9E1C-233287DA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228" y="3549972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0" name="SE-010-path-410">
            <a:extLst xmlns:a="http://schemas.openxmlformats.org/drawingml/2006/main">
              <a:ext uri="{FF2B5EF4-FFF2-40B4-BE49-F238E27FC236}">
                <a16:creationId xmlns:a16="http://schemas.microsoft.com/office/drawing/2014/main" id="{D375B80D-F59A-4B20-8739-2F1C785A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324" y="3553961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1" name="SE-010-path-411">
            <a:extLst xmlns:a="http://schemas.openxmlformats.org/drawingml/2006/main">
              <a:ext uri="{FF2B5EF4-FFF2-40B4-BE49-F238E27FC236}">
                <a16:creationId xmlns:a16="http://schemas.microsoft.com/office/drawing/2014/main" id="{18413C84-82B4-4E78-B4ED-326718C4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419" y="3557950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2" name="SE-010-path-412">
            <a:extLst xmlns:a="http://schemas.openxmlformats.org/drawingml/2006/main">
              <a:ext uri="{FF2B5EF4-FFF2-40B4-BE49-F238E27FC236}">
                <a16:creationId xmlns:a16="http://schemas.microsoft.com/office/drawing/2014/main" id="{81C698A3-F797-4B5A-A550-5BEC927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15" y="3561939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3" name="SE-010-path-413">
            <a:extLst xmlns:a="http://schemas.openxmlformats.org/drawingml/2006/main">
              <a:ext uri="{FF2B5EF4-FFF2-40B4-BE49-F238E27FC236}">
                <a16:creationId xmlns:a16="http://schemas.microsoft.com/office/drawing/2014/main" id="{05FB3E60-A597-40C3-AC07-4A1DDC69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610" y="3565928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4" name="SE-010-path-414">
            <a:extLst xmlns:a="http://schemas.openxmlformats.org/drawingml/2006/main">
              <a:ext uri="{FF2B5EF4-FFF2-40B4-BE49-F238E27FC236}">
                <a16:creationId xmlns:a16="http://schemas.microsoft.com/office/drawing/2014/main" id="{6169EBB7-F62E-4667-9B8B-814BFC4F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706" y="3569916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5" name="SE-010-path-415">
            <a:extLst xmlns:a="http://schemas.openxmlformats.org/drawingml/2006/main">
              <a:ext uri="{FF2B5EF4-FFF2-40B4-BE49-F238E27FC236}">
                <a16:creationId xmlns:a16="http://schemas.microsoft.com/office/drawing/2014/main" id="{0353C30C-0B9F-4E8E-BE1C-BF8116EC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802" y="3573905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6" name="SE-010-path-416">
            <a:extLst xmlns:a="http://schemas.openxmlformats.org/drawingml/2006/main">
              <a:ext uri="{FF2B5EF4-FFF2-40B4-BE49-F238E27FC236}">
                <a16:creationId xmlns:a16="http://schemas.microsoft.com/office/drawing/2014/main" id="{87B4C473-BB4D-470C-8E51-EB47F547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897" y="3577894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7" name="SE-010-path-417">
            <a:extLst xmlns:a="http://schemas.openxmlformats.org/drawingml/2006/main">
              <a:ext uri="{FF2B5EF4-FFF2-40B4-BE49-F238E27FC236}">
                <a16:creationId xmlns:a16="http://schemas.microsoft.com/office/drawing/2014/main" id="{8A7B4D7E-5BC9-40E7-81AC-3D4B150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993" y="3581883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8" name="SE-010-path-418">
            <a:extLst xmlns:a="http://schemas.openxmlformats.org/drawingml/2006/main">
              <a:ext uri="{FF2B5EF4-FFF2-40B4-BE49-F238E27FC236}">
                <a16:creationId xmlns:a16="http://schemas.microsoft.com/office/drawing/2014/main" id="{8E70FA1A-0897-4C25-88D0-668D84AF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088" y="3585872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19" name="SE-010-path-419">
            <a:extLst xmlns:a="http://schemas.openxmlformats.org/drawingml/2006/main">
              <a:ext uri="{FF2B5EF4-FFF2-40B4-BE49-F238E27FC236}">
                <a16:creationId xmlns:a16="http://schemas.microsoft.com/office/drawing/2014/main" id="{AD3952A3-3E2F-4D22-8F9F-0953450A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184" y="3589861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0" name="SE-010-path-420">
            <a:extLst xmlns:a="http://schemas.openxmlformats.org/drawingml/2006/main">
              <a:ext uri="{FF2B5EF4-FFF2-40B4-BE49-F238E27FC236}">
                <a16:creationId xmlns:a16="http://schemas.microsoft.com/office/drawing/2014/main" id="{0A90D853-A47A-4E65-B7A9-DD3DCDA3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279" y="3593850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1" name="SE-010-path-421">
            <a:extLst xmlns:a="http://schemas.openxmlformats.org/drawingml/2006/main">
              <a:ext uri="{FF2B5EF4-FFF2-40B4-BE49-F238E27FC236}">
                <a16:creationId xmlns:a16="http://schemas.microsoft.com/office/drawing/2014/main" id="{0782256D-84F9-4998-AA63-098695B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375" y="3597839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2" name="SE-010-path-422">
            <a:extLst xmlns:a="http://schemas.openxmlformats.org/drawingml/2006/main">
              <a:ext uri="{FF2B5EF4-FFF2-40B4-BE49-F238E27FC236}">
                <a16:creationId xmlns:a16="http://schemas.microsoft.com/office/drawing/2014/main" id="{AF8EAB68-1E9D-426D-AB7C-808E732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4470" y="3601827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3" name="SE-010-path-423">
            <a:extLst xmlns:a="http://schemas.openxmlformats.org/drawingml/2006/main">
              <a:ext uri="{FF2B5EF4-FFF2-40B4-BE49-F238E27FC236}">
                <a16:creationId xmlns:a16="http://schemas.microsoft.com/office/drawing/2014/main" id="{066B5E61-8273-46E0-9224-A8263FC8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66" y="3605816"/>
            <a:ext cx="38048" cy="1994"/>
          </a:xfrm>
          <a:custGeom xmlns:a="http://schemas.openxmlformats.org/drawingml/2006/main">
            <a:pathLst>
              <a:path w="38048" h="1994">
                <a:moveTo>
                  <a:pt x="0" y="0"/>
                </a:moveTo>
                <a:lnTo>
                  <a:pt x="38048" y="1994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4" name="SE-010-path-424">
            <a:extLst xmlns:a="http://schemas.openxmlformats.org/drawingml/2006/main">
              <a:ext uri="{FF2B5EF4-FFF2-40B4-BE49-F238E27FC236}">
                <a16:creationId xmlns:a16="http://schemas.microsoft.com/office/drawing/2014/main" id="{5A0C0B66-E310-426A-BBFB-235C264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661" y="3609805"/>
            <a:ext cx="3239" cy="170"/>
          </a:xfrm>
          <a:custGeom xmlns:a="http://schemas.openxmlformats.org/drawingml/2006/main">
            <a:pathLst>
              <a:path w="3239" h="170">
                <a:moveTo>
                  <a:pt x="0" y="0"/>
                </a:moveTo>
                <a:lnTo>
                  <a:pt x="3239" y="17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5" name="SE-010-path-425">
            <a:extLst xmlns:a="http://schemas.openxmlformats.org/drawingml/2006/main">
              <a:ext uri="{FF2B5EF4-FFF2-40B4-BE49-F238E27FC236}">
                <a16:creationId xmlns:a16="http://schemas.microsoft.com/office/drawing/2014/main" id="{A0662264-DAE2-4C8F-B34C-3EBE9EA7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004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426" name="SE-010-path-426">
            <a:extLst xmlns:a="http://schemas.openxmlformats.org/drawingml/2006/main">
              <a:ext uri="{FF2B5EF4-FFF2-40B4-BE49-F238E27FC236}">
                <a16:creationId xmlns:a16="http://schemas.microsoft.com/office/drawing/2014/main" id="{86FA54F4-5637-4DCB-924D-7FC366F5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138" y="3571092"/>
            <a:ext cx="69437" cy="70267"/>
          </a:xfrm>
          <a:custGeom xmlns:a="http://schemas.openxmlformats.org/drawingml/2006/main">
            <a:pathLst>
              <a:path w="69437" h="70267">
                <a:moveTo>
                  <a:pt x="0" y="70267"/>
                </a:moveTo>
                <a:lnTo>
                  <a:pt x="69437" y="38883"/>
                </a:lnTo>
                <a:lnTo>
                  <a:pt x="3904" y="0"/>
                </a:lnTo>
                <a:close/>
              </a:path>
            </a:pathLst>
          </a:custGeom>
          <a:solidFill xmlns:a="http://schemas.openxmlformats.org/drawingml/2006/main">
            <a:srgbClr val="BEBEBE"/>
          </a:solidFill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427" name="SE-010-path-427">
            <a:extLst xmlns:a="http://schemas.openxmlformats.org/drawingml/2006/main">
              <a:ext uri="{FF2B5EF4-FFF2-40B4-BE49-F238E27FC236}">
                <a16:creationId xmlns:a16="http://schemas.microsoft.com/office/drawing/2014/main" id="{536B1F53-0D4D-4C8F-9C6C-AFEE6DCA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43425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8" name="SE-010-path-428">
            <a:extLst xmlns:a="http://schemas.openxmlformats.org/drawingml/2006/main">
              <a:ext uri="{FF2B5EF4-FFF2-40B4-BE49-F238E27FC236}">
                <a16:creationId xmlns:a16="http://schemas.microsoft.com/office/drawing/2014/main" id="{69D6CA92-F2B6-4A60-88E6-9968438C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745" y="4548286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29" name="SE-010-path-429">
            <a:extLst xmlns:a="http://schemas.openxmlformats.org/drawingml/2006/main">
              <a:ext uri="{FF2B5EF4-FFF2-40B4-BE49-F238E27FC236}">
                <a16:creationId xmlns:a16="http://schemas.microsoft.com/office/drawing/2014/main" id="{47400B34-6F80-42C6-8C2F-387B7C02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790" y="4553148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0" name="SE-010-path-430">
            <a:extLst xmlns:a="http://schemas.openxmlformats.org/drawingml/2006/main">
              <a:ext uri="{FF2B5EF4-FFF2-40B4-BE49-F238E27FC236}">
                <a16:creationId xmlns:a16="http://schemas.microsoft.com/office/drawing/2014/main" id="{6A43507E-3CC3-4342-B844-61C61339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834" y="4558009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1" name="SE-010-path-431">
            <a:extLst xmlns:a="http://schemas.openxmlformats.org/drawingml/2006/main">
              <a:ext uri="{FF2B5EF4-FFF2-40B4-BE49-F238E27FC236}">
                <a16:creationId xmlns:a16="http://schemas.microsoft.com/office/drawing/2014/main" id="{77B1D658-3667-4C7B-BC79-AE6E1F96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879" y="4562870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2" name="SE-010-path-432">
            <a:extLst xmlns:a="http://schemas.openxmlformats.org/drawingml/2006/main">
              <a:ext uri="{FF2B5EF4-FFF2-40B4-BE49-F238E27FC236}">
                <a16:creationId xmlns:a16="http://schemas.microsoft.com/office/drawing/2014/main" id="{B8C14D51-975A-43E2-8A32-E5428F9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924" y="4567732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3" name="SE-010-path-433">
            <a:extLst xmlns:a="http://schemas.openxmlformats.org/drawingml/2006/main">
              <a:ext uri="{FF2B5EF4-FFF2-40B4-BE49-F238E27FC236}">
                <a16:creationId xmlns:a16="http://schemas.microsoft.com/office/drawing/2014/main" id="{B05844B1-05AF-4237-AE82-25E139A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69" y="4572593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4" name="SE-010-path-434">
            <a:extLst xmlns:a="http://schemas.openxmlformats.org/drawingml/2006/main">
              <a:ext uri="{FF2B5EF4-FFF2-40B4-BE49-F238E27FC236}">
                <a16:creationId xmlns:a16="http://schemas.microsoft.com/office/drawing/2014/main" id="{4602FFD2-5BB7-40BC-B994-4834AE53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013" y="4577454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5" name="SE-010-path-435">
            <a:extLst xmlns:a="http://schemas.openxmlformats.org/drawingml/2006/main">
              <a:ext uri="{FF2B5EF4-FFF2-40B4-BE49-F238E27FC236}">
                <a16:creationId xmlns:a16="http://schemas.microsoft.com/office/drawing/2014/main" id="{9492C3F0-B0BD-47CF-8ED0-024DD9F2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058" y="4582315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6" name="SE-010-path-436">
            <a:extLst xmlns:a="http://schemas.openxmlformats.org/drawingml/2006/main">
              <a:ext uri="{FF2B5EF4-FFF2-40B4-BE49-F238E27FC236}">
                <a16:creationId xmlns:a16="http://schemas.microsoft.com/office/drawing/2014/main" id="{3E9BD157-316F-49F8-878E-DA30331D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103" y="4587177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7" name="SE-010-path-437">
            <a:extLst xmlns:a="http://schemas.openxmlformats.org/drawingml/2006/main">
              <a:ext uri="{FF2B5EF4-FFF2-40B4-BE49-F238E27FC236}">
                <a16:creationId xmlns:a16="http://schemas.microsoft.com/office/drawing/2014/main" id="{E63C4EE1-38C6-4541-A2D8-AC08F040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148" y="4592038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8" name="SE-010-path-438">
            <a:extLst xmlns:a="http://schemas.openxmlformats.org/drawingml/2006/main">
              <a:ext uri="{FF2B5EF4-FFF2-40B4-BE49-F238E27FC236}">
                <a16:creationId xmlns:a16="http://schemas.microsoft.com/office/drawing/2014/main" id="{E5EB1A7F-FDA2-44F8-834C-BEDBD621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193" y="4596899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39" name="SE-010-path-439">
            <a:extLst xmlns:a="http://schemas.openxmlformats.org/drawingml/2006/main">
              <a:ext uri="{FF2B5EF4-FFF2-40B4-BE49-F238E27FC236}">
                <a16:creationId xmlns:a16="http://schemas.microsoft.com/office/drawing/2014/main" id="{50E8E86E-ACA2-4EEC-8D72-C081760C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237" y="4601761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0" name="SE-010-path-440">
            <a:extLst xmlns:a="http://schemas.openxmlformats.org/drawingml/2006/main">
              <a:ext uri="{FF2B5EF4-FFF2-40B4-BE49-F238E27FC236}">
                <a16:creationId xmlns:a16="http://schemas.microsoft.com/office/drawing/2014/main" id="{C623D534-B944-487B-8C89-70C1AF65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282" y="4606622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1" name="SE-010-path-441">
            <a:extLst xmlns:a="http://schemas.openxmlformats.org/drawingml/2006/main">
              <a:ext uri="{FF2B5EF4-FFF2-40B4-BE49-F238E27FC236}">
                <a16:creationId xmlns:a16="http://schemas.microsoft.com/office/drawing/2014/main" id="{E60EA740-D568-4F89-80D3-EB706308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327" y="4611483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2" name="SE-010-path-442">
            <a:extLst xmlns:a="http://schemas.openxmlformats.org/drawingml/2006/main">
              <a:ext uri="{FF2B5EF4-FFF2-40B4-BE49-F238E27FC236}">
                <a16:creationId xmlns:a16="http://schemas.microsoft.com/office/drawing/2014/main" id="{EA88A62C-A622-4079-A569-FCBC0918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372" y="4616345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3" name="SE-010-path-443">
            <a:extLst xmlns:a="http://schemas.openxmlformats.org/drawingml/2006/main">
              <a:ext uri="{FF2B5EF4-FFF2-40B4-BE49-F238E27FC236}">
                <a16:creationId xmlns:a16="http://schemas.microsoft.com/office/drawing/2014/main" id="{91C81C81-A8B8-4BB6-AF9C-33BB09AE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416" y="4621206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4" name="SE-010-path-444">
            <a:extLst xmlns:a="http://schemas.openxmlformats.org/drawingml/2006/main">
              <a:ext uri="{FF2B5EF4-FFF2-40B4-BE49-F238E27FC236}">
                <a16:creationId xmlns:a16="http://schemas.microsoft.com/office/drawing/2014/main" id="{3A55F8E8-E3DB-4C34-86D2-EF8CF3B7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461" y="4626067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5" name="SE-010-path-445">
            <a:extLst xmlns:a="http://schemas.openxmlformats.org/drawingml/2006/main">
              <a:ext uri="{FF2B5EF4-FFF2-40B4-BE49-F238E27FC236}">
                <a16:creationId xmlns:a16="http://schemas.microsoft.com/office/drawing/2014/main" id="{9EBF3D5B-5ED7-4594-80DA-2C6D5A46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506" y="4630929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6" name="SE-010-path-446">
            <a:extLst xmlns:a="http://schemas.openxmlformats.org/drawingml/2006/main">
              <a:ext uri="{FF2B5EF4-FFF2-40B4-BE49-F238E27FC236}">
                <a16:creationId xmlns:a16="http://schemas.microsoft.com/office/drawing/2014/main" id="{F273B158-75AE-4182-8945-CDC6C78D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551" y="4635790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7" name="SE-010-path-447">
            <a:extLst xmlns:a="http://schemas.openxmlformats.org/drawingml/2006/main">
              <a:ext uri="{FF2B5EF4-FFF2-40B4-BE49-F238E27FC236}">
                <a16:creationId xmlns:a16="http://schemas.microsoft.com/office/drawing/2014/main" id="{2BC9C248-E9B3-46D2-B591-F9A41AD9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595" y="4640651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8" name="SE-010-path-448">
            <a:extLst xmlns:a="http://schemas.openxmlformats.org/drawingml/2006/main">
              <a:ext uri="{FF2B5EF4-FFF2-40B4-BE49-F238E27FC236}">
                <a16:creationId xmlns:a16="http://schemas.microsoft.com/office/drawing/2014/main" id="{8DA47039-73AD-4DA4-9D32-A6389FB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640" y="4645513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49" name="SE-010-path-449">
            <a:extLst xmlns:a="http://schemas.openxmlformats.org/drawingml/2006/main">
              <a:ext uri="{FF2B5EF4-FFF2-40B4-BE49-F238E27FC236}">
                <a16:creationId xmlns:a16="http://schemas.microsoft.com/office/drawing/2014/main" id="{0F934558-71D7-41F8-8B47-2318930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685" y="4650374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50" name="SE-010-path-450">
            <a:extLst xmlns:a="http://schemas.openxmlformats.org/drawingml/2006/main">
              <a:ext uri="{FF2B5EF4-FFF2-40B4-BE49-F238E27FC236}">
                <a16:creationId xmlns:a16="http://schemas.microsoft.com/office/drawing/2014/main" id="{E0F94706-3A18-4379-B9D3-BA71A7E6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730" y="4655235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51" name="SE-010-path-451">
            <a:extLst xmlns:a="http://schemas.openxmlformats.org/drawingml/2006/main">
              <a:ext uri="{FF2B5EF4-FFF2-40B4-BE49-F238E27FC236}">
                <a16:creationId xmlns:a16="http://schemas.microsoft.com/office/drawing/2014/main" id="{96967162-B880-4951-9688-9D4ABB59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775" y="4660096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52" name="SE-010-path-452">
            <a:extLst xmlns:a="http://schemas.openxmlformats.org/drawingml/2006/main">
              <a:ext uri="{FF2B5EF4-FFF2-40B4-BE49-F238E27FC236}">
                <a16:creationId xmlns:a16="http://schemas.microsoft.com/office/drawing/2014/main" id="{E107BEA4-6622-4C82-874D-3F55D122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819" y="4664958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53" name="SE-010-path-453">
            <a:extLst xmlns:a="http://schemas.openxmlformats.org/drawingml/2006/main">
              <a:ext uri="{FF2B5EF4-FFF2-40B4-BE49-F238E27FC236}">
                <a16:creationId xmlns:a16="http://schemas.microsoft.com/office/drawing/2014/main" id="{37181A25-C78D-4AAC-897C-E7CE13D2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864" y="4669819"/>
            <a:ext cx="38022" cy="2431"/>
          </a:xfrm>
          <a:custGeom xmlns:a="http://schemas.openxmlformats.org/drawingml/2006/main">
            <a:pathLst>
              <a:path w="38022" h="2431">
                <a:moveTo>
                  <a:pt x="0" y="0"/>
                </a:moveTo>
                <a:lnTo>
                  <a:pt x="38022" y="243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54" name="SE-010-path-454">
            <a:extLst xmlns:a="http://schemas.openxmlformats.org/drawingml/2006/main">
              <a:ext uri="{FF2B5EF4-FFF2-40B4-BE49-F238E27FC236}">
                <a16:creationId xmlns:a16="http://schemas.microsoft.com/office/drawing/2014/main" id="{8D1C9B3C-EEDB-471D-83DA-3C5F61F9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909" y="4674680"/>
            <a:ext cx="32766" cy="2095"/>
          </a:xfrm>
          <a:custGeom xmlns:a="http://schemas.openxmlformats.org/drawingml/2006/main">
            <a:pathLst>
              <a:path w="32766" h="2095">
                <a:moveTo>
                  <a:pt x="0" y="0"/>
                </a:moveTo>
                <a:lnTo>
                  <a:pt x="32766" y="209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0C0C0"/>
            </a:solidFill>
          </a:ln>
        </p:spPr>
      </p:sp>
      <p:sp>
        <p:nvSpPr>
          <p:cNvPr id="455" name="SE-010-path-455">
            <a:extLst xmlns:a="http://schemas.openxmlformats.org/drawingml/2006/main">
              <a:ext uri="{FF2B5EF4-FFF2-40B4-BE49-F238E27FC236}">
                <a16:creationId xmlns:a16="http://schemas.microsoft.com/office/drawing/2014/main" id="{8446DB06-FE4C-460C-AF35-0A03664D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67250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EBEBE"/>
            </a:solidFill>
          </a:ln>
        </p:spPr>
      </p:sp>
      <p:sp>
        <p:nvSpPr>
          <p:cNvPr id="456" name="SE-010-path-456">
            <a:extLst xmlns:a="http://schemas.openxmlformats.org/drawingml/2006/main">
              <a:ext uri="{FF2B5EF4-FFF2-40B4-BE49-F238E27FC236}">
                <a16:creationId xmlns:a16="http://schemas.microsoft.com/office/drawing/2014/main" id="{6DFBC250-5089-4DF7-A36B-0A406E72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138" y="4638256"/>
            <a:ext cx="69262" cy="70287"/>
          </a:xfrm>
          <a:custGeom xmlns:a="http://schemas.openxmlformats.org/drawingml/2006/main">
            <a:pathLst>
              <a:path w="69262" h="70287">
                <a:moveTo>
                  <a:pt x="0" y="70287"/>
                </a:moveTo>
                <a:lnTo>
                  <a:pt x="69262" y="38519"/>
                </a:lnTo>
                <a:lnTo>
                  <a:pt x="3514" y="0"/>
                </a:lnTo>
                <a:close/>
              </a:path>
            </a:pathLst>
          </a:custGeom>
          <a:solidFill xmlns:a="http://schemas.openxmlformats.org/drawingml/2006/main">
            <a:srgbClr val="BEBEBE"/>
          </a:solidFill>
          <a:ln xmlns:a="http://schemas.openxmlformats.org/drawingml/2006/main" w="16193">
            <a:solidFill>
              <a:srgbClr val="BEBEBE"/>
            </a:solidFill>
          </a:ln>
        </p:spPr>
      </p:sp>
    </p:spTree>
    <p:extLst>
      <p:ext uri="{BB962C8B-B14F-4D97-AF65-F5344CB8AC3E}">
        <p14:creationId xmlns:p14="http://schemas.microsoft.com/office/powerpoint/2010/main" val="514749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2026-09-05T08:59:19.8790000Z</dcterms:created>
  <dcterms:modified xsi:type="dcterms:W3CDTF">2026-09-05T08:59:19.8790000Z</dcterms:modified>
</coreProperties>
</file>