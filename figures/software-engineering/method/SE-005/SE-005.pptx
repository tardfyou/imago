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520356e1ed4fb0" /><Relationship Type="http://schemas.openxmlformats.org/officeDocument/2006/relationships/extended-properties" Target="/docProps/app.xml" Id="R87f5141f50a04f9d" /><Relationship Type="http://schemas.openxmlformats.org/officeDocument/2006/relationships/officeDocument" Target="/ppt/presentation.xml" Id="Rd55812a2e3cc41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ae5a0885ae4b74"/>
  </p:sldMasterIdLst>
  <p:notesMasterIdLst>
    <p:notesMasterId xmlns:r="http://schemas.openxmlformats.org/officeDocument/2006/relationships" r:id="R6b59f4cb6b934a3b"/>
  </p:notesMasterIdLst>
  <p:sldIdLst>
    <p:sldId xmlns:r="http://schemas.openxmlformats.org/officeDocument/2006/relationships" id="256" r:id="R1e872657ab834215"/>
  </p:sldIdLst>
  <p:sldSz cx="10458450" cy="3943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d0e817a3904503" /><Relationship Type="http://schemas.openxmlformats.org/officeDocument/2006/relationships/slideMaster" Target="/ppt/slideMasters/slideMaster1.xml" Id="R69ae5a0885ae4b74" /><Relationship Type="http://schemas.openxmlformats.org/officeDocument/2006/relationships/notesMaster" Target="/ppt/notesMasters/notesMaster1.xml" Id="R6b59f4cb6b934a3b" /><Relationship Type="http://schemas.openxmlformats.org/officeDocument/2006/relationships/presProps" Target="/ppt/presProps.xml" Id="R526233e16e3646f4" /><Relationship Type="http://schemas.openxmlformats.org/officeDocument/2006/relationships/tableStyles" Target="/ppt/tableStyles.xml" Id="Raed5ad237b124b29" /><Relationship Type="http://schemas.openxmlformats.org/officeDocument/2006/relationships/slide" Target="/ppt/slides/slide1.xml" Id="R1e872657ab83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78fc34a8c34d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a6afdf52254799" /><Relationship Type="http://schemas.openxmlformats.org/officeDocument/2006/relationships/notesMaster" Target="/ppt/notesMasters/notesMaster1.xml" Id="R43187842f6f6407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素材ID：SE-005</ns1:t>
            </ns1:r>
          </ns1:p>
          <ns1:p>
            <ns1:r>
              <ns1:t>论文：TraStrainer: Adaptive Sampling for Distributed Traces with System Runtime State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5，PDF第6页</ns1:t>
            </ns1:r>
          </ns1:p>
          <ns1:p>
            <ns1:r>
              <ns1:t>类型：方法机制</ns1:t>
            </ns1:r>
          </ns1:p>
          <ns1:p>
            <ns1:r>
              <ns1:t>借鉴点：一份轨迹并行转为状态向量与调用树；适合多模态/多视角特征编码讲解。</ns1:t>
            </ns1:r>
          </ns1:p>
          <ns1:p>
            <ns1:r>
              <ns1:t>论文URL：https://huanghy95.github.io/files/fse24/fse2024TraStrainer.pdf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3c8c397ee4b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1a49fa48d542e3" /><Relationship Type="http://schemas.openxmlformats.org/officeDocument/2006/relationships/slideLayout" Target="/ppt/slideLayouts/slideLayout1.xml" Id="R69671dcb64d14e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671dcb64d14e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decf9428e4099" /><Relationship Type="http://schemas.openxmlformats.org/officeDocument/2006/relationships/notesSlide" Target="/ppt/notesSlides/notesSlide1.xml" Id="R491e6e11303a40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131B5-246E-4453-8C9E-1F7A756A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237" y="1032109"/>
            <a:ext cx="858452" cy="430875"/>
          </a:xfrm>
          <a:custGeom xmlns:a="http://schemas.openxmlformats.org/drawingml/2006/main">
            <a:pathLst>
              <a:path w="858452" h="430875">
                <a:moveTo>
                  <a:pt x="858452" y="388337"/>
                </a:moveTo>
                <a:lnTo>
                  <a:pt x="858452" y="42538"/>
                </a:lnTo>
                <a:cubicBezTo>
                  <a:pt x="858452" y="19057"/>
                  <a:pt x="839394" y="0"/>
                  <a:pt x="815914" y="0"/>
                </a:cubicBezTo>
                <a:lnTo>
                  <a:pt x="42538" y="0"/>
                </a:lnTo>
                <a:cubicBezTo>
                  <a:pt x="19058" y="0"/>
                  <a:pt x="0" y="19057"/>
                  <a:pt x="0" y="42538"/>
                </a:cubicBezTo>
                <a:lnTo>
                  <a:pt x="0" y="388337"/>
                </a:lnTo>
                <a:cubicBezTo>
                  <a:pt x="0" y="411818"/>
                  <a:pt x="19058" y="430875"/>
                  <a:pt x="42538" y="430875"/>
                </a:cubicBezTo>
                <a:lnTo>
                  <a:pt x="815914" y="430875"/>
                </a:lnTo>
                <a:cubicBezTo>
                  <a:pt x="839394" y="430875"/>
                  <a:pt x="858452" y="411818"/>
                  <a:pt x="858452" y="38833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CBBA1-2869-4DEB-875B-5BFF8A6B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237" y="1032109"/>
            <a:ext cx="858452" cy="430875"/>
          </a:xfrm>
          <a:custGeom xmlns:a="http://schemas.openxmlformats.org/drawingml/2006/main">
            <a:pathLst>
              <a:path w="858452" h="430875" fill="none">
                <a:moveTo>
                  <a:pt x="858452" y="388337"/>
                </a:moveTo>
                <a:lnTo>
                  <a:pt x="858452" y="42538"/>
                </a:lnTo>
                <a:cubicBezTo>
                  <a:pt x="858452" y="19057"/>
                  <a:pt x="839394" y="0"/>
                  <a:pt x="815914" y="0"/>
                </a:cubicBezTo>
                <a:lnTo>
                  <a:pt x="42538" y="0"/>
                </a:lnTo>
                <a:cubicBezTo>
                  <a:pt x="19058" y="0"/>
                  <a:pt x="0" y="19057"/>
                  <a:pt x="0" y="42538"/>
                </a:cubicBezTo>
                <a:lnTo>
                  <a:pt x="0" y="388337"/>
                </a:lnTo>
                <a:cubicBezTo>
                  <a:pt x="0" y="411818"/>
                  <a:pt x="19058" y="430875"/>
                  <a:pt x="42538" y="430875"/>
                </a:cubicBezTo>
                <a:lnTo>
                  <a:pt x="815914" y="430875"/>
                </a:lnTo>
                <a:cubicBezTo>
                  <a:pt x="839394" y="430875"/>
                  <a:pt x="858452" y="411818"/>
                  <a:pt x="858452" y="38833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6C8EBF"/>
            </a:solidFill>
            <a:custDash>
              <a:ds d="600000" sp="400000"/>
            </a:custDash>
            <a:round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1626C-C105-48C3-9B9D-694D837F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74" y="3240757"/>
            <a:ext cx="1220106" cy="355792"/>
          </a:xfrm>
          <a:custGeom xmlns:a="http://schemas.openxmlformats.org/drawingml/2006/main">
            <a:pathLst>
              <a:path w="1220106" h="355792">
                <a:moveTo>
                  <a:pt x="1220106" y="313254"/>
                </a:moveTo>
                <a:lnTo>
                  <a:pt x="1220106" y="42538"/>
                </a:lnTo>
                <a:cubicBezTo>
                  <a:pt x="1220106" y="19057"/>
                  <a:pt x="1201050" y="0"/>
                  <a:pt x="1177568" y="0"/>
                </a:cubicBezTo>
                <a:lnTo>
                  <a:pt x="42538" y="0"/>
                </a:lnTo>
                <a:cubicBezTo>
                  <a:pt x="19057" y="0"/>
                  <a:pt x="0" y="19057"/>
                  <a:pt x="0" y="42538"/>
                </a:cubicBezTo>
                <a:lnTo>
                  <a:pt x="0" y="313254"/>
                </a:lnTo>
                <a:cubicBezTo>
                  <a:pt x="0" y="336735"/>
                  <a:pt x="19057" y="355792"/>
                  <a:pt x="42538" y="355792"/>
                </a:cubicBezTo>
                <a:lnTo>
                  <a:pt x="1177568" y="355792"/>
                </a:lnTo>
                <a:cubicBezTo>
                  <a:pt x="1201050" y="355792"/>
                  <a:pt x="1220106" y="336735"/>
                  <a:pt x="1220106" y="31325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14BC5-5DA6-4E21-9DBF-DBF6440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74" y="3240757"/>
            <a:ext cx="1220106" cy="355792"/>
          </a:xfrm>
          <a:custGeom xmlns:a="http://schemas.openxmlformats.org/drawingml/2006/main">
            <a:pathLst>
              <a:path w="1220106" h="355792" fill="none">
                <a:moveTo>
                  <a:pt x="1220106" y="313254"/>
                </a:moveTo>
                <a:lnTo>
                  <a:pt x="1220106" y="42538"/>
                </a:lnTo>
                <a:cubicBezTo>
                  <a:pt x="1220106" y="19057"/>
                  <a:pt x="1201050" y="0"/>
                  <a:pt x="1177568" y="0"/>
                </a:cubicBezTo>
                <a:lnTo>
                  <a:pt x="42538" y="0"/>
                </a:lnTo>
                <a:cubicBezTo>
                  <a:pt x="19057" y="0"/>
                  <a:pt x="0" y="19057"/>
                  <a:pt x="0" y="42538"/>
                </a:cubicBezTo>
                <a:lnTo>
                  <a:pt x="0" y="313254"/>
                </a:lnTo>
                <a:cubicBezTo>
                  <a:pt x="0" y="336735"/>
                  <a:pt x="19057" y="355792"/>
                  <a:pt x="42538" y="355792"/>
                </a:cubicBezTo>
                <a:lnTo>
                  <a:pt x="1177568" y="355792"/>
                </a:lnTo>
                <a:cubicBezTo>
                  <a:pt x="1201050" y="355792"/>
                  <a:pt x="1220106" y="336735"/>
                  <a:pt x="1220106" y="3132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custDash>
              <a:ds d="600000" sp="400000"/>
            </a:custDash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451FF-B791-41F9-8022-5EDE1CB1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13" y="2886545"/>
            <a:ext cx="1220106" cy="317192"/>
          </a:xfrm>
          <a:custGeom xmlns:a="http://schemas.openxmlformats.org/drawingml/2006/main">
            <a:pathLst>
              <a:path w="1220106" h="317192">
                <a:moveTo>
                  <a:pt x="1220106" y="274654"/>
                </a:moveTo>
                <a:lnTo>
                  <a:pt x="1220106" y="42538"/>
                </a:lnTo>
                <a:cubicBezTo>
                  <a:pt x="1220106" y="19057"/>
                  <a:pt x="1201049" y="0"/>
                  <a:pt x="1177568" y="0"/>
                </a:cubicBezTo>
                <a:lnTo>
                  <a:pt x="42538" y="0"/>
                </a:lnTo>
                <a:cubicBezTo>
                  <a:pt x="19057" y="0"/>
                  <a:pt x="0" y="19057"/>
                  <a:pt x="0" y="42538"/>
                </a:cubicBezTo>
                <a:lnTo>
                  <a:pt x="0" y="274654"/>
                </a:lnTo>
                <a:cubicBezTo>
                  <a:pt x="0" y="298135"/>
                  <a:pt x="19057" y="317192"/>
                  <a:pt x="42538" y="317192"/>
                </a:cubicBezTo>
                <a:lnTo>
                  <a:pt x="1177568" y="317192"/>
                </a:lnTo>
                <a:cubicBezTo>
                  <a:pt x="1201049" y="317192"/>
                  <a:pt x="1220106" y="298135"/>
                  <a:pt x="1220106" y="27465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15605-E7AC-4948-AA34-7CC1F29F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13" y="2886545"/>
            <a:ext cx="1220106" cy="317192"/>
          </a:xfrm>
          <a:custGeom xmlns:a="http://schemas.openxmlformats.org/drawingml/2006/main">
            <a:pathLst>
              <a:path w="1220106" h="317192" fill="none">
                <a:moveTo>
                  <a:pt x="1220106" y="274654"/>
                </a:moveTo>
                <a:lnTo>
                  <a:pt x="1220106" y="42538"/>
                </a:lnTo>
                <a:cubicBezTo>
                  <a:pt x="1220106" y="19057"/>
                  <a:pt x="1201049" y="0"/>
                  <a:pt x="1177568" y="0"/>
                </a:cubicBezTo>
                <a:lnTo>
                  <a:pt x="42538" y="0"/>
                </a:lnTo>
                <a:cubicBezTo>
                  <a:pt x="19057" y="0"/>
                  <a:pt x="0" y="19057"/>
                  <a:pt x="0" y="42538"/>
                </a:cubicBezTo>
                <a:lnTo>
                  <a:pt x="0" y="274654"/>
                </a:lnTo>
                <a:cubicBezTo>
                  <a:pt x="0" y="298135"/>
                  <a:pt x="19057" y="317192"/>
                  <a:pt x="42538" y="317192"/>
                </a:cubicBezTo>
                <a:lnTo>
                  <a:pt x="1177568" y="317192"/>
                </a:lnTo>
                <a:cubicBezTo>
                  <a:pt x="1201049" y="317192"/>
                  <a:pt x="1220106" y="298135"/>
                  <a:pt x="1220106" y="2746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custDash>
              <a:ds d="600000" sp="400000"/>
            </a:custDash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A7B6C-DA6D-4AE0-9531-29512D9A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13" y="2487073"/>
            <a:ext cx="1220106" cy="355792"/>
          </a:xfrm>
          <a:custGeom xmlns:a="http://schemas.openxmlformats.org/drawingml/2006/main">
            <a:pathLst>
              <a:path w="1220106" h="355792">
                <a:moveTo>
                  <a:pt x="1220106" y="313254"/>
                </a:moveTo>
                <a:lnTo>
                  <a:pt x="1220106" y="42538"/>
                </a:lnTo>
                <a:cubicBezTo>
                  <a:pt x="1220106" y="19057"/>
                  <a:pt x="1201049" y="0"/>
                  <a:pt x="1177568" y="0"/>
                </a:cubicBezTo>
                <a:lnTo>
                  <a:pt x="42538" y="0"/>
                </a:lnTo>
                <a:cubicBezTo>
                  <a:pt x="19057" y="0"/>
                  <a:pt x="0" y="19057"/>
                  <a:pt x="0" y="42538"/>
                </a:cubicBezTo>
                <a:lnTo>
                  <a:pt x="0" y="313254"/>
                </a:lnTo>
                <a:cubicBezTo>
                  <a:pt x="0" y="336735"/>
                  <a:pt x="19057" y="355792"/>
                  <a:pt x="42538" y="355792"/>
                </a:cubicBezTo>
                <a:lnTo>
                  <a:pt x="1177568" y="355792"/>
                </a:lnTo>
                <a:cubicBezTo>
                  <a:pt x="1201049" y="355792"/>
                  <a:pt x="1220106" y="336735"/>
                  <a:pt x="1220106" y="31325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64320-1360-4906-BC97-F12629A8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013" y="2487073"/>
            <a:ext cx="1220106" cy="355792"/>
          </a:xfrm>
          <a:custGeom xmlns:a="http://schemas.openxmlformats.org/drawingml/2006/main">
            <a:pathLst>
              <a:path w="1220106" h="355792" fill="none">
                <a:moveTo>
                  <a:pt x="1220106" y="313254"/>
                </a:moveTo>
                <a:lnTo>
                  <a:pt x="1220106" y="42538"/>
                </a:lnTo>
                <a:cubicBezTo>
                  <a:pt x="1220106" y="19057"/>
                  <a:pt x="1201049" y="0"/>
                  <a:pt x="1177568" y="0"/>
                </a:cubicBezTo>
                <a:lnTo>
                  <a:pt x="42538" y="0"/>
                </a:lnTo>
                <a:cubicBezTo>
                  <a:pt x="19057" y="0"/>
                  <a:pt x="0" y="19057"/>
                  <a:pt x="0" y="42538"/>
                </a:cubicBezTo>
                <a:lnTo>
                  <a:pt x="0" y="313254"/>
                </a:lnTo>
                <a:cubicBezTo>
                  <a:pt x="0" y="336735"/>
                  <a:pt x="19057" y="355792"/>
                  <a:pt x="42538" y="355792"/>
                </a:cubicBezTo>
                <a:lnTo>
                  <a:pt x="1177568" y="355792"/>
                </a:lnTo>
                <a:cubicBezTo>
                  <a:pt x="1201049" y="355792"/>
                  <a:pt x="1220106" y="336735"/>
                  <a:pt x="1220106" y="3132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custDash>
              <a:ds d="600000" sp="400000"/>
            </a:custDash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FE0C6-2FC9-44FF-B8FE-1AD215E6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730" y="2111568"/>
            <a:ext cx="10" cy="488281"/>
          </a:xfrm>
          <a:custGeom xmlns:a="http://schemas.openxmlformats.org/drawingml/2006/main">
            <a:pathLst>
              <a:path w="9" h="488281" fill="none">
                <a:moveTo>
                  <a:pt x="9" y="4882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191919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80E61-99C2-412F-8F4F-3CF40599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959" y="2052028"/>
            <a:ext cx="59540" cy="59541"/>
          </a:xfrm>
          <a:custGeom xmlns:a="http://schemas.openxmlformats.org/drawingml/2006/main">
            <a:pathLst>
              <a:path w="59540" h="59541">
                <a:moveTo>
                  <a:pt x="0" y="59541"/>
                </a:moveTo>
                <a:lnTo>
                  <a:pt x="29770" y="0"/>
                </a:lnTo>
                <a:lnTo>
                  <a:pt x="59540" y="59541"/>
                </a:lnTo>
                <a:lnTo>
                  <a:pt x="0" y="5954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2AFBF-C5D8-4F6E-BA14-F96567C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959" y="2052028"/>
            <a:ext cx="59540" cy="59541"/>
          </a:xfrm>
          <a:custGeom xmlns:a="http://schemas.openxmlformats.org/drawingml/2006/main">
            <a:pathLst>
              <a:path w="59540" h="59541" fill="none">
                <a:moveTo>
                  <a:pt x="0" y="59541"/>
                </a:moveTo>
                <a:lnTo>
                  <a:pt x="29770" y="0"/>
                </a:lnTo>
                <a:lnTo>
                  <a:pt x="59540" y="59541"/>
                </a:lnTo>
                <a:lnTo>
                  <a:pt x="0" y="59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191919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D208F-3F24-4624-91B8-486395E1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" y="2056218"/>
            <a:ext cx="10" cy="484091"/>
          </a:xfrm>
          <a:custGeom xmlns:a="http://schemas.openxmlformats.org/drawingml/2006/main">
            <a:pathLst>
              <a:path w="1" h="484091" fill="none">
                <a:moveTo>
                  <a:pt x="0" y="4840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191919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A9DD0-6FCE-4CCB-BB3A-33A207D8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80" y="2540309"/>
            <a:ext cx="59541" cy="59541"/>
          </a:xfrm>
          <a:custGeom xmlns:a="http://schemas.openxmlformats.org/drawingml/2006/main">
            <a:pathLst>
              <a:path w="59541" h="59541">
                <a:moveTo>
                  <a:pt x="59541" y="0"/>
                </a:moveTo>
                <a:lnTo>
                  <a:pt x="29770" y="59541"/>
                </a:lnTo>
                <a:lnTo>
                  <a:pt x="0" y="0"/>
                </a:lnTo>
                <a:lnTo>
                  <a:pt x="59541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27BC0-23B6-4E32-ABC7-B5D1B89B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80" y="2540309"/>
            <a:ext cx="59541" cy="59541"/>
          </a:xfrm>
          <a:custGeom xmlns:a="http://schemas.openxmlformats.org/drawingml/2006/main">
            <a:pathLst>
              <a:path w="59541" h="59541" fill="none">
                <a:moveTo>
                  <a:pt x="59541" y="0"/>
                </a:moveTo>
                <a:lnTo>
                  <a:pt x="29770" y="59541"/>
                </a:lnTo>
                <a:lnTo>
                  <a:pt x="0" y="0"/>
                </a:lnTo>
                <a:lnTo>
                  <a:pt x="5954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191919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81D7D-8ABF-4DDB-A3E5-432544F8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96" y="1641147"/>
            <a:ext cx="15" cy="509795"/>
          </a:xfrm>
          <a:custGeom xmlns:a="http://schemas.openxmlformats.org/drawingml/2006/main">
            <a:pathLst>
              <a:path w="15" h="509795" fill="none">
                <a:moveTo>
                  <a:pt x="15" y="5097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191919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3A8FD-64DC-4AAA-89CD-F48FCD2D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40" y="2150942"/>
            <a:ext cx="59541" cy="59541"/>
          </a:xfrm>
          <a:custGeom xmlns:a="http://schemas.openxmlformats.org/drawingml/2006/main">
            <a:pathLst>
              <a:path w="59541" h="59541">
                <a:moveTo>
                  <a:pt x="59541" y="0"/>
                </a:moveTo>
                <a:lnTo>
                  <a:pt x="29770" y="59541"/>
                </a:lnTo>
                <a:lnTo>
                  <a:pt x="0" y="0"/>
                </a:lnTo>
                <a:lnTo>
                  <a:pt x="59541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498EE-84B5-4FE7-BB2A-A313F556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240" y="2150942"/>
            <a:ext cx="59541" cy="59541"/>
          </a:xfrm>
          <a:custGeom xmlns:a="http://schemas.openxmlformats.org/drawingml/2006/main">
            <a:pathLst>
              <a:path w="59541" h="59541" fill="none">
                <a:moveTo>
                  <a:pt x="59541" y="0"/>
                </a:moveTo>
                <a:lnTo>
                  <a:pt x="29770" y="59541"/>
                </a:lnTo>
                <a:lnTo>
                  <a:pt x="0" y="0"/>
                </a:lnTo>
                <a:lnTo>
                  <a:pt x="5954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191919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8A7C4-45B5-4E95-9C55-9D970EE7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11" y="2210482"/>
            <a:ext cx="2421495" cy="230920"/>
          </a:xfrm>
          <a:custGeom xmlns:a="http://schemas.openxmlformats.org/drawingml/2006/main">
            <a:pathLst>
              <a:path w="2421495" h="230920">
                <a:moveTo>
                  <a:pt x="2421495" y="230920"/>
                </a:moveTo>
                <a:lnTo>
                  <a:pt x="2421495" y="0"/>
                </a:lnTo>
                <a:lnTo>
                  <a:pt x="0" y="0"/>
                </a:lnTo>
                <a:lnTo>
                  <a:pt x="0" y="230920"/>
                </a:lnTo>
                <a:lnTo>
                  <a:pt x="2421495" y="23092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25E9F-AF46-4308-9B29-11FA8AB8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11" y="2210482"/>
            <a:ext cx="2421495" cy="230920"/>
          </a:xfrm>
          <a:custGeom xmlns:a="http://schemas.openxmlformats.org/drawingml/2006/main">
            <a:pathLst>
              <a:path w="2421495" h="230920" fill="none">
                <a:moveTo>
                  <a:pt x="2421495" y="230920"/>
                </a:moveTo>
                <a:lnTo>
                  <a:pt x="2421495" y="0"/>
                </a:lnTo>
                <a:lnTo>
                  <a:pt x="0" y="0"/>
                </a:lnTo>
                <a:lnTo>
                  <a:pt x="0" y="230920"/>
                </a:lnTo>
                <a:lnTo>
                  <a:pt x="2421495" y="2309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6C8EBF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51A4A-A273-41C9-8ACF-EBF7BB4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02" y="1821109"/>
            <a:ext cx="2558346" cy="230920"/>
          </a:xfrm>
          <a:custGeom xmlns:a="http://schemas.openxmlformats.org/drawingml/2006/main">
            <a:pathLst>
              <a:path w="2558346" h="230920">
                <a:moveTo>
                  <a:pt x="2558346" y="230920"/>
                </a:moveTo>
                <a:lnTo>
                  <a:pt x="2558346" y="0"/>
                </a:lnTo>
                <a:lnTo>
                  <a:pt x="0" y="0"/>
                </a:lnTo>
                <a:lnTo>
                  <a:pt x="0" y="230920"/>
                </a:lnTo>
                <a:lnTo>
                  <a:pt x="2558346" y="23092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A4C01-6A12-4EEB-8D0C-9B8BDC4A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02" y="1821109"/>
            <a:ext cx="2558346" cy="230920"/>
          </a:xfrm>
          <a:custGeom xmlns:a="http://schemas.openxmlformats.org/drawingml/2006/main">
            <a:pathLst>
              <a:path w="2558346" h="230920" fill="none">
                <a:moveTo>
                  <a:pt x="2558346" y="230920"/>
                </a:moveTo>
                <a:lnTo>
                  <a:pt x="2558346" y="0"/>
                </a:lnTo>
                <a:lnTo>
                  <a:pt x="0" y="0"/>
                </a:lnTo>
                <a:lnTo>
                  <a:pt x="0" y="230920"/>
                </a:lnTo>
                <a:lnTo>
                  <a:pt x="2558346" y="2309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D6B656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E2663-8830-42E3-9840-DEABAC31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" y="2599849"/>
            <a:ext cx="2324388" cy="230920"/>
          </a:xfrm>
          <a:custGeom xmlns:a="http://schemas.openxmlformats.org/drawingml/2006/main">
            <a:pathLst>
              <a:path w="2324388" h="230920">
                <a:moveTo>
                  <a:pt x="2324388" y="230920"/>
                </a:moveTo>
                <a:lnTo>
                  <a:pt x="2324388" y="0"/>
                </a:lnTo>
                <a:lnTo>
                  <a:pt x="0" y="0"/>
                </a:lnTo>
                <a:lnTo>
                  <a:pt x="0" y="230920"/>
                </a:lnTo>
                <a:lnTo>
                  <a:pt x="2324388" y="23092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85392-6732-41CB-8AF9-FD649A5B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51" y="2599849"/>
            <a:ext cx="2324388" cy="230920"/>
          </a:xfrm>
          <a:custGeom xmlns:a="http://schemas.openxmlformats.org/drawingml/2006/main">
            <a:pathLst>
              <a:path w="2324388" h="230920" fill="none">
                <a:moveTo>
                  <a:pt x="2324388" y="230920"/>
                </a:moveTo>
                <a:lnTo>
                  <a:pt x="2324388" y="0"/>
                </a:lnTo>
                <a:lnTo>
                  <a:pt x="0" y="0"/>
                </a:lnTo>
                <a:lnTo>
                  <a:pt x="0" y="230920"/>
                </a:lnTo>
                <a:lnTo>
                  <a:pt x="2324388" y="2309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2B366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1197D-9D4F-44CE-89D5-F2E201D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7" y="1410224"/>
            <a:ext cx="3354411" cy="230920"/>
          </a:xfrm>
          <a:custGeom xmlns:a="http://schemas.openxmlformats.org/drawingml/2006/main">
            <a:pathLst>
              <a:path w="3354411" h="230920">
                <a:moveTo>
                  <a:pt x="3354411" y="230920"/>
                </a:moveTo>
                <a:lnTo>
                  <a:pt x="3354411" y="0"/>
                </a:lnTo>
                <a:lnTo>
                  <a:pt x="0" y="0"/>
                </a:lnTo>
                <a:lnTo>
                  <a:pt x="0" y="230920"/>
                </a:lnTo>
                <a:lnTo>
                  <a:pt x="3354411" y="23092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CD4D7-95E6-46B5-A926-24257AC0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7" y="1410224"/>
            <a:ext cx="3354411" cy="230920"/>
          </a:xfrm>
          <a:custGeom xmlns:a="http://schemas.openxmlformats.org/drawingml/2006/main">
            <a:pathLst>
              <a:path w="3354411" h="230920" fill="none">
                <a:moveTo>
                  <a:pt x="3354411" y="230920"/>
                </a:moveTo>
                <a:lnTo>
                  <a:pt x="3354411" y="0"/>
                </a:lnTo>
                <a:lnTo>
                  <a:pt x="0" y="0"/>
                </a:lnTo>
                <a:lnTo>
                  <a:pt x="0" y="230920"/>
                </a:lnTo>
                <a:lnTo>
                  <a:pt x="3354411" y="2309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E16E6A"/>
            </a:solidFill>
            <a:round/>
          </a:ln>
        </p:spPr>
      </p:sp>
      <p:sp>
        <p:nvSpPr>
          <p:cNvPr id="26" name="Text Span:1">
            <a:extLst xmlns:a="http://schemas.openxmlformats.org/drawingml/2006/main">
              <a:ext uri="{FF2B5EF4-FFF2-40B4-BE49-F238E27FC236}">
                <a16:creationId xmlns:a16="http://schemas.microsoft.com/office/drawing/2014/main" id="{F691DD8D-E746-4B04-AA21-427163F0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13" y="1476359"/>
            <a:ext cx="446929" cy="124548"/>
          </a:xfrm>
          <a:custGeom xmlns:a="http://schemas.openxmlformats.org/drawingml/2006/main">
            <a:pathLst>
              <a:path w="446929" h="124548">
                <a:moveTo>
                  <a:pt x="58418" y="0"/>
                </a:moveTo>
                <a:lnTo>
                  <a:pt x="59169" y="30847"/>
                </a:lnTo>
                <a:lnTo>
                  <a:pt x="56371" y="30847"/>
                </a:lnTo>
                <a:cubicBezTo>
                  <a:pt x="55006" y="23158"/>
                  <a:pt x="51776" y="16925"/>
                  <a:pt x="46680" y="12148"/>
                </a:cubicBezTo>
                <a:cubicBezTo>
                  <a:pt x="41493" y="7462"/>
                  <a:pt x="35897" y="5118"/>
                  <a:pt x="29892" y="5118"/>
                </a:cubicBezTo>
                <a:cubicBezTo>
                  <a:pt x="25205" y="5118"/>
                  <a:pt x="21543" y="6347"/>
                  <a:pt x="18904" y="8804"/>
                </a:cubicBezTo>
                <a:cubicBezTo>
                  <a:pt x="16174" y="11352"/>
                  <a:pt x="14809" y="14218"/>
                  <a:pt x="14809" y="17403"/>
                </a:cubicBezTo>
                <a:cubicBezTo>
                  <a:pt x="14809" y="19496"/>
                  <a:pt x="15287" y="21315"/>
                  <a:pt x="16242" y="22862"/>
                </a:cubicBezTo>
                <a:cubicBezTo>
                  <a:pt x="17516" y="25001"/>
                  <a:pt x="19632" y="27116"/>
                  <a:pt x="22589" y="29209"/>
                </a:cubicBezTo>
                <a:cubicBezTo>
                  <a:pt x="24682" y="30711"/>
                  <a:pt x="29619" y="33372"/>
                  <a:pt x="37399" y="37194"/>
                </a:cubicBezTo>
                <a:cubicBezTo>
                  <a:pt x="48227" y="42563"/>
                  <a:pt x="55529" y="47590"/>
                  <a:pt x="59305" y="52276"/>
                </a:cubicBezTo>
                <a:cubicBezTo>
                  <a:pt x="63036" y="57053"/>
                  <a:pt x="64902" y="62468"/>
                  <a:pt x="64902" y="68519"/>
                </a:cubicBezTo>
                <a:cubicBezTo>
                  <a:pt x="64902" y="76299"/>
                  <a:pt x="61899" y="82941"/>
                  <a:pt x="55893" y="88446"/>
                </a:cubicBezTo>
                <a:cubicBezTo>
                  <a:pt x="49797" y="94043"/>
                  <a:pt x="42130" y="96841"/>
                  <a:pt x="32894" y="96841"/>
                </a:cubicBezTo>
                <a:cubicBezTo>
                  <a:pt x="29937" y="96886"/>
                  <a:pt x="27185" y="96590"/>
                  <a:pt x="24637" y="95953"/>
                </a:cubicBezTo>
                <a:cubicBezTo>
                  <a:pt x="21998" y="95362"/>
                  <a:pt x="18745" y="94247"/>
                  <a:pt x="14878" y="92609"/>
                </a:cubicBezTo>
                <a:cubicBezTo>
                  <a:pt x="12694" y="91745"/>
                  <a:pt x="10897" y="91290"/>
                  <a:pt x="9486" y="91244"/>
                </a:cubicBezTo>
                <a:cubicBezTo>
                  <a:pt x="8258" y="91290"/>
                  <a:pt x="7007" y="91745"/>
                  <a:pt x="5733" y="92609"/>
                </a:cubicBezTo>
                <a:cubicBezTo>
                  <a:pt x="4413" y="93565"/>
                  <a:pt x="3344" y="94952"/>
                  <a:pt x="2525" y="96772"/>
                </a:cubicBezTo>
                <a:lnTo>
                  <a:pt x="0" y="96772"/>
                </a:lnTo>
                <a:lnTo>
                  <a:pt x="0" y="61831"/>
                </a:lnTo>
                <a:lnTo>
                  <a:pt x="2525" y="61831"/>
                </a:lnTo>
                <a:cubicBezTo>
                  <a:pt x="4481" y="71703"/>
                  <a:pt x="8349" y="79188"/>
                  <a:pt x="14127" y="84283"/>
                </a:cubicBezTo>
                <a:cubicBezTo>
                  <a:pt x="19768" y="89470"/>
                  <a:pt x="25911" y="92063"/>
                  <a:pt x="32553" y="92063"/>
                </a:cubicBezTo>
                <a:cubicBezTo>
                  <a:pt x="37603" y="92109"/>
                  <a:pt x="41675" y="90721"/>
                  <a:pt x="44769" y="87900"/>
                </a:cubicBezTo>
                <a:cubicBezTo>
                  <a:pt x="47772" y="85125"/>
                  <a:pt x="49273" y="81895"/>
                  <a:pt x="49273" y="78210"/>
                </a:cubicBezTo>
                <a:cubicBezTo>
                  <a:pt x="49273" y="76026"/>
                  <a:pt x="48705" y="73910"/>
                  <a:pt x="47567" y="71863"/>
                </a:cubicBezTo>
                <a:cubicBezTo>
                  <a:pt x="46384" y="69815"/>
                  <a:pt x="44610" y="67859"/>
                  <a:pt x="42244" y="65994"/>
                </a:cubicBezTo>
                <a:cubicBezTo>
                  <a:pt x="39833" y="64174"/>
                  <a:pt x="35647" y="61785"/>
                  <a:pt x="29687" y="58828"/>
                </a:cubicBezTo>
                <a:cubicBezTo>
                  <a:pt x="21270" y="54733"/>
                  <a:pt x="15219" y="51207"/>
                  <a:pt x="11534" y="48250"/>
                </a:cubicBezTo>
                <a:cubicBezTo>
                  <a:pt x="7848" y="45383"/>
                  <a:pt x="5027" y="42130"/>
                  <a:pt x="3071" y="38491"/>
                </a:cubicBezTo>
                <a:cubicBezTo>
                  <a:pt x="1069" y="34896"/>
                  <a:pt x="68" y="30938"/>
                  <a:pt x="68" y="26616"/>
                </a:cubicBezTo>
                <a:cubicBezTo>
                  <a:pt x="68" y="19245"/>
                  <a:pt x="2775" y="12967"/>
                  <a:pt x="8189" y="7780"/>
                </a:cubicBezTo>
                <a:cubicBezTo>
                  <a:pt x="13558" y="2593"/>
                  <a:pt x="20383" y="0"/>
                  <a:pt x="28663" y="0"/>
                </a:cubicBezTo>
                <a:cubicBezTo>
                  <a:pt x="31666" y="0"/>
                  <a:pt x="34578" y="364"/>
                  <a:pt x="37399" y="1092"/>
                </a:cubicBezTo>
                <a:cubicBezTo>
                  <a:pt x="39491" y="1683"/>
                  <a:pt x="42108" y="2684"/>
                  <a:pt x="45247" y="4095"/>
                </a:cubicBezTo>
                <a:cubicBezTo>
                  <a:pt x="48295" y="5596"/>
                  <a:pt x="50434" y="6347"/>
                  <a:pt x="51662" y="6347"/>
                </a:cubicBezTo>
                <a:cubicBezTo>
                  <a:pt x="52799" y="6392"/>
                  <a:pt x="53732" y="6028"/>
                  <a:pt x="54460" y="5255"/>
                </a:cubicBezTo>
                <a:cubicBezTo>
                  <a:pt x="55097" y="4572"/>
                  <a:pt x="55734" y="2821"/>
                  <a:pt x="56371" y="0"/>
                </a:cubicBezTo>
                <a:lnTo>
                  <a:pt x="58418" y="0"/>
                </a:lnTo>
                <a:close/>
                <a:moveTo>
                  <a:pt x="101179" y="88173"/>
                </a:moveTo>
                <a:lnTo>
                  <a:pt x="101179" y="111923"/>
                </a:lnTo>
                <a:cubicBezTo>
                  <a:pt x="101179" y="115244"/>
                  <a:pt x="101452" y="117474"/>
                  <a:pt x="101998" y="118611"/>
                </a:cubicBezTo>
                <a:cubicBezTo>
                  <a:pt x="102453" y="119794"/>
                  <a:pt x="103249" y="120658"/>
                  <a:pt x="104386" y="121204"/>
                </a:cubicBezTo>
                <a:cubicBezTo>
                  <a:pt x="105433" y="121750"/>
                  <a:pt x="107571" y="122023"/>
                  <a:pt x="110801" y="122023"/>
                </a:cubicBezTo>
                <a:lnTo>
                  <a:pt x="110801" y="124548"/>
                </a:lnTo>
                <a:lnTo>
                  <a:pt x="74426" y="124548"/>
                </a:lnTo>
                <a:lnTo>
                  <a:pt x="74426" y="122023"/>
                </a:lnTo>
                <a:cubicBezTo>
                  <a:pt x="77202" y="121978"/>
                  <a:pt x="79295" y="121182"/>
                  <a:pt x="80705" y="119635"/>
                </a:cubicBezTo>
                <a:cubicBezTo>
                  <a:pt x="81569" y="118634"/>
                  <a:pt x="82024" y="115927"/>
                  <a:pt x="82070" y="111513"/>
                </a:cubicBezTo>
                <a:lnTo>
                  <a:pt x="82070" y="44155"/>
                </a:lnTo>
                <a:cubicBezTo>
                  <a:pt x="82024" y="39696"/>
                  <a:pt x="81501" y="36807"/>
                  <a:pt x="80500" y="35488"/>
                </a:cubicBezTo>
                <a:cubicBezTo>
                  <a:pt x="79454" y="34305"/>
                  <a:pt x="77429" y="33600"/>
                  <a:pt x="74426" y="33372"/>
                </a:cubicBezTo>
                <a:lnTo>
                  <a:pt x="74426" y="30847"/>
                </a:lnTo>
                <a:lnTo>
                  <a:pt x="101179" y="30847"/>
                </a:lnTo>
                <a:lnTo>
                  <a:pt x="101179" y="39241"/>
                </a:lnTo>
                <a:cubicBezTo>
                  <a:pt x="103408" y="35965"/>
                  <a:pt x="105683" y="33600"/>
                  <a:pt x="108003" y="32144"/>
                </a:cubicBezTo>
                <a:cubicBezTo>
                  <a:pt x="111324" y="30051"/>
                  <a:pt x="114942" y="28982"/>
                  <a:pt x="118854" y="28936"/>
                </a:cubicBezTo>
                <a:cubicBezTo>
                  <a:pt x="123495" y="28982"/>
                  <a:pt x="127772" y="30460"/>
                  <a:pt x="131684" y="33372"/>
                </a:cubicBezTo>
                <a:cubicBezTo>
                  <a:pt x="135506" y="36329"/>
                  <a:pt x="138418" y="40401"/>
                  <a:pt x="140420" y="45588"/>
                </a:cubicBezTo>
                <a:cubicBezTo>
                  <a:pt x="142376" y="50866"/>
                  <a:pt x="143377" y="56485"/>
                  <a:pt x="143423" y="62445"/>
                </a:cubicBezTo>
                <a:cubicBezTo>
                  <a:pt x="143423" y="68951"/>
                  <a:pt x="142399" y="74843"/>
                  <a:pt x="140352" y="80120"/>
                </a:cubicBezTo>
                <a:cubicBezTo>
                  <a:pt x="138213" y="85535"/>
                  <a:pt x="135210" y="89607"/>
                  <a:pt x="131343" y="92336"/>
                </a:cubicBezTo>
                <a:cubicBezTo>
                  <a:pt x="127385" y="95157"/>
                  <a:pt x="122994" y="96568"/>
                  <a:pt x="118172" y="96568"/>
                </a:cubicBezTo>
                <a:cubicBezTo>
                  <a:pt x="114669" y="96613"/>
                  <a:pt x="111393" y="95840"/>
                  <a:pt x="108344" y="94247"/>
                </a:cubicBezTo>
                <a:cubicBezTo>
                  <a:pt x="106070" y="93110"/>
                  <a:pt x="103681" y="91085"/>
                  <a:pt x="101179" y="88173"/>
                </a:cubicBezTo>
                <a:moveTo>
                  <a:pt x="101179" y="81281"/>
                </a:moveTo>
                <a:cubicBezTo>
                  <a:pt x="105046" y="86831"/>
                  <a:pt x="109232" y="89607"/>
                  <a:pt x="113736" y="89607"/>
                </a:cubicBezTo>
                <a:cubicBezTo>
                  <a:pt x="116193" y="89607"/>
                  <a:pt x="118217" y="88310"/>
                  <a:pt x="119810" y="85717"/>
                </a:cubicBezTo>
                <a:cubicBezTo>
                  <a:pt x="122176" y="81895"/>
                  <a:pt x="123358" y="74615"/>
                  <a:pt x="123358" y="63878"/>
                </a:cubicBezTo>
                <a:cubicBezTo>
                  <a:pt x="123358" y="52913"/>
                  <a:pt x="122062" y="45383"/>
                  <a:pt x="119468" y="41289"/>
                </a:cubicBezTo>
                <a:cubicBezTo>
                  <a:pt x="117740" y="38650"/>
                  <a:pt x="115419" y="37308"/>
                  <a:pt x="112507" y="37262"/>
                </a:cubicBezTo>
                <a:cubicBezTo>
                  <a:pt x="107867" y="37308"/>
                  <a:pt x="104090" y="40629"/>
                  <a:pt x="101179" y="47226"/>
                </a:cubicBezTo>
                <a:lnTo>
                  <a:pt x="101179" y="81281"/>
                </a:lnTo>
                <a:close/>
                <a:moveTo>
                  <a:pt x="190687" y="85239"/>
                </a:moveTo>
                <a:cubicBezTo>
                  <a:pt x="182907" y="92154"/>
                  <a:pt x="175923" y="95589"/>
                  <a:pt x="169736" y="95544"/>
                </a:cubicBezTo>
                <a:cubicBezTo>
                  <a:pt x="166051" y="95544"/>
                  <a:pt x="163025" y="94338"/>
                  <a:pt x="160659" y="91927"/>
                </a:cubicBezTo>
                <a:cubicBezTo>
                  <a:pt x="158248" y="89607"/>
                  <a:pt x="157042" y="86626"/>
                  <a:pt x="157042" y="82987"/>
                </a:cubicBezTo>
                <a:cubicBezTo>
                  <a:pt x="157042" y="78164"/>
                  <a:pt x="159135" y="73774"/>
                  <a:pt x="163321" y="69815"/>
                </a:cubicBezTo>
                <a:cubicBezTo>
                  <a:pt x="167461" y="65994"/>
                  <a:pt x="176583" y="60830"/>
                  <a:pt x="190687" y="54324"/>
                </a:cubicBezTo>
                <a:lnTo>
                  <a:pt x="190687" y="47908"/>
                </a:lnTo>
                <a:cubicBezTo>
                  <a:pt x="190642" y="43131"/>
                  <a:pt x="190392" y="40083"/>
                  <a:pt x="189937" y="38764"/>
                </a:cubicBezTo>
                <a:cubicBezTo>
                  <a:pt x="189345" y="37535"/>
                  <a:pt x="188344" y="36443"/>
                  <a:pt x="186934" y="35488"/>
                </a:cubicBezTo>
                <a:cubicBezTo>
                  <a:pt x="185478" y="34623"/>
                  <a:pt x="183840" y="34168"/>
                  <a:pt x="182020" y="34123"/>
                </a:cubicBezTo>
                <a:cubicBezTo>
                  <a:pt x="179063" y="34168"/>
                  <a:pt x="176629" y="34828"/>
                  <a:pt x="174718" y="36102"/>
                </a:cubicBezTo>
                <a:cubicBezTo>
                  <a:pt x="173535" y="36921"/>
                  <a:pt x="172943" y="37876"/>
                  <a:pt x="172943" y="38968"/>
                </a:cubicBezTo>
                <a:cubicBezTo>
                  <a:pt x="172898" y="39924"/>
                  <a:pt x="173535" y="41107"/>
                  <a:pt x="174854" y="42517"/>
                </a:cubicBezTo>
                <a:cubicBezTo>
                  <a:pt x="176538" y="44519"/>
                  <a:pt x="177402" y="46407"/>
                  <a:pt x="177448" y="48181"/>
                </a:cubicBezTo>
                <a:cubicBezTo>
                  <a:pt x="177448" y="50456"/>
                  <a:pt x="176629" y="52344"/>
                  <a:pt x="174991" y="53846"/>
                </a:cubicBezTo>
                <a:cubicBezTo>
                  <a:pt x="173262" y="55438"/>
                  <a:pt x="171078" y="56234"/>
                  <a:pt x="168439" y="56234"/>
                </a:cubicBezTo>
                <a:cubicBezTo>
                  <a:pt x="165573" y="56234"/>
                  <a:pt x="163184" y="55370"/>
                  <a:pt x="161273" y="53641"/>
                </a:cubicBezTo>
                <a:cubicBezTo>
                  <a:pt x="159272" y="51958"/>
                  <a:pt x="158293" y="49933"/>
                  <a:pt x="158339" y="47567"/>
                </a:cubicBezTo>
                <a:cubicBezTo>
                  <a:pt x="158339" y="44291"/>
                  <a:pt x="159636" y="41152"/>
                  <a:pt x="162229" y="38149"/>
                </a:cubicBezTo>
                <a:cubicBezTo>
                  <a:pt x="164822" y="35238"/>
                  <a:pt x="168439" y="32963"/>
                  <a:pt x="173080" y="31325"/>
                </a:cubicBezTo>
                <a:cubicBezTo>
                  <a:pt x="177721" y="29778"/>
                  <a:pt x="182543" y="28982"/>
                  <a:pt x="187548" y="28936"/>
                </a:cubicBezTo>
                <a:cubicBezTo>
                  <a:pt x="193599" y="28982"/>
                  <a:pt x="198399" y="30256"/>
                  <a:pt x="201948" y="32758"/>
                </a:cubicBezTo>
                <a:cubicBezTo>
                  <a:pt x="205406" y="35351"/>
                  <a:pt x="207680" y="38149"/>
                  <a:pt x="208772" y="41152"/>
                </a:cubicBezTo>
                <a:cubicBezTo>
                  <a:pt x="209364" y="43063"/>
                  <a:pt x="209682" y="47453"/>
                  <a:pt x="209728" y="54324"/>
                </a:cubicBezTo>
                <a:lnTo>
                  <a:pt x="209728" y="79097"/>
                </a:lnTo>
                <a:cubicBezTo>
                  <a:pt x="209728" y="82054"/>
                  <a:pt x="209842" y="83874"/>
                  <a:pt x="210069" y="84556"/>
                </a:cubicBezTo>
                <a:cubicBezTo>
                  <a:pt x="210251" y="85375"/>
                  <a:pt x="210592" y="85944"/>
                  <a:pt x="211093" y="86263"/>
                </a:cubicBezTo>
                <a:cubicBezTo>
                  <a:pt x="211502" y="86626"/>
                  <a:pt x="212025" y="86808"/>
                  <a:pt x="212662" y="86808"/>
                </a:cubicBezTo>
                <a:cubicBezTo>
                  <a:pt x="213800" y="86854"/>
                  <a:pt x="215006" y="86012"/>
                  <a:pt x="216279" y="84283"/>
                </a:cubicBezTo>
                <a:lnTo>
                  <a:pt x="218327" y="85921"/>
                </a:lnTo>
                <a:cubicBezTo>
                  <a:pt x="216006" y="89288"/>
                  <a:pt x="213663" y="91722"/>
                  <a:pt x="211297" y="93224"/>
                </a:cubicBezTo>
                <a:cubicBezTo>
                  <a:pt x="208795" y="94816"/>
                  <a:pt x="206020" y="95589"/>
                  <a:pt x="202972" y="95544"/>
                </a:cubicBezTo>
                <a:cubicBezTo>
                  <a:pt x="199332" y="95544"/>
                  <a:pt x="196488" y="94679"/>
                  <a:pt x="194441" y="92951"/>
                </a:cubicBezTo>
                <a:cubicBezTo>
                  <a:pt x="192393" y="91313"/>
                  <a:pt x="191142" y="88742"/>
                  <a:pt x="190687" y="85239"/>
                </a:cubicBezTo>
                <a:moveTo>
                  <a:pt x="190687" y="80257"/>
                </a:moveTo>
                <a:lnTo>
                  <a:pt x="190687" y="58896"/>
                </a:lnTo>
                <a:cubicBezTo>
                  <a:pt x="185137" y="62126"/>
                  <a:pt x="181042" y="65584"/>
                  <a:pt x="178403" y="69269"/>
                </a:cubicBezTo>
                <a:cubicBezTo>
                  <a:pt x="176629" y="71726"/>
                  <a:pt x="175742" y="74206"/>
                  <a:pt x="175742" y="76708"/>
                </a:cubicBezTo>
                <a:cubicBezTo>
                  <a:pt x="175742" y="78846"/>
                  <a:pt x="176492" y="80689"/>
                  <a:pt x="177994" y="82236"/>
                </a:cubicBezTo>
                <a:cubicBezTo>
                  <a:pt x="179131" y="83464"/>
                  <a:pt x="180723" y="84079"/>
                  <a:pt x="182771" y="84079"/>
                </a:cubicBezTo>
                <a:cubicBezTo>
                  <a:pt x="185000" y="84079"/>
                  <a:pt x="187639" y="82805"/>
                  <a:pt x="190687" y="80257"/>
                </a:cubicBezTo>
                <a:close/>
                <a:moveTo>
                  <a:pt x="254464" y="30847"/>
                </a:moveTo>
                <a:lnTo>
                  <a:pt x="254464" y="39105"/>
                </a:lnTo>
                <a:cubicBezTo>
                  <a:pt x="257740" y="35556"/>
                  <a:pt x="260879" y="32963"/>
                  <a:pt x="263882" y="31325"/>
                </a:cubicBezTo>
                <a:cubicBezTo>
                  <a:pt x="266840" y="29778"/>
                  <a:pt x="270070" y="28982"/>
                  <a:pt x="273573" y="28936"/>
                </a:cubicBezTo>
                <a:cubicBezTo>
                  <a:pt x="277713" y="28982"/>
                  <a:pt x="281148" y="30119"/>
                  <a:pt x="283878" y="32348"/>
                </a:cubicBezTo>
                <a:cubicBezTo>
                  <a:pt x="286608" y="34669"/>
                  <a:pt x="288428" y="37535"/>
                  <a:pt x="289338" y="40947"/>
                </a:cubicBezTo>
                <a:cubicBezTo>
                  <a:pt x="290066" y="43541"/>
                  <a:pt x="290430" y="48523"/>
                  <a:pt x="290430" y="55893"/>
                </a:cubicBezTo>
                <a:lnTo>
                  <a:pt x="290430" y="80735"/>
                </a:lnTo>
                <a:cubicBezTo>
                  <a:pt x="290430" y="85694"/>
                  <a:pt x="290885" y="88742"/>
                  <a:pt x="291795" y="89880"/>
                </a:cubicBezTo>
                <a:cubicBezTo>
                  <a:pt x="292659" y="91108"/>
                  <a:pt x="294502" y="91881"/>
                  <a:pt x="297323" y="92200"/>
                </a:cubicBezTo>
                <a:lnTo>
                  <a:pt x="297323" y="94657"/>
                </a:lnTo>
                <a:lnTo>
                  <a:pt x="265042" y="94657"/>
                </a:lnTo>
                <a:lnTo>
                  <a:pt x="265042" y="92200"/>
                </a:lnTo>
                <a:cubicBezTo>
                  <a:pt x="267408" y="91927"/>
                  <a:pt x="269137" y="90926"/>
                  <a:pt x="270229" y="89197"/>
                </a:cubicBezTo>
                <a:cubicBezTo>
                  <a:pt x="270957" y="88060"/>
                  <a:pt x="271321" y="85239"/>
                  <a:pt x="271321" y="80735"/>
                </a:cubicBezTo>
                <a:lnTo>
                  <a:pt x="271321" y="52344"/>
                </a:lnTo>
                <a:cubicBezTo>
                  <a:pt x="271321" y="47112"/>
                  <a:pt x="271116" y="43814"/>
                  <a:pt x="270707" y="42449"/>
                </a:cubicBezTo>
                <a:cubicBezTo>
                  <a:pt x="270297" y="41084"/>
                  <a:pt x="269615" y="40015"/>
                  <a:pt x="268659" y="39241"/>
                </a:cubicBezTo>
                <a:cubicBezTo>
                  <a:pt x="267613" y="38513"/>
                  <a:pt x="266521" y="38149"/>
                  <a:pt x="265384" y="38149"/>
                </a:cubicBezTo>
                <a:cubicBezTo>
                  <a:pt x="261425" y="38149"/>
                  <a:pt x="257786" y="40947"/>
                  <a:pt x="254464" y="46544"/>
                </a:cubicBezTo>
                <a:lnTo>
                  <a:pt x="254464" y="80735"/>
                </a:lnTo>
                <a:cubicBezTo>
                  <a:pt x="254464" y="85512"/>
                  <a:pt x="254919" y="88537"/>
                  <a:pt x="255829" y="89811"/>
                </a:cubicBezTo>
                <a:cubicBezTo>
                  <a:pt x="256694" y="91131"/>
                  <a:pt x="258332" y="91927"/>
                  <a:pt x="260743" y="92200"/>
                </a:cubicBezTo>
                <a:lnTo>
                  <a:pt x="260743" y="94657"/>
                </a:lnTo>
                <a:lnTo>
                  <a:pt x="228463" y="94657"/>
                </a:lnTo>
                <a:lnTo>
                  <a:pt x="228463" y="92200"/>
                </a:lnTo>
                <a:cubicBezTo>
                  <a:pt x="231102" y="91927"/>
                  <a:pt x="233012" y="91062"/>
                  <a:pt x="234195" y="89607"/>
                </a:cubicBezTo>
                <a:cubicBezTo>
                  <a:pt x="234923" y="88606"/>
                  <a:pt x="235310" y="85648"/>
                  <a:pt x="235356" y="80735"/>
                </a:cubicBezTo>
                <a:lnTo>
                  <a:pt x="235356" y="44701"/>
                </a:lnTo>
                <a:cubicBezTo>
                  <a:pt x="235356" y="39878"/>
                  <a:pt x="234923" y="36875"/>
                  <a:pt x="234059" y="35692"/>
                </a:cubicBezTo>
                <a:cubicBezTo>
                  <a:pt x="233103" y="34555"/>
                  <a:pt x="231238" y="33782"/>
                  <a:pt x="228463" y="33372"/>
                </a:cubicBezTo>
                <a:lnTo>
                  <a:pt x="228463" y="30847"/>
                </a:lnTo>
                <a:lnTo>
                  <a:pt x="254464" y="30847"/>
                </a:lnTo>
                <a:close/>
                <a:moveTo>
                  <a:pt x="326093" y="29004"/>
                </a:moveTo>
                <a:cubicBezTo>
                  <a:pt x="329186" y="29004"/>
                  <a:pt x="331871" y="30096"/>
                  <a:pt x="334146" y="32280"/>
                </a:cubicBezTo>
                <a:cubicBezTo>
                  <a:pt x="336329" y="34555"/>
                  <a:pt x="337421" y="37239"/>
                  <a:pt x="337421" y="40333"/>
                </a:cubicBezTo>
                <a:cubicBezTo>
                  <a:pt x="337421" y="43472"/>
                  <a:pt x="336329" y="46134"/>
                  <a:pt x="334146" y="48318"/>
                </a:cubicBezTo>
                <a:cubicBezTo>
                  <a:pt x="331871" y="50593"/>
                  <a:pt x="329186" y="51707"/>
                  <a:pt x="326093" y="51662"/>
                </a:cubicBezTo>
                <a:cubicBezTo>
                  <a:pt x="322953" y="51707"/>
                  <a:pt x="320292" y="50593"/>
                  <a:pt x="318108" y="48318"/>
                </a:cubicBezTo>
                <a:cubicBezTo>
                  <a:pt x="315833" y="46134"/>
                  <a:pt x="314718" y="43472"/>
                  <a:pt x="314764" y="40333"/>
                </a:cubicBezTo>
                <a:cubicBezTo>
                  <a:pt x="314718" y="37239"/>
                  <a:pt x="315833" y="34555"/>
                  <a:pt x="318108" y="32280"/>
                </a:cubicBezTo>
                <a:cubicBezTo>
                  <a:pt x="320292" y="30096"/>
                  <a:pt x="322953" y="29004"/>
                  <a:pt x="326093" y="29004"/>
                </a:cubicBezTo>
                <a:moveTo>
                  <a:pt x="326024" y="73637"/>
                </a:moveTo>
                <a:cubicBezTo>
                  <a:pt x="329164" y="73637"/>
                  <a:pt x="331871" y="74752"/>
                  <a:pt x="334146" y="76981"/>
                </a:cubicBezTo>
                <a:cubicBezTo>
                  <a:pt x="336329" y="79256"/>
                  <a:pt x="337421" y="81940"/>
                  <a:pt x="337421" y="85034"/>
                </a:cubicBezTo>
                <a:cubicBezTo>
                  <a:pt x="337421" y="88173"/>
                  <a:pt x="336307" y="90835"/>
                  <a:pt x="334077" y="93019"/>
                </a:cubicBezTo>
                <a:cubicBezTo>
                  <a:pt x="331802" y="95294"/>
                  <a:pt x="329118" y="96408"/>
                  <a:pt x="326024" y="96363"/>
                </a:cubicBezTo>
                <a:cubicBezTo>
                  <a:pt x="322885" y="96408"/>
                  <a:pt x="320223" y="95294"/>
                  <a:pt x="318040" y="93019"/>
                </a:cubicBezTo>
                <a:cubicBezTo>
                  <a:pt x="315765" y="90835"/>
                  <a:pt x="314650" y="88173"/>
                  <a:pt x="314696" y="85034"/>
                </a:cubicBezTo>
                <a:cubicBezTo>
                  <a:pt x="314650" y="81940"/>
                  <a:pt x="315765" y="79256"/>
                  <a:pt x="318040" y="76981"/>
                </a:cubicBezTo>
                <a:cubicBezTo>
                  <a:pt x="320223" y="74752"/>
                  <a:pt x="322885" y="73637"/>
                  <a:pt x="326024" y="73637"/>
                </a:cubicBezTo>
                <a:close/>
                <a:moveTo>
                  <a:pt x="433280" y="205"/>
                </a:moveTo>
                <a:lnTo>
                  <a:pt x="433280" y="75889"/>
                </a:lnTo>
                <a:cubicBezTo>
                  <a:pt x="433280" y="81576"/>
                  <a:pt x="433530" y="85193"/>
                  <a:pt x="434031" y="86740"/>
                </a:cubicBezTo>
                <a:cubicBezTo>
                  <a:pt x="434485" y="88333"/>
                  <a:pt x="435532" y="89629"/>
                  <a:pt x="437170" y="90630"/>
                </a:cubicBezTo>
                <a:cubicBezTo>
                  <a:pt x="438717" y="91677"/>
                  <a:pt x="441265" y="92177"/>
                  <a:pt x="444813" y="92132"/>
                </a:cubicBezTo>
                <a:lnTo>
                  <a:pt x="446929" y="92132"/>
                </a:lnTo>
                <a:lnTo>
                  <a:pt x="446929" y="94657"/>
                </a:lnTo>
                <a:lnTo>
                  <a:pt x="398202" y="94657"/>
                </a:lnTo>
                <a:lnTo>
                  <a:pt x="398202" y="92132"/>
                </a:lnTo>
                <a:lnTo>
                  <a:pt x="400658" y="92132"/>
                </a:lnTo>
                <a:cubicBezTo>
                  <a:pt x="404571" y="92132"/>
                  <a:pt x="407392" y="91677"/>
                  <a:pt x="409121" y="90767"/>
                </a:cubicBezTo>
                <a:cubicBezTo>
                  <a:pt x="410759" y="89902"/>
                  <a:pt x="411896" y="88651"/>
                  <a:pt x="412533" y="87013"/>
                </a:cubicBezTo>
                <a:cubicBezTo>
                  <a:pt x="413125" y="85466"/>
                  <a:pt x="413420" y="81758"/>
                  <a:pt x="413420" y="75889"/>
                </a:cubicBezTo>
                <a:lnTo>
                  <a:pt x="413420" y="27912"/>
                </a:lnTo>
                <a:cubicBezTo>
                  <a:pt x="413420" y="23636"/>
                  <a:pt x="413216" y="20951"/>
                  <a:pt x="412806" y="19859"/>
                </a:cubicBezTo>
                <a:cubicBezTo>
                  <a:pt x="412397" y="18859"/>
                  <a:pt x="411646" y="17949"/>
                  <a:pt x="410554" y="17130"/>
                </a:cubicBezTo>
                <a:cubicBezTo>
                  <a:pt x="409371" y="16402"/>
                  <a:pt x="408074" y="16038"/>
                  <a:pt x="406664" y="16038"/>
                </a:cubicBezTo>
                <a:cubicBezTo>
                  <a:pt x="404344" y="16083"/>
                  <a:pt x="401523" y="16811"/>
                  <a:pt x="398202" y="18222"/>
                </a:cubicBezTo>
                <a:lnTo>
                  <a:pt x="396973" y="15765"/>
                </a:lnTo>
                <a:lnTo>
                  <a:pt x="431028" y="205"/>
                </a:lnTo>
                <a:lnTo>
                  <a:pt x="433280" y="20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Node:AAnnotation:{...}">
            <a:extLst xmlns:a="http://schemas.openxmlformats.org/drawingml/2006/main">
              <a:ext uri="{FF2B5EF4-FFF2-40B4-BE49-F238E27FC236}">
                <a16:creationId xmlns:a16="http://schemas.microsoft.com/office/drawing/2014/main" id="{7EFA79D8-2AB6-41E5-8FA2-556D961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40" y="1476245"/>
            <a:ext cx="1676775" cy="123115"/>
          </a:xfrm>
          <a:custGeom xmlns:a="http://schemas.openxmlformats.org/drawingml/2006/main">
            <a:pathLst>
              <a:path w="1676775" h="123115">
                <a:moveTo>
                  <a:pt x="32826" y="2229"/>
                </a:moveTo>
                <a:lnTo>
                  <a:pt x="78483" y="59624"/>
                </a:lnTo>
                <a:lnTo>
                  <a:pt x="78483" y="19837"/>
                </a:lnTo>
                <a:cubicBezTo>
                  <a:pt x="78437" y="14332"/>
                  <a:pt x="77641" y="10578"/>
                  <a:pt x="76094" y="8576"/>
                </a:cubicBezTo>
                <a:cubicBezTo>
                  <a:pt x="73865" y="5983"/>
                  <a:pt x="70202" y="4709"/>
                  <a:pt x="65106" y="4754"/>
                </a:cubicBezTo>
                <a:lnTo>
                  <a:pt x="65106" y="2229"/>
                </a:lnTo>
                <a:lnTo>
                  <a:pt x="95680" y="2229"/>
                </a:lnTo>
                <a:lnTo>
                  <a:pt x="95680" y="4754"/>
                </a:lnTo>
                <a:cubicBezTo>
                  <a:pt x="91722" y="5300"/>
                  <a:pt x="89106" y="5937"/>
                  <a:pt x="87832" y="6665"/>
                </a:cubicBezTo>
                <a:cubicBezTo>
                  <a:pt x="86467" y="7484"/>
                  <a:pt x="85421" y="8781"/>
                  <a:pt x="84693" y="10555"/>
                </a:cubicBezTo>
                <a:cubicBezTo>
                  <a:pt x="83919" y="12421"/>
                  <a:pt x="83533" y="15515"/>
                  <a:pt x="83533" y="19837"/>
                </a:cubicBezTo>
                <a:lnTo>
                  <a:pt x="83533" y="96886"/>
                </a:lnTo>
                <a:lnTo>
                  <a:pt x="81212" y="96886"/>
                </a:lnTo>
                <a:lnTo>
                  <a:pt x="18631" y="19837"/>
                </a:lnTo>
                <a:lnTo>
                  <a:pt x="18631" y="78664"/>
                </a:lnTo>
                <a:cubicBezTo>
                  <a:pt x="18631" y="84033"/>
                  <a:pt x="19859" y="87627"/>
                  <a:pt x="22316" y="89447"/>
                </a:cubicBezTo>
                <a:cubicBezTo>
                  <a:pt x="24682" y="91313"/>
                  <a:pt x="27458" y="92245"/>
                  <a:pt x="30642" y="92245"/>
                </a:cubicBezTo>
                <a:lnTo>
                  <a:pt x="32826" y="92245"/>
                </a:lnTo>
                <a:lnTo>
                  <a:pt x="32826" y="94770"/>
                </a:lnTo>
                <a:lnTo>
                  <a:pt x="0" y="94770"/>
                </a:lnTo>
                <a:lnTo>
                  <a:pt x="0" y="92245"/>
                </a:lnTo>
                <a:cubicBezTo>
                  <a:pt x="5096" y="92200"/>
                  <a:pt x="8644" y="91153"/>
                  <a:pt x="10646" y="89106"/>
                </a:cubicBezTo>
                <a:cubicBezTo>
                  <a:pt x="12603" y="87059"/>
                  <a:pt x="13604" y="83578"/>
                  <a:pt x="13649" y="78664"/>
                </a:cubicBezTo>
                <a:lnTo>
                  <a:pt x="13649" y="13353"/>
                </a:lnTo>
                <a:lnTo>
                  <a:pt x="11670" y="10897"/>
                </a:lnTo>
                <a:cubicBezTo>
                  <a:pt x="9668" y="8440"/>
                  <a:pt x="7939" y="6825"/>
                  <a:pt x="6483" y="6051"/>
                </a:cubicBezTo>
                <a:cubicBezTo>
                  <a:pt x="4936" y="5323"/>
                  <a:pt x="2775" y="4891"/>
                  <a:pt x="0" y="4754"/>
                </a:cubicBezTo>
                <a:lnTo>
                  <a:pt x="0" y="2229"/>
                </a:lnTo>
                <a:lnTo>
                  <a:pt x="32826" y="2229"/>
                </a:lnTo>
                <a:close/>
                <a:moveTo>
                  <a:pt x="136132" y="29050"/>
                </a:moveTo>
                <a:cubicBezTo>
                  <a:pt x="141637" y="29050"/>
                  <a:pt x="146801" y="30483"/>
                  <a:pt x="151624" y="33349"/>
                </a:cubicBezTo>
                <a:cubicBezTo>
                  <a:pt x="156356" y="36261"/>
                  <a:pt x="159995" y="40333"/>
                  <a:pt x="162543" y="45565"/>
                </a:cubicBezTo>
                <a:cubicBezTo>
                  <a:pt x="165000" y="50843"/>
                  <a:pt x="166229" y="56621"/>
                  <a:pt x="166229" y="62900"/>
                </a:cubicBezTo>
                <a:cubicBezTo>
                  <a:pt x="166183" y="71999"/>
                  <a:pt x="163885" y="79574"/>
                  <a:pt x="159336" y="85626"/>
                </a:cubicBezTo>
                <a:cubicBezTo>
                  <a:pt x="153740" y="92996"/>
                  <a:pt x="146073" y="96681"/>
                  <a:pt x="136337" y="96681"/>
                </a:cubicBezTo>
                <a:cubicBezTo>
                  <a:pt x="126692" y="96727"/>
                  <a:pt x="119298" y="93360"/>
                  <a:pt x="114157" y="86581"/>
                </a:cubicBezTo>
                <a:cubicBezTo>
                  <a:pt x="108970" y="79847"/>
                  <a:pt x="106377" y="72045"/>
                  <a:pt x="106377" y="63173"/>
                </a:cubicBezTo>
                <a:cubicBezTo>
                  <a:pt x="106377" y="54028"/>
                  <a:pt x="109039" y="46043"/>
                  <a:pt x="114362" y="39219"/>
                </a:cubicBezTo>
                <a:cubicBezTo>
                  <a:pt x="119594" y="32485"/>
                  <a:pt x="126851" y="29095"/>
                  <a:pt x="136132" y="29050"/>
                </a:cubicBezTo>
                <a:moveTo>
                  <a:pt x="136405" y="33895"/>
                </a:moveTo>
                <a:cubicBezTo>
                  <a:pt x="134085" y="33941"/>
                  <a:pt x="132106" y="34805"/>
                  <a:pt x="130468" y="36489"/>
                </a:cubicBezTo>
                <a:cubicBezTo>
                  <a:pt x="128739" y="38309"/>
                  <a:pt x="127647" y="41766"/>
                  <a:pt x="127192" y="46862"/>
                </a:cubicBezTo>
                <a:cubicBezTo>
                  <a:pt x="126646" y="52049"/>
                  <a:pt x="126373" y="59237"/>
                  <a:pt x="126373" y="68428"/>
                </a:cubicBezTo>
                <a:cubicBezTo>
                  <a:pt x="126373" y="73296"/>
                  <a:pt x="126692" y="77846"/>
                  <a:pt x="127329" y="82077"/>
                </a:cubicBezTo>
                <a:cubicBezTo>
                  <a:pt x="127784" y="85307"/>
                  <a:pt x="128853" y="87764"/>
                  <a:pt x="130536" y="89447"/>
                </a:cubicBezTo>
                <a:cubicBezTo>
                  <a:pt x="132129" y="91176"/>
                  <a:pt x="133994" y="92018"/>
                  <a:pt x="136132" y="91972"/>
                </a:cubicBezTo>
                <a:cubicBezTo>
                  <a:pt x="138180" y="92018"/>
                  <a:pt x="139886" y="91449"/>
                  <a:pt x="141251" y="90266"/>
                </a:cubicBezTo>
                <a:cubicBezTo>
                  <a:pt x="142980" y="88765"/>
                  <a:pt x="144162" y="86604"/>
                  <a:pt x="144799" y="83783"/>
                </a:cubicBezTo>
                <a:cubicBezTo>
                  <a:pt x="145664" y="79506"/>
                  <a:pt x="146119" y="70771"/>
                  <a:pt x="146164" y="57577"/>
                </a:cubicBezTo>
                <a:cubicBezTo>
                  <a:pt x="146164" y="49888"/>
                  <a:pt x="145732" y="44564"/>
                  <a:pt x="144868" y="41607"/>
                </a:cubicBezTo>
                <a:cubicBezTo>
                  <a:pt x="143958" y="38741"/>
                  <a:pt x="142684" y="36648"/>
                  <a:pt x="141046" y="35329"/>
                </a:cubicBezTo>
                <a:cubicBezTo>
                  <a:pt x="139863" y="34373"/>
                  <a:pt x="138316" y="33895"/>
                  <a:pt x="136405" y="33895"/>
                </a:cubicBezTo>
                <a:close/>
                <a:moveTo>
                  <a:pt x="241061" y="2229"/>
                </a:moveTo>
                <a:lnTo>
                  <a:pt x="241061" y="75662"/>
                </a:lnTo>
                <a:cubicBezTo>
                  <a:pt x="241061" y="80666"/>
                  <a:pt x="241198" y="83601"/>
                  <a:pt x="241471" y="84465"/>
                </a:cubicBezTo>
                <a:cubicBezTo>
                  <a:pt x="241789" y="85967"/>
                  <a:pt x="242495" y="87081"/>
                  <a:pt x="243586" y="87809"/>
                </a:cubicBezTo>
                <a:cubicBezTo>
                  <a:pt x="244587" y="88583"/>
                  <a:pt x="246362" y="89038"/>
                  <a:pt x="248910" y="89174"/>
                </a:cubicBezTo>
                <a:lnTo>
                  <a:pt x="248910" y="91426"/>
                </a:lnTo>
                <a:lnTo>
                  <a:pt x="221953" y="96681"/>
                </a:lnTo>
                <a:lnTo>
                  <a:pt x="221953" y="86581"/>
                </a:lnTo>
                <a:cubicBezTo>
                  <a:pt x="218722" y="90494"/>
                  <a:pt x="215856" y="93155"/>
                  <a:pt x="213354" y="94566"/>
                </a:cubicBezTo>
                <a:cubicBezTo>
                  <a:pt x="210806" y="96022"/>
                  <a:pt x="207940" y="96727"/>
                  <a:pt x="204755" y="96681"/>
                </a:cubicBezTo>
                <a:cubicBezTo>
                  <a:pt x="196565" y="96727"/>
                  <a:pt x="190127" y="93087"/>
                  <a:pt x="185441" y="85762"/>
                </a:cubicBezTo>
                <a:cubicBezTo>
                  <a:pt x="181619" y="79847"/>
                  <a:pt x="179709" y="72591"/>
                  <a:pt x="179709" y="63992"/>
                </a:cubicBezTo>
                <a:cubicBezTo>
                  <a:pt x="179663" y="57122"/>
                  <a:pt x="180846" y="50957"/>
                  <a:pt x="183257" y="45497"/>
                </a:cubicBezTo>
                <a:cubicBezTo>
                  <a:pt x="185578" y="40128"/>
                  <a:pt x="188831" y="36034"/>
                  <a:pt x="193016" y="33213"/>
                </a:cubicBezTo>
                <a:cubicBezTo>
                  <a:pt x="197111" y="30438"/>
                  <a:pt x="201524" y="29050"/>
                  <a:pt x="206256" y="29050"/>
                </a:cubicBezTo>
                <a:cubicBezTo>
                  <a:pt x="209259" y="29095"/>
                  <a:pt x="211966" y="29687"/>
                  <a:pt x="214377" y="30824"/>
                </a:cubicBezTo>
                <a:cubicBezTo>
                  <a:pt x="216743" y="32053"/>
                  <a:pt x="219268" y="34123"/>
                  <a:pt x="221953" y="37035"/>
                </a:cubicBezTo>
                <a:lnTo>
                  <a:pt x="221953" y="17789"/>
                </a:lnTo>
                <a:cubicBezTo>
                  <a:pt x="221953" y="12967"/>
                  <a:pt x="221748" y="10032"/>
                  <a:pt x="221338" y="8986"/>
                </a:cubicBezTo>
                <a:cubicBezTo>
                  <a:pt x="220792" y="7712"/>
                  <a:pt x="219973" y="6734"/>
                  <a:pt x="218882" y="6051"/>
                </a:cubicBezTo>
                <a:cubicBezTo>
                  <a:pt x="217790" y="5460"/>
                  <a:pt x="215742" y="5141"/>
                  <a:pt x="212739" y="5096"/>
                </a:cubicBezTo>
                <a:lnTo>
                  <a:pt x="212739" y="2229"/>
                </a:lnTo>
                <a:lnTo>
                  <a:pt x="241061" y="2229"/>
                </a:lnTo>
                <a:moveTo>
                  <a:pt x="221953" y="45497"/>
                </a:moveTo>
                <a:cubicBezTo>
                  <a:pt x="218540" y="39037"/>
                  <a:pt x="214423" y="35806"/>
                  <a:pt x="209600" y="35806"/>
                </a:cubicBezTo>
                <a:cubicBezTo>
                  <a:pt x="207871" y="35852"/>
                  <a:pt x="206484" y="36307"/>
                  <a:pt x="205437" y="37171"/>
                </a:cubicBezTo>
                <a:cubicBezTo>
                  <a:pt x="203708" y="38627"/>
                  <a:pt x="202343" y="41107"/>
                  <a:pt x="201342" y="44610"/>
                </a:cubicBezTo>
                <a:cubicBezTo>
                  <a:pt x="200250" y="48204"/>
                  <a:pt x="199705" y="53641"/>
                  <a:pt x="199705" y="60921"/>
                </a:cubicBezTo>
                <a:cubicBezTo>
                  <a:pt x="199705" y="68974"/>
                  <a:pt x="200296" y="74934"/>
                  <a:pt x="201479" y="78801"/>
                </a:cubicBezTo>
                <a:cubicBezTo>
                  <a:pt x="202616" y="82714"/>
                  <a:pt x="204231" y="85512"/>
                  <a:pt x="206324" y="87195"/>
                </a:cubicBezTo>
                <a:cubicBezTo>
                  <a:pt x="207325" y="88105"/>
                  <a:pt x="208758" y="88537"/>
                  <a:pt x="210624" y="88492"/>
                </a:cubicBezTo>
                <a:cubicBezTo>
                  <a:pt x="214628" y="88492"/>
                  <a:pt x="218404" y="85353"/>
                  <a:pt x="221953" y="79074"/>
                </a:cubicBezTo>
                <a:lnTo>
                  <a:pt x="221953" y="45497"/>
                </a:lnTo>
                <a:close/>
                <a:moveTo>
                  <a:pt x="312076" y="60579"/>
                </a:moveTo>
                <a:lnTo>
                  <a:pt x="277065" y="60579"/>
                </a:lnTo>
                <a:cubicBezTo>
                  <a:pt x="277475" y="69042"/>
                  <a:pt x="279727" y="75730"/>
                  <a:pt x="283822" y="80644"/>
                </a:cubicBezTo>
                <a:cubicBezTo>
                  <a:pt x="286916" y="84420"/>
                  <a:pt x="290692" y="86308"/>
                  <a:pt x="295151" y="86308"/>
                </a:cubicBezTo>
                <a:cubicBezTo>
                  <a:pt x="297835" y="86354"/>
                  <a:pt x="300315" y="85580"/>
                  <a:pt x="302589" y="83988"/>
                </a:cubicBezTo>
                <a:cubicBezTo>
                  <a:pt x="304819" y="82486"/>
                  <a:pt x="307207" y="79756"/>
                  <a:pt x="309755" y="75798"/>
                </a:cubicBezTo>
                <a:lnTo>
                  <a:pt x="312076" y="77300"/>
                </a:lnTo>
                <a:cubicBezTo>
                  <a:pt x="308572" y="84352"/>
                  <a:pt x="304750" y="89334"/>
                  <a:pt x="300610" y="92245"/>
                </a:cubicBezTo>
                <a:cubicBezTo>
                  <a:pt x="296425" y="95203"/>
                  <a:pt x="291579" y="96681"/>
                  <a:pt x="286074" y="96681"/>
                </a:cubicBezTo>
                <a:cubicBezTo>
                  <a:pt x="276565" y="96727"/>
                  <a:pt x="269399" y="93087"/>
                  <a:pt x="264577" y="85762"/>
                </a:cubicBezTo>
                <a:cubicBezTo>
                  <a:pt x="260664" y="79893"/>
                  <a:pt x="258707" y="72613"/>
                  <a:pt x="258707" y="63923"/>
                </a:cubicBezTo>
                <a:cubicBezTo>
                  <a:pt x="258662" y="53323"/>
                  <a:pt x="261551" y="44837"/>
                  <a:pt x="267375" y="38468"/>
                </a:cubicBezTo>
                <a:cubicBezTo>
                  <a:pt x="273107" y="32189"/>
                  <a:pt x="279841" y="29050"/>
                  <a:pt x="287575" y="29050"/>
                </a:cubicBezTo>
                <a:cubicBezTo>
                  <a:pt x="294036" y="29095"/>
                  <a:pt x="299655" y="31734"/>
                  <a:pt x="304432" y="36966"/>
                </a:cubicBezTo>
                <a:cubicBezTo>
                  <a:pt x="309118" y="42290"/>
                  <a:pt x="311666" y="50161"/>
                  <a:pt x="312076" y="60579"/>
                </a:cubicBezTo>
                <a:moveTo>
                  <a:pt x="295287" y="56007"/>
                </a:moveTo>
                <a:cubicBezTo>
                  <a:pt x="295242" y="48727"/>
                  <a:pt x="294855" y="43700"/>
                  <a:pt x="294127" y="40925"/>
                </a:cubicBezTo>
                <a:cubicBezTo>
                  <a:pt x="293308" y="38240"/>
                  <a:pt x="292057" y="36170"/>
                  <a:pt x="290373" y="34714"/>
                </a:cubicBezTo>
                <a:cubicBezTo>
                  <a:pt x="289372" y="33895"/>
                  <a:pt x="288099" y="33486"/>
                  <a:pt x="286552" y="33486"/>
                </a:cubicBezTo>
                <a:cubicBezTo>
                  <a:pt x="284140" y="33486"/>
                  <a:pt x="282207" y="34646"/>
                  <a:pt x="280751" y="36966"/>
                </a:cubicBezTo>
                <a:cubicBezTo>
                  <a:pt x="278066" y="41061"/>
                  <a:pt x="276724" y="46612"/>
                  <a:pt x="276724" y="53618"/>
                </a:cubicBezTo>
                <a:lnTo>
                  <a:pt x="276724" y="56007"/>
                </a:lnTo>
                <a:lnTo>
                  <a:pt x="295287" y="56007"/>
                </a:lnTo>
                <a:close/>
                <a:moveTo>
                  <a:pt x="343501" y="29118"/>
                </a:moveTo>
                <a:cubicBezTo>
                  <a:pt x="346595" y="29118"/>
                  <a:pt x="349279" y="30210"/>
                  <a:pt x="351554" y="32394"/>
                </a:cubicBezTo>
                <a:cubicBezTo>
                  <a:pt x="353738" y="34669"/>
                  <a:pt x="354830" y="37353"/>
                  <a:pt x="354830" y="40447"/>
                </a:cubicBezTo>
                <a:cubicBezTo>
                  <a:pt x="354830" y="43586"/>
                  <a:pt x="353738" y="46248"/>
                  <a:pt x="351554" y="48432"/>
                </a:cubicBezTo>
                <a:cubicBezTo>
                  <a:pt x="349279" y="50707"/>
                  <a:pt x="346595" y="51821"/>
                  <a:pt x="343501" y="51776"/>
                </a:cubicBezTo>
                <a:cubicBezTo>
                  <a:pt x="340362" y="51821"/>
                  <a:pt x="337700" y="50707"/>
                  <a:pt x="335516" y="48432"/>
                </a:cubicBezTo>
                <a:cubicBezTo>
                  <a:pt x="333242" y="46248"/>
                  <a:pt x="332127" y="43586"/>
                  <a:pt x="332172" y="40447"/>
                </a:cubicBezTo>
                <a:cubicBezTo>
                  <a:pt x="332127" y="37353"/>
                  <a:pt x="333242" y="34669"/>
                  <a:pt x="335516" y="32394"/>
                </a:cubicBezTo>
                <a:cubicBezTo>
                  <a:pt x="337700" y="30210"/>
                  <a:pt x="340362" y="29118"/>
                  <a:pt x="343501" y="29118"/>
                </a:cubicBezTo>
                <a:moveTo>
                  <a:pt x="343433" y="73751"/>
                </a:moveTo>
                <a:cubicBezTo>
                  <a:pt x="346572" y="73751"/>
                  <a:pt x="349279" y="74865"/>
                  <a:pt x="351554" y="77095"/>
                </a:cubicBezTo>
                <a:cubicBezTo>
                  <a:pt x="353738" y="79370"/>
                  <a:pt x="354830" y="82054"/>
                  <a:pt x="354830" y="85148"/>
                </a:cubicBezTo>
                <a:cubicBezTo>
                  <a:pt x="354830" y="88287"/>
                  <a:pt x="353715" y="90949"/>
                  <a:pt x="351486" y="93133"/>
                </a:cubicBezTo>
                <a:cubicBezTo>
                  <a:pt x="349211" y="95407"/>
                  <a:pt x="346527" y="96522"/>
                  <a:pt x="343433" y="96477"/>
                </a:cubicBezTo>
                <a:cubicBezTo>
                  <a:pt x="340294" y="96522"/>
                  <a:pt x="337632" y="95407"/>
                  <a:pt x="335448" y="93133"/>
                </a:cubicBezTo>
                <a:cubicBezTo>
                  <a:pt x="333173" y="90949"/>
                  <a:pt x="332059" y="88287"/>
                  <a:pt x="332104" y="85148"/>
                </a:cubicBezTo>
                <a:cubicBezTo>
                  <a:pt x="332059" y="82054"/>
                  <a:pt x="333173" y="79370"/>
                  <a:pt x="335448" y="77095"/>
                </a:cubicBezTo>
                <a:cubicBezTo>
                  <a:pt x="337632" y="74865"/>
                  <a:pt x="340294" y="73751"/>
                  <a:pt x="343433" y="73751"/>
                </a:cubicBezTo>
                <a:close/>
                <a:moveTo>
                  <a:pt x="457237" y="68428"/>
                </a:moveTo>
                <a:lnTo>
                  <a:pt x="424547" y="68428"/>
                </a:lnTo>
                <a:lnTo>
                  <a:pt x="420657" y="77436"/>
                </a:lnTo>
                <a:cubicBezTo>
                  <a:pt x="419338" y="80439"/>
                  <a:pt x="418701" y="82918"/>
                  <a:pt x="418746" y="84875"/>
                </a:cubicBezTo>
                <a:cubicBezTo>
                  <a:pt x="418701" y="87468"/>
                  <a:pt x="419747" y="89379"/>
                  <a:pt x="421886" y="90607"/>
                </a:cubicBezTo>
                <a:cubicBezTo>
                  <a:pt x="423069" y="91381"/>
                  <a:pt x="426094" y="91927"/>
                  <a:pt x="430962" y="92245"/>
                </a:cubicBezTo>
                <a:lnTo>
                  <a:pt x="430962" y="94770"/>
                </a:lnTo>
                <a:lnTo>
                  <a:pt x="400184" y="94770"/>
                </a:lnTo>
                <a:lnTo>
                  <a:pt x="400184" y="92245"/>
                </a:lnTo>
                <a:cubicBezTo>
                  <a:pt x="403505" y="91790"/>
                  <a:pt x="406235" y="90403"/>
                  <a:pt x="408373" y="88082"/>
                </a:cubicBezTo>
                <a:cubicBezTo>
                  <a:pt x="410466" y="85853"/>
                  <a:pt x="413105" y="81212"/>
                  <a:pt x="416290" y="74160"/>
                </a:cubicBezTo>
                <a:lnTo>
                  <a:pt x="449389" y="318"/>
                </a:lnTo>
                <a:lnTo>
                  <a:pt x="450685" y="318"/>
                </a:lnTo>
                <a:lnTo>
                  <a:pt x="484058" y="76208"/>
                </a:lnTo>
                <a:cubicBezTo>
                  <a:pt x="487242" y="83442"/>
                  <a:pt x="489858" y="87969"/>
                  <a:pt x="491906" y="89789"/>
                </a:cubicBezTo>
                <a:cubicBezTo>
                  <a:pt x="493453" y="91244"/>
                  <a:pt x="495637" y="92063"/>
                  <a:pt x="498457" y="92245"/>
                </a:cubicBezTo>
                <a:lnTo>
                  <a:pt x="498457" y="94770"/>
                </a:lnTo>
                <a:lnTo>
                  <a:pt x="453688" y="94770"/>
                </a:lnTo>
                <a:lnTo>
                  <a:pt x="453688" y="92245"/>
                </a:lnTo>
                <a:lnTo>
                  <a:pt x="455531" y="92245"/>
                </a:lnTo>
                <a:cubicBezTo>
                  <a:pt x="459125" y="92291"/>
                  <a:pt x="461650" y="91790"/>
                  <a:pt x="463106" y="90744"/>
                </a:cubicBezTo>
                <a:cubicBezTo>
                  <a:pt x="464107" y="90016"/>
                  <a:pt x="464608" y="88970"/>
                  <a:pt x="464608" y="87605"/>
                </a:cubicBezTo>
                <a:cubicBezTo>
                  <a:pt x="464608" y="86831"/>
                  <a:pt x="464471" y="85990"/>
                  <a:pt x="464198" y="85080"/>
                </a:cubicBezTo>
                <a:cubicBezTo>
                  <a:pt x="464107" y="84670"/>
                  <a:pt x="463425" y="82964"/>
                  <a:pt x="462151" y="79961"/>
                </a:cubicBezTo>
                <a:lnTo>
                  <a:pt x="457237" y="68428"/>
                </a:lnTo>
                <a:moveTo>
                  <a:pt x="454917" y="63377"/>
                </a:moveTo>
                <a:lnTo>
                  <a:pt x="441131" y="31507"/>
                </a:lnTo>
                <a:lnTo>
                  <a:pt x="426936" y="63377"/>
                </a:lnTo>
                <a:lnTo>
                  <a:pt x="454917" y="63377"/>
                </a:lnTo>
                <a:close/>
                <a:moveTo>
                  <a:pt x="761078" y="68428"/>
                </a:moveTo>
                <a:lnTo>
                  <a:pt x="728389" y="68428"/>
                </a:lnTo>
                <a:lnTo>
                  <a:pt x="724499" y="77436"/>
                </a:lnTo>
                <a:cubicBezTo>
                  <a:pt x="723179" y="80439"/>
                  <a:pt x="722542" y="82918"/>
                  <a:pt x="722588" y="84875"/>
                </a:cubicBezTo>
                <a:cubicBezTo>
                  <a:pt x="722542" y="87468"/>
                  <a:pt x="723589" y="89379"/>
                  <a:pt x="725727" y="90607"/>
                </a:cubicBezTo>
                <a:cubicBezTo>
                  <a:pt x="726910" y="91381"/>
                  <a:pt x="729936" y="91927"/>
                  <a:pt x="734804" y="92245"/>
                </a:cubicBezTo>
                <a:lnTo>
                  <a:pt x="734804" y="94770"/>
                </a:lnTo>
                <a:lnTo>
                  <a:pt x="704025" y="94770"/>
                </a:lnTo>
                <a:lnTo>
                  <a:pt x="704025" y="92245"/>
                </a:lnTo>
                <a:cubicBezTo>
                  <a:pt x="707346" y="91790"/>
                  <a:pt x="710076" y="90403"/>
                  <a:pt x="712215" y="88082"/>
                </a:cubicBezTo>
                <a:cubicBezTo>
                  <a:pt x="714307" y="85853"/>
                  <a:pt x="716946" y="81212"/>
                  <a:pt x="720131" y="74160"/>
                </a:cubicBezTo>
                <a:lnTo>
                  <a:pt x="753230" y="318"/>
                </a:lnTo>
                <a:lnTo>
                  <a:pt x="754527" y="318"/>
                </a:lnTo>
                <a:lnTo>
                  <a:pt x="787899" y="76208"/>
                </a:lnTo>
                <a:cubicBezTo>
                  <a:pt x="791084" y="83442"/>
                  <a:pt x="793700" y="87969"/>
                  <a:pt x="795747" y="89789"/>
                </a:cubicBezTo>
                <a:cubicBezTo>
                  <a:pt x="797294" y="91244"/>
                  <a:pt x="799478" y="92063"/>
                  <a:pt x="802299" y="92245"/>
                </a:cubicBezTo>
                <a:lnTo>
                  <a:pt x="802299" y="94770"/>
                </a:lnTo>
                <a:lnTo>
                  <a:pt x="757530" y="94770"/>
                </a:lnTo>
                <a:lnTo>
                  <a:pt x="757530" y="92245"/>
                </a:lnTo>
                <a:lnTo>
                  <a:pt x="759372" y="92245"/>
                </a:lnTo>
                <a:cubicBezTo>
                  <a:pt x="762967" y="92291"/>
                  <a:pt x="765492" y="91790"/>
                  <a:pt x="766948" y="90744"/>
                </a:cubicBezTo>
                <a:cubicBezTo>
                  <a:pt x="767948" y="90016"/>
                  <a:pt x="768449" y="88970"/>
                  <a:pt x="768449" y="87605"/>
                </a:cubicBezTo>
                <a:cubicBezTo>
                  <a:pt x="768449" y="86831"/>
                  <a:pt x="768312" y="85990"/>
                  <a:pt x="768039" y="85080"/>
                </a:cubicBezTo>
                <a:cubicBezTo>
                  <a:pt x="767948" y="84670"/>
                  <a:pt x="767266" y="82964"/>
                  <a:pt x="765992" y="79961"/>
                </a:cubicBezTo>
                <a:lnTo>
                  <a:pt x="761078" y="68428"/>
                </a:lnTo>
                <a:moveTo>
                  <a:pt x="758758" y="63377"/>
                </a:moveTo>
                <a:lnTo>
                  <a:pt x="744972" y="31507"/>
                </a:lnTo>
                <a:lnTo>
                  <a:pt x="730777" y="63377"/>
                </a:lnTo>
                <a:lnTo>
                  <a:pt x="758758" y="63377"/>
                </a:lnTo>
                <a:close/>
                <a:moveTo>
                  <a:pt x="830941" y="30961"/>
                </a:moveTo>
                <a:lnTo>
                  <a:pt x="830941" y="39219"/>
                </a:lnTo>
                <a:cubicBezTo>
                  <a:pt x="834217" y="35670"/>
                  <a:pt x="837357" y="33076"/>
                  <a:pt x="840359" y="31439"/>
                </a:cubicBezTo>
                <a:cubicBezTo>
                  <a:pt x="843317" y="29892"/>
                  <a:pt x="846547" y="29095"/>
                  <a:pt x="850050" y="29050"/>
                </a:cubicBezTo>
                <a:cubicBezTo>
                  <a:pt x="854190" y="29095"/>
                  <a:pt x="857626" y="30233"/>
                  <a:pt x="860355" y="32462"/>
                </a:cubicBezTo>
                <a:cubicBezTo>
                  <a:pt x="863085" y="34783"/>
                  <a:pt x="864905" y="37649"/>
                  <a:pt x="865815" y="41061"/>
                </a:cubicBezTo>
                <a:cubicBezTo>
                  <a:pt x="866543" y="43654"/>
                  <a:pt x="866907" y="48636"/>
                  <a:pt x="866907" y="56007"/>
                </a:cubicBezTo>
                <a:lnTo>
                  <a:pt x="866907" y="80848"/>
                </a:lnTo>
                <a:cubicBezTo>
                  <a:pt x="866907" y="85808"/>
                  <a:pt x="867362" y="88856"/>
                  <a:pt x="868272" y="89993"/>
                </a:cubicBezTo>
                <a:cubicBezTo>
                  <a:pt x="869136" y="91222"/>
                  <a:pt x="870979" y="91995"/>
                  <a:pt x="873800" y="92314"/>
                </a:cubicBezTo>
                <a:lnTo>
                  <a:pt x="873800" y="94770"/>
                </a:lnTo>
                <a:lnTo>
                  <a:pt x="841520" y="94770"/>
                </a:lnTo>
                <a:lnTo>
                  <a:pt x="841520" y="92314"/>
                </a:lnTo>
                <a:cubicBezTo>
                  <a:pt x="843885" y="92041"/>
                  <a:pt x="845614" y="91040"/>
                  <a:pt x="846706" y="89311"/>
                </a:cubicBezTo>
                <a:cubicBezTo>
                  <a:pt x="847434" y="88173"/>
                  <a:pt x="847798" y="85353"/>
                  <a:pt x="847798" y="80848"/>
                </a:cubicBezTo>
                <a:lnTo>
                  <a:pt x="847798" y="52458"/>
                </a:lnTo>
                <a:cubicBezTo>
                  <a:pt x="847798" y="47226"/>
                  <a:pt x="847593" y="43927"/>
                  <a:pt x="847184" y="42563"/>
                </a:cubicBezTo>
                <a:cubicBezTo>
                  <a:pt x="846774" y="41198"/>
                  <a:pt x="846092" y="40128"/>
                  <a:pt x="845137" y="39355"/>
                </a:cubicBezTo>
                <a:cubicBezTo>
                  <a:pt x="844090" y="38627"/>
                  <a:pt x="842998" y="38263"/>
                  <a:pt x="841861" y="38263"/>
                </a:cubicBezTo>
                <a:cubicBezTo>
                  <a:pt x="837903" y="38263"/>
                  <a:pt x="834263" y="41061"/>
                  <a:pt x="830941" y="46657"/>
                </a:cubicBezTo>
                <a:lnTo>
                  <a:pt x="830941" y="80848"/>
                </a:lnTo>
                <a:cubicBezTo>
                  <a:pt x="830941" y="85626"/>
                  <a:pt x="831396" y="88651"/>
                  <a:pt x="832306" y="89925"/>
                </a:cubicBezTo>
                <a:cubicBezTo>
                  <a:pt x="833171" y="91244"/>
                  <a:pt x="834809" y="92041"/>
                  <a:pt x="837220" y="92314"/>
                </a:cubicBezTo>
                <a:lnTo>
                  <a:pt x="837220" y="94770"/>
                </a:lnTo>
                <a:lnTo>
                  <a:pt x="804940" y="94770"/>
                </a:lnTo>
                <a:lnTo>
                  <a:pt x="804940" y="92314"/>
                </a:lnTo>
                <a:cubicBezTo>
                  <a:pt x="807579" y="92041"/>
                  <a:pt x="809490" y="91176"/>
                  <a:pt x="810673" y="89720"/>
                </a:cubicBezTo>
                <a:cubicBezTo>
                  <a:pt x="811400" y="88719"/>
                  <a:pt x="811787" y="85762"/>
                  <a:pt x="811833" y="80848"/>
                </a:cubicBezTo>
                <a:lnTo>
                  <a:pt x="811833" y="44815"/>
                </a:lnTo>
                <a:cubicBezTo>
                  <a:pt x="811833" y="39992"/>
                  <a:pt x="811400" y="36989"/>
                  <a:pt x="810536" y="35806"/>
                </a:cubicBezTo>
                <a:cubicBezTo>
                  <a:pt x="809581" y="34669"/>
                  <a:pt x="807715" y="33895"/>
                  <a:pt x="804940" y="33486"/>
                </a:cubicBezTo>
                <a:lnTo>
                  <a:pt x="804940" y="30961"/>
                </a:lnTo>
                <a:lnTo>
                  <a:pt x="830941" y="30961"/>
                </a:lnTo>
                <a:close/>
                <a:moveTo>
                  <a:pt x="909940" y="30961"/>
                </a:moveTo>
                <a:lnTo>
                  <a:pt x="909940" y="39219"/>
                </a:lnTo>
                <a:cubicBezTo>
                  <a:pt x="913216" y="35670"/>
                  <a:pt x="916355" y="33076"/>
                  <a:pt x="919358" y="31439"/>
                </a:cubicBezTo>
                <a:cubicBezTo>
                  <a:pt x="922315" y="29892"/>
                  <a:pt x="925546" y="29095"/>
                  <a:pt x="929049" y="29050"/>
                </a:cubicBezTo>
                <a:cubicBezTo>
                  <a:pt x="933189" y="29095"/>
                  <a:pt x="936624" y="30233"/>
                  <a:pt x="939354" y="32462"/>
                </a:cubicBezTo>
                <a:cubicBezTo>
                  <a:pt x="942084" y="34783"/>
                  <a:pt x="943904" y="37649"/>
                  <a:pt x="944814" y="41061"/>
                </a:cubicBezTo>
                <a:cubicBezTo>
                  <a:pt x="945542" y="43654"/>
                  <a:pt x="945906" y="48636"/>
                  <a:pt x="945906" y="56007"/>
                </a:cubicBezTo>
                <a:lnTo>
                  <a:pt x="945906" y="80848"/>
                </a:lnTo>
                <a:cubicBezTo>
                  <a:pt x="945906" y="85808"/>
                  <a:pt x="946361" y="88856"/>
                  <a:pt x="947271" y="89993"/>
                </a:cubicBezTo>
                <a:cubicBezTo>
                  <a:pt x="948135" y="91222"/>
                  <a:pt x="949978" y="91995"/>
                  <a:pt x="952798" y="92314"/>
                </a:cubicBezTo>
                <a:lnTo>
                  <a:pt x="952798" y="94770"/>
                </a:lnTo>
                <a:lnTo>
                  <a:pt x="920518" y="94770"/>
                </a:lnTo>
                <a:lnTo>
                  <a:pt x="920518" y="92314"/>
                </a:lnTo>
                <a:cubicBezTo>
                  <a:pt x="922884" y="92041"/>
                  <a:pt x="924613" y="91040"/>
                  <a:pt x="925705" y="89311"/>
                </a:cubicBezTo>
                <a:cubicBezTo>
                  <a:pt x="926433" y="88173"/>
                  <a:pt x="926797" y="85353"/>
                  <a:pt x="926797" y="80848"/>
                </a:cubicBezTo>
                <a:lnTo>
                  <a:pt x="926797" y="52458"/>
                </a:lnTo>
                <a:cubicBezTo>
                  <a:pt x="926797" y="47226"/>
                  <a:pt x="926592" y="43927"/>
                  <a:pt x="926183" y="42563"/>
                </a:cubicBezTo>
                <a:cubicBezTo>
                  <a:pt x="925773" y="41198"/>
                  <a:pt x="925091" y="40128"/>
                  <a:pt x="924135" y="39355"/>
                </a:cubicBezTo>
                <a:cubicBezTo>
                  <a:pt x="923089" y="38627"/>
                  <a:pt x="921997" y="38263"/>
                  <a:pt x="920860" y="38263"/>
                </a:cubicBezTo>
                <a:cubicBezTo>
                  <a:pt x="916901" y="38263"/>
                  <a:pt x="913261" y="41061"/>
                  <a:pt x="909940" y="46657"/>
                </a:cubicBezTo>
                <a:lnTo>
                  <a:pt x="909940" y="80848"/>
                </a:lnTo>
                <a:cubicBezTo>
                  <a:pt x="909940" y="85626"/>
                  <a:pt x="910395" y="88651"/>
                  <a:pt x="911305" y="89925"/>
                </a:cubicBezTo>
                <a:cubicBezTo>
                  <a:pt x="912170" y="91244"/>
                  <a:pt x="913807" y="92041"/>
                  <a:pt x="916219" y="92314"/>
                </a:cubicBezTo>
                <a:lnTo>
                  <a:pt x="916219" y="94770"/>
                </a:lnTo>
                <a:lnTo>
                  <a:pt x="883939" y="94770"/>
                </a:lnTo>
                <a:lnTo>
                  <a:pt x="883939" y="92314"/>
                </a:lnTo>
                <a:cubicBezTo>
                  <a:pt x="886577" y="92041"/>
                  <a:pt x="888488" y="91176"/>
                  <a:pt x="889671" y="89720"/>
                </a:cubicBezTo>
                <a:cubicBezTo>
                  <a:pt x="890399" y="88719"/>
                  <a:pt x="890786" y="85762"/>
                  <a:pt x="890831" y="80848"/>
                </a:cubicBezTo>
                <a:lnTo>
                  <a:pt x="890831" y="44815"/>
                </a:lnTo>
                <a:cubicBezTo>
                  <a:pt x="890831" y="39992"/>
                  <a:pt x="890399" y="36989"/>
                  <a:pt x="889535" y="35806"/>
                </a:cubicBezTo>
                <a:cubicBezTo>
                  <a:pt x="888579" y="34669"/>
                  <a:pt x="886714" y="33895"/>
                  <a:pt x="883939" y="33486"/>
                </a:cubicBezTo>
                <a:lnTo>
                  <a:pt x="883939" y="30961"/>
                </a:lnTo>
                <a:lnTo>
                  <a:pt x="909940" y="30961"/>
                </a:lnTo>
                <a:close/>
                <a:moveTo>
                  <a:pt x="992965" y="29050"/>
                </a:moveTo>
                <a:cubicBezTo>
                  <a:pt x="998471" y="29050"/>
                  <a:pt x="1003634" y="30483"/>
                  <a:pt x="1008457" y="33349"/>
                </a:cubicBezTo>
                <a:cubicBezTo>
                  <a:pt x="1013189" y="36261"/>
                  <a:pt x="1016829" y="40333"/>
                  <a:pt x="1019376" y="45565"/>
                </a:cubicBezTo>
                <a:cubicBezTo>
                  <a:pt x="1021833" y="50843"/>
                  <a:pt x="1023062" y="56621"/>
                  <a:pt x="1023062" y="62900"/>
                </a:cubicBezTo>
                <a:cubicBezTo>
                  <a:pt x="1023016" y="71999"/>
                  <a:pt x="1020719" y="79574"/>
                  <a:pt x="1016169" y="85626"/>
                </a:cubicBezTo>
                <a:cubicBezTo>
                  <a:pt x="1010573" y="92996"/>
                  <a:pt x="1002907" y="96681"/>
                  <a:pt x="993170" y="96681"/>
                </a:cubicBezTo>
                <a:cubicBezTo>
                  <a:pt x="983525" y="96727"/>
                  <a:pt x="976131" y="93360"/>
                  <a:pt x="970990" y="86581"/>
                </a:cubicBezTo>
                <a:cubicBezTo>
                  <a:pt x="965804" y="79847"/>
                  <a:pt x="963210" y="72045"/>
                  <a:pt x="963210" y="63173"/>
                </a:cubicBezTo>
                <a:cubicBezTo>
                  <a:pt x="963210" y="54028"/>
                  <a:pt x="965872" y="46043"/>
                  <a:pt x="971195" y="39219"/>
                </a:cubicBezTo>
                <a:cubicBezTo>
                  <a:pt x="976427" y="32485"/>
                  <a:pt x="983684" y="29095"/>
                  <a:pt x="992965" y="29050"/>
                </a:cubicBezTo>
                <a:moveTo>
                  <a:pt x="993238" y="33895"/>
                </a:moveTo>
                <a:cubicBezTo>
                  <a:pt x="990918" y="33941"/>
                  <a:pt x="988939" y="34805"/>
                  <a:pt x="987301" y="36489"/>
                </a:cubicBezTo>
                <a:cubicBezTo>
                  <a:pt x="985572" y="38309"/>
                  <a:pt x="984480" y="41766"/>
                  <a:pt x="984025" y="46862"/>
                </a:cubicBezTo>
                <a:cubicBezTo>
                  <a:pt x="983479" y="52049"/>
                  <a:pt x="983206" y="59237"/>
                  <a:pt x="983206" y="68428"/>
                </a:cubicBezTo>
                <a:cubicBezTo>
                  <a:pt x="983206" y="73296"/>
                  <a:pt x="983525" y="77846"/>
                  <a:pt x="984162" y="82077"/>
                </a:cubicBezTo>
                <a:cubicBezTo>
                  <a:pt x="984617" y="85307"/>
                  <a:pt x="985686" y="87764"/>
                  <a:pt x="987369" y="89447"/>
                </a:cubicBezTo>
                <a:cubicBezTo>
                  <a:pt x="988962" y="91176"/>
                  <a:pt x="990827" y="92018"/>
                  <a:pt x="992965" y="91972"/>
                </a:cubicBezTo>
                <a:cubicBezTo>
                  <a:pt x="995013" y="92018"/>
                  <a:pt x="996719" y="91449"/>
                  <a:pt x="998084" y="90266"/>
                </a:cubicBezTo>
                <a:cubicBezTo>
                  <a:pt x="999813" y="88765"/>
                  <a:pt x="1000996" y="86604"/>
                  <a:pt x="1001633" y="83783"/>
                </a:cubicBezTo>
                <a:cubicBezTo>
                  <a:pt x="1002497" y="79506"/>
                  <a:pt x="1002952" y="70771"/>
                  <a:pt x="1002998" y="57577"/>
                </a:cubicBezTo>
                <a:cubicBezTo>
                  <a:pt x="1002998" y="49888"/>
                  <a:pt x="1002565" y="44564"/>
                  <a:pt x="1001701" y="41607"/>
                </a:cubicBezTo>
                <a:cubicBezTo>
                  <a:pt x="1000791" y="38741"/>
                  <a:pt x="999517" y="36648"/>
                  <a:pt x="997879" y="35329"/>
                </a:cubicBezTo>
                <a:cubicBezTo>
                  <a:pt x="996696" y="34373"/>
                  <a:pt x="995149" y="33895"/>
                  <a:pt x="993238" y="33895"/>
                </a:cubicBezTo>
                <a:close/>
                <a:moveTo>
                  <a:pt x="1061110" y="7621"/>
                </a:moveTo>
                <a:lnTo>
                  <a:pt x="1061110" y="30961"/>
                </a:lnTo>
                <a:lnTo>
                  <a:pt x="1076261" y="30961"/>
                </a:lnTo>
                <a:lnTo>
                  <a:pt x="1076261" y="37717"/>
                </a:lnTo>
                <a:lnTo>
                  <a:pt x="1061110" y="37717"/>
                </a:lnTo>
                <a:lnTo>
                  <a:pt x="1061110" y="77095"/>
                </a:lnTo>
                <a:cubicBezTo>
                  <a:pt x="1061110" y="80826"/>
                  <a:pt x="1061292" y="83191"/>
                  <a:pt x="1061656" y="84192"/>
                </a:cubicBezTo>
                <a:cubicBezTo>
                  <a:pt x="1061929" y="85330"/>
                  <a:pt x="1062521" y="86194"/>
                  <a:pt x="1063431" y="86786"/>
                </a:cubicBezTo>
                <a:cubicBezTo>
                  <a:pt x="1064249" y="87468"/>
                  <a:pt x="1065046" y="87809"/>
                  <a:pt x="1065819" y="87809"/>
                </a:cubicBezTo>
                <a:cubicBezTo>
                  <a:pt x="1068731" y="87809"/>
                  <a:pt x="1071529" y="85557"/>
                  <a:pt x="1074213" y="81053"/>
                </a:cubicBezTo>
                <a:lnTo>
                  <a:pt x="1076261" y="82554"/>
                </a:lnTo>
                <a:cubicBezTo>
                  <a:pt x="1072530" y="91290"/>
                  <a:pt x="1066547" y="95658"/>
                  <a:pt x="1058312" y="95658"/>
                </a:cubicBezTo>
                <a:cubicBezTo>
                  <a:pt x="1054263" y="95658"/>
                  <a:pt x="1050851" y="94520"/>
                  <a:pt x="1048075" y="92245"/>
                </a:cubicBezTo>
                <a:cubicBezTo>
                  <a:pt x="1045209" y="90062"/>
                  <a:pt x="1043412" y="87559"/>
                  <a:pt x="1042684" y="84738"/>
                </a:cubicBezTo>
                <a:cubicBezTo>
                  <a:pt x="1042183" y="83191"/>
                  <a:pt x="1041956" y="79006"/>
                  <a:pt x="1042001" y="72181"/>
                </a:cubicBezTo>
                <a:lnTo>
                  <a:pt x="1042001" y="37717"/>
                </a:lnTo>
                <a:lnTo>
                  <a:pt x="1033675" y="37717"/>
                </a:lnTo>
                <a:lnTo>
                  <a:pt x="1033675" y="35329"/>
                </a:lnTo>
                <a:cubicBezTo>
                  <a:pt x="1039408" y="31325"/>
                  <a:pt x="1044299" y="27071"/>
                  <a:pt x="1048348" y="22567"/>
                </a:cubicBezTo>
                <a:cubicBezTo>
                  <a:pt x="1052352" y="18153"/>
                  <a:pt x="1055855" y="13171"/>
                  <a:pt x="1058858" y="7621"/>
                </a:cubicBezTo>
                <a:lnTo>
                  <a:pt x="1061110" y="7621"/>
                </a:lnTo>
                <a:close/>
                <a:moveTo>
                  <a:pt x="1119620" y="85353"/>
                </a:moveTo>
                <a:cubicBezTo>
                  <a:pt x="1111840" y="92268"/>
                  <a:pt x="1104857" y="95703"/>
                  <a:pt x="1098669" y="95658"/>
                </a:cubicBezTo>
                <a:cubicBezTo>
                  <a:pt x="1094984" y="95658"/>
                  <a:pt x="1091958" y="94452"/>
                  <a:pt x="1089592" y="92041"/>
                </a:cubicBezTo>
                <a:cubicBezTo>
                  <a:pt x="1087181" y="89720"/>
                  <a:pt x="1085975" y="86740"/>
                  <a:pt x="1085975" y="83100"/>
                </a:cubicBezTo>
                <a:cubicBezTo>
                  <a:pt x="1085975" y="78278"/>
                  <a:pt x="1088068" y="73887"/>
                  <a:pt x="1092254" y="69929"/>
                </a:cubicBezTo>
                <a:cubicBezTo>
                  <a:pt x="1096394" y="66107"/>
                  <a:pt x="1105516" y="60943"/>
                  <a:pt x="1119620" y="54437"/>
                </a:cubicBezTo>
                <a:lnTo>
                  <a:pt x="1119620" y="48022"/>
                </a:lnTo>
                <a:cubicBezTo>
                  <a:pt x="1119575" y="43245"/>
                  <a:pt x="1119325" y="40197"/>
                  <a:pt x="1118870" y="38877"/>
                </a:cubicBezTo>
                <a:cubicBezTo>
                  <a:pt x="1118278" y="37649"/>
                  <a:pt x="1117277" y="36557"/>
                  <a:pt x="1115867" y="35601"/>
                </a:cubicBezTo>
                <a:cubicBezTo>
                  <a:pt x="1114411" y="34737"/>
                  <a:pt x="1112773" y="34282"/>
                  <a:pt x="1110953" y="34237"/>
                </a:cubicBezTo>
                <a:cubicBezTo>
                  <a:pt x="1107996" y="34282"/>
                  <a:pt x="1105562" y="34942"/>
                  <a:pt x="1103651" y="36216"/>
                </a:cubicBezTo>
                <a:cubicBezTo>
                  <a:pt x="1102468" y="37035"/>
                  <a:pt x="1101877" y="37990"/>
                  <a:pt x="1101877" y="39082"/>
                </a:cubicBezTo>
                <a:cubicBezTo>
                  <a:pt x="1101831" y="40037"/>
                  <a:pt x="1102468" y="41220"/>
                  <a:pt x="1103787" y="42631"/>
                </a:cubicBezTo>
                <a:cubicBezTo>
                  <a:pt x="1105471" y="44633"/>
                  <a:pt x="1106335" y="46521"/>
                  <a:pt x="1106381" y="48295"/>
                </a:cubicBezTo>
                <a:cubicBezTo>
                  <a:pt x="1106381" y="50570"/>
                  <a:pt x="1105562" y="52458"/>
                  <a:pt x="1103924" y="53960"/>
                </a:cubicBezTo>
                <a:cubicBezTo>
                  <a:pt x="1102195" y="55552"/>
                  <a:pt x="1100011" y="56348"/>
                  <a:pt x="1097372" y="56348"/>
                </a:cubicBezTo>
                <a:cubicBezTo>
                  <a:pt x="1094506" y="56348"/>
                  <a:pt x="1092117" y="55484"/>
                  <a:pt x="1090207" y="53755"/>
                </a:cubicBezTo>
                <a:cubicBezTo>
                  <a:pt x="1088205" y="52071"/>
                  <a:pt x="1087227" y="50047"/>
                  <a:pt x="1087272" y="47681"/>
                </a:cubicBezTo>
                <a:cubicBezTo>
                  <a:pt x="1087272" y="44405"/>
                  <a:pt x="1088569" y="41266"/>
                  <a:pt x="1091162" y="38263"/>
                </a:cubicBezTo>
                <a:cubicBezTo>
                  <a:pt x="1093755" y="35351"/>
                  <a:pt x="1097372" y="33076"/>
                  <a:pt x="1102013" y="31439"/>
                </a:cubicBezTo>
                <a:cubicBezTo>
                  <a:pt x="1106654" y="29892"/>
                  <a:pt x="1111476" y="29095"/>
                  <a:pt x="1116481" y="29050"/>
                </a:cubicBezTo>
                <a:cubicBezTo>
                  <a:pt x="1122532" y="29095"/>
                  <a:pt x="1127332" y="30369"/>
                  <a:pt x="1130881" y="32872"/>
                </a:cubicBezTo>
                <a:cubicBezTo>
                  <a:pt x="1134339" y="35465"/>
                  <a:pt x="1136614" y="38263"/>
                  <a:pt x="1137706" y="41266"/>
                </a:cubicBezTo>
                <a:cubicBezTo>
                  <a:pt x="1138297" y="43177"/>
                  <a:pt x="1138616" y="47567"/>
                  <a:pt x="1138661" y="54437"/>
                </a:cubicBezTo>
                <a:lnTo>
                  <a:pt x="1138661" y="79210"/>
                </a:lnTo>
                <a:cubicBezTo>
                  <a:pt x="1138661" y="82168"/>
                  <a:pt x="1138775" y="83988"/>
                  <a:pt x="1139002" y="84670"/>
                </a:cubicBezTo>
                <a:cubicBezTo>
                  <a:pt x="1139184" y="85489"/>
                  <a:pt x="1139525" y="86058"/>
                  <a:pt x="1140026" y="86376"/>
                </a:cubicBezTo>
                <a:cubicBezTo>
                  <a:pt x="1140435" y="86740"/>
                  <a:pt x="1140959" y="86922"/>
                  <a:pt x="1141596" y="86922"/>
                </a:cubicBezTo>
                <a:cubicBezTo>
                  <a:pt x="1142733" y="86968"/>
                  <a:pt x="1143939" y="86126"/>
                  <a:pt x="1145213" y="84397"/>
                </a:cubicBezTo>
                <a:lnTo>
                  <a:pt x="1147260" y="86035"/>
                </a:lnTo>
                <a:cubicBezTo>
                  <a:pt x="1144940" y="89402"/>
                  <a:pt x="1142597" y="91836"/>
                  <a:pt x="1140231" y="93337"/>
                </a:cubicBezTo>
                <a:cubicBezTo>
                  <a:pt x="1137728" y="94930"/>
                  <a:pt x="1134953" y="95703"/>
                  <a:pt x="1131905" y="95658"/>
                </a:cubicBezTo>
                <a:cubicBezTo>
                  <a:pt x="1128265" y="95658"/>
                  <a:pt x="1125421" y="94793"/>
                  <a:pt x="1123374" y="93064"/>
                </a:cubicBezTo>
                <a:cubicBezTo>
                  <a:pt x="1121327" y="91426"/>
                  <a:pt x="1120075" y="88856"/>
                  <a:pt x="1119620" y="85353"/>
                </a:cubicBezTo>
                <a:moveTo>
                  <a:pt x="1119620" y="80371"/>
                </a:moveTo>
                <a:lnTo>
                  <a:pt x="1119620" y="59010"/>
                </a:lnTo>
                <a:cubicBezTo>
                  <a:pt x="1114070" y="62240"/>
                  <a:pt x="1109975" y="65698"/>
                  <a:pt x="1107336" y="69383"/>
                </a:cubicBezTo>
                <a:cubicBezTo>
                  <a:pt x="1105562" y="71840"/>
                  <a:pt x="1104675" y="74320"/>
                  <a:pt x="1104675" y="76822"/>
                </a:cubicBezTo>
                <a:cubicBezTo>
                  <a:pt x="1104675" y="78960"/>
                  <a:pt x="1105425" y="80803"/>
                  <a:pt x="1106927" y="82350"/>
                </a:cubicBezTo>
                <a:cubicBezTo>
                  <a:pt x="1108064" y="83578"/>
                  <a:pt x="1109657" y="84192"/>
                  <a:pt x="1111704" y="84192"/>
                </a:cubicBezTo>
                <a:cubicBezTo>
                  <a:pt x="1113933" y="84192"/>
                  <a:pt x="1116572" y="82918"/>
                  <a:pt x="1119620" y="80371"/>
                </a:cubicBezTo>
                <a:close/>
                <a:moveTo>
                  <a:pt x="1182647" y="7621"/>
                </a:moveTo>
                <a:lnTo>
                  <a:pt x="1182647" y="30961"/>
                </a:lnTo>
                <a:lnTo>
                  <a:pt x="1197797" y="30961"/>
                </a:lnTo>
                <a:lnTo>
                  <a:pt x="1197797" y="37717"/>
                </a:lnTo>
                <a:lnTo>
                  <a:pt x="1182647" y="37717"/>
                </a:lnTo>
                <a:lnTo>
                  <a:pt x="1182647" y="77095"/>
                </a:lnTo>
                <a:cubicBezTo>
                  <a:pt x="1182647" y="80826"/>
                  <a:pt x="1182829" y="83191"/>
                  <a:pt x="1183193" y="84192"/>
                </a:cubicBezTo>
                <a:cubicBezTo>
                  <a:pt x="1183466" y="85330"/>
                  <a:pt x="1184057" y="86194"/>
                  <a:pt x="1184967" y="86786"/>
                </a:cubicBezTo>
                <a:cubicBezTo>
                  <a:pt x="1185786" y="87468"/>
                  <a:pt x="1186582" y="87809"/>
                  <a:pt x="1187356" y="87809"/>
                </a:cubicBezTo>
                <a:cubicBezTo>
                  <a:pt x="1190268" y="87809"/>
                  <a:pt x="1193066" y="85557"/>
                  <a:pt x="1195750" y="81053"/>
                </a:cubicBezTo>
                <a:lnTo>
                  <a:pt x="1197797" y="82554"/>
                </a:lnTo>
                <a:cubicBezTo>
                  <a:pt x="1194067" y="91290"/>
                  <a:pt x="1188084" y="95658"/>
                  <a:pt x="1179849" y="95658"/>
                </a:cubicBezTo>
                <a:cubicBezTo>
                  <a:pt x="1175800" y="95658"/>
                  <a:pt x="1172387" y="94520"/>
                  <a:pt x="1169612" y="92245"/>
                </a:cubicBezTo>
                <a:cubicBezTo>
                  <a:pt x="1166746" y="90062"/>
                  <a:pt x="1164948" y="87559"/>
                  <a:pt x="1164220" y="84738"/>
                </a:cubicBezTo>
                <a:cubicBezTo>
                  <a:pt x="1163720" y="83191"/>
                  <a:pt x="1163493" y="79006"/>
                  <a:pt x="1163538" y="72181"/>
                </a:cubicBezTo>
                <a:lnTo>
                  <a:pt x="1163538" y="37717"/>
                </a:lnTo>
                <a:lnTo>
                  <a:pt x="1155212" y="37717"/>
                </a:lnTo>
                <a:lnTo>
                  <a:pt x="1155212" y="35329"/>
                </a:lnTo>
                <a:cubicBezTo>
                  <a:pt x="1160945" y="31325"/>
                  <a:pt x="1165836" y="27071"/>
                  <a:pt x="1169885" y="22567"/>
                </a:cubicBezTo>
                <a:cubicBezTo>
                  <a:pt x="1173889" y="18153"/>
                  <a:pt x="1177392" y="13171"/>
                  <a:pt x="1180395" y="7621"/>
                </a:cubicBezTo>
                <a:lnTo>
                  <a:pt x="1182647" y="7621"/>
                </a:lnTo>
                <a:close/>
                <a:moveTo>
                  <a:pt x="1221298" y="45"/>
                </a:moveTo>
                <a:cubicBezTo>
                  <a:pt x="1224209" y="45"/>
                  <a:pt x="1226712" y="1069"/>
                  <a:pt x="1228805" y="3117"/>
                </a:cubicBezTo>
                <a:cubicBezTo>
                  <a:pt x="1230852" y="5255"/>
                  <a:pt x="1231876" y="7757"/>
                  <a:pt x="1231876" y="10624"/>
                </a:cubicBezTo>
                <a:cubicBezTo>
                  <a:pt x="1231876" y="13581"/>
                  <a:pt x="1230852" y="16060"/>
                  <a:pt x="1228805" y="18062"/>
                </a:cubicBezTo>
                <a:cubicBezTo>
                  <a:pt x="1226666" y="20110"/>
                  <a:pt x="1224164" y="21133"/>
                  <a:pt x="1221298" y="21133"/>
                </a:cubicBezTo>
                <a:cubicBezTo>
                  <a:pt x="1218340" y="21133"/>
                  <a:pt x="1215861" y="20110"/>
                  <a:pt x="1213859" y="18062"/>
                </a:cubicBezTo>
                <a:cubicBezTo>
                  <a:pt x="1211811" y="16060"/>
                  <a:pt x="1210788" y="13581"/>
                  <a:pt x="1210788" y="10624"/>
                </a:cubicBezTo>
                <a:cubicBezTo>
                  <a:pt x="1210788" y="7757"/>
                  <a:pt x="1211811" y="5255"/>
                  <a:pt x="1213859" y="3117"/>
                </a:cubicBezTo>
                <a:cubicBezTo>
                  <a:pt x="1215861" y="1069"/>
                  <a:pt x="1218340" y="45"/>
                  <a:pt x="1221298" y="45"/>
                </a:cubicBezTo>
                <a:moveTo>
                  <a:pt x="1230852" y="30961"/>
                </a:moveTo>
                <a:lnTo>
                  <a:pt x="1230852" y="81531"/>
                </a:lnTo>
                <a:cubicBezTo>
                  <a:pt x="1230852" y="86035"/>
                  <a:pt x="1231375" y="88901"/>
                  <a:pt x="1232422" y="90130"/>
                </a:cubicBezTo>
                <a:cubicBezTo>
                  <a:pt x="1233423" y="91449"/>
                  <a:pt x="1235470" y="92177"/>
                  <a:pt x="1238564" y="92314"/>
                </a:cubicBezTo>
                <a:lnTo>
                  <a:pt x="1238564" y="94770"/>
                </a:lnTo>
                <a:lnTo>
                  <a:pt x="1204100" y="94770"/>
                </a:lnTo>
                <a:lnTo>
                  <a:pt x="1204100" y="92314"/>
                </a:lnTo>
                <a:cubicBezTo>
                  <a:pt x="1206875" y="92268"/>
                  <a:pt x="1208968" y="91449"/>
                  <a:pt x="1210378" y="89857"/>
                </a:cubicBezTo>
                <a:cubicBezTo>
                  <a:pt x="1211243" y="88856"/>
                  <a:pt x="1211698" y="86081"/>
                  <a:pt x="1211743" y="81531"/>
                </a:cubicBezTo>
                <a:lnTo>
                  <a:pt x="1211743" y="44269"/>
                </a:lnTo>
                <a:cubicBezTo>
                  <a:pt x="1211698" y="39810"/>
                  <a:pt x="1211174" y="36921"/>
                  <a:pt x="1210174" y="35601"/>
                </a:cubicBezTo>
                <a:cubicBezTo>
                  <a:pt x="1209127" y="34419"/>
                  <a:pt x="1207102" y="33713"/>
                  <a:pt x="1204100" y="33486"/>
                </a:cubicBezTo>
                <a:lnTo>
                  <a:pt x="1204100" y="30961"/>
                </a:lnTo>
                <a:lnTo>
                  <a:pt x="1230852" y="30961"/>
                </a:lnTo>
                <a:close/>
                <a:moveTo>
                  <a:pt x="1266423" y="29050"/>
                </a:moveTo>
                <a:cubicBezTo>
                  <a:pt x="1271928" y="29050"/>
                  <a:pt x="1277092" y="30483"/>
                  <a:pt x="1281915" y="33349"/>
                </a:cubicBezTo>
                <a:cubicBezTo>
                  <a:pt x="1286646" y="36261"/>
                  <a:pt x="1290286" y="40333"/>
                  <a:pt x="1292834" y="45565"/>
                </a:cubicBezTo>
                <a:cubicBezTo>
                  <a:pt x="1295291" y="50843"/>
                  <a:pt x="1296519" y="56621"/>
                  <a:pt x="1296519" y="62900"/>
                </a:cubicBezTo>
                <a:cubicBezTo>
                  <a:pt x="1296474" y="71999"/>
                  <a:pt x="1294176" y="79574"/>
                  <a:pt x="1289626" y="85626"/>
                </a:cubicBezTo>
                <a:cubicBezTo>
                  <a:pt x="1284030" y="92996"/>
                  <a:pt x="1276364" y="96681"/>
                  <a:pt x="1266627" y="96681"/>
                </a:cubicBezTo>
                <a:cubicBezTo>
                  <a:pt x="1256982" y="96727"/>
                  <a:pt x="1249589" y="93360"/>
                  <a:pt x="1244448" y="86581"/>
                </a:cubicBezTo>
                <a:cubicBezTo>
                  <a:pt x="1239261" y="79847"/>
                  <a:pt x="1236668" y="72045"/>
                  <a:pt x="1236668" y="63173"/>
                </a:cubicBezTo>
                <a:cubicBezTo>
                  <a:pt x="1236668" y="54028"/>
                  <a:pt x="1239329" y="46043"/>
                  <a:pt x="1244652" y="39219"/>
                </a:cubicBezTo>
                <a:cubicBezTo>
                  <a:pt x="1249885" y="32485"/>
                  <a:pt x="1257141" y="29095"/>
                  <a:pt x="1266423" y="29050"/>
                </a:cubicBezTo>
                <a:moveTo>
                  <a:pt x="1266696" y="33895"/>
                </a:moveTo>
                <a:cubicBezTo>
                  <a:pt x="1264375" y="33941"/>
                  <a:pt x="1262396" y="34805"/>
                  <a:pt x="1260758" y="36489"/>
                </a:cubicBezTo>
                <a:cubicBezTo>
                  <a:pt x="1259029" y="38309"/>
                  <a:pt x="1257938" y="41766"/>
                  <a:pt x="1257483" y="46862"/>
                </a:cubicBezTo>
                <a:cubicBezTo>
                  <a:pt x="1256937" y="52049"/>
                  <a:pt x="1256664" y="59237"/>
                  <a:pt x="1256664" y="68428"/>
                </a:cubicBezTo>
                <a:cubicBezTo>
                  <a:pt x="1256664" y="73296"/>
                  <a:pt x="1256982" y="77846"/>
                  <a:pt x="1257619" y="82077"/>
                </a:cubicBezTo>
                <a:cubicBezTo>
                  <a:pt x="1258074" y="85307"/>
                  <a:pt x="1259143" y="87764"/>
                  <a:pt x="1260827" y="89447"/>
                </a:cubicBezTo>
                <a:cubicBezTo>
                  <a:pt x="1262419" y="91176"/>
                  <a:pt x="1264284" y="92018"/>
                  <a:pt x="1266423" y="91972"/>
                </a:cubicBezTo>
                <a:cubicBezTo>
                  <a:pt x="1268470" y="92018"/>
                  <a:pt x="1270176" y="91449"/>
                  <a:pt x="1271541" y="90266"/>
                </a:cubicBezTo>
                <a:cubicBezTo>
                  <a:pt x="1273270" y="88765"/>
                  <a:pt x="1274453" y="86604"/>
                  <a:pt x="1275090" y="83783"/>
                </a:cubicBezTo>
                <a:cubicBezTo>
                  <a:pt x="1275954" y="79506"/>
                  <a:pt x="1276409" y="70771"/>
                  <a:pt x="1276455" y="57577"/>
                </a:cubicBezTo>
                <a:cubicBezTo>
                  <a:pt x="1276455" y="49888"/>
                  <a:pt x="1276023" y="44564"/>
                  <a:pt x="1275158" y="41607"/>
                </a:cubicBezTo>
                <a:cubicBezTo>
                  <a:pt x="1274248" y="38741"/>
                  <a:pt x="1272974" y="36648"/>
                  <a:pt x="1271336" y="35329"/>
                </a:cubicBezTo>
                <a:cubicBezTo>
                  <a:pt x="1270154" y="34373"/>
                  <a:pt x="1268607" y="33895"/>
                  <a:pt x="1266696" y="33895"/>
                </a:cubicBezTo>
                <a:close/>
                <a:moveTo>
                  <a:pt x="1335318" y="30961"/>
                </a:moveTo>
                <a:lnTo>
                  <a:pt x="1335318" y="39219"/>
                </a:lnTo>
                <a:cubicBezTo>
                  <a:pt x="1338594" y="35670"/>
                  <a:pt x="1341733" y="33076"/>
                  <a:pt x="1344736" y="31439"/>
                </a:cubicBezTo>
                <a:cubicBezTo>
                  <a:pt x="1347693" y="29892"/>
                  <a:pt x="1350924" y="29095"/>
                  <a:pt x="1354427" y="29050"/>
                </a:cubicBezTo>
                <a:cubicBezTo>
                  <a:pt x="1358567" y="29095"/>
                  <a:pt x="1362002" y="30233"/>
                  <a:pt x="1364732" y="32462"/>
                </a:cubicBezTo>
                <a:cubicBezTo>
                  <a:pt x="1367462" y="34783"/>
                  <a:pt x="1369282" y="37649"/>
                  <a:pt x="1370192" y="41061"/>
                </a:cubicBezTo>
                <a:cubicBezTo>
                  <a:pt x="1370920" y="43654"/>
                  <a:pt x="1371284" y="48636"/>
                  <a:pt x="1371284" y="56007"/>
                </a:cubicBezTo>
                <a:lnTo>
                  <a:pt x="1371284" y="80848"/>
                </a:lnTo>
                <a:cubicBezTo>
                  <a:pt x="1371284" y="85808"/>
                  <a:pt x="1371739" y="88856"/>
                  <a:pt x="1372649" y="89993"/>
                </a:cubicBezTo>
                <a:cubicBezTo>
                  <a:pt x="1373513" y="91222"/>
                  <a:pt x="1375356" y="91995"/>
                  <a:pt x="1378176" y="92314"/>
                </a:cubicBezTo>
                <a:lnTo>
                  <a:pt x="1378176" y="94770"/>
                </a:lnTo>
                <a:lnTo>
                  <a:pt x="1345896" y="94770"/>
                </a:lnTo>
                <a:lnTo>
                  <a:pt x="1345896" y="92314"/>
                </a:lnTo>
                <a:cubicBezTo>
                  <a:pt x="1348262" y="92041"/>
                  <a:pt x="1349991" y="91040"/>
                  <a:pt x="1351083" y="89311"/>
                </a:cubicBezTo>
                <a:cubicBezTo>
                  <a:pt x="1351811" y="88173"/>
                  <a:pt x="1352175" y="85353"/>
                  <a:pt x="1352175" y="80848"/>
                </a:cubicBezTo>
                <a:lnTo>
                  <a:pt x="1352175" y="52458"/>
                </a:lnTo>
                <a:cubicBezTo>
                  <a:pt x="1352175" y="47226"/>
                  <a:pt x="1351970" y="43927"/>
                  <a:pt x="1351561" y="42563"/>
                </a:cubicBezTo>
                <a:cubicBezTo>
                  <a:pt x="1351151" y="41198"/>
                  <a:pt x="1350469" y="40128"/>
                  <a:pt x="1349513" y="39355"/>
                </a:cubicBezTo>
                <a:cubicBezTo>
                  <a:pt x="1348467" y="38627"/>
                  <a:pt x="1347375" y="38263"/>
                  <a:pt x="1346237" y="38263"/>
                </a:cubicBezTo>
                <a:cubicBezTo>
                  <a:pt x="1342279" y="38263"/>
                  <a:pt x="1338639" y="41061"/>
                  <a:pt x="1335318" y="46657"/>
                </a:cubicBezTo>
                <a:lnTo>
                  <a:pt x="1335318" y="80848"/>
                </a:lnTo>
                <a:cubicBezTo>
                  <a:pt x="1335318" y="85626"/>
                  <a:pt x="1335773" y="88651"/>
                  <a:pt x="1336683" y="89925"/>
                </a:cubicBezTo>
                <a:cubicBezTo>
                  <a:pt x="1337548" y="91244"/>
                  <a:pt x="1339185" y="92041"/>
                  <a:pt x="1341597" y="92314"/>
                </a:cubicBezTo>
                <a:lnTo>
                  <a:pt x="1341597" y="94770"/>
                </a:lnTo>
                <a:lnTo>
                  <a:pt x="1309317" y="94770"/>
                </a:lnTo>
                <a:lnTo>
                  <a:pt x="1309317" y="92314"/>
                </a:lnTo>
                <a:cubicBezTo>
                  <a:pt x="1311955" y="92041"/>
                  <a:pt x="1313866" y="91176"/>
                  <a:pt x="1315049" y="89720"/>
                </a:cubicBezTo>
                <a:cubicBezTo>
                  <a:pt x="1315777" y="88719"/>
                  <a:pt x="1316164" y="85762"/>
                  <a:pt x="1316209" y="80848"/>
                </a:cubicBezTo>
                <a:lnTo>
                  <a:pt x="1316209" y="44815"/>
                </a:lnTo>
                <a:cubicBezTo>
                  <a:pt x="1316209" y="39992"/>
                  <a:pt x="1315777" y="36989"/>
                  <a:pt x="1314913" y="35806"/>
                </a:cubicBezTo>
                <a:cubicBezTo>
                  <a:pt x="1313957" y="34669"/>
                  <a:pt x="1312092" y="33895"/>
                  <a:pt x="1309317" y="33486"/>
                </a:cubicBezTo>
                <a:lnTo>
                  <a:pt x="1309317" y="30961"/>
                </a:lnTo>
                <a:lnTo>
                  <a:pt x="1335318" y="30961"/>
                </a:lnTo>
                <a:close/>
                <a:moveTo>
                  <a:pt x="1406947" y="29118"/>
                </a:moveTo>
                <a:cubicBezTo>
                  <a:pt x="1410040" y="29118"/>
                  <a:pt x="1412725" y="30210"/>
                  <a:pt x="1415000" y="32394"/>
                </a:cubicBezTo>
                <a:cubicBezTo>
                  <a:pt x="1417183" y="34669"/>
                  <a:pt x="1418275" y="37353"/>
                  <a:pt x="1418275" y="40447"/>
                </a:cubicBezTo>
                <a:cubicBezTo>
                  <a:pt x="1418275" y="43586"/>
                  <a:pt x="1417183" y="46248"/>
                  <a:pt x="1415000" y="48432"/>
                </a:cubicBezTo>
                <a:cubicBezTo>
                  <a:pt x="1412725" y="50707"/>
                  <a:pt x="1410040" y="51821"/>
                  <a:pt x="1406947" y="51776"/>
                </a:cubicBezTo>
                <a:cubicBezTo>
                  <a:pt x="1403807" y="51821"/>
                  <a:pt x="1401146" y="50707"/>
                  <a:pt x="1398962" y="48432"/>
                </a:cubicBezTo>
                <a:cubicBezTo>
                  <a:pt x="1396687" y="46248"/>
                  <a:pt x="1395572" y="43586"/>
                  <a:pt x="1395618" y="40447"/>
                </a:cubicBezTo>
                <a:cubicBezTo>
                  <a:pt x="1395572" y="37353"/>
                  <a:pt x="1396687" y="34669"/>
                  <a:pt x="1398962" y="32394"/>
                </a:cubicBezTo>
                <a:cubicBezTo>
                  <a:pt x="1401146" y="30210"/>
                  <a:pt x="1403807" y="29118"/>
                  <a:pt x="1406947" y="29118"/>
                </a:cubicBezTo>
                <a:moveTo>
                  <a:pt x="1406878" y="73751"/>
                </a:moveTo>
                <a:cubicBezTo>
                  <a:pt x="1410018" y="73751"/>
                  <a:pt x="1412725" y="74865"/>
                  <a:pt x="1415000" y="77095"/>
                </a:cubicBezTo>
                <a:cubicBezTo>
                  <a:pt x="1417183" y="79370"/>
                  <a:pt x="1418275" y="82054"/>
                  <a:pt x="1418275" y="85148"/>
                </a:cubicBezTo>
                <a:cubicBezTo>
                  <a:pt x="1418275" y="88287"/>
                  <a:pt x="1417161" y="90949"/>
                  <a:pt x="1414931" y="93133"/>
                </a:cubicBezTo>
                <a:cubicBezTo>
                  <a:pt x="1412657" y="95407"/>
                  <a:pt x="1409972" y="96522"/>
                  <a:pt x="1406878" y="96477"/>
                </a:cubicBezTo>
                <a:cubicBezTo>
                  <a:pt x="1403739" y="96522"/>
                  <a:pt x="1401077" y="95407"/>
                  <a:pt x="1398894" y="93133"/>
                </a:cubicBezTo>
                <a:cubicBezTo>
                  <a:pt x="1396619" y="90949"/>
                  <a:pt x="1395504" y="88287"/>
                  <a:pt x="1395550" y="85148"/>
                </a:cubicBezTo>
                <a:cubicBezTo>
                  <a:pt x="1395504" y="82054"/>
                  <a:pt x="1396619" y="79370"/>
                  <a:pt x="1398894" y="77095"/>
                </a:cubicBezTo>
                <a:cubicBezTo>
                  <a:pt x="1401077" y="74865"/>
                  <a:pt x="1403739" y="73751"/>
                  <a:pt x="1406878" y="73751"/>
                </a:cubicBezTo>
                <a:close/>
                <a:moveTo>
                  <a:pt x="1517751" y="114"/>
                </a:moveTo>
                <a:lnTo>
                  <a:pt x="1517751" y="3185"/>
                </a:lnTo>
                <a:cubicBezTo>
                  <a:pt x="1513156" y="4095"/>
                  <a:pt x="1509812" y="5687"/>
                  <a:pt x="1507719" y="7962"/>
                </a:cubicBezTo>
                <a:cubicBezTo>
                  <a:pt x="1505535" y="10373"/>
                  <a:pt x="1504443" y="13058"/>
                  <a:pt x="1504443" y="16015"/>
                </a:cubicBezTo>
                <a:cubicBezTo>
                  <a:pt x="1504443" y="19109"/>
                  <a:pt x="1504989" y="22885"/>
                  <a:pt x="1506081" y="27344"/>
                </a:cubicBezTo>
                <a:cubicBezTo>
                  <a:pt x="1507173" y="31939"/>
                  <a:pt x="1507719" y="35897"/>
                  <a:pt x="1507719" y="39219"/>
                </a:cubicBezTo>
                <a:cubicBezTo>
                  <a:pt x="1507719" y="42312"/>
                  <a:pt x="1506809" y="45452"/>
                  <a:pt x="1504989" y="48636"/>
                </a:cubicBezTo>
                <a:cubicBezTo>
                  <a:pt x="1503123" y="51912"/>
                  <a:pt x="1500462" y="54665"/>
                  <a:pt x="1497004" y="56894"/>
                </a:cubicBezTo>
                <a:cubicBezTo>
                  <a:pt x="1494547" y="58487"/>
                  <a:pt x="1490703" y="59988"/>
                  <a:pt x="1485471" y="61398"/>
                </a:cubicBezTo>
                <a:cubicBezTo>
                  <a:pt x="1491112" y="63218"/>
                  <a:pt x="1495207" y="64970"/>
                  <a:pt x="1497755" y="66653"/>
                </a:cubicBezTo>
                <a:cubicBezTo>
                  <a:pt x="1501076" y="68974"/>
                  <a:pt x="1503601" y="71703"/>
                  <a:pt x="1505330" y="74843"/>
                </a:cubicBezTo>
                <a:cubicBezTo>
                  <a:pt x="1507013" y="78028"/>
                  <a:pt x="1507855" y="81008"/>
                  <a:pt x="1507855" y="83783"/>
                </a:cubicBezTo>
                <a:cubicBezTo>
                  <a:pt x="1507855" y="86513"/>
                  <a:pt x="1507286" y="90164"/>
                  <a:pt x="1506149" y="94736"/>
                </a:cubicBezTo>
                <a:cubicBezTo>
                  <a:pt x="1505012" y="99309"/>
                  <a:pt x="1504466" y="103256"/>
                  <a:pt x="1504511" y="106577"/>
                </a:cubicBezTo>
                <a:cubicBezTo>
                  <a:pt x="1504466" y="109807"/>
                  <a:pt x="1505512" y="112583"/>
                  <a:pt x="1507650" y="114903"/>
                </a:cubicBezTo>
                <a:cubicBezTo>
                  <a:pt x="1509652" y="117314"/>
                  <a:pt x="1513019" y="118952"/>
                  <a:pt x="1517751" y="119817"/>
                </a:cubicBezTo>
                <a:lnTo>
                  <a:pt x="1517751" y="123024"/>
                </a:lnTo>
                <a:lnTo>
                  <a:pt x="1515362" y="123024"/>
                </a:lnTo>
                <a:cubicBezTo>
                  <a:pt x="1510721" y="123115"/>
                  <a:pt x="1506331" y="122046"/>
                  <a:pt x="1502191" y="119817"/>
                </a:cubicBezTo>
                <a:cubicBezTo>
                  <a:pt x="1498005" y="117678"/>
                  <a:pt x="1494866" y="114857"/>
                  <a:pt x="1492773" y="111354"/>
                </a:cubicBezTo>
                <a:cubicBezTo>
                  <a:pt x="1490635" y="107942"/>
                  <a:pt x="1489565" y="104621"/>
                  <a:pt x="1489565" y="101390"/>
                </a:cubicBezTo>
                <a:cubicBezTo>
                  <a:pt x="1489520" y="98251"/>
                  <a:pt x="1490225" y="93952"/>
                  <a:pt x="1491681" y="88492"/>
                </a:cubicBezTo>
                <a:cubicBezTo>
                  <a:pt x="1492682" y="84488"/>
                  <a:pt x="1493205" y="80871"/>
                  <a:pt x="1493251" y="77641"/>
                </a:cubicBezTo>
                <a:cubicBezTo>
                  <a:pt x="1493205" y="74047"/>
                  <a:pt x="1492068" y="70975"/>
                  <a:pt x="1489838" y="68428"/>
                </a:cubicBezTo>
                <a:cubicBezTo>
                  <a:pt x="1487563" y="65971"/>
                  <a:pt x="1484242" y="64356"/>
                  <a:pt x="1479874" y="63582"/>
                </a:cubicBezTo>
                <a:lnTo>
                  <a:pt x="1479874" y="59419"/>
                </a:lnTo>
                <a:cubicBezTo>
                  <a:pt x="1484242" y="58737"/>
                  <a:pt x="1487563" y="57053"/>
                  <a:pt x="1489838" y="54369"/>
                </a:cubicBezTo>
                <a:cubicBezTo>
                  <a:pt x="1492068" y="51730"/>
                  <a:pt x="1493205" y="48523"/>
                  <a:pt x="1493251" y="44746"/>
                </a:cubicBezTo>
                <a:cubicBezTo>
                  <a:pt x="1493251" y="41698"/>
                  <a:pt x="1492750" y="38218"/>
                  <a:pt x="1491749" y="34305"/>
                </a:cubicBezTo>
                <a:cubicBezTo>
                  <a:pt x="1490293" y="28936"/>
                  <a:pt x="1489588" y="24819"/>
                  <a:pt x="1489634" y="21952"/>
                </a:cubicBezTo>
                <a:cubicBezTo>
                  <a:pt x="1489634" y="19041"/>
                  <a:pt x="1490521" y="16038"/>
                  <a:pt x="1492295" y="12944"/>
                </a:cubicBezTo>
                <a:cubicBezTo>
                  <a:pt x="1494070" y="9896"/>
                  <a:pt x="1496299" y="7416"/>
                  <a:pt x="1498983" y="5505"/>
                </a:cubicBezTo>
                <a:cubicBezTo>
                  <a:pt x="1501622" y="3640"/>
                  <a:pt x="1504557" y="2252"/>
                  <a:pt x="1507787" y="1342"/>
                </a:cubicBezTo>
                <a:cubicBezTo>
                  <a:pt x="1510244" y="660"/>
                  <a:pt x="1513565" y="250"/>
                  <a:pt x="1517751" y="114"/>
                </a:cubicBezTo>
                <a:close/>
                <a:moveTo>
                  <a:pt x="1540844" y="73751"/>
                </a:moveTo>
                <a:cubicBezTo>
                  <a:pt x="1543984" y="73751"/>
                  <a:pt x="1546691" y="74865"/>
                  <a:pt x="1548966" y="77095"/>
                </a:cubicBezTo>
                <a:cubicBezTo>
                  <a:pt x="1551150" y="79370"/>
                  <a:pt x="1552242" y="82054"/>
                  <a:pt x="1552242" y="85148"/>
                </a:cubicBezTo>
                <a:cubicBezTo>
                  <a:pt x="1552242" y="88287"/>
                  <a:pt x="1551127" y="90949"/>
                  <a:pt x="1548897" y="93133"/>
                </a:cubicBezTo>
                <a:cubicBezTo>
                  <a:pt x="1546623" y="95407"/>
                  <a:pt x="1543938" y="96522"/>
                  <a:pt x="1540844" y="96477"/>
                </a:cubicBezTo>
                <a:cubicBezTo>
                  <a:pt x="1537705" y="96522"/>
                  <a:pt x="1535044" y="95407"/>
                  <a:pt x="1532860" y="93133"/>
                </a:cubicBezTo>
                <a:cubicBezTo>
                  <a:pt x="1530585" y="90949"/>
                  <a:pt x="1529470" y="88287"/>
                  <a:pt x="1529516" y="85148"/>
                </a:cubicBezTo>
                <a:cubicBezTo>
                  <a:pt x="1529470" y="82054"/>
                  <a:pt x="1530585" y="79370"/>
                  <a:pt x="1532860" y="77095"/>
                </a:cubicBezTo>
                <a:cubicBezTo>
                  <a:pt x="1535044" y="74865"/>
                  <a:pt x="1537705" y="73751"/>
                  <a:pt x="1540844" y="73751"/>
                </a:cubicBezTo>
                <a:close/>
                <a:moveTo>
                  <a:pt x="1577306" y="73751"/>
                </a:moveTo>
                <a:cubicBezTo>
                  <a:pt x="1580445" y="73751"/>
                  <a:pt x="1583152" y="74865"/>
                  <a:pt x="1585427" y="77095"/>
                </a:cubicBezTo>
                <a:cubicBezTo>
                  <a:pt x="1587611" y="79370"/>
                  <a:pt x="1588703" y="82054"/>
                  <a:pt x="1588703" y="85148"/>
                </a:cubicBezTo>
                <a:cubicBezTo>
                  <a:pt x="1588703" y="88287"/>
                  <a:pt x="1587588" y="90949"/>
                  <a:pt x="1585359" y="93133"/>
                </a:cubicBezTo>
                <a:cubicBezTo>
                  <a:pt x="1583084" y="95407"/>
                  <a:pt x="1580399" y="96522"/>
                  <a:pt x="1577306" y="96477"/>
                </a:cubicBezTo>
                <a:cubicBezTo>
                  <a:pt x="1574166" y="96522"/>
                  <a:pt x="1571505" y="95407"/>
                  <a:pt x="1569321" y="93133"/>
                </a:cubicBezTo>
                <a:cubicBezTo>
                  <a:pt x="1567046" y="90949"/>
                  <a:pt x="1565931" y="88287"/>
                  <a:pt x="1565977" y="85148"/>
                </a:cubicBezTo>
                <a:cubicBezTo>
                  <a:pt x="1565931" y="82054"/>
                  <a:pt x="1567046" y="79370"/>
                  <a:pt x="1569321" y="77095"/>
                </a:cubicBezTo>
                <a:cubicBezTo>
                  <a:pt x="1571505" y="74865"/>
                  <a:pt x="1574166" y="73751"/>
                  <a:pt x="1577306" y="73751"/>
                </a:cubicBezTo>
                <a:close/>
                <a:moveTo>
                  <a:pt x="1613766" y="73751"/>
                </a:moveTo>
                <a:cubicBezTo>
                  <a:pt x="1616906" y="73751"/>
                  <a:pt x="1619613" y="74865"/>
                  <a:pt x="1621888" y="77095"/>
                </a:cubicBezTo>
                <a:cubicBezTo>
                  <a:pt x="1624072" y="79370"/>
                  <a:pt x="1625163" y="82054"/>
                  <a:pt x="1625163" y="85148"/>
                </a:cubicBezTo>
                <a:cubicBezTo>
                  <a:pt x="1625163" y="88287"/>
                  <a:pt x="1624049" y="90949"/>
                  <a:pt x="1621819" y="93133"/>
                </a:cubicBezTo>
                <a:cubicBezTo>
                  <a:pt x="1619545" y="95407"/>
                  <a:pt x="1616860" y="96522"/>
                  <a:pt x="1613766" y="96477"/>
                </a:cubicBezTo>
                <a:cubicBezTo>
                  <a:pt x="1610627" y="96522"/>
                  <a:pt x="1607966" y="95407"/>
                  <a:pt x="1605782" y="93133"/>
                </a:cubicBezTo>
                <a:cubicBezTo>
                  <a:pt x="1603507" y="90949"/>
                  <a:pt x="1602392" y="88287"/>
                  <a:pt x="1602438" y="85148"/>
                </a:cubicBezTo>
                <a:cubicBezTo>
                  <a:pt x="1602392" y="82054"/>
                  <a:pt x="1603507" y="79370"/>
                  <a:pt x="1605782" y="77095"/>
                </a:cubicBezTo>
                <a:cubicBezTo>
                  <a:pt x="1607966" y="74865"/>
                  <a:pt x="1610627" y="73751"/>
                  <a:pt x="1613766" y="73751"/>
                </a:cubicBezTo>
                <a:close/>
                <a:moveTo>
                  <a:pt x="1638899" y="123024"/>
                </a:moveTo>
                <a:lnTo>
                  <a:pt x="1638899" y="119885"/>
                </a:lnTo>
                <a:cubicBezTo>
                  <a:pt x="1643403" y="119066"/>
                  <a:pt x="1646747" y="117451"/>
                  <a:pt x="1648931" y="115039"/>
                </a:cubicBezTo>
                <a:cubicBezTo>
                  <a:pt x="1651115" y="112719"/>
                  <a:pt x="1652207" y="110057"/>
                  <a:pt x="1652207" y="107055"/>
                </a:cubicBezTo>
                <a:cubicBezTo>
                  <a:pt x="1652207" y="104097"/>
                  <a:pt x="1651661" y="100321"/>
                  <a:pt x="1650569" y="95726"/>
                </a:cubicBezTo>
                <a:cubicBezTo>
                  <a:pt x="1649477" y="91222"/>
                  <a:pt x="1648931" y="87286"/>
                  <a:pt x="1648931" y="83919"/>
                </a:cubicBezTo>
                <a:cubicBezTo>
                  <a:pt x="1648885" y="80780"/>
                  <a:pt x="1649795" y="77595"/>
                  <a:pt x="1651661" y="74365"/>
                </a:cubicBezTo>
                <a:cubicBezTo>
                  <a:pt x="1653481" y="71180"/>
                  <a:pt x="1656142" y="68450"/>
                  <a:pt x="1659645" y="66176"/>
                </a:cubicBezTo>
                <a:cubicBezTo>
                  <a:pt x="1662011" y="64629"/>
                  <a:pt x="1665856" y="63127"/>
                  <a:pt x="1671179" y="61671"/>
                </a:cubicBezTo>
                <a:cubicBezTo>
                  <a:pt x="1665492" y="59897"/>
                  <a:pt x="1661397" y="58145"/>
                  <a:pt x="1658895" y="56416"/>
                </a:cubicBezTo>
                <a:cubicBezTo>
                  <a:pt x="1655482" y="54096"/>
                  <a:pt x="1652935" y="51366"/>
                  <a:pt x="1651251" y="48227"/>
                </a:cubicBezTo>
                <a:cubicBezTo>
                  <a:pt x="1649522" y="45088"/>
                  <a:pt x="1648681" y="42108"/>
                  <a:pt x="1648726" y="39287"/>
                </a:cubicBezTo>
                <a:cubicBezTo>
                  <a:pt x="1648681" y="36602"/>
                  <a:pt x="1649249" y="32963"/>
                  <a:pt x="1650432" y="28367"/>
                </a:cubicBezTo>
                <a:cubicBezTo>
                  <a:pt x="1651524" y="23863"/>
                  <a:pt x="1652070" y="19928"/>
                  <a:pt x="1652070" y="16561"/>
                </a:cubicBezTo>
                <a:cubicBezTo>
                  <a:pt x="1652070" y="13285"/>
                  <a:pt x="1651046" y="10487"/>
                  <a:pt x="1648999" y="8167"/>
                </a:cubicBezTo>
                <a:cubicBezTo>
                  <a:pt x="1646952" y="5846"/>
                  <a:pt x="1643585" y="4208"/>
                  <a:pt x="1638899" y="3253"/>
                </a:cubicBezTo>
                <a:lnTo>
                  <a:pt x="1638899" y="114"/>
                </a:lnTo>
                <a:lnTo>
                  <a:pt x="1641287" y="45"/>
                </a:lnTo>
                <a:cubicBezTo>
                  <a:pt x="1645837" y="0"/>
                  <a:pt x="1650228" y="1069"/>
                  <a:pt x="1654459" y="3253"/>
                </a:cubicBezTo>
                <a:cubicBezTo>
                  <a:pt x="1658599" y="5437"/>
                  <a:pt x="1661761" y="8235"/>
                  <a:pt x="1663945" y="11647"/>
                </a:cubicBezTo>
                <a:cubicBezTo>
                  <a:pt x="1666038" y="15151"/>
                  <a:pt x="1667084" y="18517"/>
                  <a:pt x="1667084" y="21748"/>
                </a:cubicBezTo>
                <a:cubicBezTo>
                  <a:pt x="1667084" y="24841"/>
                  <a:pt x="1666379" y="29118"/>
                  <a:pt x="1664969" y="34578"/>
                </a:cubicBezTo>
                <a:cubicBezTo>
                  <a:pt x="1663922" y="38627"/>
                  <a:pt x="1663399" y="42244"/>
                  <a:pt x="1663399" y="45429"/>
                </a:cubicBezTo>
                <a:cubicBezTo>
                  <a:pt x="1663399" y="49069"/>
                  <a:pt x="1664536" y="52140"/>
                  <a:pt x="1666811" y="54642"/>
                </a:cubicBezTo>
                <a:cubicBezTo>
                  <a:pt x="1668995" y="57190"/>
                  <a:pt x="1672316" y="58805"/>
                  <a:pt x="1676775" y="59487"/>
                </a:cubicBezTo>
                <a:lnTo>
                  <a:pt x="1676775" y="63650"/>
                </a:lnTo>
                <a:cubicBezTo>
                  <a:pt x="1672316" y="64424"/>
                  <a:pt x="1668995" y="66107"/>
                  <a:pt x="1666811" y="68701"/>
                </a:cubicBezTo>
                <a:cubicBezTo>
                  <a:pt x="1664536" y="71385"/>
                  <a:pt x="1663399" y="74593"/>
                  <a:pt x="1663399" y="78323"/>
                </a:cubicBezTo>
                <a:cubicBezTo>
                  <a:pt x="1663353" y="81417"/>
                  <a:pt x="1663854" y="84898"/>
                  <a:pt x="1664900" y="88765"/>
                </a:cubicBezTo>
                <a:cubicBezTo>
                  <a:pt x="1666265" y="94225"/>
                  <a:pt x="1666948" y="98342"/>
                  <a:pt x="1666948" y="101117"/>
                </a:cubicBezTo>
                <a:cubicBezTo>
                  <a:pt x="1666902" y="104120"/>
                  <a:pt x="1666038" y="107123"/>
                  <a:pt x="1664354" y="110126"/>
                </a:cubicBezTo>
                <a:cubicBezTo>
                  <a:pt x="1662535" y="113220"/>
                  <a:pt x="1660305" y="115699"/>
                  <a:pt x="1657666" y="117565"/>
                </a:cubicBezTo>
                <a:cubicBezTo>
                  <a:pt x="1654982" y="119475"/>
                  <a:pt x="1652047" y="120863"/>
                  <a:pt x="1648863" y="121728"/>
                </a:cubicBezTo>
                <a:cubicBezTo>
                  <a:pt x="1646360" y="122410"/>
                  <a:pt x="1643039" y="122842"/>
                  <a:pt x="1638899" y="1230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Span:4Node:CAnnotation:{...}">
            <a:extLst xmlns:a="http://schemas.openxmlformats.org/drawingml/2006/main">
              <a:ext uri="{FF2B5EF4-FFF2-40B4-BE49-F238E27FC236}">
                <a16:creationId xmlns:a16="http://schemas.microsoft.com/office/drawing/2014/main" id="{6701F116-A90D-49F5-93FD-0823EEB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10" y="2665869"/>
            <a:ext cx="2157667" cy="124662"/>
          </a:xfrm>
          <a:custGeom xmlns:a="http://schemas.openxmlformats.org/drawingml/2006/main">
            <a:pathLst>
              <a:path w="2157667" h="124662">
                <a:moveTo>
                  <a:pt x="58418" y="114"/>
                </a:moveTo>
                <a:lnTo>
                  <a:pt x="59169" y="30961"/>
                </a:lnTo>
                <a:lnTo>
                  <a:pt x="56371" y="30961"/>
                </a:lnTo>
                <a:cubicBezTo>
                  <a:pt x="55006" y="23272"/>
                  <a:pt x="51776" y="17039"/>
                  <a:pt x="46680" y="12261"/>
                </a:cubicBezTo>
                <a:cubicBezTo>
                  <a:pt x="41493" y="7575"/>
                  <a:pt x="35897" y="5232"/>
                  <a:pt x="29892" y="5232"/>
                </a:cubicBezTo>
                <a:cubicBezTo>
                  <a:pt x="25205" y="5232"/>
                  <a:pt x="21543" y="6461"/>
                  <a:pt x="18904" y="8917"/>
                </a:cubicBezTo>
                <a:cubicBezTo>
                  <a:pt x="16174" y="11465"/>
                  <a:pt x="14809" y="14332"/>
                  <a:pt x="14809" y="17516"/>
                </a:cubicBezTo>
                <a:cubicBezTo>
                  <a:pt x="14809" y="19609"/>
                  <a:pt x="15287" y="21429"/>
                  <a:pt x="16242" y="22976"/>
                </a:cubicBezTo>
                <a:cubicBezTo>
                  <a:pt x="17516" y="25114"/>
                  <a:pt x="19632" y="27230"/>
                  <a:pt x="22589" y="29323"/>
                </a:cubicBezTo>
                <a:cubicBezTo>
                  <a:pt x="24682" y="30824"/>
                  <a:pt x="29619" y="33486"/>
                  <a:pt x="37399" y="37308"/>
                </a:cubicBezTo>
                <a:cubicBezTo>
                  <a:pt x="48227" y="42676"/>
                  <a:pt x="55529" y="47704"/>
                  <a:pt x="59305" y="52390"/>
                </a:cubicBezTo>
                <a:cubicBezTo>
                  <a:pt x="63036" y="57167"/>
                  <a:pt x="64902" y="62581"/>
                  <a:pt x="64902" y="68632"/>
                </a:cubicBezTo>
                <a:cubicBezTo>
                  <a:pt x="64902" y="76412"/>
                  <a:pt x="61899" y="83055"/>
                  <a:pt x="55893" y="88560"/>
                </a:cubicBezTo>
                <a:cubicBezTo>
                  <a:pt x="49797" y="94156"/>
                  <a:pt x="42130" y="96954"/>
                  <a:pt x="32894" y="96954"/>
                </a:cubicBezTo>
                <a:cubicBezTo>
                  <a:pt x="29937" y="97000"/>
                  <a:pt x="27185" y="96704"/>
                  <a:pt x="24637" y="96067"/>
                </a:cubicBezTo>
                <a:cubicBezTo>
                  <a:pt x="21998" y="95476"/>
                  <a:pt x="18745" y="94361"/>
                  <a:pt x="14878" y="92723"/>
                </a:cubicBezTo>
                <a:cubicBezTo>
                  <a:pt x="12694" y="91859"/>
                  <a:pt x="10897" y="91404"/>
                  <a:pt x="9486" y="91358"/>
                </a:cubicBezTo>
                <a:cubicBezTo>
                  <a:pt x="8258" y="91404"/>
                  <a:pt x="7007" y="91859"/>
                  <a:pt x="5733" y="92723"/>
                </a:cubicBezTo>
                <a:cubicBezTo>
                  <a:pt x="4413" y="93679"/>
                  <a:pt x="3344" y="95066"/>
                  <a:pt x="2525" y="96886"/>
                </a:cubicBezTo>
                <a:lnTo>
                  <a:pt x="0" y="96886"/>
                </a:lnTo>
                <a:lnTo>
                  <a:pt x="0" y="61944"/>
                </a:lnTo>
                <a:lnTo>
                  <a:pt x="2525" y="61944"/>
                </a:lnTo>
                <a:cubicBezTo>
                  <a:pt x="4481" y="71817"/>
                  <a:pt x="8349" y="79301"/>
                  <a:pt x="14127" y="84397"/>
                </a:cubicBezTo>
                <a:cubicBezTo>
                  <a:pt x="19768" y="89584"/>
                  <a:pt x="25911" y="92177"/>
                  <a:pt x="32553" y="92177"/>
                </a:cubicBezTo>
                <a:cubicBezTo>
                  <a:pt x="37603" y="92223"/>
                  <a:pt x="41675" y="90835"/>
                  <a:pt x="44769" y="88014"/>
                </a:cubicBezTo>
                <a:cubicBezTo>
                  <a:pt x="47772" y="85239"/>
                  <a:pt x="49273" y="82009"/>
                  <a:pt x="49273" y="78323"/>
                </a:cubicBezTo>
                <a:cubicBezTo>
                  <a:pt x="49273" y="76139"/>
                  <a:pt x="48705" y="74024"/>
                  <a:pt x="47567" y="71976"/>
                </a:cubicBezTo>
                <a:cubicBezTo>
                  <a:pt x="46384" y="69929"/>
                  <a:pt x="44610" y="67973"/>
                  <a:pt x="42244" y="66107"/>
                </a:cubicBezTo>
                <a:cubicBezTo>
                  <a:pt x="39833" y="64287"/>
                  <a:pt x="35647" y="61899"/>
                  <a:pt x="29687" y="58941"/>
                </a:cubicBezTo>
                <a:cubicBezTo>
                  <a:pt x="21270" y="54847"/>
                  <a:pt x="15219" y="51321"/>
                  <a:pt x="11534" y="48363"/>
                </a:cubicBezTo>
                <a:cubicBezTo>
                  <a:pt x="7848" y="45497"/>
                  <a:pt x="5027" y="42244"/>
                  <a:pt x="3071" y="38604"/>
                </a:cubicBezTo>
                <a:cubicBezTo>
                  <a:pt x="1069" y="35010"/>
                  <a:pt x="68" y="31052"/>
                  <a:pt x="68" y="26730"/>
                </a:cubicBezTo>
                <a:cubicBezTo>
                  <a:pt x="68" y="19359"/>
                  <a:pt x="2775" y="13080"/>
                  <a:pt x="8189" y="7894"/>
                </a:cubicBezTo>
                <a:cubicBezTo>
                  <a:pt x="13558" y="2707"/>
                  <a:pt x="20383" y="114"/>
                  <a:pt x="28663" y="114"/>
                </a:cubicBezTo>
                <a:cubicBezTo>
                  <a:pt x="31666" y="114"/>
                  <a:pt x="34578" y="478"/>
                  <a:pt x="37399" y="1206"/>
                </a:cubicBezTo>
                <a:cubicBezTo>
                  <a:pt x="39491" y="1797"/>
                  <a:pt x="42108" y="2798"/>
                  <a:pt x="45247" y="4208"/>
                </a:cubicBezTo>
                <a:cubicBezTo>
                  <a:pt x="48295" y="5710"/>
                  <a:pt x="50434" y="6461"/>
                  <a:pt x="51662" y="6461"/>
                </a:cubicBezTo>
                <a:cubicBezTo>
                  <a:pt x="52799" y="6506"/>
                  <a:pt x="53732" y="6142"/>
                  <a:pt x="54460" y="5369"/>
                </a:cubicBezTo>
                <a:cubicBezTo>
                  <a:pt x="55097" y="4686"/>
                  <a:pt x="55734" y="2935"/>
                  <a:pt x="56371" y="114"/>
                </a:cubicBezTo>
                <a:lnTo>
                  <a:pt x="58418" y="114"/>
                </a:lnTo>
                <a:close/>
                <a:moveTo>
                  <a:pt x="101179" y="88287"/>
                </a:moveTo>
                <a:lnTo>
                  <a:pt x="101179" y="112037"/>
                </a:lnTo>
                <a:cubicBezTo>
                  <a:pt x="101179" y="115358"/>
                  <a:pt x="101452" y="117587"/>
                  <a:pt x="101998" y="118725"/>
                </a:cubicBezTo>
                <a:cubicBezTo>
                  <a:pt x="102453" y="119908"/>
                  <a:pt x="103249" y="120772"/>
                  <a:pt x="104386" y="121318"/>
                </a:cubicBezTo>
                <a:cubicBezTo>
                  <a:pt x="105433" y="121864"/>
                  <a:pt x="107571" y="122137"/>
                  <a:pt x="110801" y="122137"/>
                </a:cubicBezTo>
                <a:lnTo>
                  <a:pt x="110801" y="124662"/>
                </a:lnTo>
                <a:lnTo>
                  <a:pt x="74426" y="124662"/>
                </a:lnTo>
                <a:lnTo>
                  <a:pt x="74426" y="122137"/>
                </a:lnTo>
                <a:cubicBezTo>
                  <a:pt x="77202" y="122091"/>
                  <a:pt x="79295" y="121295"/>
                  <a:pt x="80705" y="119748"/>
                </a:cubicBezTo>
                <a:cubicBezTo>
                  <a:pt x="81569" y="118747"/>
                  <a:pt x="82024" y="116040"/>
                  <a:pt x="82070" y="111627"/>
                </a:cubicBezTo>
                <a:lnTo>
                  <a:pt x="82070" y="44269"/>
                </a:lnTo>
                <a:cubicBezTo>
                  <a:pt x="82024" y="39810"/>
                  <a:pt x="81501" y="36921"/>
                  <a:pt x="80500" y="35601"/>
                </a:cubicBezTo>
                <a:cubicBezTo>
                  <a:pt x="79454" y="34419"/>
                  <a:pt x="77429" y="33713"/>
                  <a:pt x="74426" y="33486"/>
                </a:cubicBezTo>
                <a:lnTo>
                  <a:pt x="74426" y="30961"/>
                </a:lnTo>
                <a:lnTo>
                  <a:pt x="101179" y="30961"/>
                </a:lnTo>
                <a:lnTo>
                  <a:pt x="101179" y="39355"/>
                </a:lnTo>
                <a:cubicBezTo>
                  <a:pt x="103408" y="36079"/>
                  <a:pt x="105683" y="33713"/>
                  <a:pt x="108003" y="32257"/>
                </a:cubicBezTo>
                <a:cubicBezTo>
                  <a:pt x="111324" y="30165"/>
                  <a:pt x="114942" y="29095"/>
                  <a:pt x="118854" y="29050"/>
                </a:cubicBezTo>
                <a:cubicBezTo>
                  <a:pt x="123495" y="29095"/>
                  <a:pt x="127772" y="30574"/>
                  <a:pt x="131684" y="33486"/>
                </a:cubicBezTo>
                <a:cubicBezTo>
                  <a:pt x="135506" y="36443"/>
                  <a:pt x="138418" y="40515"/>
                  <a:pt x="140420" y="45702"/>
                </a:cubicBezTo>
                <a:cubicBezTo>
                  <a:pt x="142376" y="50980"/>
                  <a:pt x="143377" y="56598"/>
                  <a:pt x="143423" y="62559"/>
                </a:cubicBezTo>
                <a:cubicBezTo>
                  <a:pt x="143423" y="69065"/>
                  <a:pt x="142399" y="74956"/>
                  <a:pt x="140352" y="80234"/>
                </a:cubicBezTo>
                <a:cubicBezTo>
                  <a:pt x="138213" y="85648"/>
                  <a:pt x="135210" y="89720"/>
                  <a:pt x="131343" y="92450"/>
                </a:cubicBezTo>
                <a:cubicBezTo>
                  <a:pt x="127385" y="95271"/>
                  <a:pt x="122994" y="96681"/>
                  <a:pt x="118172" y="96681"/>
                </a:cubicBezTo>
                <a:cubicBezTo>
                  <a:pt x="114669" y="96727"/>
                  <a:pt x="111393" y="95953"/>
                  <a:pt x="108344" y="94361"/>
                </a:cubicBezTo>
                <a:cubicBezTo>
                  <a:pt x="106070" y="93224"/>
                  <a:pt x="103681" y="91199"/>
                  <a:pt x="101179" y="88287"/>
                </a:cubicBezTo>
                <a:moveTo>
                  <a:pt x="101179" y="81394"/>
                </a:moveTo>
                <a:cubicBezTo>
                  <a:pt x="105046" y="86945"/>
                  <a:pt x="109232" y="89720"/>
                  <a:pt x="113736" y="89720"/>
                </a:cubicBezTo>
                <a:cubicBezTo>
                  <a:pt x="116193" y="89720"/>
                  <a:pt x="118217" y="88424"/>
                  <a:pt x="119810" y="85830"/>
                </a:cubicBezTo>
                <a:cubicBezTo>
                  <a:pt x="122176" y="82009"/>
                  <a:pt x="123358" y="74729"/>
                  <a:pt x="123358" y="63992"/>
                </a:cubicBezTo>
                <a:cubicBezTo>
                  <a:pt x="123358" y="53027"/>
                  <a:pt x="122062" y="45497"/>
                  <a:pt x="119468" y="41402"/>
                </a:cubicBezTo>
                <a:cubicBezTo>
                  <a:pt x="117740" y="38764"/>
                  <a:pt x="115419" y="37421"/>
                  <a:pt x="112507" y="37376"/>
                </a:cubicBezTo>
                <a:cubicBezTo>
                  <a:pt x="107867" y="37421"/>
                  <a:pt x="104090" y="40743"/>
                  <a:pt x="101179" y="47340"/>
                </a:cubicBezTo>
                <a:lnTo>
                  <a:pt x="101179" y="81394"/>
                </a:lnTo>
                <a:close/>
                <a:moveTo>
                  <a:pt x="190687" y="85353"/>
                </a:moveTo>
                <a:cubicBezTo>
                  <a:pt x="182907" y="92268"/>
                  <a:pt x="175923" y="95703"/>
                  <a:pt x="169736" y="95658"/>
                </a:cubicBezTo>
                <a:cubicBezTo>
                  <a:pt x="166051" y="95658"/>
                  <a:pt x="163025" y="94452"/>
                  <a:pt x="160659" y="92041"/>
                </a:cubicBezTo>
                <a:cubicBezTo>
                  <a:pt x="158248" y="89720"/>
                  <a:pt x="157042" y="86740"/>
                  <a:pt x="157042" y="83100"/>
                </a:cubicBezTo>
                <a:cubicBezTo>
                  <a:pt x="157042" y="78278"/>
                  <a:pt x="159135" y="73887"/>
                  <a:pt x="163321" y="69929"/>
                </a:cubicBezTo>
                <a:cubicBezTo>
                  <a:pt x="167461" y="66107"/>
                  <a:pt x="176583" y="60943"/>
                  <a:pt x="190687" y="54437"/>
                </a:cubicBezTo>
                <a:lnTo>
                  <a:pt x="190687" y="48022"/>
                </a:lnTo>
                <a:cubicBezTo>
                  <a:pt x="190642" y="43245"/>
                  <a:pt x="190392" y="40197"/>
                  <a:pt x="189937" y="38877"/>
                </a:cubicBezTo>
                <a:cubicBezTo>
                  <a:pt x="189345" y="37649"/>
                  <a:pt x="188344" y="36557"/>
                  <a:pt x="186934" y="35601"/>
                </a:cubicBezTo>
                <a:cubicBezTo>
                  <a:pt x="185478" y="34737"/>
                  <a:pt x="183840" y="34282"/>
                  <a:pt x="182020" y="34237"/>
                </a:cubicBezTo>
                <a:cubicBezTo>
                  <a:pt x="179063" y="34282"/>
                  <a:pt x="176629" y="34942"/>
                  <a:pt x="174718" y="36216"/>
                </a:cubicBezTo>
                <a:cubicBezTo>
                  <a:pt x="173535" y="37035"/>
                  <a:pt x="172943" y="37990"/>
                  <a:pt x="172943" y="39082"/>
                </a:cubicBezTo>
                <a:cubicBezTo>
                  <a:pt x="172898" y="40037"/>
                  <a:pt x="173535" y="41220"/>
                  <a:pt x="174854" y="42631"/>
                </a:cubicBezTo>
                <a:cubicBezTo>
                  <a:pt x="176538" y="44633"/>
                  <a:pt x="177402" y="46521"/>
                  <a:pt x="177448" y="48295"/>
                </a:cubicBezTo>
                <a:cubicBezTo>
                  <a:pt x="177448" y="50570"/>
                  <a:pt x="176629" y="52458"/>
                  <a:pt x="174991" y="53960"/>
                </a:cubicBezTo>
                <a:cubicBezTo>
                  <a:pt x="173262" y="55552"/>
                  <a:pt x="171078" y="56348"/>
                  <a:pt x="168439" y="56348"/>
                </a:cubicBezTo>
                <a:cubicBezTo>
                  <a:pt x="165573" y="56348"/>
                  <a:pt x="163184" y="55484"/>
                  <a:pt x="161273" y="53755"/>
                </a:cubicBezTo>
                <a:cubicBezTo>
                  <a:pt x="159271" y="52071"/>
                  <a:pt x="158293" y="50047"/>
                  <a:pt x="158339" y="47681"/>
                </a:cubicBezTo>
                <a:cubicBezTo>
                  <a:pt x="158339" y="44405"/>
                  <a:pt x="159635" y="41266"/>
                  <a:pt x="162229" y="38263"/>
                </a:cubicBezTo>
                <a:cubicBezTo>
                  <a:pt x="164822" y="35351"/>
                  <a:pt x="168439" y="33076"/>
                  <a:pt x="173080" y="31439"/>
                </a:cubicBezTo>
                <a:cubicBezTo>
                  <a:pt x="177721" y="29892"/>
                  <a:pt x="182543" y="29095"/>
                  <a:pt x="187548" y="29050"/>
                </a:cubicBezTo>
                <a:cubicBezTo>
                  <a:pt x="193599" y="29095"/>
                  <a:pt x="198399" y="30369"/>
                  <a:pt x="201948" y="32872"/>
                </a:cubicBezTo>
                <a:cubicBezTo>
                  <a:pt x="205406" y="35465"/>
                  <a:pt x="207680" y="38263"/>
                  <a:pt x="208772" y="41266"/>
                </a:cubicBezTo>
                <a:cubicBezTo>
                  <a:pt x="209364" y="43177"/>
                  <a:pt x="209682" y="47567"/>
                  <a:pt x="209728" y="54437"/>
                </a:cubicBezTo>
                <a:lnTo>
                  <a:pt x="209728" y="79210"/>
                </a:lnTo>
                <a:cubicBezTo>
                  <a:pt x="209728" y="82168"/>
                  <a:pt x="209842" y="83988"/>
                  <a:pt x="210069" y="84670"/>
                </a:cubicBezTo>
                <a:cubicBezTo>
                  <a:pt x="210251" y="85489"/>
                  <a:pt x="210592" y="86058"/>
                  <a:pt x="211093" y="86376"/>
                </a:cubicBezTo>
                <a:cubicBezTo>
                  <a:pt x="211502" y="86740"/>
                  <a:pt x="212025" y="86922"/>
                  <a:pt x="212662" y="86922"/>
                </a:cubicBezTo>
                <a:cubicBezTo>
                  <a:pt x="213800" y="86968"/>
                  <a:pt x="215005" y="86126"/>
                  <a:pt x="216279" y="84397"/>
                </a:cubicBezTo>
                <a:lnTo>
                  <a:pt x="218327" y="86035"/>
                </a:lnTo>
                <a:cubicBezTo>
                  <a:pt x="216006" y="89402"/>
                  <a:pt x="213663" y="91836"/>
                  <a:pt x="211297" y="93337"/>
                </a:cubicBezTo>
                <a:cubicBezTo>
                  <a:pt x="208795" y="94930"/>
                  <a:pt x="206020" y="95703"/>
                  <a:pt x="202971" y="95658"/>
                </a:cubicBezTo>
                <a:cubicBezTo>
                  <a:pt x="199332" y="95658"/>
                  <a:pt x="196488" y="94793"/>
                  <a:pt x="194441" y="93064"/>
                </a:cubicBezTo>
                <a:cubicBezTo>
                  <a:pt x="192393" y="91426"/>
                  <a:pt x="191142" y="88856"/>
                  <a:pt x="190687" y="85353"/>
                </a:cubicBezTo>
                <a:moveTo>
                  <a:pt x="190687" y="80371"/>
                </a:moveTo>
                <a:lnTo>
                  <a:pt x="190687" y="59010"/>
                </a:lnTo>
                <a:cubicBezTo>
                  <a:pt x="185137" y="62240"/>
                  <a:pt x="181042" y="65698"/>
                  <a:pt x="178403" y="69383"/>
                </a:cubicBezTo>
                <a:cubicBezTo>
                  <a:pt x="176629" y="71840"/>
                  <a:pt x="175741" y="74320"/>
                  <a:pt x="175741" y="76822"/>
                </a:cubicBezTo>
                <a:cubicBezTo>
                  <a:pt x="175741" y="78960"/>
                  <a:pt x="176492" y="80803"/>
                  <a:pt x="177994" y="82350"/>
                </a:cubicBezTo>
                <a:cubicBezTo>
                  <a:pt x="179131" y="83578"/>
                  <a:pt x="180723" y="84192"/>
                  <a:pt x="182771" y="84192"/>
                </a:cubicBezTo>
                <a:cubicBezTo>
                  <a:pt x="185000" y="84192"/>
                  <a:pt x="187639" y="82918"/>
                  <a:pt x="190687" y="80371"/>
                </a:cubicBezTo>
                <a:close/>
                <a:moveTo>
                  <a:pt x="254464" y="30961"/>
                </a:moveTo>
                <a:lnTo>
                  <a:pt x="254464" y="39219"/>
                </a:lnTo>
                <a:cubicBezTo>
                  <a:pt x="257740" y="35670"/>
                  <a:pt x="260879" y="33076"/>
                  <a:pt x="263882" y="31439"/>
                </a:cubicBezTo>
                <a:cubicBezTo>
                  <a:pt x="266840" y="29892"/>
                  <a:pt x="270070" y="29095"/>
                  <a:pt x="273573" y="29050"/>
                </a:cubicBezTo>
                <a:cubicBezTo>
                  <a:pt x="277713" y="29095"/>
                  <a:pt x="281148" y="30233"/>
                  <a:pt x="283878" y="32462"/>
                </a:cubicBezTo>
                <a:cubicBezTo>
                  <a:pt x="286608" y="34783"/>
                  <a:pt x="288428" y="37649"/>
                  <a:pt x="289338" y="41061"/>
                </a:cubicBezTo>
                <a:cubicBezTo>
                  <a:pt x="290066" y="43654"/>
                  <a:pt x="290430" y="48636"/>
                  <a:pt x="290430" y="56007"/>
                </a:cubicBezTo>
                <a:lnTo>
                  <a:pt x="290430" y="80848"/>
                </a:lnTo>
                <a:cubicBezTo>
                  <a:pt x="290430" y="85808"/>
                  <a:pt x="290885" y="88856"/>
                  <a:pt x="291795" y="89993"/>
                </a:cubicBezTo>
                <a:cubicBezTo>
                  <a:pt x="292659" y="91222"/>
                  <a:pt x="294502" y="91995"/>
                  <a:pt x="297323" y="92314"/>
                </a:cubicBezTo>
                <a:lnTo>
                  <a:pt x="297323" y="94770"/>
                </a:lnTo>
                <a:lnTo>
                  <a:pt x="265042" y="94770"/>
                </a:lnTo>
                <a:lnTo>
                  <a:pt x="265042" y="92314"/>
                </a:lnTo>
                <a:cubicBezTo>
                  <a:pt x="267408" y="92041"/>
                  <a:pt x="269137" y="91040"/>
                  <a:pt x="270229" y="89311"/>
                </a:cubicBezTo>
                <a:cubicBezTo>
                  <a:pt x="270957" y="88173"/>
                  <a:pt x="271321" y="85353"/>
                  <a:pt x="271321" y="80848"/>
                </a:cubicBezTo>
                <a:lnTo>
                  <a:pt x="271321" y="52458"/>
                </a:lnTo>
                <a:cubicBezTo>
                  <a:pt x="271321" y="47226"/>
                  <a:pt x="271116" y="43927"/>
                  <a:pt x="270707" y="42563"/>
                </a:cubicBezTo>
                <a:cubicBezTo>
                  <a:pt x="270297" y="41198"/>
                  <a:pt x="269615" y="40128"/>
                  <a:pt x="268659" y="39355"/>
                </a:cubicBezTo>
                <a:cubicBezTo>
                  <a:pt x="267613" y="38627"/>
                  <a:pt x="266521" y="38263"/>
                  <a:pt x="265384" y="38263"/>
                </a:cubicBezTo>
                <a:cubicBezTo>
                  <a:pt x="261425" y="38263"/>
                  <a:pt x="257786" y="41061"/>
                  <a:pt x="254464" y="46657"/>
                </a:cubicBezTo>
                <a:lnTo>
                  <a:pt x="254464" y="80848"/>
                </a:lnTo>
                <a:cubicBezTo>
                  <a:pt x="254464" y="85626"/>
                  <a:pt x="254919" y="88651"/>
                  <a:pt x="255829" y="89925"/>
                </a:cubicBezTo>
                <a:cubicBezTo>
                  <a:pt x="256694" y="91244"/>
                  <a:pt x="258332" y="92041"/>
                  <a:pt x="260743" y="92314"/>
                </a:cubicBezTo>
                <a:lnTo>
                  <a:pt x="260743" y="94770"/>
                </a:lnTo>
                <a:lnTo>
                  <a:pt x="228463" y="94770"/>
                </a:lnTo>
                <a:lnTo>
                  <a:pt x="228463" y="92314"/>
                </a:lnTo>
                <a:cubicBezTo>
                  <a:pt x="231102" y="92041"/>
                  <a:pt x="233012" y="91176"/>
                  <a:pt x="234195" y="89720"/>
                </a:cubicBezTo>
                <a:cubicBezTo>
                  <a:pt x="234923" y="88719"/>
                  <a:pt x="235310" y="85762"/>
                  <a:pt x="235356" y="80848"/>
                </a:cubicBezTo>
                <a:lnTo>
                  <a:pt x="235356" y="44815"/>
                </a:lnTo>
                <a:cubicBezTo>
                  <a:pt x="235356" y="39992"/>
                  <a:pt x="234923" y="36989"/>
                  <a:pt x="234059" y="35806"/>
                </a:cubicBezTo>
                <a:cubicBezTo>
                  <a:pt x="233103" y="34669"/>
                  <a:pt x="231238" y="33895"/>
                  <a:pt x="228463" y="33486"/>
                </a:cubicBezTo>
                <a:lnTo>
                  <a:pt x="228463" y="30961"/>
                </a:lnTo>
                <a:lnTo>
                  <a:pt x="254464" y="30961"/>
                </a:lnTo>
                <a:close/>
                <a:moveTo>
                  <a:pt x="326093" y="29118"/>
                </a:moveTo>
                <a:cubicBezTo>
                  <a:pt x="329186" y="29118"/>
                  <a:pt x="331871" y="30210"/>
                  <a:pt x="334146" y="32394"/>
                </a:cubicBezTo>
                <a:cubicBezTo>
                  <a:pt x="336329" y="34669"/>
                  <a:pt x="337421" y="37353"/>
                  <a:pt x="337421" y="40447"/>
                </a:cubicBezTo>
                <a:cubicBezTo>
                  <a:pt x="337421" y="43586"/>
                  <a:pt x="336329" y="46248"/>
                  <a:pt x="334146" y="48432"/>
                </a:cubicBezTo>
                <a:cubicBezTo>
                  <a:pt x="331871" y="50707"/>
                  <a:pt x="329186" y="51821"/>
                  <a:pt x="326093" y="51776"/>
                </a:cubicBezTo>
                <a:cubicBezTo>
                  <a:pt x="322953" y="51821"/>
                  <a:pt x="320292" y="50707"/>
                  <a:pt x="318108" y="48432"/>
                </a:cubicBezTo>
                <a:cubicBezTo>
                  <a:pt x="315833" y="46248"/>
                  <a:pt x="314718" y="43586"/>
                  <a:pt x="314764" y="40447"/>
                </a:cubicBezTo>
                <a:cubicBezTo>
                  <a:pt x="314718" y="37353"/>
                  <a:pt x="315833" y="34669"/>
                  <a:pt x="318108" y="32394"/>
                </a:cubicBezTo>
                <a:cubicBezTo>
                  <a:pt x="320292" y="30210"/>
                  <a:pt x="322953" y="29118"/>
                  <a:pt x="326093" y="29118"/>
                </a:cubicBezTo>
                <a:moveTo>
                  <a:pt x="326024" y="73751"/>
                </a:moveTo>
                <a:cubicBezTo>
                  <a:pt x="329164" y="73751"/>
                  <a:pt x="331871" y="74865"/>
                  <a:pt x="334146" y="77095"/>
                </a:cubicBezTo>
                <a:cubicBezTo>
                  <a:pt x="336329" y="79370"/>
                  <a:pt x="337421" y="82054"/>
                  <a:pt x="337421" y="85148"/>
                </a:cubicBezTo>
                <a:cubicBezTo>
                  <a:pt x="337421" y="88287"/>
                  <a:pt x="336307" y="90949"/>
                  <a:pt x="334077" y="93133"/>
                </a:cubicBezTo>
                <a:cubicBezTo>
                  <a:pt x="331802" y="95407"/>
                  <a:pt x="329118" y="96522"/>
                  <a:pt x="326024" y="96477"/>
                </a:cubicBezTo>
                <a:cubicBezTo>
                  <a:pt x="322885" y="96522"/>
                  <a:pt x="320223" y="95407"/>
                  <a:pt x="318040" y="93133"/>
                </a:cubicBezTo>
                <a:cubicBezTo>
                  <a:pt x="315765" y="90949"/>
                  <a:pt x="314650" y="88287"/>
                  <a:pt x="314696" y="85148"/>
                </a:cubicBezTo>
                <a:cubicBezTo>
                  <a:pt x="314650" y="82054"/>
                  <a:pt x="315765" y="79370"/>
                  <a:pt x="318040" y="77095"/>
                </a:cubicBezTo>
                <a:cubicBezTo>
                  <a:pt x="320223" y="74865"/>
                  <a:pt x="322885" y="73751"/>
                  <a:pt x="326024" y="73751"/>
                </a:cubicBezTo>
                <a:close/>
                <a:moveTo>
                  <a:pt x="391241" y="59897"/>
                </a:moveTo>
                <a:lnTo>
                  <a:pt x="435191" y="318"/>
                </a:lnTo>
                <a:lnTo>
                  <a:pt x="443517" y="318"/>
                </a:lnTo>
                <a:lnTo>
                  <a:pt x="443517" y="59897"/>
                </a:lnTo>
                <a:lnTo>
                  <a:pt x="451979" y="59897"/>
                </a:lnTo>
                <a:lnTo>
                  <a:pt x="451979" y="74024"/>
                </a:lnTo>
                <a:lnTo>
                  <a:pt x="443517" y="74024"/>
                </a:lnTo>
                <a:lnTo>
                  <a:pt x="443517" y="94770"/>
                </a:lnTo>
                <a:lnTo>
                  <a:pt x="424749" y="94770"/>
                </a:lnTo>
                <a:lnTo>
                  <a:pt x="424749" y="74024"/>
                </a:lnTo>
                <a:lnTo>
                  <a:pt x="391241" y="74024"/>
                </a:lnTo>
                <a:lnTo>
                  <a:pt x="391241" y="59897"/>
                </a:lnTo>
                <a:moveTo>
                  <a:pt x="397860" y="59897"/>
                </a:moveTo>
                <a:lnTo>
                  <a:pt x="424749" y="59897"/>
                </a:lnTo>
                <a:lnTo>
                  <a:pt x="424749" y="23386"/>
                </a:lnTo>
                <a:lnTo>
                  <a:pt x="397860" y="59897"/>
                </a:lnTo>
                <a:close/>
                <a:moveTo>
                  <a:pt x="604870" y="2229"/>
                </a:moveTo>
                <a:lnTo>
                  <a:pt x="650526" y="59624"/>
                </a:lnTo>
                <a:lnTo>
                  <a:pt x="650526" y="19837"/>
                </a:lnTo>
                <a:cubicBezTo>
                  <a:pt x="650481" y="14332"/>
                  <a:pt x="649685" y="10578"/>
                  <a:pt x="648138" y="8576"/>
                </a:cubicBezTo>
                <a:cubicBezTo>
                  <a:pt x="645909" y="5983"/>
                  <a:pt x="642246" y="4709"/>
                  <a:pt x="637150" y="4754"/>
                </a:cubicBezTo>
                <a:lnTo>
                  <a:pt x="637150" y="2229"/>
                </a:lnTo>
                <a:lnTo>
                  <a:pt x="667724" y="2229"/>
                </a:lnTo>
                <a:lnTo>
                  <a:pt x="667724" y="4754"/>
                </a:lnTo>
                <a:cubicBezTo>
                  <a:pt x="663766" y="5300"/>
                  <a:pt x="661150" y="5937"/>
                  <a:pt x="659876" y="6665"/>
                </a:cubicBezTo>
                <a:cubicBezTo>
                  <a:pt x="658511" y="7484"/>
                  <a:pt x="657465" y="8781"/>
                  <a:pt x="656737" y="10555"/>
                </a:cubicBezTo>
                <a:cubicBezTo>
                  <a:pt x="655963" y="12421"/>
                  <a:pt x="655577" y="15515"/>
                  <a:pt x="655577" y="19837"/>
                </a:cubicBezTo>
                <a:lnTo>
                  <a:pt x="655577" y="96886"/>
                </a:lnTo>
                <a:lnTo>
                  <a:pt x="653256" y="96886"/>
                </a:lnTo>
                <a:lnTo>
                  <a:pt x="590675" y="19837"/>
                </a:lnTo>
                <a:lnTo>
                  <a:pt x="590675" y="78664"/>
                </a:lnTo>
                <a:cubicBezTo>
                  <a:pt x="590675" y="84033"/>
                  <a:pt x="591903" y="87627"/>
                  <a:pt x="594360" y="89447"/>
                </a:cubicBezTo>
                <a:cubicBezTo>
                  <a:pt x="596726" y="91313"/>
                  <a:pt x="599501" y="92245"/>
                  <a:pt x="602686" y="92245"/>
                </a:cubicBezTo>
                <a:lnTo>
                  <a:pt x="604870" y="92245"/>
                </a:lnTo>
                <a:lnTo>
                  <a:pt x="604870" y="94770"/>
                </a:lnTo>
                <a:lnTo>
                  <a:pt x="572044" y="94770"/>
                </a:lnTo>
                <a:lnTo>
                  <a:pt x="572044" y="92245"/>
                </a:lnTo>
                <a:cubicBezTo>
                  <a:pt x="577140" y="92200"/>
                  <a:pt x="580688" y="91153"/>
                  <a:pt x="582690" y="89106"/>
                </a:cubicBezTo>
                <a:cubicBezTo>
                  <a:pt x="584647" y="87059"/>
                  <a:pt x="585648" y="83578"/>
                  <a:pt x="585693" y="78664"/>
                </a:cubicBezTo>
                <a:lnTo>
                  <a:pt x="585693" y="13353"/>
                </a:lnTo>
                <a:lnTo>
                  <a:pt x="583714" y="10897"/>
                </a:lnTo>
                <a:cubicBezTo>
                  <a:pt x="581712" y="8440"/>
                  <a:pt x="579983" y="6825"/>
                  <a:pt x="578527" y="6051"/>
                </a:cubicBezTo>
                <a:cubicBezTo>
                  <a:pt x="576980" y="5323"/>
                  <a:pt x="574819" y="4891"/>
                  <a:pt x="572044" y="4754"/>
                </a:cubicBezTo>
                <a:lnTo>
                  <a:pt x="572044" y="2229"/>
                </a:lnTo>
                <a:lnTo>
                  <a:pt x="604870" y="2229"/>
                </a:lnTo>
                <a:close/>
                <a:moveTo>
                  <a:pt x="708176" y="29050"/>
                </a:moveTo>
                <a:cubicBezTo>
                  <a:pt x="713681" y="29050"/>
                  <a:pt x="718845" y="30483"/>
                  <a:pt x="723668" y="33349"/>
                </a:cubicBezTo>
                <a:cubicBezTo>
                  <a:pt x="728400" y="36261"/>
                  <a:pt x="732040" y="40333"/>
                  <a:pt x="734587" y="45565"/>
                </a:cubicBezTo>
                <a:cubicBezTo>
                  <a:pt x="737044" y="50843"/>
                  <a:pt x="738273" y="56621"/>
                  <a:pt x="738273" y="62900"/>
                </a:cubicBezTo>
                <a:cubicBezTo>
                  <a:pt x="738227" y="71999"/>
                  <a:pt x="735930" y="79574"/>
                  <a:pt x="731380" y="85626"/>
                </a:cubicBezTo>
                <a:cubicBezTo>
                  <a:pt x="725784" y="92996"/>
                  <a:pt x="718117" y="96681"/>
                  <a:pt x="708381" y="96681"/>
                </a:cubicBezTo>
                <a:cubicBezTo>
                  <a:pt x="698736" y="96727"/>
                  <a:pt x="691342" y="93360"/>
                  <a:pt x="686201" y="86581"/>
                </a:cubicBezTo>
                <a:cubicBezTo>
                  <a:pt x="681015" y="79847"/>
                  <a:pt x="678421" y="72045"/>
                  <a:pt x="678421" y="63173"/>
                </a:cubicBezTo>
                <a:cubicBezTo>
                  <a:pt x="678421" y="54028"/>
                  <a:pt x="681083" y="46043"/>
                  <a:pt x="686406" y="39219"/>
                </a:cubicBezTo>
                <a:cubicBezTo>
                  <a:pt x="691638" y="32485"/>
                  <a:pt x="698895" y="29095"/>
                  <a:pt x="708176" y="29050"/>
                </a:cubicBezTo>
                <a:moveTo>
                  <a:pt x="708449" y="33895"/>
                </a:moveTo>
                <a:cubicBezTo>
                  <a:pt x="706129" y="33941"/>
                  <a:pt x="704150" y="34805"/>
                  <a:pt x="702512" y="36489"/>
                </a:cubicBezTo>
                <a:cubicBezTo>
                  <a:pt x="700783" y="38309"/>
                  <a:pt x="699691" y="41766"/>
                  <a:pt x="699236" y="46862"/>
                </a:cubicBezTo>
                <a:cubicBezTo>
                  <a:pt x="698690" y="52049"/>
                  <a:pt x="698417" y="59237"/>
                  <a:pt x="698417" y="68428"/>
                </a:cubicBezTo>
                <a:cubicBezTo>
                  <a:pt x="698417" y="73296"/>
                  <a:pt x="698736" y="77846"/>
                  <a:pt x="699373" y="82077"/>
                </a:cubicBezTo>
                <a:cubicBezTo>
                  <a:pt x="699828" y="85307"/>
                  <a:pt x="700897" y="87764"/>
                  <a:pt x="702580" y="89447"/>
                </a:cubicBezTo>
                <a:cubicBezTo>
                  <a:pt x="704173" y="91176"/>
                  <a:pt x="706038" y="92018"/>
                  <a:pt x="708176" y="91972"/>
                </a:cubicBezTo>
                <a:cubicBezTo>
                  <a:pt x="710224" y="92018"/>
                  <a:pt x="711930" y="91449"/>
                  <a:pt x="713295" y="90266"/>
                </a:cubicBezTo>
                <a:cubicBezTo>
                  <a:pt x="715024" y="88765"/>
                  <a:pt x="716207" y="86604"/>
                  <a:pt x="716844" y="83783"/>
                </a:cubicBezTo>
                <a:cubicBezTo>
                  <a:pt x="717708" y="79506"/>
                  <a:pt x="718163" y="70771"/>
                  <a:pt x="718208" y="57577"/>
                </a:cubicBezTo>
                <a:cubicBezTo>
                  <a:pt x="718208" y="49888"/>
                  <a:pt x="717776" y="44564"/>
                  <a:pt x="716912" y="41607"/>
                </a:cubicBezTo>
                <a:cubicBezTo>
                  <a:pt x="716002" y="38741"/>
                  <a:pt x="714728" y="36648"/>
                  <a:pt x="713090" y="35329"/>
                </a:cubicBezTo>
                <a:cubicBezTo>
                  <a:pt x="711907" y="34373"/>
                  <a:pt x="710360" y="33895"/>
                  <a:pt x="708449" y="33895"/>
                </a:cubicBezTo>
                <a:close/>
                <a:moveTo>
                  <a:pt x="813105" y="2229"/>
                </a:moveTo>
                <a:lnTo>
                  <a:pt x="813105" y="75662"/>
                </a:lnTo>
                <a:cubicBezTo>
                  <a:pt x="813105" y="80666"/>
                  <a:pt x="813242" y="83601"/>
                  <a:pt x="813515" y="84465"/>
                </a:cubicBezTo>
                <a:cubicBezTo>
                  <a:pt x="813833" y="85967"/>
                  <a:pt x="814539" y="87081"/>
                  <a:pt x="815630" y="87809"/>
                </a:cubicBezTo>
                <a:cubicBezTo>
                  <a:pt x="816631" y="88583"/>
                  <a:pt x="818406" y="89038"/>
                  <a:pt x="820954" y="89174"/>
                </a:cubicBezTo>
                <a:lnTo>
                  <a:pt x="820954" y="91426"/>
                </a:lnTo>
                <a:lnTo>
                  <a:pt x="793997" y="96681"/>
                </a:lnTo>
                <a:lnTo>
                  <a:pt x="793997" y="86581"/>
                </a:lnTo>
                <a:cubicBezTo>
                  <a:pt x="790766" y="90494"/>
                  <a:pt x="787900" y="93155"/>
                  <a:pt x="785398" y="94566"/>
                </a:cubicBezTo>
                <a:cubicBezTo>
                  <a:pt x="782850" y="96022"/>
                  <a:pt x="779983" y="96727"/>
                  <a:pt x="776799" y="96681"/>
                </a:cubicBezTo>
                <a:cubicBezTo>
                  <a:pt x="768609" y="96727"/>
                  <a:pt x="762171" y="93087"/>
                  <a:pt x="757485" y="85762"/>
                </a:cubicBezTo>
                <a:cubicBezTo>
                  <a:pt x="753663" y="79847"/>
                  <a:pt x="751753" y="72591"/>
                  <a:pt x="751753" y="63992"/>
                </a:cubicBezTo>
                <a:cubicBezTo>
                  <a:pt x="751707" y="57122"/>
                  <a:pt x="752890" y="50957"/>
                  <a:pt x="755301" y="45497"/>
                </a:cubicBezTo>
                <a:cubicBezTo>
                  <a:pt x="757622" y="40128"/>
                  <a:pt x="760875" y="36034"/>
                  <a:pt x="765060" y="33213"/>
                </a:cubicBezTo>
                <a:cubicBezTo>
                  <a:pt x="769155" y="30438"/>
                  <a:pt x="773568" y="29050"/>
                  <a:pt x="778300" y="29050"/>
                </a:cubicBezTo>
                <a:cubicBezTo>
                  <a:pt x="781303" y="29095"/>
                  <a:pt x="784010" y="29687"/>
                  <a:pt x="786421" y="30824"/>
                </a:cubicBezTo>
                <a:cubicBezTo>
                  <a:pt x="788787" y="32053"/>
                  <a:pt x="791312" y="34123"/>
                  <a:pt x="793997" y="37035"/>
                </a:cubicBezTo>
                <a:lnTo>
                  <a:pt x="793997" y="17789"/>
                </a:lnTo>
                <a:cubicBezTo>
                  <a:pt x="793997" y="12967"/>
                  <a:pt x="793792" y="10032"/>
                  <a:pt x="793382" y="8986"/>
                </a:cubicBezTo>
                <a:cubicBezTo>
                  <a:pt x="792836" y="7712"/>
                  <a:pt x="792017" y="6734"/>
                  <a:pt x="790926" y="6051"/>
                </a:cubicBezTo>
                <a:cubicBezTo>
                  <a:pt x="789834" y="5460"/>
                  <a:pt x="787786" y="5141"/>
                  <a:pt x="784783" y="5096"/>
                </a:cubicBezTo>
                <a:lnTo>
                  <a:pt x="784783" y="2229"/>
                </a:lnTo>
                <a:lnTo>
                  <a:pt x="813105" y="2229"/>
                </a:lnTo>
                <a:moveTo>
                  <a:pt x="793997" y="45497"/>
                </a:moveTo>
                <a:cubicBezTo>
                  <a:pt x="790584" y="39037"/>
                  <a:pt x="786467" y="35806"/>
                  <a:pt x="781644" y="35806"/>
                </a:cubicBezTo>
                <a:cubicBezTo>
                  <a:pt x="779915" y="35852"/>
                  <a:pt x="778528" y="36307"/>
                  <a:pt x="777481" y="37171"/>
                </a:cubicBezTo>
                <a:cubicBezTo>
                  <a:pt x="775752" y="38627"/>
                  <a:pt x="774387" y="41107"/>
                  <a:pt x="773386" y="44610"/>
                </a:cubicBezTo>
                <a:cubicBezTo>
                  <a:pt x="772294" y="48204"/>
                  <a:pt x="771749" y="53641"/>
                  <a:pt x="771749" y="60921"/>
                </a:cubicBezTo>
                <a:cubicBezTo>
                  <a:pt x="771749" y="68974"/>
                  <a:pt x="772340" y="74934"/>
                  <a:pt x="773523" y="78801"/>
                </a:cubicBezTo>
                <a:cubicBezTo>
                  <a:pt x="774660" y="82714"/>
                  <a:pt x="776275" y="85512"/>
                  <a:pt x="778368" y="87195"/>
                </a:cubicBezTo>
                <a:cubicBezTo>
                  <a:pt x="779369" y="88105"/>
                  <a:pt x="780802" y="88537"/>
                  <a:pt x="782668" y="88492"/>
                </a:cubicBezTo>
                <a:cubicBezTo>
                  <a:pt x="786672" y="88492"/>
                  <a:pt x="790448" y="85353"/>
                  <a:pt x="793997" y="79074"/>
                </a:cubicBezTo>
                <a:lnTo>
                  <a:pt x="793997" y="45497"/>
                </a:lnTo>
                <a:close/>
                <a:moveTo>
                  <a:pt x="884120" y="60579"/>
                </a:moveTo>
                <a:lnTo>
                  <a:pt x="849110" y="60579"/>
                </a:lnTo>
                <a:cubicBezTo>
                  <a:pt x="849519" y="69042"/>
                  <a:pt x="851771" y="75730"/>
                  <a:pt x="855866" y="80644"/>
                </a:cubicBezTo>
                <a:cubicBezTo>
                  <a:pt x="858960" y="84420"/>
                  <a:pt x="862736" y="86308"/>
                  <a:pt x="867195" y="86308"/>
                </a:cubicBezTo>
                <a:cubicBezTo>
                  <a:pt x="869879" y="86354"/>
                  <a:pt x="872359" y="85580"/>
                  <a:pt x="874633" y="83988"/>
                </a:cubicBezTo>
                <a:cubicBezTo>
                  <a:pt x="876863" y="82486"/>
                  <a:pt x="879251" y="79756"/>
                  <a:pt x="881799" y="75798"/>
                </a:cubicBezTo>
                <a:lnTo>
                  <a:pt x="884120" y="77300"/>
                </a:lnTo>
                <a:cubicBezTo>
                  <a:pt x="880616" y="84352"/>
                  <a:pt x="876795" y="89334"/>
                  <a:pt x="872654" y="92245"/>
                </a:cubicBezTo>
                <a:cubicBezTo>
                  <a:pt x="868469" y="95203"/>
                  <a:pt x="863623" y="96681"/>
                  <a:pt x="858118" y="96681"/>
                </a:cubicBezTo>
                <a:cubicBezTo>
                  <a:pt x="848609" y="96727"/>
                  <a:pt x="841443" y="93087"/>
                  <a:pt x="836621" y="85762"/>
                </a:cubicBezTo>
                <a:cubicBezTo>
                  <a:pt x="832708" y="79893"/>
                  <a:pt x="830751" y="72613"/>
                  <a:pt x="830751" y="63923"/>
                </a:cubicBezTo>
                <a:cubicBezTo>
                  <a:pt x="830706" y="53323"/>
                  <a:pt x="833595" y="44837"/>
                  <a:pt x="839419" y="38468"/>
                </a:cubicBezTo>
                <a:cubicBezTo>
                  <a:pt x="845151" y="32189"/>
                  <a:pt x="851885" y="29050"/>
                  <a:pt x="859619" y="29050"/>
                </a:cubicBezTo>
                <a:cubicBezTo>
                  <a:pt x="866080" y="29095"/>
                  <a:pt x="871699" y="31734"/>
                  <a:pt x="876476" y="36966"/>
                </a:cubicBezTo>
                <a:cubicBezTo>
                  <a:pt x="881162" y="42290"/>
                  <a:pt x="883710" y="50161"/>
                  <a:pt x="884120" y="60579"/>
                </a:cubicBezTo>
                <a:moveTo>
                  <a:pt x="867331" y="56007"/>
                </a:moveTo>
                <a:cubicBezTo>
                  <a:pt x="867286" y="48727"/>
                  <a:pt x="866899" y="43700"/>
                  <a:pt x="866171" y="40925"/>
                </a:cubicBezTo>
                <a:cubicBezTo>
                  <a:pt x="865352" y="38240"/>
                  <a:pt x="864101" y="36170"/>
                  <a:pt x="862417" y="34714"/>
                </a:cubicBezTo>
                <a:cubicBezTo>
                  <a:pt x="861417" y="33895"/>
                  <a:pt x="860143" y="33486"/>
                  <a:pt x="858596" y="33486"/>
                </a:cubicBezTo>
                <a:cubicBezTo>
                  <a:pt x="856184" y="33486"/>
                  <a:pt x="854251" y="34646"/>
                  <a:pt x="852795" y="36966"/>
                </a:cubicBezTo>
                <a:cubicBezTo>
                  <a:pt x="850110" y="41061"/>
                  <a:pt x="848768" y="46612"/>
                  <a:pt x="848768" y="53618"/>
                </a:cubicBezTo>
                <a:lnTo>
                  <a:pt x="848768" y="56007"/>
                </a:lnTo>
                <a:lnTo>
                  <a:pt x="867331" y="56007"/>
                </a:lnTo>
                <a:close/>
                <a:moveTo>
                  <a:pt x="915545" y="29118"/>
                </a:moveTo>
                <a:cubicBezTo>
                  <a:pt x="918639" y="29118"/>
                  <a:pt x="921323" y="30210"/>
                  <a:pt x="923598" y="32394"/>
                </a:cubicBezTo>
                <a:cubicBezTo>
                  <a:pt x="925782" y="34669"/>
                  <a:pt x="926874" y="37353"/>
                  <a:pt x="926874" y="40447"/>
                </a:cubicBezTo>
                <a:cubicBezTo>
                  <a:pt x="926874" y="43586"/>
                  <a:pt x="925782" y="46248"/>
                  <a:pt x="923598" y="48432"/>
                </a:cubicBezTo>
                <a:cubicBezTo>
                  <a:pt x="921323" y="50707"/>
                  <a:pt x="918639" y="51821"/>
                  <a:pt x="915545" y="51776"/>
                </a:cubicBezTo>
                <a:cubicBezTo>
                  <a:pt x="912406" y="51821"/>
                  <a:pt x="909744" y="50707"/>
                  <a:pt x="907560" y="48432"/>
                </a:cubicBezTo>
                <a:cubicBezTo>
                  <a:pt x="905286" y="46248"/>
                  <a:pt x="904171" y="43586"/>
                  <a:pt x="904216" y="40447"/>
                </a:cubicBezTo>
                <a:cubicBezTo>
                  <a:pt x="904171" y="37353"/>
                  <a:pt x="905286" y="34669"/>
                  <a:pt x="907560" y="32394"/>
                </a:cubicBezTo>
                <a:cubicBezTo>
                  <a:pt x="909744" y="30210"/>
                  <a:pt x="912406" y="29118"/>
                  <a:pt x="915545" y="29118"/>
                </a:cubicBezTo>
                <a:moveTo>
                  <a:pt x="915477" y="73751"/>
                </a:moveTo>
                <a:cubicBezTo>
                  <a:pt x="918616" y="73751"/>
                  <a:pt x="921323" y="74865"/>
                  <a:pt x="923598" y="77095"/>
                </a:cubicBezTo>
                <a:cubicBezTo>
                  <a:pt x="925782" y="79370"/>
                  <a:pt x="926874" y="82054"/>
                  <a:pt x="926874" y="85148"/>
                </a:cubicBezTo>
                <a:cubicBezTo>
                  <a:pt x="926874" y="88287"/>
                  <a:pt x="925759" y="90949"/>
                  <a:pt x="923530" y="93133"/>
                </a:cubicBezTo>
                <a:cubicBezTo>
                  <a:pt x="921255" y="95407"/>
                  <a:pt x="918571" y="96522"/>
                  <a:pt x="915477" y="96477"/>
                </a:cubicBezTo>
                <a:cubicBezTo>
                  <a:pt x="912338" y="96522"/>
                  <a:pt x="909676" y="95407"/>
                  <a:pt x="907492" y="93133"/>
                </a:cubicBezTo>
                <a:cubicBezTo>
                  <a:pt x="905217" y="90949"/>
                  <a:pt x="904103" y="88287"/>
                  <a:pt x="904148" y="85148"/>
                </a:cubicBezTo>
                <a:cubicBezTo>
                  <a:pt x="904103" y="82054"/>
                  <a:pt x="905217" y="79370"/>
                  <a:pt x="907492" y="77095"/>
                </a:cubicBezTo>
                <a:cubicBezTo>
                  <a:pt x="909676" y="74865"/>
                  <a:pt x="912338" y="73751"/>
                  <a:pt x="915477" y="73751"/>
                </a:cubicBezTo>
                <a:close/>
                <a:moveTo>
                  <a:pt x="1070504" y="114"/>
                </a:moveTo>
                <a:lnTo>
                  <a:pt x="1070504" y="32189"/>
                </a:lnTo>
                <a:lnTo>
                  <a:pt x="1067843" y="32189"/>
                </a:lnTo>
                <a:cubicBezTo>
                  <a:pt x="1065841" y="23818"/>
                  <a:pt x="1062110" y="17403"/>
                  <a:pt x="1056651" y="12944"/>
                </a:cubicBezTo>
                <a:cubicBezTo>
                  <a:pt x="1051145" y="8531"/>
                  <a:pt x="1044958" y="6301"/>
                  <a:pt x="1038088" y="6256"/>
                </a:cubicBezTo>
                <a:cubicBezTo>
                  <a:pt x="1032264" y="6256"/>
                  <a:pt x="1026964" y="7916"/>
                  <a:pt x="1022186" y="11238"/>
                </a:cubicBezTo>
                <a:cubicBezTo>
                  <a:pt x="1017318" y="14605"/>
                  <a:pt x="1013792" y="18950"/>
                  <a:pt x="1011608" y="24273"/>
                </a:cubicBezTo>
                <a:cubicBezTo>
                  <a:pt x="1008742" y="31188"/>
                  <a:pt x="1007309" y="38832"/>
                  <a:pt x="1007309" y="47203"/>
                </a:cubicBezTo>
                <a:cubicBezTo>
                  <a:pt x="1007263" y="55529"/>
                  <a:pt x="1008310" y="63059"/>
                  <a:pt x="1010448" y="69793"/>
                </a:cubicBezTo>
                <a:cubicBezTo>
                  <a:pt x="1012541" y="76617"/>
                  <a:pt x="1015817" y="81758"/>
                  <a:pt x="1020276" y="85216"/>
                </a:cubicBezTo>
                <a:cubicBezTo>
                  <a:pt x="1024689" y="88719"/>
                  <a:pt x="1030467" y="90471"/>
                  <a:pt x="1037610" y="90471"/>
                </a:cubicBezTo>
                <a:cubicBezTo>
                  <a:pt x="1043388" y="90471"/>
                  <a:pt x="1048734" y="89197"/>
                  <a:pt x="1053648" y="86649"/>
                </a:cubicBezTo>
                <a:cubicBezTo>
                  <a:pt x="1058425" y="84147"/>
                  <a:pt x="1063521" y="79756"/>
                  <a:pt x="1068935" y="73478"/>
                </a:cubicBezTo>
                <a:lnTo>
                  <a:pt x="1068935" y="81463"/>
                </a:lnTo>
                <a:cubicBezTo>
                  <a:pt x="1063748" y="86922"/>
                  <a:pt x="1058357" y="90835"/>
                  <a:pt x="1052761" y="93201"/>
                </a:cubicBezTo>
                <a:cubicBezTo>
                  <a:pt x="1047073" y="95658"/>
                  <a:pt x="1040499" y="96886"/>
                  <a:pt x="1033038" y="96886"/>
                </a:cubicBezTo>
                <a:cubicBezTo>
                  <a:pt x="1023119" y="96886"/>
                  <a:pt x="1014361" y="94907"/>
                  <a:pt x="1006763" y="90949"/>
                </a:cubicBezTo>
                <a:cubicBezTo>
                  <a:pt x="999028" y="87036"/>
                  <a:pt x="993114" y="81349"/>
                  <a:pt x="989019" y="73887"/>
                </a:cubicBezTo>
                <a:cubicBezTo>
                  <a:pt x="984833" y="66517"/>
                  <a:pt x="982740" y="58623"/>
                  <a:pt x="982740" y="50206"/>
                </a:cubicBezTo>
                <a:cubicBezTo>
                  <a:pt x="982740" y="41425"/>
                  <a:pt x="985061" y="33054"/>
                  <a:pt x="989702" y="25092"/>
                </a:cubicBezTo>
                <a:cubicBezTo>
                  <a:pt x="994251" y="17175"/>
                  <a:pt x="1000484" y="11033"/>
                  <a:pt x="1008401" y="6665"/>
                </a:cubicBezTo>
                <a:cubicBezTo>
                  <a:pt x="1016226" y="2298"/>
                  <a:pt x="1024552" y="114"/>
                  <a:pt x="1033379" y="114"/>
                </a:cubicBezTo>
                <a:cubicBezTo>
                  <a:pt x="1039839" y="159"/>
                  <a:pt x="1046709" y="1570"/>
                  <a:pt x="1053989" y="4345"/>
                </a:cubicBezTo>
                <a:cubicBezTo>
                  <a:pt x="1058129" y="5983"/>
                  <a:pt x="1060791" y="6802"/>
                  <a:pt x="1061974" y="6802"/>
                </a:cubicBezTo>
                <a:cubicBezTo>
                  <a:pt x="1063384" y="6802"/>
                  <a:pt x="1064658" y="6256"/>
                  <a:pt x="1065795" y="5164"/>
                </a:cubicBezTo>
                <a:cubicBezTo>
                  <a:pt x="1066796" y="4163"/>
                  <a:pt x="1067479" y="2480"/>
                  <a:pt x="1067843" y="114"/>
                </a:cubicBezTo>
                <a:lnTo>
                  <a:pt x="1070504" y="114"/>
                </a:lnTo>
                <a:close/>
                <a:moveTo>
                  <a:pt x="1241970" y="68428"/>
                </a:moveTo>
                <a:lnTo>
                  <a:pt x="1209280" y="68428"/>
                </a:lnTo>
                <a:lnTo>
                  <a:pt x="1205390" y="77436"/>
                </a:lnTo>
                <a:cubicBezTo>
                  <a:pt x="1204071" y="80439"/>
                  <a:pt x="1203434" y="82918"/>
                  <a:pt x="1203479" y="84875"/>
                </a:cubicBezTo>
                <a:cubicBezTo>
                  <a:pt x="1203434" y="87468"/>
                  <a:pt x="1204480" y="89379"/>
                  <a:pt x="1206619" y="90607"/>
                </a:cubicBezTo>
                <a:cubicBezTo>
                  <a:pt x="1207802" y="91381"/>
                  <a:pt x="1210827" y="91927"/>
                  <a:pt x="1215695" y="92245"/>
                </a:cubicBezTo>
                <a:lnTo>
                  <a:pt x="1215695" y="94770"/>
                </a:lnTo>
                <a:lnTo>
                  <a:pt x="1184917" y="94770"/>
                </a:lnTo>
                <a:lnTo>
                  <a:pt x="1184917" y="92245"/>
                </a:lnTo>
                <a:cubicBezTo>
                  <a:pt x="1188238" y="91790"/>
                  <a:pt x="1190968" y="90403"/>
                  <a:pt x="1193106" y="88082"/>
                </a:cubicBezTo>
                <a:cubicBezTo>
                  <a:pt x="1195199" y="85853"/>
                  <a:pt x="1197838" y="81212"/>
                  <a:pt x="1201023" y="74160"/>
                </a:cubicBezTo>
                <a:lnTo>
                  <a:pt x="1234122" y="318"/>
                </a:lnTo>
                <a:lnTo>
                  <a:pt x="1235418" y="318"/>
                </a:lnTo>
                <a:lnTo>
                  <a:pt x="1268791" y="76208"/>
                </a:lnTo>
                <a:cubicBezTo>
                  <a:pt x="1271975" y="83442"/>
                  <a:pt x="1274591" y="87969"/>
                  <a:pt x="1276639" y="89789"/>
                </a:cubicBezTo>
                <a:cubicBezTo>
                  <a:pt x="1278186" y="91244"/>
                  <a:pt x="1280370" y="92063"/>
                  <a:pt x="1283190" y="92245"/>
                </a:cubicBezTo>
                <a:lnTo>
                  <a:pt x="1283190" y="94770"/>
                </a:lnTo>
                <a:lnTo>
                  <a:pt x="1238421" y="94770"/>
                </a:lnTo>
                <a:lnTo>
                  <a:pt x="1238421" y="92245"/>
                </a:lnTo>
                <a:lnTo>
                  <a:pt x="1240264" y="92245"/>
                </a:lnTo>
                <a:cubicBezTo>
                  <a:pt x="1243858" y="92291"/>
                  <a:pt x="1246383" y="91790"/>
                  <a:pt x="1247839" y="90744"/>
                </a:cubicBezTo>
                <a:cubicBezTo>
                  <a:pt x="1248840" y="90016"/>
                  <a:pt x="1249341" y="88970"/>
                  <a:pt x="1249341" y="87605"/>
                </a:cubicBezTo>
                <a:cubicBezTo>
                  <a:pt x="1249341" y="86831"/>
                  <a:pt x="1249204" y="85990"/>
                  <a:pt x="1248931" y="85080"/>
                </a:cubicBezTo>
                <a:cubicBezTo>
                  <a:pt x="1248840" y="84670"/>
                  <a:pt x="1248158" y="82964"/>
                  <a:pt x="1246884" y="79961"/>
                </a:cubicBezTo>
                <a:lnTo>
                  <a:pt x="1241970" y="68428"/>
                </a:lnTo>
                <a:moveTo>
                  <a:pt x="1239650" y="63377"/>
                </a:moveTo>
                <a:lnTo>
                  <a:pt x="1225864" y="31507"/>
                </a:lnTo>
                <a:lnTo>
                  <a:pt x="1211669" y="63377"/>
                </a:lnTo>
                <a:lnTo>
                  <a:pt x="1239650" y="63377"/>
                </a:lnTo>
                <a:close/>
                <a:moveTo>
                  <a:pt x="1311833" y="30961"/>
                </a:moveTo>
                <a:lnTo>
                  <a:pt x="1311833" y="39219"/>
                </a:lnTo>
                <a:cubicBezTo>
                  <a:pt x="1315109" y="35670"/>
                  <a:pt x="1318248" y="33076"/>
                  <a:pt x="1321251" y="31439"/>
                </a:cubicBezTo>
                <a:cubicBezTo>
                  <a:pt x="1324208" y="29892"/>
                  <a:pt x="1327438" y="29095"/>
                  <a:pt x="1330942" y="29050"/>
                </a:cubicBezTo>
                <a:cubicBezTo>
                  <a:pt x="1335082" y="29095"/>
                  <a:pt x="1338517" y="30233"/>
                  <a:pt x="1341247" y="32462"/>
                </a:cubicBezTo>
                <a:cubicBezTo>
                  <a:pt x="1343976" y="34783"/>
                  <a:pt x="1345796" y="37649"/>
                  <a:pt x="1346706" y="41061"/>
                </a:cubicBezTo>
                <a:cubicBezTo>
                  <a:pt x="1347434" y="43654"/>
                  <a:pt x="1347798" y="48636"/>
                  <a:pt x="1347798" y="56007"/>
                </a:cubicBezTo>
                <a:lnTo>
                  <a:pt x="1347798" y="80848"/>
                </a:lnTo>
                <a:cubicBezTo>
                  <a:pt x="1347798" y="85808"/>
                  <a:pt x="1348253" y="88856"/>
                  <a:pt x="1349163" y="89993"/>
                </a:cubicBezTo>
                <a:cubicBezTo>
                  <a:pt x="1350028" y="91222"/>
                  <a:pt x="1351870" y="91995"/>
                  <a:pt x="1354691" y="92314"/>
                </a:cubicBezTo>
                <a:lnTo>
                  <a:pt x="1354691" y="94770"/>
                </a:lnTo>
                <a:lnTo>
                  <a:pt x="1322411" y="94770"/>
                </a:lnTo>
                <a:lnTo>
                  <a:pt x="1322411" y="92314"/>
                </a:lnTo>
                <a:cubicBezTo>
                  <a:pt x="1324777" y="92041"/>
                  <a:pt x="1326506" y="91040"/>
                  <a:pt x="1327598" y="89311"/>
                </a:cubicBezTo>
                <a:cubicBezTo>
                  <a:pt x="1328326" y="88173"/>
                  <a:pt x="1328689" y="85353"/>
                  <a:pt x="1328689" y="80848"/>
                </a:cubicBezTo>
                <a:lnTo>
                  <a:pt x="1328689" y="52458"/>
                </a:lnTo>
                <a:cubicBezTo>
                  <a:pt x="1328689" y="47226"/>
                  <a:pt x="1328485" y="43927"/>
                  <a:pt x="1328075" y="42563"/>
                </a:cubicBezTo>
                <a:cubicBezTo>
                  <a:pt x="1327666" y="41198"/>
                  <a:pt x="1326983" y="40128"/>
                  <a:pt x="1326028" y="39355"/>
                </a:cubicBezTo>
                <a:cubicBezTo>
                  <a:pt x="1324981" y="38627"/>
                  <a:pt x="1323890" y="38263"/>
                  <a:pt x="1322752" y="38263"/>
                </a:cubicBezTo>
                <a:cubicBezTo>
                  <a:pt x="1318794" y="38263"/>
                  <a:pt x="1315154" y="41061"/>
                  <a:pt x="1311833" y="46657"/>
                </a:cubicBezTo>
                <a:lnTo>
                  <a:pt x="1311833" y="80848"/>
                </a:lnTo>
                <a:cubicBezTo>
                  <a:pt x="1311833" y="85626"/>
                  <a:pt x="1312288" y="88651"/>
                  <a:pt x="1313198" y="89925"/>
                </a:cubicBezTo>
                <a:cubicBezTo>
                  <a:pt x="1314062" y="91244"/>
                  <a:pt x="1315700" y="92041"/>
                  <a:pt x="1318111" y="92314"/>
                </a:cubicBezTo>
                <a:lnTo>
                  <a:pt x="1318111" y="94770"/>
                </a:lnTo>
                <a:lnTo>
                  <a:pt x="1285831" y="94770"/>
                </a:lnTo>
                <a:lnTo>
                  <a:pt x="1285831" y="92314"/>
                </a:lnTo>
                <a:cubicBezTo>
                  <a:pt x="1288470" y="92041"/>
                  <a:pt x="1290381" y="91176"/>
                  <a:pt x="1291564" y="89720"/>
                </a:cubicBezTo>
                <a:cubicBezTo>
                  <a:pt x="1292292" y="88719"/>
                  <a:pt x="1292679" y="85762"/>
                  <a:pt x="1292724" y="80848"/>
                </a:cubicBezTo>
                <a:lnTo>
                  <a:pt x="1292724" y="44815"/>
                </a:lnTo>
                <a:cubicBezTo>
                  <a:pt x="1292724" y="39992"/>
                  <a:pt x="1292292" y="36989"/>
                  <a:pt x="1291427" y="35806"/>
                </a:cubicBezTo>
                <a:cubicBezTo>
                  <a:pt x="1290472" y="34669"/>
                  <a:pt x="1288607" y="33895"/>
                  <a:pt x="1285831" y="33486"/>
                </a:cubicBezTo>
                <a:lnTo>
                  <a:pt x="1285831" y="30961"/>
                </a:lnTo>
                <a:lnTo>
                  <a:pt x="1311833" y="30961"/>
                </a:lnTo>
                <a:close/>
                <a:moveTo>
                  <a:pt x="1390832" y="30961"/>
                </a:moveTo>
                <a:lnTo>
                  <a:pt x="1390832" y="39219"/>
                </a:lnTo>
                <a:cubicBezTo>
                  <a:pt x="1394108" y="35670"/>
                  <a:pt x="1397247" y="33076"/>
                  <a:pt x="1400250" y="31439"/>
                </a:cubicBezTo>
                <a:cubicBezTo>
                  <a:pt x="1403207" y="29892"/>
                  <a:pt x="1406437" y="29095"/>
                  <a:pt x="1409941" y="29050"/>
                </a:cubicBezTo>
                <a:cubicBezTo>
                  <a:pt x="1414081" y="29095"/>
                  <a:pt x="1417516" y="30233"/>
                  <a:pt x="1420246" y="32462"/>
                </a:cubicBezTo>
                <a:cubicBezTo>
                  <a:pt x="1422976" y="34783"/>
                  <a:pt x="1424795" y="37649"/>
                  <a:pt x="1425705" y="41061"/>
                </a:cubicBezTo>
                <a:cubicBezTo>
                  <a:pt x="1426433" y="43654"/>
                  <a:pt x="1426797" y="48636"/>
                  <a:pt x="1426797" y="56007"/>
                </a:cubicBezTo>
                <a:lnTo>
                  <a:pt x="1426797" y="80848"/>
                </a:lnTo>
                <a:cubicBezTo>
                  <a:pt x="1426797" y="85808"/>
                  <a:pt x="1427252" y="88856"/>
                  <a:pt x="1428162" y="89993"/>
                </a:cubicBezTo>
                <a:cubicBezTo>
                  <a:pt x="1429027" y="91222"/>
                  <a:pt x="1430869" y="91995"/>
                  <a:pt x="1433690" y="92314"/>
                </a:cubicBezTo>
                <a:lnTo>
                  <a:pt x="1433690" y="94770"/>
                </a:lnTo>
                <a:lnTo>
                  <a:pt x="1401410" y="94770"/>
                </a:lnTo>
                <a:lnTo>
                  <a:pt x="1401410" y="92314"/>
                </a:lnTo>
                <a:cubicBezTo>
                  <a:pt x="1403776" y="92041"/>
                  <a:pt x="1405505" y="91040"/>
                  <a:pt x="1406597" y="89311"/>
                </a:cubicBezTo>
                <a:cubicBezTo>
                  <a:pt x="1407325" y="88173"/>
                  <a:pt x="1407688" y="85353"/>
                  <a:pt x="1407688" y="80848"/>
                </a:cubicBezTo>
                <a:lnTo>
                  <a:pt x="1407688" y="52458"/>
                </a:lnTo>
                <a:cubicBezTo>
                  <a:pt x="1407688" y="47226"/>
                  <a:pt x="1407484" y="43927"/>
                  <a:pt x="1407074" y="42563"/>
                </a:cubicBezTo>
                <a:cubicBezTo>
                  <a:pt x="1406665" y="41198"/>
                  <a:pt x="1405982" y="40128"/>
                  <a:pt x="1405027" y="39355"/>
                </a:cubicBezTo>
                <a:cubicBezTo>
                  <a:pt x="1403980" y="38627"/>
                  <a:pt x="1402889" y="38263"/>
                  <a:pt x="1401751" y="38263"/>
                </a:cubicBezTo>
                <a:cubicBezTo>
                  <a:pt x="1397793" y="38263"/>
                  <a:pt x="1394153" y="41061"/>
                  <a:pt x="1390832" y="46657"/>
                </a:cubicBezTo>
                <a:lnTo>
                  <a:pt x="1390832" y="80848"/>
                </a:lnTo>
                <a:cubicBezTo>
                  <a:pt x="1390832" y="85626"/>
                  <a:pt x="1391287" y="88651"/>
                  <a:pt x="1392197" y="89925"/>
                </a:cubicBezTo>
                <a:cubicBezTo>
                  <a:pt x="1393061" y="91244"/>
                  <a:pt x="1394699" y="92041"/>
                  <a:pt x="1397110" y="92314"/>
                </a:cubicBezTo>
                <a:lnTo>
                  <a:pt x="1397110" y="94770"/>
                </a:lnTo>
                <a:lnTo>
                  <a:pt x="1364830" y="94770"/>
                </a:lnTo>
                <a:lnTo>
                  <a:pt x="1364830" y="92314"/>
                </a:lnTo>
                <a:cubicBezTo>
                  <a:pt x="1367469" y="92041"/>
                  <a:pt x="1369380" y="91176"/>
                  <a:pt x="1370563" y="89720"/>
                </a:cubicBezTo>
                <a:cubicBezTo>
                  <a:pt x="1371291" y="88719"/>
                  <a:pt x="1371678" y="85762"/>
                  <a:pt x="1371723" y="80848"/>
                </a:cubicBezTo>
                <a:lnTo>
                  <a:pt x="1371723" y="44815"/>
                </a:lnTo>
                <a:cubicBezTo>
                  <a:pt x="1371723" y="39992"/>
                  <a:pt x="1371291" y="36989"/>
                  <a:pt x="1370426" y="35806"/>
                </a:cubicBezTo>
                <a:cubicBezTo>
                  <a:pt x="1369471" y="34669"/>
                  <a:pt x="1367606" y="33895"/>
                  <a:pt x="1364830" y="33486"/>
                </a:cubicBezTo>
                <a:lnTo>
                  <a:pt x="1364830" y="30961"/>
                </a:lnTo>
                <a:lnTo>
                  <a:pt x="1390832" y="30961"/>
                </a:lnTo>
                <a:close/>
                <a:moveTo>
                  <a:pt x="1473857" y="29050"/>
                </a:moveTo>
                <a:cubicBezTo>
                  <a:pt x="1479362" y="29050"/>
                  <a:pt x="1484526" y="30483"/>
                  <a:pt x="1489349" y="33349"/>
                </a:cubicBezTo>
                <a:cubicBezTo>
                  <a:pt x="1494080" y="36261"/>
                  <a:pt x="1497720" y="40333"/>
                  <a:pt x="1500268" y="45565"/>
                </a:cubicBezTo>
                <a:cubicBezTo>
                  <a:pt x="1502725" y="50843"/>
                  <a:pt x="1503953" y="56621"/>
                  <a:pt x="1503953" y="62900"/>
                </a:cubicBezTo>
                <a:cubicBezTo>
                  <a:pt x="1503908" y="71999"/>
                  <a:pt x="1501610" y="79574"/>
                  <a:pt x="1497060" y="85626"/>
                </a:cubicBezTo>
                <a:cubicBezTo>
                  <a:pt x="1491464" y="92996"/>
                  <a:pt x="1483798" y="96681"/>
                  <a:pt x="1474061" y="96681"/>
                </a:cubicBezTo>
                <a:cubicBezTo>
                  <a:pt x="1464416" y="96727"/>
                  <a:pt x="1457023" y="93360"/>
                  <a:pt x="1451882" y="86581"/>
                </a:cubicBezTo>
                <a:cubicBezTo>
                  <a:pt x="1446695" y="79847"/>
                  <a:pt x="1444102" y="72045"/>
                  <a:pt x="1444102" y="63173"/>
                </a:cubicBezTo>
                <a:cubicBezTo>
                  <a:pt x="1444102" y="54028"/>
                  <a:pt x="1446763" y="46043"/>
                  <a:pt x="1452086" y="39219"/>
                </a:cubicBezTo>
                <a:cubicBezTo>
                  <a:pt x="1457319" y="32485"/>
                  <a:pt x="1464575" y="29095"/>
                  <a:pt x="1473857" y="29050"/>
                </a:cubicBezTo>
                <a:moveTo>
                  <a:pt x="1474130" y="33895"/>
                </a:moveTo>
                <a:cubicBezTo>
                  <a:pt x="1471809" y="33941"/>
                  <a:pt x="1469830" y="34805"/>
                  <a:pt x="1468192" y="36489"/>
                </a:cubicBezTo>
                <a:cubicBezTo>
                  <a:pt x="1466463" y="38309"/>
                  <a:pt x="1465372" y="41766"/>
                  <a:pt x="1464917" y="46862"/>
                </a:cubicBezTo>
                <a:cubicBezTo>
                  <a:pt x="1464371" y="52049"/>
                  <a:pt x="1464098" y="59237"/>
                  <a:pt x="1464098" y="68428"/>
                </a:cubicBezTo>
                <a:cubicBezTo>
                  <a:pt x="1464098" y="73296"/>
                  <a:pt x="1464416" y="77846"/>
                  <a:pt x="1465053" y="82077"/>
                </a:cubicBezTo>
                <a:cubicBezTo>
                  <a:pt x="1465508" y="85307"/>
                  <a:pt x="1466577" y="87764"/>
                  <a:pt x="1468261" y="89447"/>
                </a:cubicBezTo>
                <a:cubicBezTo>
                  <a:pt x="1469853" y="91176"/>
                  <a:pt x="1471718" y="92018"/>
                  <a:pt x="1473857" y="91972"/>
                </a:cubicBezTo>
                <a:cubicBezTo>
                  <a:pt x="1475904" y="92018"/>
                  <a:pt x="1477610" y="91449"/>
                  <a:pt x="1478975" y="90266"/>
                </a:cubicBezTo>
                <a:cubicBezTo>
                  <a:pt x="1480704" y="88765"/>
                  <a:pt x="1481887" y="86604"/>
                  <a:pt x="1482524" y="83783"/>
                </a:cubicBezTo>
                <a:cubicBezTo>
                  <a:pt x="1483388" y="79506"/>
                  <a:pt x="1483843" y="70771"/>
                  <a:pt x="1483889" y="57577"/>
                </a:cubicBezTo>
                <a:cubicBezTo>
                  <a:pt x="1483889" y="49888"/>
                  <a:pt x="1483457" y="44564"/>
                  <a:pt x="1482592" y="41607"/>
                </a:cubicBezTo>
                <a:cubicBezTo>
                  <a:pt x="1481682" y="38741"/>
                  <a:pt x="1480408" y="36648"/>
                  <a:pt x="1478770" y="35329"/>
                </a:cubicBezTo>
                <a:cubicBezTo>
                  <a:pt x="1477588" y="34373"/>
                  <a:pt x="1476041" y="33895"/>
                  <a:pt x="1474130" y="33895"/>
                </a:cubicBezTo>
                <a:close/>
                <a:moveTo>
                  <a:pt x="1542002" y="7621"/>
                </a:moveTo>
                <a:lnTo>
                  <a:pt x="1542002" y="30961"/>
                </a:lnTo>
                <a:lnTo>
                  <a:pt x="1557152" y="30961"/>
                </a:lnTo>
                <a:lnTo>
                  <a:pt x="1557152" y="37717"/>
                </a:lnTo>
                <a:lnTo>
                  <a:pt x="1542002" y="37717"/>
                </a:lnTo>
                <a:lnTo>
                  <a:pt x="1542002" y="77095"/>
                </a:lnTo>
                <a:cubicBezTo>
                  <a:pt x="1542002" y="80826"/>
                  <a:pt x="1542184" y="83191"/>
                  <a:pt x="1542548" y="84192"/>
                </a:cubicBezTo>
                <a:cubicBezTo>
                  <a:pt x="1542821" y="85330"/>
                  <a:pt x="1543412" y="86194"/>
                  <a:pt x="1544322" y="86786"/>
                </a:cubicBezTo>
                <a:cubicBezTo>
                  <a:pt x="1545141" y="87468"/>
                  <a:pt x="1545937" y="87809"/>
                  <a:pt x="1546711" y="87809"/>
                </a:cubicBezTo>
                <a:cubicBezTo>
                  <a:pt x="1549623" y="87809"/>
                  <a:pt x="1552421" y="85557"/>
                  <a:pt x="1555105" y="81053"/>
                </a:cubicBezTo>
                <a:lnTo>
                  <a:pt x="1557152" y="82554"/>
                </a:lnTo>
                <a:cubicBezTo>
                  <a:pt x="1553422" y="91290"/>
                  <a:pt x="1547439" y="95658"/>
                  <a:pt x="1539204" y="95658"/>
                </a:cubicBezTo>
                <a:cubicBezTo>
                  <a:pt x="1535154" y="95658"/>
                  <a:pt x="1531742" y="94520"/>
                  <a:pt x="1528967" y="92245"/>
                </a:cubicBezTo>
                <a:cubicBezTo>
                  <a:pt x="1526101" y="90062"/>
                  <a:pt x="1524303" y="87559"/>
                  <a:pt x="1523575" y="84738"/>
                </a:cubicBezTo>
                <a:cubicBezTo>
                  <a:pt x="1523075" y="83191"/>
                  <a:pt x="1522848" y="79006"/>
                  <a:pt x="1522893" y="72181"/>
                </a:cubicBezTo>
                <a:lnTo>
                  <a:pt x="1522893" y="37717"/>
                </a:lnTo>
                <a:lnTo>
                  <a:pt x="1514567" y="37717"/>
                </a:lnTo>
                <a:lnTo>
                  <a:pt x="1514567" y="35329"/>
                </a:lnTo>
                <a:cubicBezTo>
                  <a:pt x="1520300" y="31325"/>
                  <a:pt x="1525191" y="27071"/>
                  <a:pt x="1529240" y="22567"/>
                </a:cubicBezTo>
                <a:cubicBezTo>
                  <a:pt x="1533244" y="18153"/>
                  <a:pt x="1536747" y="13171"/>
                  <a:pt x="1539750" y="7621"/>
                </a:cubicBezTo>
                <a:lnTo>
                  <a:pt x="1542002" y="7621"/>
                </a:lnTo>
                <a:close/>
                <a:moveTo>
                  <a:pt x="1600512" y="85353"/>
                </a:moveTo>
                <a:cubicBezTo>
                  <a:pt x="1592732" y="92268"/>
                  <a:pt x="1585748" y="95703"/>
                  <a:pt x="1579560" y="95658"/>
                </a:cubicBezTo>
                <a:cubicBezTo>
                  <a:pt x="1575875" y="95658"/>
                  <a:pt x="1572850" y="94452"/>
                  <a:pt x="1570484" y="92041"/>
                </a:cubicBezTo>
                <a:cubicBezTo>
                  <a:pt x="1568072" y="89720"/>
                  <a:pt x="1566867" y="86740"/>
                  <a:pt x="1566867" y="83100"/>
                </a:cubicBezTo>
                <a:cubicBezTo>
                  <a:pt x="1566867" y="78278"/>
                  <a:pt x="1568960" y="73887"/>
                  <a:pt x="1573145" y="69929"/>
                </a:cubicBezTo>
                <a:cubicBezTo>
                  <a:pt x="1577286" y="66107"/>
                  <a:pt x="1586408" y="60943"/>
                  <a:pt x="1600512" y="54437"/>
                </a:cubicBezTo>
                <a:lnTo>
                  <a:pt x="1600512" y="48022"/>
                </a:lnTo>
                <a:cubicBezTo>
                  <a:pt x="1600466" y="43245"/>
                  <a:pt x="1600216" y="40197"/>
                  <a:pt x="1599761" y="38877"/>
                </a:cubicBezTo>
                <a:cubicBezTo>
                  <a:pt x="1599170" y="37649"/>
                  <a:pt x="1598169" y="36557"/>
                  <a:pt x="1596758" y="35601"/>
                </a:cubicBezTo>
                <a:cubicBezTo>
                  <a:pt x="1595302" y="34737"/>
                  <a:pt x="1593664" y="34282"/>
                  <a:pt x="1591845" y="34237"/>
                </a:cubicBezTo>
                <a:cubicBezTo>
                  <a:pt x="1588887" y="34282"/>
                  <a:pt x="1586453" y="34942"/>
                  <a:pt x="1584542" y="36216"/>
                </a:cubicBezTo>
                <a:cubicBezTo>
                  <a:pt x="1583359" y="37035"/>
                  <a:pt x="1582768" y="37990"/>
                  <a:pt x="1582768" y="39082"/>
                </a:cubicBezTo>
                <a:cubicBezTo>
                  <a:pt x="1582722" y="40037"/>
                  <a:pt x="1583359" y="41220"/>
                  <a:pt x="1584679" y="42631"/>
                </a:cubicBezTo>
                <a:cubicBezTo>
                  <a:pt x="1586362" y="44633"/>
                  <a:pt x="1587227" y="46521"/>
                  <a:pt x="1587272" y="48295"/>
                </a:cubicBezTo>
                <a:cubicBezTo>
                  <a:pt x="1587272" y="50570"/>
                  <a:pt x="1586453" y="52458"/>
                  <a:pt x="1584815" y="53960"/>
                </a:cubicBezTo>
                <a:cubicBezTo>
                  <a:pt x="1583086" y="55552"/>
                  <a:pt x="1580903" y="56348"/>
                  <a:pt x="1578264" y="56348"/>
                </a:cubicBezTo>
                <a:cubicBezTo>
                  <a:pt x="1575397" y="56348"/>
                  <a:pt x="1573009" y="55484"/>
                  <a:pt x="1571098" y="53755"/>
                </a:cubicBezTo>
                <a:cubicBezTo>
                  <a:pt x="1569096" y="52071"/>
                  <a:pt x="1568118" y="50047"/>
                  <a:pt x="1568163" y="47681"/>
                </a:cubicBezTo>
                <a:cubicBezTo>
                  <a:pt x="1568163" y="44405"/>
                  <a:pt x="1569460" y="41266"/>
                  <a:pt x="1572053" y="38263"/>
                </a:cubicBezTo>
                <a:cubicBezTo>
                  <a:pt x="1574647" y="35351"/>
                  <a:pt x="1578264" y="33076"/>
                  <a:pt x="1582904" y="31439"/>
                </a:cubicBezTo>
                <a:cubicBezTo>
                  <a:pt x="1587545" y="29892"/>
                  <a:pt x="1592368" y="29095"/>
                  <a:pt x="1597372" y="29050"/>
                </a:cubicBezTo>
                <a:cubicBezTo>
                  <a:pt x="1603424" y="29095"/>
                  <a:pt x="1608224" y="30369"/>
                  <a:pt x="1611772" y="32872"/>
                </a:cubicBezTo>
                <a:cubicBezTo>
                  <a:pt x="1615230" y="35465"/>
                  <a:pt x="1617505" y="38263"/>
                  <a:pt x="1618597" y="41266"/>
                </a:cubicBezTo>
                <a:cubicBezTo>
                  <a:pt x="1619188" y="43177"/>
                  <a:pt x="1619507" y="47567"/>
                  <a:pt x="1619552" y="54437"/>
                </a:cubicBezTo>
                <a:lnTo>
                  <a:pt x="1619552" y="79210"/>
                </a:lnTo>
                <a:cubicBezTo>
                  <a:pt x="1619552" y="82168"/>
                  <a:pt x="1619666" y="83988"/>
                  <a:pt x="1619894" y="84670"/>
                </a:cubicBezTo>
                <a:cubicBezTo>
                  <a:pt x="1620076" y="85489"/>
                  <a:pt x="1620417" y="86058"/>
                  <a:pt x="1620917" y="86376"/>
                </a:cubicBezTo>
                <a:cubicBezTo>
                  <a:pt x="1621327" y="86740"/>
                  <a:pt x="1621850" y="86922"/>
                  <a:pt x="1622487" y="86922"/>
                </a:cubicBezTo>
                <a:cubicBezTo>
                  <a:pt x="1623624" y="86968"/>
                  <a:pt x="1624830" y="86126"/>
                  <a:pt x="1626104" y="84397"/>
                </a:cubicBezTo>
                <a:lnTo>
                  <a:pt x="1628151" y="86035"/>
                </a:lnTo>
                <a:cubicBezTo>
                  <a:pt x="1625831" y="89402"/>
                  <a:pt x="1623488" y="91836"/>
                  <a:pt x="1621122" y="93337"/>
                </a:cubicBezTo>
                <a:cubicBezTo>
                  <a:pt x="1618620" y="94930"/>
                  <a:pt x="1615844" y="95703"/>
                  <a:pt x="1612796" y="95658"/>
                </a:cubicBezTo>
                <a:cubicBezTo>
                  <a:pt x="1609156" y="95658"/>
                  <a:pt x="1606313" y="94793"/>
                  <a:pt x="1604265" y="93064"/>
                </a:cubicBezTo>
                <a:cubicBezTo>
                  <a:pt x="1602218" y="91426"/>
                  <a:pt x="1600967" y="88856"/>
                  <a:pt x="1600512" y="85353"/>
                </a:cubicBezTo>
                <a:moveTo>
                  <a:pt x="1600512" y="80371"/>
                </a:moveTo>
                <a:lnTo>
                  <a:pt x="1600512" y="59010"/>
                </a:lnTo>
                <a:cubicBezTo>
                  <a:pt x="1594961" y="62240"/>
                  <a:pt x="1590866" y="65698"/>
                  <a:pt x="1588228" y="69383"/>
                </a:cubicBezTo>
                <a:cubicBezTo>
                  <a:pt x="1586453" y="71840"/>
                  <a:pt x="1585566" y="74320"/>
                  <a:pt x="1585566" y="76822"/>
                </a:cubicBezTo>
                <a:cubicBezTo>
                  <a:pt x="1585566" y="78960"/>
                  <a:pt x="1586317" y="80803"/>
                  <a:pt x="1587818" y="82350"/>
                </a:cubicBezTo>
                <a:cubicBezTo>
                  <a:pt x="1588956" y="83578"/>
                  <a:pt x="1590548" y="84192"/>
                  <a:pt x="1592595" y="84192"/>
                </a:cubicBezTo>
                <a:cubicBezTo>
                  <a:pt x="1594825" y="84192"/>
                  <a:pt x="1597463" y="82918"/>
                  <a:pt x="1600512" y="80371"/>
                </a:cubicBezTo>
                <a:close/>
                <a:moveTo>
                  <a:pt x="1663538" y="7621"/>
                </a:moveTo>
                <a:lnTo>
                  <a:pt x="1663538" y="30961"/>
                </a:lnTo>
                <a:lnTo>
                  <a:pt x="1678689" y="30961"/>
                </a:lnTo>
                <a:lnTo>
                  <a:pt x="1678689" y="37717"/>
                </a:lnTo>
                <a:lnTo>
                  <a:pt x="1663538" y="37717"/>
                </a:lnTo>
                <a:lnTo>
                  <a:pt x="1663538" y="77095"/>
                </a:lnTo>
                <a:cubicBezTo>
                  <a:pt x="1663538" y="80826"/>
                  <a:pt x="1663720" y="83191"/>
                  <a:pt x="1664084" y="84192"/>
                </a:cubicBezTo>
                <a:cubicBezTo>
                  <a:pt x="1664357" y="85330"/>
                  <a:pt x="1664949" y="86194"/>
                  <a:pt x="1665859" y="86786"/>
                </a:cubicBezTo>
                <a:cubicBezTo>
                  <a:pt x="1666678" y="87468"/>
                  <a:pt x="1667474" y="87809"/>
                  <a:pt x="1668247" y="87809"/>
                </a:cubicBezTo>
                <a:cubicBezTo>
                  <a:pt x="1671159" y="87809"/>
                  <a:pt x="1673957" y="85557"/>
                  <a:pt x="1676642" y="81053"/>
                </a:cubicBezTo>
                <a:lnTo>
                  <a:pt x="1678689" y="82554"/>
                </a:lnTo>
                <a:cubicBezTo>
                  <a:pt x="1674958" y="91290"/>
                  <a:pt x="1668975" y="95658"/>
                  <a:pt x="1660740" y="95658"/>
                </a:cubicBezTo>
                <a:cubicBezTo>
                  <a:pt x="1656691" y="95658"/>
                  <a:pt x="1653279" y="94520"/>
                  <a:pt x="1650504" y="92245"/>
                </a:cubicBezTo>
                <a:cubicBezTo>
                  <a:pt x="1647637" y="90062"/>
                  <a:pt x="1645840" y="87559"/>
                  <a:pt x="1645112" y="84738"/>
                </a:cubicBezTo>
                <a:cubicBezTo>
                  <a:pt x="1644612" y="83191"/>
                  <a:pt x="1644384" y="79006"/>
                  <a:pt x="1644430" y="72181"/>
                </a:cubicBezTo>
                <a:lnTo>
                  <a:pt x="1644430" y="37717"/>
                </a:lnTo>
                <a:lnTo>
                  <a:pt x="1636104" y="37717"/>
                </a:lnTo>
                <a:lnTo>
                  <a:pt x="1636104" y="35329"/>
                </a:lnTo>
                <a:cubicBezTo>
                  <a:pt x="1641836" y="31325"/>
                  <a:pt x="1646727" y="27071"/>
                  <a:pt x="1650776" y="22567"/>
                </a:cubicBezTo>
                <a:cubicBezTo>
                  <a:pt x="1654780" y="18153"/>
                  <a:pt x="1658284" y="13171"/>
                  <a:pt x="1661286" y="7621"/>
                </a:cubicBezTo>
                <a:lnTo>
                  <a:pt x="1663538" y="7621"/>
                </a:lnTo>
                <a:close/>
                <a:moveTo>
                  <a:pt x="1702189" y="45"/>
                </a:moveTo>
                <a:cubicBezTo>
                  <a:pt x="1705101" y="45"/>
                  <a:pt x="1707603" y="1069"/>
                  <a:pt x="1709696" y="3117"/>
                </a:cubicBezTo>
                <a:cubicBezTo>
                  <a:pt x="1711743" y="5255"/>
                  <a:pt x="1712767" y="7757"/>
                  <a:pt x="1712767" y="10624"/>
                </a:cubicBezTo>
                <a:cubicBezTo>
                  <a:pt x="1712767" y="13581"/>
                  <a:pt x="1711743" y="16060"/>
                  <a:pt x="1709696" y="18062"/>
                </a:cubicBezTo>
                <a:cubicBezTo>
                  <a:pt x="1707558" y="20110"/>
                  <a:pt x="1705055" y="21133"/>
                  <a:pt x="1702189" y="21133"/>
                </a:cubicBezTo>
                <a:cubicBezTo>
                  <a:pt x="1699232" y="21133"/>
                  <a:pt x="1696752" y="20110"/>
                  <a:pt x="1694750" y="18062"/>
                </a:cubicBezTo>
                <a:cubicBezTo>
                  <a:pt x="1692703" y="16060"/>
                  <a:pt x="1691679" y="13581"/>
                  <a:pt x="1691679" y="10624"/>
                </a:cubicBezTo>
                <a:cubicBezTo>
                  <a:pt x="1691679" y="7757"/>
                  <a:pt x="1692703" y="5255"/>
                  <a:pt x="1694750" y="3117"/>
                </a:cubicBezTo>
                <a:cubicBezTo>
                  <a:pt x="1696752" y="1069"/>
                  <a:pt x="1699232" y="45"/>
                  <a:pt x="1702189" y="45"/>
                </a:cubicBezTo>
                <a:moveTo>
                  <a:pt x="1711743" y="30961"/>
                </a:moveTo>
                <a:lnTo>
                  <a:pt x="1711743" y="81531"/>
                </a:lnTo>
                <a:cubicBezTo>
                  <a:pt x="1711743" y="86035"/>
                  <a:pt x="1712267" y="88901"/>
                  <a:pt x="1713313" y="90130"/>
                </a:cubicBezTo>
                <a:cubicBezTo>
                  <a:pt x="1714314" y="91449"/>
                  <a:pt x="1716361" y="92177"/>
                  <a:pt x="1719455" y="92314"/>
                </a:cubicBezTo>
                <a:lnTo>
                  <a:pt x="1719455" y="94770"/>
                </a:lnTo>
                <a:lnTo>
                  <a:pt x="1684991" y="94770"/>
                </a:lnTo>
                <a:lnTo>
                  <a:pt x="1684991" y="92314"/>
                </a:lnTo>
                <a:cubicBezTo>
                  <a:pt x="1687766" y="92268"/>
                  <a:pt x="1689859" y="91449"/>
                  <a:pt x="1691270" y="89857"/>
                </a:cubicBezTo>
                <a:cubicBezTo>
                  <a:pt x="1692134" y="88856"/>
                  <a:pt x="1692589" y="86081"/>
                  <a:pt x="1692635" y="81531"/>
                </a:cubicBezTo>
                <a:lnTo>
                  <a:pt x="1692635" y="44269"/>
                </a:lnTo>
                <a:cubicBezTo>
                  <a:pt x="1692589" y="39810"/>
                  <a:pt x="1692066" y="36921"/>
                  <a:pt x="1691065" y="35601"/>
                </a:cubicBezTo>
                <a:cubicBezTo>
                  <a:pt x="1690018" y="34419"/>
                  <a:pt x="1687994" y="33713"/>
                  <a:pt x="1684991" y="33486"/>
                </a:cubicBezTo>
                <a:lnTo>
                  <a:pt x="1684991" y="30961"/>
                </a:lnTo>
                <a:lnTo>
                  <a:pt x="1711743" y="30961"/>
                </a:lnTo>
                <a:close/>
                <a:moveTo>
                  <a:pt x="1747315" y="29050"/>
                </a:moveTo>
                <a:cubicBezTo>
                  <a:pt x="1752820" y="29050"/>
                  <a:pt x="1757984" y="30483"/>
                  <a:pt x="1762806" y="33349"/>
                </a:cubicBezTo>
                <a:cubicBezTo>
                  <a:pt x="1767538" y="36261"/>
                  <a:pt x="1771178" y="40333"/>
                  <a:pt x="1773726" y="45565"/>
                </a:cubicBezTo>
                <a:cubicBezTo>
                  <a:pt x="1776182" y="50843"/>
                  <a:pt x="1777411" y="56621"/>
                  <a:pt x="1777411" y="62900"/>
                </a:cubicBezTo>
                <a:cubicBezTo>
                  <a:pt x="1777365" y="71999"/>
                  <a:pt x="1775068" y="79574"/>
                  <a:pt x="1770518" y="85626"/>
                </a:cubicBezTo>
                <a:cubicBezTo>
                  <a:pt x="1764922" y="92996"/>
                  <a:pt x="1757256" y="96681"/>
                  <a:pt x="1747519" y="96681"/>
                </a:cubicBezTo>
                <a:cubicBezTo>
                  <a:pt x="1737874" y="96727"/>
                  <a:pt x="1730481" y="93360"/>
                  <a:pt x="1725339" y="86581"/>
                </a:cubicBezTo>
                <a:cubicBezTo>
                  <a:pt x="1720153" y="79847"/>
                  <a:pt x="1717559" y="72045"/>
                  <a:pt x="1717559" y="63173"/>
                </a:cubicBezTo>
                <a:cubicBezTo>
                  <a:pt x="1717559" y="54028"/>
                  <a:pt x="1720221" y="46043"/>
                  <a:pt x="1725544" y="39219"/>
                </a:cubicBezTo>
                <a:cubicBezTo>
                  <a:pt x="1730776" y="32485"/>
                  <a:pt x="1738033" y="29095"/>
                  <a:pt x="1747315" y="29050"/>
                </a:cubicBezTo>
                <a:moveTo>
                  <a:pt x="1747588" y="33895"/>
                </a:moveTo>
                <a:cubicBezTo>
                  <a:pt x="1745267" y="33941"/>
                  <a:pt x="1743288" y="34805"/>
                  <a:pt x="1741650" y="36489"/>
                </a:cubicBezTo>
                <a:cubicBezTo>
                  <a:pt x="1739921" y="38309"/>
                  <a:pt x="1738829" y="41766"/>
                  <a:pt x="1738374" y="46862"/>
                </a:cubicBezTo>
                <a:cubicBezTo>
                  <a:pt x="1737828" y="52049"/>
                  <a:pt x="1737555" y="59237"/>
                  <a:pt x="1737555" y="68428"/>
                </a:cubicBezTo>
                <a:cubicBezTo>
                  <a:pt x="1737555" y="73296"/>
                  <a:pt x="1737874" y="77846"/>
                  <a:pt x="1738511" y="82077"/>
                </a:cubicBezTo>
                <a:cubicBezTo>
                  <a:pt x="1738966" y="85307"/>
                  <a:pt x="1740035" y="87764"/>
                  <a:pt x="1741718" y="89447"/>
                </a:cubicBezTo>
                <a:cubicBezTo>
                  <a:pt x="1743311" y="91176"/>
                  <a:pt x="1745176" y="92018"/>
                  <a:pt x="1747315" y="91972"/>
                </a:cubicBezTo>
                <a:cubicBezTo>
                  <a:pt x="1749362" y="92018"/>
                  <a:pt x="1751068" y="91449"/>
                  <a:pt x="1752433" y="90266"/>
                </a:cubicBezTo>
                <a:cubicBezTo>
                  <a:pt x="1754162" y="88765"/>
                  <a:pt x="1755345" y="86604"/>
                  <a:pt x="1755982" y="83783"/>
                </a:cubicBezTo>
                <a:cubicBezTo>
                  <a:pt x="1756846" y="79506"/>
                  <a:pt x="1757301" y="70771"/>
                  <a:pt x="1757347" y="57577"/>
                </a:cubicBezTo>
                <a:cubicBezTo>
                  <a:pt x="1757347" y="49888"/>
                  <a:pt x="1756914" y="44564"/>
                  <a:pt x="1756050" y="41607"/>
                </a:cubicBezTo>
                <a:cubicBezTo>
                  <a:pt x="1755140" y="38741"/>
                  <a:pt x="1753866" y="36648"/>
                  <a:pt x="1752228" y="35329"/>
                </a:cubicBezTo>
                <a:cubicBezTo>
                  <a:pt x="1751045" y="34373"/>
                  <a:pt x="1749498" y="33895"/>
                  <a:pt x="1747588" y="33895"/>
                </a:cubicBezTo>
                <a:close/>
                <a:moveTo>
                  <a:pt x="1816210" y="30961"/>
                </a:moveTo>
                <a:lnTo>
                  <a:pt x="1816210" y="39219"/>
                </a:lnTo>
                <a:cubicBezTo>
                  <a:pt x="1819486" y="35670"/>
                  <a:pt x="1822625" y="33076"/>
                  <a:pt x="1825628" y="31439"/>
                </a:cubicBezTo>
                <a:cubicBezTo>
                  <a:pt x="1828585" y="29892"/>
                  <a:pt x="1831815" y="29095"/>
                  <a:pt x="1835319" y="29050"/>
                </a:cubicBezTo>
                <a:cubicBezTo>
                  <a:pt x="1839459" y="29095"/>
                  <a:pt x="1842894" y="30233"/>
                  <a:pt x="1845624" y="32462"/>
                </a:cubicBezTo>
                <a:cubicBezTo>
                  <a:pt x="1848353" y="34783"/>
                  <a:pt x="1850173" y="37649"/>
                  <a:pt x="1851083" y="41061"/>
                </a:cubicBezTo>
                <a:cubicBezTo>
                  <a:pt x="1851811" y="43654"/>
                  <a:pt x="1852175" y="48636"/>
                  <a:pt x="1852175" y="56007"/>
                </a:cubicBezTo>
                <a:lnTo>
                  <a:pt x="1852175" y="80848"/>
                </a:lnTo>
                <a:cubicBezTo>
                  <a:pt x="1852175" y="85808"/>
                  <a:pt x="1852630" y="88856"/>
                  <a:pt x="1853540" y="89993"/>
                </a:cubicBezTo>
                <a:cubicBezTo>
                  <a:pt x="1854405" y="91222"/>
                  <a:pt x="1856247" y="91995"/>
                  <a:pt x="1859068" y="92314"/>
                </a:cubicBezTo>
                <a:lnTo>
                  <a:pt x="1859068" y="94770"/>
                </a:lnTo>
                <a:lnTo>
                  <a:pt x="1826788" y="94770"/>
                </a:lnTo>
                <a:lnTo>
                  <a:pt x="1826788" y="92314"/>
                </a:lnTo>
                <a:cubicBezTo>
                  <a:pt x="1829154" y="92041"/>
                  <a:pt x="1830883" y="91040"/>
                  <a:pt x="1831975" y="89311"/>
                </a:cubicBezTo>
                <a:cubicBezTo>
                  <a:pt x="1832702" y="88173"/>
                  <a:pt x="1833066" y="85353"/>
                  <a:pt x="1833066" y="80848"/>
                </a:cubicBezTo>
                <a:lnTo>
                  <a:pt x="1833066" y="52458"/>
                </a:lnTo>
                <a:cubicBezTo>
                  <a:pt x="1833066" y="47226"/>
                  <a:pt x="1832862" y="43927"/>
                  <a:pt x="1832452" y="42563"/>
                </a:cubicBezTo>
                <a:cubicBezTo>
                  <a:pt x="1832043" y="41198"/>
                  <a:pt x="1831360" y="40128"/>
                  <a:pt x="1830405" y="39355"/>
                </a:cubicBezTo>
                <a:cubicBezTo>
                  <a:pt x="1829358" y="38627"/>
                  <a:pt x="1828267" y="38263"/>
                  <a:pt x="1827129" y="38263"/>
                </a:cubicBezTo>
                <a:cubicBezTo>
                  <a:pt x="1823171" y="38263"/>
                  <a:pt x="1819531" y="41061"/>
                  <a:pt x="1816210" y="46657"/>
                </a:cubicBezTo>
                <a:lnTo>
                  <a:pt x="1816210" y="80848"/>
                </a:lnTo>
                <a:cubicBezTo>
                  <a:pt x="1816210" y="85626"/>
                  <a:pt x="1816665" y="88651"/>
                  <a:pt x="1817575" y="89925"/>
                </a:cubicBezTo>
                <a:cubicBezTo>
                  <a:pt x="1818439" y="91244"/>
                  <a:pt x="1820077" y="92041"/>
                  <a:pt x="1822488" y="92314"/>
                </a:cubicBezTo>
                <a:lnTo>
                  <a:pt x="1822488" y="94770"/>
                </a:lnTo>
                <a:lnTo>
                  <a:pt x="1790208" y="94770"/>
                </a:lnTo>
                <a:lnTo>
                  <a:pt x="1790208" y="92314"/>
                </a:lnTo>
                <a:cubicBezTo>
                  <a:pt x="1792847" y="92041"/>
                  <a:pt x="1794758" y="91176"/>
                  <a:pt x="1795941" y="89720"/>
                </a:cubicBezTo>
                <a:cubicBezTo>
                  <a:pt x="1796669" y="88719"/>
                  <a:pt x="1797055" y="85762"/>
                  <a:pt x="1797101" y="80848"/>
                </a:cubicBezTo>
                <a:lnTo>
                  <a:pt x="1797101" y="44815"/>
                </a:lnTo>
                <a:cubicBezTo>
                  <a:pt x="1797101" y="39992"/>
                  <a:pt x="1796669" y="36989"/>
                  <a:pt x="1795804" y="35806"/>
                </a:cubicBezTo>
                <a:cubicBezTo>
                  <a:pt x="1794849" y="34669"/>
                  <a:pt x="1792984" y="33895"/>
                  <a:pt x="1790208" y="33486"/>
                </a:cubicBezTo>
                <a:lnTo>
                  <a:pt x="1790208" y="30961"/>
                </a:lnTo>
                <a:lnTo>
                  <a:pt x="1816210" y="30961"/>
                </a:lnTo>
                <a:close/>
                <a:moveTo>
                  <a:pt x="1887838" y="29118"/>
                </a:moveTo>
                <a:cubicBezTo>
                  <a:pt x="1890932" y="29118"/>
                  <a:pt x="1893616" y="30210"/>
                  <a:pt x="1895891" y="32394"/>
                </a:cubicBezTo>
                <a:cubicBezTo>
                  <a:pt x="1898075" y="34669"/>
                  <a:pt x="1899167" y="37353"/>
                  <a:pt x="1899167" y="40447"/>
                </a:cubicBezTo>
                <a:cubicBezTo>
                  <a:pt x="1899167" y="43586"/>
                  <a:pt x="1898075" y="46248"/>
                  <a:pt x="1895891" y="48432"/>
                </a:cubicBezTo>
                <a:cubicBezTo>
                  <a:pt x="1893616" y="50707"/>
                  <a:pt x="1890932" y="51821"/>
                  <a:pt x="1887838" y="51776"/>
                </a:cubicBezTo>
                <a:cubicBezTo>
                  <a:pt x="1884699" y="51821"/>
                  <a:pt x="1882037" y="50707"/>
                  <a:pt x="1879853" y="48432"/>
                </a:cubicBezTo>
                <a:cubicBezTo>
                  <a:pt x="1877578" y="46248"/>
                  <a:pt x="1876464" y="43586"/>
                  <a:pt x="1876509" y="40447"/>
                </a:cubicBezTo>
                <a:cubicBezTo>
                  <a:pt x="1876464" y="37353"/>
                  <a:pt x="1877578" y="34669"/>
                  <a:pt x="1879853" y="32394"/>
                </a:cubicBezTo>
                <a:cubicBezTo>
                  <a:pt x="1882037" y="30210"/>
                  <a:pt x="1884699" y="29118"/>
                  <a:pt x="1887838" y="29118"/>
                </a:cubicBezTo>
                <a:moveTo>
                  <a:pt x="1887770" y="73751"/>
                </a:moveTo>
                <a:cubicBezTo>
                  <a:pt x="1890909" y="73751"/>
                  <a:pt x="1893616" y="74865"/>
                  <a:pt x="1895891" y="77095"/>
                </a:cubicBezTo>
                <a:cubicBezTo>
                  <a:pt x="1898075" y="79370"/>
                  <a:pt x="1899167" y="82054"/>
                  <a:pt x="1899167" y="85148"/>
                </a:cubicBezTo>
                <a:cubicBezTo>
                  <a:pt x="1899167" y="88287"/>
                  <a:pt x="1898052" y="90949"/>
                  <a:pt x="1895823" y="93133"/>
                </a:cubicBezTo>
                <a:cubicBezTo>
                  <a:pt x="1893548" y="95407"/>
                  <a:pt x="1890864" y="96522"/>
                  <a:pt x="1887770" y="96477"/>
                </a:cubicBezTo>
                <a:cubicBezTo>
                  <a:pt x="1884630" y="96522"/>
                  <a:pt x="1881969" y="95407"/>
                  <a:pt x="1879785" y="93133"/>
                </a:cubicBezTo>
                <a:cubicBezTo>
                  <a:pt x="1877510" y="90949"/>
                  <a:pt x="1876396" y="88287"/>
                  <a:pt x="1876441" y="85148"/>
                </a:cubicBezTo>
                <a:cubicBezTo>
                  <a:pt x="1876396" y="82054"/>
                  <a:pt x="1877510" y="79370"/>
                  <a:pt x="1879785" y="77095"/>
                </a:cubicBezTo>
                <a:cubicBezTo>
                  <a:pt x="1881969" y="74865"/>
                  <a:pt x="1884630" y="73751"/>
                  <a:pt x="1887770" y="73751"/>
                </a:cubicBezTo>
                <a:close/>
                <a:moveTo>
                  <a:pt x="1998642" y="114"/>
                </a:moveTo>
                <a:lnTo>
                  <a:pt x="1998642" y="3185"/>
                </a:lnTo>
                <a:cubicBezTo>
                  <a:pt x="1994047" y="4095"/>
                  <a:pt x="1990703" y="5687"/>
                  <a:pt x="1988610" y="7962"/>
                </a:cubicBezTo>
                <a:cubicBezTo>
                  <a:pt x="1986426" y="10373"/>
                  <a:pt x="1985334" y="13058"/>
                  <a:pt x="1985334" y="16015"/>
                </a:cubicBezTo>
                <a:cubicBezTo>
                  <a:pt x="1985334" y="19109"/>
                  <a:pt x="1985880" y="22885"/>
                  <a:pt x="1986972" y="27344"/>
                </a:cubicBezTo>
                <a:cubicBezTo>
                  <a:pt x="1988064" y="31939"/>
                  <a:pt x="1988610" y="35897"/>
                  <a:pt x="1988610" y="39219"/>
                </a:cubicBezTo>
                <a:cubicBezTo>
                  <a:pt x="1988610" y="42312"/>
                  <a:pt x="1987700" y="45452"/>
                  <a:pt x="1985880" y="48636"/>
                </a:cubicBezTo>
                <a:cubicBezTo>
                  <a:pt x="1984015" y="51912"/>
                  <a:pt x="1981353" y="54665"/>
                  <a:pt x="1977895" y="56894"/>
                </a:cubicBezTo>
                <a:cubicBezTo>
                  <a:pt x="1975439" y="58487"/>
                  <a:pt x="1971594" y="59988"/>
                  <a:pt x="1966362" y="61398"/>
                </a:cubicBezTo>
                <a:cubicBezTo>
                  <a:pt x="1972004" y="63218"/>
                  <a:pt x="1976098" y="64970"/>
                  <a:pt x="1978646" y="66653"/>
                </a:cubicBezTo>
                <a:cubicBezTo>
                  <a:pt x="1981967" y="68974"/>
                  <a:pt x="1984493" y="71703"/>
                  <a:pt x="1986221" y="74843"/>
                </a:cubicBezTo>
                <a:cubicBezTo>
                  <a:pt x="1987905" y="78028"/>
                  <a:pt x="1988747" y="81008"/>
                  <a:pt x="1988747" y="83783"/>
                </a:cubicBezTo>
                <a:cubicBezTo>
                  <a:pt x="1988747" y="86513"/>
                  <a:pt x="1988178" y="90164"/>
                  <a:pt x="1987040" y="94736"/>
                </a:cubicBezTo>
                <a:cubicBezTo>
                  <a:pt x="1985903" y="99309"/>
                  <a:pt x="1985357" y="103256"/>
                  <a:pt x="1985402" y="106577"/>
                </a:cubicBezTo>
                <a:cubicBezTo>
                  <a:pt x="1985357" y="109807"/>
                  <a:pt x="1986403" y="112583"/>
                  <a:pt x="1988542" y="114903"/>
                </a:cubicBezTo>
                <a:cubicBezTo>
                  <a:pt x="1990544" y="117314"/>
                  <a:pt x="1993910" y="118952"/>
                  <a:pt x="1998642" y="119817"/>
                </a:cubicBezTo>
                <a:lnTo>
                  <a:pt x="1998642" y="123024"/>
                </a:lnTo>
                <a:lnTo>
                  <a:pt x="1996254" y="123024"/>
                </a:lnTo>
                <a:cubicBezTo>
                  <a:pt x="1991613" y="123115"/>
                  <a:pt x="1987222" y="122046"/>
                  <a:pt x="1983082" y="119817"/>
                </a:cubicBezTo>
                <a:cubicBezTo>
                  <a:pt x="1978896" y="117678"/>
                  <a:pt x="1975757" y="114857"/>
                  <a:pt x="1973664" y="111354"/>
                </a:cubicBezTo>
                <a:cubicBezTo>
                  <a:pt x="1971526" y="107942"/>
                  <a:pt x="1970457" y="104621"/>
                  <a:pt x="1970457" y="101390"/>
                </a:cubicBezTo>
                <a:cubicBezTo>
                  <a:pt x="1970411" y="98251"/>
                  <a:pt x="1971116" y="93952"/>
                  <a:pt x="1972572" y="88492"/>
                </a:cubicBezTo>
                <a:cubicBezTo>
                  <a:pt x="1973573" y="84488"/>
                  <a:pt x="1974096" y="80871"/>
                  <a:pt x="1974142" y="77641"/>
                </a:cubicBezTo>
                <a:cubicBezTo>
                  <a:pt x="1974096" y="74047"/>
                  <a:pt x="1972959" y="70975"/>
                  <a:pt x="1970730" y="68428"/>
                </a:cubicBezTo>
                <a:cubicBezTo>
                  <a:pt x="1968455" y="65971"/>
                  <a:pt x="1965134" y="64356"/>
                  <a:pt x="1960766" y="63582"/>
                </a:cubicBezTo>
                <a:lnTo>
                  <a:pt x="1960766" y="59419"/>
                </a:lnTo>
                <a:cubicBezTo>
                  <a:pt x="1965134" y="58737"/>
                  <a:pt x="1968455" y="57053"/>
                  <a:pt x="1970730" y="54369"/>
                </a:cubicBezTo>
                <a:cubicBezTo>
                  <a:pt x="1972959" y="51730"/>
                  <a:pt x="1974096" y="48523"/>
                  <a:pt x="1974142" y="44746"/>
                </a:cubicBezTo>
                <a:cubicBezTo>
                  <a:pt x="1974142" y="41698"/>
                  <a:pt x="1973641" y="38218"/>
                  <a:pt x="1972641" y="34305"/>
                </a:cubicBezTo>
                <a:cubicBezTo>
                  <a:pt x="1971185" y="28936"/>
                  <a:pt x="1970479" y="24819"/>
                  <a:pt x="1970525" y="21952"/>
                </a:cubicBezTo>
                <a:cubicBezTo>
                  <a:pt x="1970525" y="19041"/>
                  <a:pt x="1971412" y="16038"/>
                  <a:pt x="1973187" y="12944"/>
                </a:cubicBezTo>
                <a:cubicBezTo>
                  <a:pt x="1974961" y="9896"/>
                  <a:pt x="1977190" y="7416"/>
                  <a:pt x="1979875" y="5505"/>
                </a:cubicBezTo>
                <a:cubicBezTo>
                  <a:pt x="1982513" y="3640"/>
                  <a:pt x="1985448" y="2252"/>
                  <a:pt x="1988678" y="1342"/>
                </a:cubicBezTo>
                <a:cubicBezTo>
                  <a:pt x="1991135" y="660"/>
                  <a:pt x="1994456" y="250"/>
                  <a:pt x="1998642" y="114"/>
                </a:cubicBezTo>
                <a:close/>
                <a:moveTo>
                  <a:pt x="2021736" y="73751"/>
                </a:moveTo>
                <a:cubicBezTo>
                  <a:pt x="2024875" y="73751"/>
                  <a:pt x="2027582" y="74865"/>
                  <a:pt x="2029857" y="77095"/>
                </a:cubicBezTo>
                <a:cubicBezTo>
                  <a:pt x="2032041" y="79370"/>
                  <a:pt x="2033133" y="82054"/>
                  <a:pt x="2033133" y="85148"/>
                </a:cubicBezTo>
                <a:cubicBezTo>
                  <a:pt x="2033133" y="88287"/>
                  <a:pt x="2032018" y="90949"/>
                  <a:pt x="2029789" y="93133"/>
                </a:cubicBezTo>
                <a:cubicBezTo>
                  <a:pt x="2027514" y="95407"/>
                  <a:pt x="2024830" y="96522"/>
                  <a:pt x="2021736" y="96477"/>
                </a:cubicBezTo>
                <a:cubicBezTo>
                  <a:pt x="2018597" y="96522"/>
                  <a:pt x="2015935" y="95407"/>
                  <a:pt x="2013751" y="93133"/>
                </a:cubicBezTo>
                <a:cubicBezTo>
                  <a:pt x="2011476" y="90949"/>
                  <a:pt x="2010362" y="88287"/>
                  <a:pt x="2010407" y="85148"/>
                </a:cubicBezTo>
                <a:cubicBezTo>
                  <a:pt x="2010362" y="82054"/>
                  <a:pt x="2011476" y="79370"/>
                  <a:pt x="2013751" y="77095"/>
                </a:cubicBezTo>
                <a:cubicBezTo>
                  <a:pt x="2015935" y="74865"/>
                  <a:pt x="2018597" y="73751"/>
                  <a:pt x="2021736" y="73751"/>
                </a:cubicBezTo>
                <a:close/>
                <a:moveTo>
                  <a:pt x="2058197" y="73751"/>
                </a:moveTo>
                <a:cubicBezTo>
                  <a:pt x="2061336" y="73751"/>
                  <a:pt x="2064043" y="74865"/>
                  <a:pt x="2066318" y="77095"/>
                </a:cubicBezTo>
                <a:cubicBezTo>
                  <a:pt x="2068502" y="79370"/>
                  <a:pt x="2069594" y="82054"/>
                  <a:pt x="2069594" y="85148"/>
                </a:cubicBezTo>
                <a:cubicBezTo>
                  <a:pt x="2069594" y="88287"/>
                  <a:pt x="2068479" y="90949"/>
                  <a:pt x="2066250" y="93133"/>
                </a:cubicBezTo>
                <a:cubicBezTo>
                  <a:pt x="2063975" y="95407"/>
                  <a:pt x="2061291" y="96522"/>
                  <a:pt x="2058197" y="96477"/>
                </a:cubicBezTo>
                <a:cubicBezTo>
                  <a:pt x="2055058" y="96522"/>
                  <a:pt x="2052396" y="95407"/>
                  <a:pt x="2050212" y="93133"/>
                </a:cubicBezTo>
                <a:cubicBezTo>
                  <a:pt x="2047937" y="90949"/>
                  <a:pt x="2046823" y="88287"/>
                  <a:pt x="2046868" y="85148"/>
                </a:cubicBezTo>
                <a:cubicBezTo>
                  <a:pt x="2046823" y="82054"/>
                  <a:pt x="2047937" y="79370"/>
                  <a:pt x="2050212" y="77095"/>
                </a:cubicBezTo>
                <a:cubicBezTo>
                  <a:pt x="2052396" y="74865"/>
                  <a:pt x="2055058" y="73751"/>
                  <a:pt x="2058197" y="73751"/>
                </a:cubicBezTo>
                <a:close/>
                <a:moveTo>
                  <a:pt x="2094658" y="73751"/>
                </a:moveTo>
                <a:cubicBezTo>
                  <a:pt x="2097797" y="73751"/>
                  <a:pt x="2100504" y="74865"/>
                  <a:pt x="2102779" y="77095"/>
                </a:cubicBezTo>
                <a:cubicBezTo>
                  <a:pt x="2104963" y="79370"/>
                  <a:pt x="2106055" y="82054"/>
                  <a:pt x="2106055" y="85148"/>
                </a:cubicBezTo>
                <a:cubicBezTo>
                  <a:pt x="2106055" y="88287"/>
                  <a:pt x="2104940" y="90949"/>
                  <a:pt x="2102711" y="93133"/>
                </a:cubicBezTo>
                <a:cubicBezTo>
                  <a:pt x="2100436" y="95407"/>
                  <a:pt x="2097752" y="96522"/>
                  <a:pt x="2094658" y="96477"/>
                </a:cubicBezTo>
                <a:cubicBezTo>
                  <a:pt x="2091518" y="96522"/>
                  <a:pt x="2088857" y="95407"/>
                  <a:pt x="2086673" y="93133"/>
                </a:cubicBezTo>
                <a:cubicBezTo>
                  <a:pt x="2084398" y="90949"/>
                  <a:pt x="2083284" y="88287"/>
                  <a:pt x="2083329" y="85148"/>
                </a:cubicBezTo>
                <a:cubicBezTo>
                  <a:pt x="2083284" y="82054"/>
                  <a:pt x="2084398" y="79370"/>
                  <a:pt x="2086673" y="77095"/>
                </a:cubicBezTo>
                <a:cubicBezTo>
                  <a:pt x="2088857" y="74865"/>
                  <a:pt x="2091518" y="73751"/>
                  <a:pt x="2094658" y="73751"/>
                </a:cubicBezTo>
                <a:close/>
                <a:moveTo>
                  <a:pt x="2119790" y="123024"/>
                </a:moveTo>
                <a:lnTo>
                  <a:pt x="2119790" y="119885"/>
                </a:lnTo>
                <a:cubicBezTo>
                  <a:pt x="2124295" y="119066"/>
                  <a:pt x="2127639" y="117451"/>
                  <a:pt x="2129822" y="115039"/>
                </a:cubicBezTo>
                <a:cubicBezTo>
                  <a:pt x="2132006" y="112719"/>
                  <a:pt x="2133098" y="110057"/>
                  <a:pt x="2133098" y="107055"/>
                </a:cubicBezTo>
                <a:cubicBezTo>
                  <a:pt x="2133098" y="104097"/>
                  <a:pt x="2132552" y="100321"/>
                  <a:pt x="2131460" y="95726"/>
                </a:cubicBezTo>
                <a:cubicBezTo>
                  <a:pt x="2130368" y="91222"/>
                  <a:pt x="2129822" y="87286"/>
                  <a:pt x="2129822" y="83919"/>
                </a:cubicBezTo>
                <a:cubicBezTo>
                  <a:pt x="2129777" y="80780"/>
                  <a:pt x="2130687" y="77595"/>
                  <a:pt x="2132552" y="74365"/>
                </a:cubicBezTo>
                <a:cubicBezTo>
                  <a:pt x="2134372" y="71180"/>
                  <a:pt x="2137034" y="68450"/>
                  <a:pt x="2140537" y="66176"/>
                </a:cubicBezTo>
                <a:cubicBezTo>
                  <a:pt x="2142903" y="64629"/>
                  <a:pt x="2146747" y="63127"/>
                  <a:pt x="2152071" y="61671"/>
                </a:cubicBezTo>
                <a:cubicBezTo>
                  <a:pt x="2146383" y="59897"/>
                  <a:pt x="2142289" y="58145"/>
                  <a:pt x="2139786" y="56416"/>
                </a:cubicBezTo>
                <a:cubicBezTo>
                  <a:pt x="2136374" y="54096"/>
                  <a:pt x="2133826" y="51366"/>
                  <a:pt x="2132143" y="48227"/>
                </a:cubicBezTo>
                <a:cubicBezTo>
                  <a:pt x="2130414" y="45088"/>
                  <a:pt x="2129572" y="42108"/>
                  <a:pt x="2129618" y="39287"/>
                </a:cubicBezTo>
                <a:cubicBezTo>
                  <a:pt x="2129572" y="36602"/>
                  <a:pt x="2130141" y="32963"/>
                  <a:pt x="2131324" y="28367"/>
                </a:cubicBezTo>
                <a:cubicBezTo>
                  <a:pt x="2132416" y="23863"/>
                  <a:pt x="2132962" y="19928"/>
                  <a:pt x="2132962" y="16561"/>
                </a:cubicBezTo>
                <a:cubicBezTo>
                  <a:pt x="2132962" y="13285"/>
                  <a:pt x="2131938" y="10487"/>
                  <a:pt x="2129891" y="8167"/>
                </a:cubicBezTo>
                <a:cubicBezTo>
                  <a:pt x="2127843" y="5846"/>
                  <a:pt x="2124477" y="4208"/>
                  <a:pt x="2119790" y="3253"/>
                </a:cubicBezTo>
                <a:lnTo>
                  <a:pt x="2119790" y="114"/>
                </a:lnTo>
                <a:lnTo>
                  <a:pt x="2122179" y="45"/>
                </a:lnTo>
                <a:cubicBezTo>
                  <a:pt x="2126729" y="0"/>
                  <a:pt x="2131119" y="1069"/>
                  <a:pt x="2135350" y="3253"/>
                </a:cubicBezTo>
                <a:cubicBezTo>
                  <a:pt x="2139491" y="5437"/>
                  <a:pt x="2142653" y="8235"/>
                  <a:pt x="2144837" y="11647"/>
                </a:cubicBezTo>
                <a:cubicBezTo>
                  <a:pt x="2146929" y="15151"/>
                  <a:pt x="2147976" y="18517"/>
                  <a:pt x="2147976" y="21748"/>
                </a:cubicBezTo>
                <a:cubicBezTo>
                  <a:pt x="2147976" y="24841"/>
                  <a:pt x="2147271" y="29118"/>
                  <a:pt x="2145860" y="34578"/>
                </a:cubicBezTo>
                <a:cubicBezTo>
                  <a:pt x="2144814" y="38627"/>
                  <a:pt x="2144291" y="42244"/>
                  <a:pt x="2144291" y="45429"/>
                </a:cubicBezTo>
                <a:cubicBezTo>
                  <a:pt x="2144291" y="49069"/>
                  <a:pt x="2145428" y="52140"/>
                  <a:pt x="2147703" y="54642"/>
                </a:cubicBezTo>
                <a:cubicBezTo>
                  <a:pt x="2149887" y="57190"/>
                  <a:pt x="2153208" y="58805"/>
                  <a:pt x="2157667" y="59487"/>
                </a:cubicBezTo>
                <a:lnTo>
                  <a:pt x="2157667" y="63650"/>
                </a:lnTo>
                <a:cubicBezTo>
                  <a:pt x="2153208" y="64424"/>
                  <a:pt x="2149887" y="66107"/>
                  <a:pt x="2147703" y="68701"/>
                </a:cubicBezTo>
                <a:cubicBezTo>
                  <a:pt x="2145428" y="71385"/>
                  <a:pt x="2144291" y="74593"/>
                  <a:pt x="2144291" y="78323"/>
                </a:cubicBezTo>
                <a:cubicBezTo>
                  <a:pt x="2144245" y="81417"/>
                  <a:pt x="2144746" y="84898"/>
                  <a:pt x="2145792" y="88765"/>
                </a:cubicBezTo>
                <a:cubicBezTo>
                  <a:pt x="2147157" y="94225"/>
                  <a:pt x="2147839" y="98342"/>
                  <a:pt x="2147839" y="101117"/>
                </a:cubicBezTo>
                <a:cubicBezTo>
                  <a:pt x="2147794" y="104120"/>
                  <a:pt x="2146929" y="107123"/>
                  <a:pt x="2145246" y="110126"/>
                </a:cubicBezTo>
                <a:cubicBezTo>
                  <a:pt x="2143426" y="113220"/>
                  <a:pt x="2141197" y="115699"/>
                  <a:pt x="2138558" y="117565"/>
                </a:cubicBezTo>
                <a:cubicBezTo>
                  <a:pt x="2135874" y="119475"/>
                  <a:pt x="2132939" y="120863"/>
                  <a:pt x="2129754" y="121728"/>
                </a:cubicBezTo>
                <a:cubicBezTo>
                  <a:pt x="2127252" y="122410"/>
                  <a:pt x="2123931" y="122842"/>
                  <a:pt x="2119790" y="1230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Span:2Node:BAnnotation:{...}">
            <a:extLst xmlns:a="http://schemas.openxmlformats.org/drawingml/2006/main">
              <a:ext uri="{FF2B5EF4-FFF2-40B4-BE49-F238E27FC236}">
                <a16:creationId xmlns:a16="http://schemas.microsoft.com/office/drawing/2014/main" id="{0B9C38C3-8680-4355-93B2-B992FB58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34" y="1887130"/>
            <a:ext cx="2224512" cy="124662"/>
          </a:xfrm>
          <a:custGeom xmlns:a="http://schemas.openxmlformats.org/drawingml/2006/main">
            <a:pathLst>
              <a:path w="2224512" h="124662">
                <a:moveTo>
                  <a:pt x="58418" y="114"/>
                </a:moveTo>
                <a:lnTo>
                  <a:pt x="59169" y="30961"/>
                </a:lnTo>
                <a:lnTo>
                  <a:pt x="56371" y="30961"/>
                </a:lnTo>
                <a:cubicBezTo>
                  <a:pt x="55006" y="23272"/>
                  <a:pt x="51776" y="17039"/>
                  <a:pt x="46680" y="12261"/>
                </a:cubicBezTo>
                <a:cubicBezTo>
                  <a:pt x="41493" y="7575"/>
                  <a:pt x="35897" y="5232"/>
                  <a:pt x="29892" y="5232"/>
                </a:cubicBezTo>
                <a:cubicBezTo>
                  <a:pt x="25205" y="5232"/>
                  <a:pt x="21543" y="6461"/>
                  <a:pt x="18904" y="8917"/>
                </a:cubicBezTo>
                <a:cubicBezTo>
                  <a:pt x="16174" y="11465"/>
                  <a:pt x="14809" y="14332"/>
                  <a:pt x="14809" y="17516"/>
                </a:cubicBezTo>
                <a:cubicBezTo>
                  <a:pt x="14809" y="19609"/>
                  <a:pt x="15287" y="21429"/>
                  <a:pt x="16242" y="22976"/>
                </a:cubicBezTo>
                <a:cubicBezTo>
                  <a:pt x="17516" y="25114"/>
                  <a:pt x="19632" y="27230"/>
                  <a:pt x="22589" y="29323"/>
                </a:cubicBezTo>
                <a:cubicBezTo>
                  <a:pt x="24682" y="30824"/>
                  <a:pt x="29619" y="33486"/>
                  <a:pt x="37399" y="37308"/>
                </a:cubicBezTo>
                <a:cubicBezTo>
                  <a:pt x="48227" y="42676"/>
                  <a:pt x="55529" y="47704"/>
                  <a:pt x="59305" y="52390"/>
                </a:cubicBezTo>
                <a:cubicBezTo>
                  <a:pt x="63036" y="57167"/>
                  <a:pt x="64902" y="62581"/>
                  <a:pt x="64902" y="68632"/>
                </a:cubicBezTo>
                <a:cubicBezTo>
                  <a:pt x="64902" y="76412"/>
                  <a:pt x="61899" y="83055"/>
                  <a:pt x="55893" y="88560"/>
                </a:cubicBezTo>
                <a:cubicBezTo>
                  <a:pt x="49797" y="94156"/>
                  <a:pt x="42130" y="96954"/>
                  <a:pt x="32894" y="96954"/>
                </a:cubicBezTo>
                <a:cubicBezTo>
                  <a:pt x="29937" y="97000"/>
                  <a:pt x="27185" y="96704"/>
                  <a:pt x="24637" y="96067"/>
                </a:cubicBezTo>
                <a:cubicBezTo>
                  <a:pt x="21998" y="95476"/>
                  <a:pt x="18745" y="94361"/>
                  <a:pt x="14878" y="92723"/>
                </a:cubicBezTo>
                <a:cubicBezTo>
                  <a:pt x="12694" y="91859"/>
                  <a:pt x="10897" y="91404"/>
                  <a:pt x="9486" y="91358"/>
                </a:cubicBezTo>
                <a:cubicBezTo>
                  <a:pt x="8258" y="91404"/>
                  <a:pt x="7007" y="91859"/>
                  <a:pt x="5733" y="92723"/>
                </a:cubicBezTo>
                <a:cubicBezTo>
                  <a:pt x="4413" y="93679"/>
                  <a:pt x="3344" y="95066"/>
                  <a:pt x="2525" y="96886"/>
                </a:cubicBezTo>
                <a:lnTo>
                  <a:pt x="0" y="96886"/>
                </a:lnTo>
                <a:lnTo>
                  <a:pt x="0" y="61944"/>
                </a:lnTo>
                <a:lnTo>
                  <a:pt x="2525" y="61944"/>
                </a:lnTo>
                <a:cubicBezTo>
                  <a:pt x="4481" y="71817"/>
                  <a:pt x="8349" y="79301"/>
                  <a:pt x="14127" y="84397"/>
                </a:cubicBezTo>
                <a:cubicBezTo>
                  <a:pt x="19768" y="89584"/>
                  <a:pt x="25911" y="92177"/>
                  <a:pt x="32553" y="92177"/>
                </a:cubicBezTo>
                <a:cubicBezTo>
                  <a:pt x="37603" y="92223"/>
                  <a:pt x="41675" y="90835"/>
                  <a:pt x="44769" y="88014"/>
                </a:cubicBezTo>
                <a:cubicBezTo>
                  <a:pt x="47772" y="85239"/>
                  <a:pt x="49273" y="82009"/>
                  <a:pt x="49273" y="78323"/>
                </a:cubicBezTo>
                <a:cubicBezTo>
                  <a:pt x="49273" y="76139"/>
                  <a:pt x="48705" y="74024"/>
                  <a:pt x="47567" y="71976"/>
                </a:cubicBezTo>
                <a:cubicBezTo>
                  <a:pt x="46384" y="69929"/>
                  <a:pt x="44610" y="67973"/>
                  <a:pt x="42244" y="66107"/>
                </a:cubicBezTo>
                <a:cubicBezTo>
                  <a:pt x="39833" y="64287"/>
                  <a:pt x="35647" y="61899"/>
                  <a:pt x="29687" y="58941"/>
                </a:cubicBezTo>
                <a:cubicBezTo>
                  <a:pt x="21270" y="54847"/>
                  <a:pt x="15219" y="51321"/>
                  <a:pt x="11534" y="48363"/>
                </a:cubicBezTo>
                <a:cubicBezTo>
                  <a:pt x="7848" y="45497"/>
                  <a:pt x="5027" y="42244"/>
                  <a:pt x="3071" y="38604"/>
                </a:cubicBezTo>
                <a:cubicBezTo>
                  <a:pt x="1069" y="35010"/>
                  <a:pt x="68" y="31052"/>
                  <a:pt x="68" y="26730"/>
                </a:cubicBezTo>
                <a:cubicBezTo>
                  <a:pt x="68" y="19359"/>
                  <a:pt x="2775" y="13080"/>
                  <a:pt x="8189" y="7894"/>
                </a:cubicBezTo>
                <a:cubicBezTo>
                  <a:pt x="13558" y="2707"/>
                  <a:pt x="20383" y="114"/>
                  <a:pt x="28663" y="114"/>
                </a:cubicBezTo>
                <a:cubicBezTo>
                  <a:pt x="31666" y="114"/>
                  <a:pt x="34578" y="478"/>
                  <a:pt x="37399" y="1206"/>
                </a:cubicBezTo>
                <a:cubicBezTo>
                  <a:pt x="39491" y="1797"/>
                  <a:pt x="42108" y="2798"/>
                  <a:pt x="45247" y="4208"/>
                </a:cubicBezTo>
                <a:cubicBezTo>
                  <a:pt x="48295" y="5710"/>
                  <a:pt x="50434" y="6461"/>
                  <a:pt x="51662" y="6461"/>
                </a:cubicBezTo>
                <a:cubicBezTo>
                  <a:pt x="52799" y="6506"/>
                  <a:pt x="53732" y="6142"/>
                  <a:pt x="54460" y="5369"/>
                </a:cubicBezTo>
                <a:cubicBezTo>
                  <a:pt x="55097" y="4686"/>
                  <a:pt x="55734" y="2935"/>
                  <a:pt x="56371" y="114"/>
                </a:cubicBezTo>
                <a:lnTo>
                  <a:pt x="58418" y="114"/>
                </a:lnTo>
                <a:close/>
                <a:moveTo>
                  <a:pt x="101179" y="88287"/>
                </a:moveTo>
                <a:lnTo>
                  <a:pt x="101179" y="112037"/>
                </a:lnTo>
                <a:cubicBezTo>
                  <a:pt x="101179" y="115358"/>
                  <a:pt x="101452" y="117587"/>
                  <a:pt x="101998" y="118725"/>
                </a:cubicBezTo>
                <a:cubicBezTo>
                  <a:pt x="102453" y="119908"/>
                  <a:pt x="103249" y="120772"/>
                  <a:pt x="104386" y="121318"/>
                </a:cubicBezTo>
                <a:cubicBezTo>
                  <a:pt x="105433" y="121864"/>
                  <a:pt x="107571" y="122137"/>
                  <a:pt x="110801" y="122137"/>
                </a:cubicBezTo>
                <a:lnTo>
                  <a:pt x="110801" y="124662"/>
                </a:lnTo>
                <a:lnTo>
                  <a:pt x="74426" y="124662"/>
                </a:lnTo>
                <a:lnTo>
                  <a:pt x="74426" y="122137"/>
                </a:lnTo>
                <a:cubicBezTo>
                  <a:pt x="77202" y="122091"/>
                  <a:pt x="79295" y="121295"/>
                  <a:pt x="80705" y="119748"/>
                </a:cubicBezTo>
                <a:cubicBezTo>
                  <a:pt x="81569" y="118747"/>
                  <a:pt x="82024" y="116040"/>
                  <a:pt x="82070" y="111627"/>
                </a:cubicBezTo>
                <a:lnTo>
                  <a:pt x="82070" y="44269"/>
                </a:lnTo>
                <a:cubicBezTo>
                  <a:pt x="82024" y="39810"/>
                  <a:pt x="81501" y="36921"/>
                  <a:pt x="80500" y="35601"/>
                </a:cubicBezTo>
                <a:cubicBezTo>
                  <a:pt x="79454" y="34419"/>
                  <a:pt x="77429" y="33713"/>
                  <a:pt x="74426" y="33486"/>
                </a:cubicBezTo>
                <a:lnTo>
                  <a:pt x="74426" y="30961"/>
                </a:lnTo>
                <a:lnTo>
                  <a:pt x="101179" y="30961"/>
                </a:lnTo>
                <a:lnTo>
                  <a:pt x="101179" y="39355"/>
                </a:lnTo>
                <a:cubicBezTo>
                  <a:pt x="103408" y="36079"/>
                  <a:pt x="105683" y="33713"/>
                  <a:pt x="108003" y="32257"/>
                </a:cubicBezTo>
                <a:cubicBezTo>
                  <a:pt x="111324" y="30165"/>
                  <a:pt x="114942" y="29095"/>
                  <a:pt x="118854" y="29050"/>
                </a:cubicBezTo>
                <a:cubicBezTo>
                  <a:pt x="123495" y="29095"/>
                  <a:pt x="127772" y="30574"/>
                  <a:pt x="131684" y="33486"/>
                </a:cubicBezTo>
                <a:cubicBezTo>
                  <a:pt x="135506" y="36443"/>
                  <a:pt x="138418" y="40515"/>
                  <a:pt x="140420" y="45702"/>
                </a:cubicBezTo>
                <a:cubicBezTo>
                  <a:pt x="142376" y="50980"/>
                  <a:pt x="143377" y="56598"/>
                  <a:pt x="143423" y="62559"/>
                </a:cubicBezTo>
                <a:cubicBezTo>
                  <a:pt x="143423" y="69065"/>
                  <a:pt x="142399" y="74956"/>
                  <a:pt x="140352" y="80234"/>
                </a:cubicBezTo>
                <a:cubicBezTo>
                  <a:pt x="138213" y="85648"/>
                  <a:pt x="135210" y="89720"/>
                  <a:pt x="131343" y="92450"/>
                </a:cubicBezTo>
                <a:cubicBezTo>
                  <a:pt x="127385" y="95271"/>
                  <a:pt x="122994" y="96681"/>
                  <a:pt x="118172" y="96681"/>
                </a:cubicBezTo>
                <a:cubicBezTo>
                  <a:pt x="114669" y="96727"/>
                  <a:pt x="111393" y="95953"/>
                  <a:pt x="108344" y="94361"/>
                </a:cubicBezTo>
                <a:cubicBezTo>
                  <a:pt x="106070" y="93224"/>
                  <a:pt x="103681" y="91199"/>
                  <a:pt x="101179" y="88287"/>
                </a:cubicBezTo>
                <a:moveTo>
                  <a:pt x="101179" y="81394"/>
                </a:moveTo>
                <a:cubicBezTo>
                  <a:pt x="105046" y="86945"/>
                  <a:pt x="109232" y="89720"/>
                  <a:pt x="113736" y="89720"/>
                </a:cubicBezTo>
                <a:cubicBezTo>
                  <a:pt x="116193" y="89720"/>
                  <a:pt x="118217" y="88424"/>
                  <a:pt x="119810" y="85830"/>
                </a:cubicBezTo>
                <a:cubicBezTo>
                  <a:pt x="122176" y="82009"/>
                  <a:pt x="123358" y="74729"/>
                  <a:pt x="123358" y="63992"/>
                </a:cubicBezTo>
                <a:cubicBezTo>
                  <a:pt x="123358" y="53027"/>
                  <a:pt x="122062" y="45497"/>
                  <a:pt x="119468" y="41402"/>
                </a:cubicBezTo>
                <a:cubicBezTo>
                  <a:pt x="117740" y="38764"/>
                  <a:pt x="115419" y="37421"/>
                  <a:pt x="112507" y="37376"/>
                </a:cubicBezTo>
                <a:cubicBezTo>
                  <a:pt x="107867" y="37421"/>
                  <a:pt x="104090" y="40743"/>
                  <a:pt x="101179" y="47340"/>
                </a:cubicBezTo>
                <a:lnTo>
                  <a:pt x="101179" y="81394"/>
                </a:lnTo>
                <a:close/>
                <a:moveTo>
                  <a:pt x="190687" y="85353"/>
                </a:moveTo>
                <a:cubicBezTo>
                  <a:pt x="182907" y="92268"/>
                  <a:pt x="175923" y="95703"/>
                  <a:pt x="169736" y="95658"/>
                </a:cubicBezTo>
                <a:cubicBezTo>
                  <a:pt x="166051" y="95658"/>
                  <a:pt x="163025" y="94452"/>
                  <a:pt x="160659" y="92041"/>
                </a:cubicBezTo>
                <a:cubicBezTo>
                  <a:pt x="158248" y="89720"/>
                  <a:pt x="157042" y="86740"/>
                  <a:pt x="157042" y="83100"/>
                </a:cubicBezTo>
                <a:cubicBezTo>
                  <a:pt x="157042" y="78278"/>
                  <a:pt x="159135" y="73887"/>
                  <a:pt x="163321" y="69929"/>
                </a:cubicBezTo>
                <a:cubicBezTo>
                  <a:pt x="167461" y="66107"/>
                  <a:pt x="176583" y="60943"/>
                  <a:pt x="190687" y="54437"/>
                </a:cubicBezTo>
                <a:lnTo>
                  <a:pt x="190687" y="48022"/>
                </a:lnTo>
                <a:cubicBezTo>
                  <a:pt x="190642" y="43245"/>
                  <a:pt x="190391" y="40197"/>
                  <a:pt x="189937" y="38877"/>
                </a:cubicBezTo>
                <a:cubicBezTo>
                  <a:pt x="189345" y="37649"/>
                  <a:pt x="188344" y="36557"/>
                  <a:pt x="186934" y="35601"/>
                </a:cubicBezTo>
                <a:cubicBezTo>
                  <a:pt x="185478" y="34737"/>
                  <a:pt x="183840" y="34282"/>
                  <a:pt x="182020" y="34237"/>
                </a:cubicBezTo>
                <a:cubicBezTo>
                  <a:pt x="179063" y="34282"/>
                  <a:pt x="176629" y="34942"/>
                  <a:pt x="174718" y="36216"/>
                </a:cubicBezTo>
                <a:cubicBezTo>
                  <a:pt x="173535" y="37035"/>
                  <a:pt x="172943" y="37990"/>
                  <a:pt x="172943" y="39082"/>
                </a:cubicBezTo>
                <a:cubicBezTo>
                  <a:pt x="172898" y="40037"/>
                  <a:pt x="173535" y="41220"/>
                  <a:pt x="174854" y="42631"/>
                </a:cubicBezTo>
                <a:cubicBezTo>
                  <a:pt x="176538" y="44633"/>
                  <a:pt x="177402" y="46521"/>
                  <a:pt x="177448" y="48295"/>
                </a:cubicBezTo>
                <a:cubicBezTo>
                  <a:pt x="177448" y="50570"/>
                  <a:pt x="176629" y="52458"/>
                  <a:pt x="174991" y="53960"/>
                </a:cubicBezTo>
                <a:cubicBezTo>
                  <a:pt x="173262" y="55552"/>
                  <a:pt x="171078" y="56348"/>
                  <a:pt x="168439" y="56348"/>
                </a:cubicBezTo>
                <a:cubicBezTo>
                  <a:pt x="165573" y="56348"/>
                  <a:pt x="163184" y="55484"/>
                  <a:pt x="161273" y="53755"/>
                </a:cubicBezTo>
                <a:cubicBezTo>
                  <a:pt x="159271" y="52071"/>
                  <a:pt x="158293" y="50047"/>
                  <a:pt x="158339" y="47681"/>
                </a:cubicBezTo>
                <a:cubicBezTo>
                  <a:pt x="158339" y="44405"/>
                  <a:pt x="159635" y="41266"/>
                  <a:pt x="162229" y="38263"/>
                </a:cubicBezTo>
                <a:cubicBezTo>
                  <a:pt x="164822" y="35351"/>
                  <a:pt x="168439" y="33076"/>
                  <a:pt x="173080" y="31439"/>
                </a:cubicBezTo>
                <a:cubicBezTo>
                  <a:pt x="177721" y="29892"/>
                  <a:pt x="182543" y="29095"/>
                  <a:pt x="187548" y="29050"/>
                </a:cubicBezTo>
                <a:cubicBezTo>
                  <a:pt x="193599" y="29095"/>
                  <a:pt x="198399" y="30369"/>
                  <a:pt x="201948" y="32872"/>
                </a:cubicBezTo>
                <a:cubicBezTo>
                  <a:pt x="205406" y="35465"/>
                  <a:pt x="207680" y="38263"/>
                  <a:pt x="208772" y="41266"/>
                </a:cubicBezTo>
                <a:cubicBezTo>
                  <a:pt x="209364" y="43177"/>
                  <a:pt x="209682" y="47567"/>
                  <a:pt x="209728" y="54437"/>
                </a:cubicBezTo>
                <a:lnTo>
                  <a:pt x="209728" y="79210"/>
                </a:lnTo>
                <a:cubicBezTo>
                  <a:pt x="209728" y="82168"/>
                  <a:pt x="209841" y="83988"/>
                  <a:pt x="210069" y="84670"/>
                </a:cubicBezTo>
                <a:cubicBezTo>
                  <a:pt x="210251" y="85489"/>
                  <a:pt x="210592" y="86058"/>
                  <a:pt x="211093" y="86376"/>
                </a:cubicBezTo>
                <a:cubicBezTo>
                  <a:pt x="211502" y="86740"/>
                  <a:pt x="212025" y="86922"/>
                  <a:pt x="212662" y="86922"/>
                </a:cubicBezTo>
                <a:cubicBezTo>
                  <a:pt x="213800" y="86968"/>
                  <a:pt x="215005" y="86126"/>
                  <a:pt x="216279" y="84397"/>
                </a:cubicBezTo>
                <a:lnTo>
                  <a:pt x="218327" y="86035"/>
                </a:lnTo>
                <a:cubicBezTo>
                  <a:pt x="216006" y="89402"/>
                  <a:pt x="213663" y="91836"/>
                  <a:pt x="211297" y="93337"/>
                </a:cubicBezTo>
                <a:cubicBezTo>
                  <a:pt x="208795" y="94930"/>
                  <a:pt x="206020" y="95703"/>
                  <a:pt x="202971" y="95658"/>
                </a:cubicBezTo>
                <a:cubicBezTo>
                  <a:pt x="199332" y="95658"/>
                  <a:pt x="196488" y="94793"/>
                  <a:pt x="194441" y="93064"/>
                </a:cubicBezTo>
                <a:cubicBezTo>
                  <a:pt x="192393" y="91426"/>
                  <a:pt x="191142" y="88856"/>
                  <a:pt x="190687" y="85353"/>
                </a:cubicBezTo>
                <a:moveTo>
                  <a:pt x="190687" y="80371"/>
                </a:moveTo>
                <a:lnTo>
                  <a:pt x="190687" y="59010"/>
                </a:lnTo>
                <a:cubicBezTo>
                  <a:pt x="185137" y="62240"/>
                  <a:pt x="181042" y="65698"/>
                  <a:pt x="178403" y="69383"/>
                </a:cubicBezTo>
                <a:cubicBezTo>
                  <a:pt x="176629" y="71840"/>
                  <a:pt x="175741" y="74320"/>
                  <a:pt x="175741" y="76822"/>
                </a:cubicBezTo>
                <a:cubicBezTo>
                  <a:pt x="175741" y="78960"/>
                  <a:pt x="176492" y="80803"/>
                  <a:pt x="177994" y="82350"/>
                </a:cubicBezTo>
                <a:cubicBezTo>
                  <a:pt x="179131" y="83578"/>
                  <a:pt x="180723" y="84192"/>
                  <a:pt x="182771" y="84192"/>
                </a:cubicBezTo>
                <a:cubicBezTo>
                  <a:pt x="185000" y="84192"/>
                  <a:pt x="187639" y="82918"/>
                  <a:pt x="190687" y="80371"/>
                </a:cubicBezTo>
                <a:close/>
                <a:moveTo>
                  <a:pt x="254464" y="30961"/>
                </a:moveTo>
                <a:lnTo>
                  <a:pt x="254464" y="39219"/>
                </a:lnTo>
                <a:cubicBezTo>
                  <a:pt x="257740" y="35670"/>
                  <a:pt x="260879" y="33076"/>
                  <a:pt x="263882" y="31439"/>
                </a:cubicBezTo>
                <a:cubicBezTo>
                  <a:pt x="266840" y="29892"/>
                  <a:pt x="270070" y="29095"/>
                  <a:pt x="273573" y="29050"/>
                </a:cubicBezTo>
                <a:cubicBezTo>
                  <a:pt x="277713" y="29095"/>
                  <a:pt x="281148" y="30233"/>
                  <a:pt x="283878" y="32462"/>
                </a:cubicBezTo>
                <a:cubicBezTo>
                  <a:pt x="286608" y="34783"/>
                  <a:pt x="288428" y="37649"/>
                  <a:pt x="289338" y="41061"/>
                </a:cubicBezTo>
                <a:cubicBezTo>
                  <a:pt x="290066" y="43654"/>
                  <a:pt x="290430" y="48636"/>
                  <a:pt x="290430" y="56007"/>
                </a:cubicBezTo>
                <a:lnTo>
                  <a:pt x="290430" y="80848"/>
                </a:lnTo>
                <a:cubicBezTo>
                  <a:pt x="290430" y="85808"/>
                  <a:pt x="290885" y="88856"/>
                  <a:pt x="291795" y="89993"/>
                </a:cubicBezTo>
                <a:cubicBezTo>
                  <a:pt x="292659" y="91222"/>
                  <a:pt x="294502" y="91995"/>
                  <a:pt x="297323" y="92314"/>
                </a:cubicBezTo>
                <a:lnTo>
                  <a:pt x="297323" y="94770"/>
                </a:lnTo>
                <a:lnTo>
                  <a:pt x="265042" y="94770"/>
                </a:lnTo>
                <a:lnTo>
                  <a:pt x="265042" y="92314"/>
                </a:lnTo>
                <a:cubicBezTo>
                  <a:pt x="267408" y="92041"/>
                  <a:pt x="269137" y="91040"/>
                  <a:pt x="270229" y="89311"/>
                </a:cubicBezTo>
                <a:cubicBezTo>
                  <a:pt x="270957" y="88173"/>
                  <a:pt x="271321" y="85353"/>
                  <a:pt x="271321" y="80848"/>
                </a:cubicBezTo>
                <a:lnTo>
                  <a:pt x="271321" y="52458"/>
                </a:lnTo>
                <a:cubicBezTo>
                  <a:pt x="271321" y="47226"/>
                  <a:pt x="271116" y="43927"/>
                  <a:pt x="270707" y="42563"/>
                </a:cubicBezTo>
                <a:cubicBezTo>
                  <a:pt x="270297" y="41198"/>
                  <a:pt x="269615" y="40128"/>
                  <a:pt x="268659" y="39355"/>
                </a:cubicBezTo>
                <a:cubicBezTo>
                  <a:pt x="267613" y="38627"/>
                  <a:pt x="266521" y="38263"/>
                  <a:pt x="265384" y="38263"/>
                </a:cubicBezTo>
                <a:cubicBezTo>
                  <a:pt x="261425" y="38263"/>
                  <a:pt x="257786" y="41061"/>
                  <a:pt x="254464" y="46657"/>
                </a:cubicBezTo>
                <a:lnTo>
                  <a:pt x="254464" y="80848"/>
                </a:lnTo>
                <a:cubicBezTo>
                  <a:pt x="254464" y="85626"/>
                  <a:pt x="254919" y="88651"/>
                  <a:pt x="255829" y="89925"/>
                </a:cubicBezTo>
                <a:cubicBezTo>
                  <a:pt x="256694" y="91244"/>
                  <a:pt x="258332" y="92041"/>
                  <a:pt x="260743" y="92314"/>
                </a:cubicBezTo>
                <a:lnTo>
                  <a:pt x="260743" y="94770"/>
                </a:lnTo>
                <a:lnTo>
                  <a:pt x="228463" y="94770"/>
                </a:lnTo>
                <a:lnTo>
                  <a:pt x="228463" y="92314"/>
                </a:lnTo>
                <a:cubicBezTo>
                  <a:pt x="231102" y="92041"/>
                  <a:pt x="233012" y="91176"/>
                  <a:pt x="234195" y="89720"/>
                </a:cubicBezTo>
                <a:cubicBezTo>
                  <a:pt x="234923" y="88719"/>
                  <a:pt x="235310" y="85762"/>
                  <a:pt x="235356" y="80848"/>
                </a:cubicBezTo>
                <a:lnTo>
                  <a:pt x="235356" y="44815"/>
                </a:lnTo>
                <a:cubicBezTo>
                  <a:pt x="235356" y="39992"/>
                  <a:pt x="234923" y="36989"/>
                  <a:pt x="234059" y="35806"/>
                </a:cubicBezTo>
                <a:cubicBezTo>
                  <a:pt x="233103" y="34669"/>
                  <a:pt x="231238" y="33895"/>
                  <a:pt x="228463" y="33486"/>
                </a:cubicBezTo>
                <a:lnTo>
                  <a:pt x="228463" y="30961"/>
                </a:lnTo>
                <a:lnTo>
                  <a:pt x="254464" y="30961"/>
                </a:lnTo>
                <a:close/>
                <a:moveTo>
                  <a:pt x="326093" y="29118"/>
                </a:moveTo>
                <a:cubicBezTo>
                  <a:pt x="329186" y="29118"/>
                  <a:pt x="331871" y="30210"/>
                  <a:pt x="334146" y="32394"/>
                </a:cubicBezTo>
                <a:cubicBezTo>
                  <a:pt x="336329" y="34669"/>
                  <a:pt x="337421" y="37353"/>
                  <a:pt x="337421" y="40447"/>
                </a:cubicBezTo>
                <a:cubicBezTo>
                  <a:pt x="337421" y="43586"/>
                  <a:pt x="336329" y="46248"/>
                  <a:pt x="334146" y="48432"/>
                </a:cubicBezTo>
                <a:cubicBezTo>
                  <a:pt x="331871" y="50707"/>
                  <a:pt x="329186" y="51821"/>
                  <a:pt x="326093" y="51776"/>
                </a:cubicBezTo>
                <a:cubicBezTo>
                  <a:pt x="322953" y="51821"/>
                  <a:pt x="320292" y="50707"/>
                  <a:pt x="318108" y="48432"/>
                </a:cubicBezTo>
                <a:cubicBezTo>
                  <a:pt x="315833" y="46248"/>
                  <a:pt x="314718" y="43586"/>
                  <a:pt x="314764" y="40447"/>
                </a:cubicBezTo>
                <a:cubicBezTo>
                  <a:pt x="314718" y="37353"/>
                  <a:pt x="315833" y="34669"/>
                  <a:pt x="318108" y="32394"/>
                </a:cubicBezTo>
                <a:cubicBezTo>
                  <a:pt x="320292" y="30210"/>
                  <a:pt x="322953" y="29118"/>
                  <a:pt x="326093" y="29118"/>
                </a:cubicBezTo>
                <a:moveTo>
                  <a:pt x="326024" y="73751"/>
                </a:moveTo>
                <a:cubicBezTo>
                  <a:pt x="329164" y="73751"/>
                  <a:pt x="331871" y="74865"/>
                  <a:pt x="334146" y="77095"/>
                </a:cubicBezTo>
                <a:cubicBezTo>
                  <a:pt x="336329" y="79370"/>
                  <a:pt x="337421" y="82054"/>
                  <a:pt x="337421" y="85148"/>
                </a:cubicBezTo>
                <a:cubicBezTo>
                  <a:pt x="337421" y="88287"/>
                  <a:pt x="336307" y="90949"/>
                  <a:pt x="334077" y="93133"/>
                </a:cubicBezTo>
                <a:cubicBezTo>
                  <a:pt x="331802" y="95407"/>
                  <a:pt x="329118" y="96522"/>
                  <a:pt x="326024" y="96477"/>
                </a:cubicBezTo>
                <a:cubicBezTo>
                  <a:pt x="322885" y="96522"/>
                  <a:pt x="320223" y="95407"/>
                  <a:pt x="318040" y="93133"/>
                </a:cubicBezTo>
                <a:cubicBezTo>
                  <a:pt x="315765" y="90949"/>
                  <a:pt x="314650" y="88287"/>
                  <a:pt x="314696" y="85148"/>
                </a:cubicBezTo>
                <a:cubicBezTo>
                  <a:pt x="314650" y="82054"/>
                  <a:pt x="315765" y="79370"/>
                  <a:pt x="318040" y="77095"/>
                </a:cubicBezTo>
                <a:cubicBezTo>
                  <a:pt x="320223" y="74865"/>
                  <a:pt x="322885" y="73751"/>
                  <a:pt x="326024" y="73751"/>
                </a:cubicBezTo>
                <a:close/>
                <a:moveTo>
                  <a:pt x="445632" y="94770"/>
                </a:moveTo>
                <a:lnTo>
                  <a:pt x="391172" y="94770"/>
                </a:lnTo>
                <a:lnTo>
                  <a:pt x="391172" y="93269"/>
                </a:lnTo>
                <a:cubicBezTo>
                  <a:pt x="407824" y="73432"/>
                  <a:pt x="417970" y="60056"/>
                  <a:pt x="421610" y="53141"/>
                </a:cubicBezTo>
                <a:cubicBezTo>
                  <a:pt x="425159" y="46271"/>
                  <a:pt x="426933" y="39560"/>
                  <a:pt x="426933" y="33008"/>
                </a:cubicBezTo>
                <a:cubicBezTo>
                  <a:pt x="426887" y="28276"/>
                  <a:pt x="425409" y="24295"/>
                  <a:pt x="422497" y="21065"/>
                </a:cubicBezTo>
                <a:cubicBezTo>
                  <a:pt x="419540" y="17926"/>
                  <a:pt x="415923" y="16356"/>
                  <a:pt x="411646" y="16356"/>
                </a:cubicBezTo>
                <a:cubicBezTo>
                  <a:pt x="404594" y="16356"/>
                  <a:pt x="399157" y="19859"/>
                  <a:pt x="395335" y="26866"/>
                </a:cubicBezTo>
                <a:lnTo>
                  <a:pt x="392810" y="25979"/>
                </a:lnTo>
                <a:cubicBezTo>
                  <a:pt x="395267" y="17243"/>
                  <a:pt x="398998" y="10783"/>
                  <a:pt x="404002" y="6597"/>
                </a:cubicBezTo>
                <a:cubicBezTo>
                  <a:pt x="408962" y="2457"/>
                  <a:pt x="414740" y="364"/>
                  <a:pt x="421337" y="318"/>
                </a:cubicBezTo>
                <a:cubicBezTo>
                  <a:pt x="425977" y="318"/>
                  <a:pt x="430254" y="1410"/>
                  <a:pt x="434167" y="3594"/>
                </a:cubicBezTo>
                <a:cubicBezTo>
                  <a:pt x="438034" y="5824"/>
                  <a:pt x="441060" y="8804"/>
                  <a:pt x="443244" y="12534"/>
                </a:cubicBezTo>
                <a:cubicBezTo>
                  <a:pt x="445427" y="16356"/>
                  <a:pt x="446519" y="19928"/>
                  <a:pt x="446519" y="23249"/>
                </a:cubicBezTo>
                <a:cubicBezTo>
                  <a:pt x="446474" y="29346"/>
                  <a:pt x="444791" y="35488"/>
                  <a:pt x="441469" y="41675"/>
                </a:cubicBezTo>
                <a:cubicBezTo>
                  <a:pt x="436874" y="50092"/>
                  <a:pt x="426842" y="61831"/>
                  <a:pt x="411373" y="76890"/>
                </a:cubicBezTo>
                <a:lnTo>
                  <a:pt x="431369" y="76890"/>
                </a:lnTo>
                <a:cubicBezTo>
                  <a:pt x="436283" y="76890"/>
                  <a:pt x="439490" y="76685"/>
                  <a:pt x="440992" y="76276"/>
                </a:cubicBezTo>
                <a:cubicBezTo>
                  <a:pt x="442402" y="75912"/>
                  <a:pt x="443608" y="75207"/>
                  <a:pt x="444609" y="74160"/>
                </a:cubicBezTo>
                <a:cubicBezTo>
                  <a:pt x="445518" y="73205"/>
                  <a:pt x="446770" y="71157"/>
                  <a:pt x="448362" y="68018"/>
                </a:cubicBezTo>
                <a:lnTo>
                  <a:pt x="450819" y="68018"/>
                </a:lnTo>
                <a:lnTo>
                  <a:pt x="445632" y="94770"/>
                </a:lnTo>
                <a:close/>
                <a:moveTo>
                  <a:pt x="641331" y="2229"/>
                </a:moveTo>
                <a:lnTo>
                  <a:pt x="686988" y="59624"/>
                </a:lnTo>
                <a:lnTo>
                  <a:pt x="686988" y="19837"/>
                </a:lnTo>
                <a:cubicBezTo>
                  <a:pt x="686942" y="14332"/>
                  <a:pt x="686146" y="10578"/>
                  <a:pt x="684599" y="8576"/>
                </a:cubicBezTo>
                <a:cubicBezTo>
                  <a:pt x="682370" y="5983"/>
                  <a:pt x="678707" y="4709"/>
                  <a:pt x="673611" y="4754"/>
                </a:cubicBezTo>
                <a:lnTo>
                  <a:pt x="673611" y="2229"/>
                </a:lnTo>
                <a:lnTo>
                  <a:pt x="704185" y="2229"/>
                </a:lnTo>
                <a:lnTo>
                  <a:pt x="704185" y="4754"/>
                </a:lnTo>
                <a:cubicBezTo>
                  <a:pt x="700227" y="5300"/>
                  <a:pt x="697611" y="5937"/>
                  <a:pt x="696337" y="6665"/>
                </a:cubicBezTo>
                <a:cubicBezTo>
                  <a:pt x="694972" y="7484"/>
                  <a:pt x="693926" y="8781"/>
                  <a:pt x="693198" y="10555"/>
                </a:cubicBezTo>
                <a:cubicBezTo>
                  <a:pt x="692424" y="12421"/>
                  <a:pt x="692038" y="15515"/>
                  <a:pt x="692038" y="19837"/>
                </a:cubicBezTo>
                <a:lnTo>
                  <a:pt x="692038" y="96886"/>
                </a:lnTo>
                <a:lnTo>
                  <a:pt x="689717" y="96886"/>
                </a:lnTo>
                <a:lnTo>
                  <a:pt x="627136" y="19837"/>
                </a:lnTo>
                <a:lnTo>
                  <a:pt x="627136" y="78664"/>
                </a:lnTo>
                <a:cubicBezTo>
                  <a:pt x="627136" y="84033"/>
                  <a:pt x="628365" y="87627"/>
                  <a:pt x="630821" y="89447"/>
                </a:cubicBezTo>
                <a:cubicBezTo>
                  <a:pt x="633187" y="91313"/>
                  <a:pt x="635963" y="92245"/>
                  <a:pt x="639147" y="92245"/>
                </a:cubicBezTo>
                <a:lnTo>
                  <a:pt x="641331" y="92245"/>
                </a:lnTo>
                <a:lnTo>
                  <a:pt x="641331" y="94770"/>
                </a:lnTo>
                <a:lnTo>
                  <a:pt x="608505" y="94770"/>
                </a:lnTo>
                <a:lnTo>
                  <a:pt x="608505" y="92245"/>
                </a:lnTo>
                <a:cubicBezTo>
                  <a:pt x="613601" y="92200"/>
                  <a:pt x="617149" y="91153"/>
                  <a:pt x="619151" y="89106"/>
                </a:cubicBezTo>
                <a:cubicBezTo>
                  <a:pt x="621108" y="87059"/>
                  <a:pt x="622109" y="83578"/>
                  <a:pt x="622154" y="78664"/>
                </a:cubicBezTo>
                <a:lnTo>
                  <a:pt x="622154" y="13353"/>
                </a:lnTo>
                <a:lnTo>
                  <a:pt x="620175" y="10897"/>
                </a:lnTo>
                <a:cubicBezTo>
                  <a:pt x="618173" y="8440"/>
                  <a:pt x="616444" y="6825"/>
                  <a:pt x="614988" y="6051"/>
                </a:cubicBezTo>
                <a:cubicBezTo>
                  <a:pt x="613441" y="5323"/>
                  <a:pt x="611280" y="4891"/>
                  <a:pt x="608505" y="4754"/>
                </a:cubicBezTo>
                <a:lnTo>
                  <a:pt x="608505" y="2229"/>
                </a:lnTo>
                <a:lnTo>
                  <a:pt x="641331" y="2229"/>
                </a:lnTo>
                <a:close/>
                <a:moveTo>
                  <a:pt x="744637" y="29050"/>
                </a:moveTo>
                <a:cubicBezTo>
                  <a:pt x="750142" y="29050"/>
                  <a:pt x="755306" y="30483"/>
                  <a:pt x="760129" y="33349"/>
                </a:cubicBezTo>
                <a:cubicBezTo>
                  <a:pt x="764861" y="36261"/>
                  <a:pt x="768500" y="40333"/>
                  <a:pt x="771048" y="45565"/>
                </a:cubicBezTo>
                <a:cubicBezTo>
                  <a:pt x="773505" y="50843"/>
                  <a:pt x="774734" y="56621"/>
                  <a:pt x="774734" y="62900"/>
                </a:cubicBezTo>
                <a:cubicBezTo>
                  <a:pt x="774688" y="71999"/>
                  <a:pt x="772390" y="79574"/>
                  <a:pt x="767841" y="85626"/>
                </a:cubicBezTo>
                <a:cubicBezTo>
                  <a:pt x="762245" y="92996"/>
                  <a:pt x="754578" y="96681"/>
                  <a:pt x="744842" y="96681"/>
                </a:cubicBezTo>
                <a:cubicBezTo>
                  <a:pt x="735197" y="96727"/>
                  <a:pt x="727803" y="93360"/>
                  <a:pt x="722662" y="86581"/>
                </a:cubicBezTo>
                <a:cubicBezTo>
                  <a:pt x="717475" y="79847"/>
                  <a:pt x="714882" y="72045"/>
                  <a:pt x="714882" y="63173"/>
                </a:cubicBezTo>
                <a:cubicBezTo>
                  <a:pt x="714882" y="54028"/>
                  <a:pt x="717544" y="46043"/>
                  <a:pt x="722867" y="39219"/>
                </a:cubicBezTo>
                <a:cubicBezTo>
                  <a:pt x="728099" y="32485"/>
                  <a:pt x="735356" y="29095"/>
                  <a:pt x="744637" y="29050"/>
                </a:cubicBezTo>
                <a:moveTo>
                  <a:pt x="744910" y="33895"/>
                </a:moveTo>
                <a:cubicBezTo>
                  <a:pt x="742590" y="33941"/>
                  <a:pt x="740611" y="34805"/>
                  <a:pt x="738973" y="36489"/>
                </a:cubicBezTo>
                <a:cubicBezTo>
                  <a:pt x="737244" y="38309"/>
                  <a:pt x="736152" y="41766"/>
                  <a:pt x="735697" y="46862"/>
                </a:cubicBezTo>
                <a:cubicBezTo>
                  <a:pt x="735151" y="52049"/>
                  <a:pt x="734878" y="59237"/>
                  <a:pt x="734878" y="68428"/>
                </a:cubicBezTo>
                <a:cubicBezTo>
                  <a:pt x="734878" y="73296"/>
                  <a:pt x="735197" y="77846"/>
                  <a:pt x="735834" y="82077"/>
                </a:cubicBezTo>
                <a:cubicBezTo>
                  <a:pt x="736289" y="85307"/>
                  <a:pt x="737358" y="87764"/>
                  <a:pt x="739041" y="89447"/>
                </a:cubicBezTo>
                <a:cubicBezTo>
                  <a:pt x="740633" y="91176"/>
                  <a:pt x="742499" y="92018"/>
                  <a:pt x="744637" y="91972"/>
                </a:cubicBezTo>
                <a:cubicBezTo>
                  <a:pt x="746685" y="92018"/>
                  <a:pt x="748391" y="91449"/>
                  <a:pt x="749756" y="90266"/>
                </a:cubicBezTo>
                <a:cubicBezTo>
                  <a:pt x="751485" y="88765"/>
                  <a:pt x="752667" y="86604"/>
                  <a:pt x="753304" y="83783"/>
                </a:cubicBezTo>
                <a:cubicBezTo>
                  <a:pt x="754169" y="79506"/>
                  <a:pt x="754624" y="70771"/>
                  <a:pt x="754669" y="57577"/>
                </a:cubicBezTo>
                <a:cubicBezTo>
                  <a:pt x="754669" y="49888"/>
                  <a:pt x="754237" y="44564"/>
                  <a:pt x="753373" y="41607"/>
                </a:cubicBezTo>
                <a:cubicBezTo>
                  <a:pt x="752463" y="38741"/>
                  <a:pt x="751189" y="36648"/>
                  <a:pt x="749551" y="35329"/>
                </a:cubicBezTo>
                <a:cubicBezTo>
                  <a:pt x="748368" y="34373"/>
                  <a:pt x="746821" y="33895"/>
                  <a:pt x="744910" y="33895"/>
                </a:cubicBezTo>
                <a:close/>
                <a:moveTo>
                  <a:pt x="849566" y="2229"/>
                </a:moveTo>
                <a:lnTo>
                  <a:pt x="849566" y="75662"/>
                </a:lnTo>
                <a:cubicBezTo>
                  <a:pt x="849566" y="80666"/>
                  <a:pt x="849703" y="83601"/>
                  <a:pt x="849976" y="84465"/>
                </a:cubicBezTo>
                <a:cubicBezTo>
                  <a:pt x="850294" y="85967"/>
                  <a:pt x="851000" y="87081"/>
                  <a:pt x="852092" y="87809"/>
                </a:cubicBezTo>
                <a:cubicBezTo>
                  <a:pt x="853092" y="88583"/>
                  <a:pt x="854867" y="89038"/>
                  <a:pt x="857415" y="89174"/>
                </a:cubicBezTo>
                <a:lnTo>
                  <a:pt x="857415" y="91426"/>
                </a:lnTo>
                <a:lnTo>
                  <a:pt x="830458" y="96681"/>
                </a:lnTo>
                <a:lnTo>
                  <a:pt x="830458" y="86581"/>
                </a:lnTo>
                <a:cubicBezTo>
                  <a:pt x="827227" y="90494"/>
                  <a:pt x="824361" y="93155"/>
                  <a:pt x="821859" y="94566"/>
                </a:cubicBezTo>
                <a:cubicBezTo>
                  <a:pt x="819311" y="96022"/>
                  <a:pt x="816445" y="96727"/>
                  <a:pt x="813260" y="96681"/>
                </a:cubicBezTo>
                <a:cubicBezTo>
                  <a:pt x="805070" y="96727"/>
                  <a:pt x="798632" y="93087"/>
                  <a:pt x="793946" y="85762"/>
                </a:cubicBezTo>
                <a:cubicBezTo>
                  <a:pt x="790124" y="79847"/>
                  <a:pt x="788214" y="72591"/>
                  <a:pt x="788214" y="63992"/>
                </a:cubicBezTo>
                <a:cubicBezTo>
                  <a:pt x="788168" y="57122"/>
                  <a:pt x="789351" y="50957"/>
                  <a:pt x="791762" y="45497"/>
                </a:cubicBezTo>
                <a:cubicBezTo>
                  <a:pt x="794083" y="40128"/>
                  <a:pt x="797336" y="36034"/>
                  <a:pt x="801521" y="33213"/>
                </a:cubicBezTo>
                <a:cubicBezTo>
                  <a:pt x="805616" y="30438"/>
                  <a:pt x="810029" y="29050"/>
                  <a:pt x="814761" y="29050"/>
                </a:cubicBezTo>
                <a:cubicBezTo>
                  <a:pt x="817764" y="29095"/>
                  <a:pt x="820471" y="29687"/>
                  <a:pt x="822882" y="30824"/>
                </a:cubicBezTo>
                <a:cubicBezTo>
                  <a:pt x="825248" y="32053"/>
                  <a:pt x="827773" y="34123"/>
                  <a:pt x="830458" y="37035"/>
                </a:cubicBezTo>
                <a:lnTo>
                  <a:pt x="830458" y="17789"/>
                </a:lnTo>
                <a:cubicBezTo>
                  <a:pt x="830458" y="12967"/>
                  <a:pt x="830253" y="10032"/>
                  <a:pt x="829843" y="8986"/>
                </a:cubicBezTo>
                <a:cubicBezTo>
                  <a:pt x="829297" y="7712"/>
                  <a:pt x="828479" y="6734"/>
                  <a:pt x="827387" y="6051"/>
                </a:cubicBezTo>
                <a:cubicBezTo>
                  <a:pt x="826295" y="5460"/>
                  <a:pt x="824247" y="5141"/>
                  <a:pt x="821244" y="5096"/>
                </a:cubicBezTo>
                <a:lnTo>
                  <a:pt x="821244" y="2229"/>
                </a:lnTo>
                <a:lnTo>
                  <a:pt x="849566" y="2229"/>
                </a:lnTo>
                <a:moveTo>
                  <a:pt x="830458" y="45497"/>
                </a:moveTo>
                <a:cubicBezTo>
                  <a:pt x="827045" y="39037"/>
                  <a:pt x="822928" y="35806"/>
                  <a:pt x="818105" y="35806"/>
                </a:cubicBezTo>
                <a:cubicBezTo>
                  <a:pt x="816376" y="35852"/>
                  <a:pt x="814989" y="36307"/>
                  <a:pt x="813942" y="37171"/>
                </a:cubicBezTo>
                <a:cubicBezTo>
                  <a:pt x="812213" y="38627"/>
                  <a:pt x="810848" y="41107"/>
                  <a:pt x="809847" y="44610"/>
                </a:cubicBezTo>
                <a:cubicBezTo>
                  <a:pt x="808756" y="48204"/>
                  <a:pt x="808210" y="53641"/>
                  <a:pt x="808210" y="60921"/>
                </a:cubicBezTo>
                <a:cubicBezTo>
                  <a:pt x="808210" y="68974"/>
                  <a:pt x="808801" y="74934"/>
                  <a:pt x="809984" y="78801"/>
                </a:cubicBezTo>
                <a:cubicBezTo>
                  <a:pt x="811121" y="82714"/>
                  <a:pt x="812737" y="85512"/>
                  <a:pt x="814829" y="87195"/>
                </a:cubicBezTo>
                <a:cubicBezTo>
                  <a:pt x="815830" y="88105"/>
                  <a:pt x="817263" y="88537"/>
                  <a:pt x="819129" y="88492"/>
                </a:cubicBezTo>
                <a:cubicBezTo>
                  <a:pt x="823133" y="88492"/>
                  <a:pt x="826909" y="85353"/>
                  <a:pt x="830458" y="79074"/>
                </a:cubicBezTo>
                <a:lnTo>
                  <a:pt x="830458" y="45497"/>
                </a:lnTo>
                <a:close/>
                <a:moveTo>
                  <a:pt x="920581" y="60579"/>
                </a:moveTo>
                <a:lnTo>
                  <a:pt x="885571" y="60579"/>
                </a:lnTo>
                <a:cubicBezTo>
                  <a:pt x="885980" y="69042"/>
                  <a:pt x="888232" y="75730"/>
                  <a:pt x="892327" y="80644"/>
                </a:cubicBezTo>
                <a:cubicBezTo>
                  <a:pt x="895421" y="84420"/>
                  <a:pt x="899197" y="86308"/>
                  <a:pt x="903656" y="86308"/>
                </a:cubicBezTo>
                <a:cubicBezTo>
                  <a:pt x="906340" y="86354"/>
                  <a:pt x="908820" y="85580"/>
                  <a:pt x="911094" y="83988"/>
                </a:cubicBezTo>
                <a:cubicBezTo>
                  <a:pt x="913324" y="82486"/>
                  <a:pt x="915712" y="79756"/>
                  <a:pt x="918260" y="75798"/>
                </a:cubicBezTo>
                <a:lnTo>
                  <a:pt x="920581" y="77300"/>
                </a:lnTo>
                <a:cubicBezTo>
                  <a:pt x="917077" y="84352"/>
                  <a:pt x="913255" y="89334"/>
                  <a:pt x="909115" y="92245"/>
                </a:cubicBezTo>
                <a:cubicBezTo>
                  <a:pt x="904930" y="95203"/>
                  <a:pt x="900084" y="96681"/>
                  <a:pt x="894579" y="96681"/>
                </a:cubicBezTo>
                <a:cubicBezTo>
                  <a:pt x="885070" y="96727"/>
                  <a:pt x="877904" y="93087"/>
                  <a:pt x="873082" y="85762"/>
                </a:cubicBezTo>
                <a:cubicBezTo>
                  <a:pt x="869169" y="79893"/>
                  <a:pt x="867212" y="72613"/>
                  <a:pt x="867212" y="63923"/>
                </a:cubicBezTo>
                <a:cubicBezTo>
                  <a:pt x="867167" y="53323"/>
                  <a:pt x="870056" y="44837"/>
                  <a:pt x="875880" y="38468"/>
                </a:cubicBezTo>
                <a:cubicBezTo>
                  <a:pt x="881612" y="32189"/>
                  <a:pt x="888346" y="29050"/>
                  <a:pt x="896080" y="29050"/>
                </a:cubicBezTo>
                <a:cubicBezTo>
                  <a:pt x="902541" y="29095"/>
                  <a:pt x="908160" y="31734"/>
                  <a:pt x="912937" y="36966"/>
                </a:cubicBezTo>
                <a:cubicBezTo>
                  <a:pt x="917623" y="42290"/>
                  <a:pt x="920171" y="50161"/>
                  <a:pt x="920581" y="60579"/>
                </a:cubicBezTo>
                <a:moveTo>
                  <a:pt x="903792" y="56007"/>
                </a:moveTo>
                <a:cubicBezTo>
                  <a:pt x="903747" y="48727"/>
                  <a:pt x="903360" y="43700"/>
                  <a:pt x="902632" y="40925"/>
                </a:cubicBezTo>
                <a:cubicBezTo>
                  <a:pt x="901813" y="38240"/>
                  <a:pt x="900562" y="36170"/>
                  <a:pt x="898878" y="34714"/>
                </a:cubicBezTo>
                <a:cubicBezTo>
                  <a:pt x="897877" y="33895"/>
                  <a:pt x="896604" y="33486"/>
                  <a:pt x="895057" y="33486"/>
                </a:cubicBezTo>
                <a:cubicBezTo>
                  <a:pt x="892645" y="33486"/>
                  <a:pt x="890712" y="34646"/>
                  <a:pt x="889256" y="36966"/>
                </a:cubicBezTo>
                <a:cubicBezTo>
                  <a:pt x="886571" y="41061"/>
                  <a:pt x="885229" y="46612"/>
                  <a:pt x="885229" y="53618"/>
                </a:cubicBezTo>
                <a:lnTo>
                  <a:pt x="885229" y="56007"/>
                </a:lnTo>
                <a:lnTo>
                  <a:pt x="903792" y="56007"/>
                </a:lnTo>
                <a:close/>
                <a:moveTo>
                  <a:pt x="952006" y="29118"/>
                </a:moveTo>
                <a:cubicBezTo>
                  <a:pt x="955100" y="29118"/>
                  <a:pt x="957784" y="30210"/>
                  <a:pt x="960059" y="32394"/>
                </a:cubicBezTo>
                <a:cubicBezTo>
                  <a:pt x="962243" y="34669"/>
                  <a:pt x="963335" y="37353"/>
                  <a:pt x="963335" y="40447"/>
                </a:cubicBezTo>
                <a:cubicBezTo>
                  <a:pt x="963335" y="43586"/>
                  <a:pt x="962243" y="46248"/>
                  <a:pt x="960059" y="48432"/>
                </a:cubicBezTo>
                <a:cubicBezTo>
                  <a:pt x="957784" y="50707"/>
                  <a:pt x="955100" y="51821"/>
                  <a:pt x="952006" y="51776"/>
                </a:cubicBezTo>
                <a:cubicBezTo>
                  <a:pt x="948867" y="51821"/>
                  <a:pt x="946205" y="50707"/>
                  <a:pt x="944021" y="48432"/>
                </a:cubicBezTo>
                <a:cubicBezTo>
                  <a:pt x="941747" y="46248"/>
                  <a:pt x="940632" y="43586"/>
                  <a:pt x="940677" y="40447"/>
                </a:cubicBezTo>
                <a:cubicBezTo>
                  <a:pt x="940632" y="37353"/>
                  <a:pt x="941747" y="34669"/>
                  <a:pt x="944021" y="32394"/>
                </a:cubicBezTo>
                <a:cubicBezTo>
                  <a:pt x="946205" y="30210"/>
                  <a:pt x="948867" y="29118"/>
                  <a:pt x="952006" y="29118"/>
                </a:cubicBezTo>
                <a:moveTo>
                  <a:pt x="951938" y="73751"/>
                </a:moveTo>
                <a:cubicBezTo>
                  <a:pt x="955077" y="73751"/>
                  <a:pt x="957784" y="74865"/>
                  <a:pt x="960059" y="77095"/>
                </a:cubicBezTo>
                <a:cubicBezTo>
                  <a:pt x="962243" y="79370"/>
                  <a:pt x="963335" y="82054"/>
                  <a:pt x="963335" y="85148"/>
                </a:cubicBezTo>
                <a:cubicBezTo>
                  <a:pt x="963335" y="88287"/>
                  <a:pt x="962220" y="90949"/>
                  <a:pt x="959991" y="93133"/>
                </a:cubicBezTo>
                <a:cubicBezTo>
                  <a:pt x="957716" y="95407"/>
                  <a:pt x="955032" y="96522"/>
                  <a:pt x="951938" y="96477"/>
                </a:cubicBezTo>
                <a:cubicBezTo>
                  <a:pt x="948799" y="96522"/>
                  <a:pt x="946137" y="95407"/>
                  <a:pt x="943953" y="93133"/>
                </a:cubicBezTo>
                <a:cubicBezTo>
                  <a:pt x="941678" y="90949"/>
                  <a:pt x="940564" y="88287"/>
                  <a:pt x="940609" y="85148"/>
                </a:cubicBezTo>
                <a:cubicBezTo>
                  <a:pt x="940564" y="82054"/>
                  <a:pt x="941678" y="79370"/>
                  <a:pt x="943953" y="77095"/>
                </a:cubicBezTo>
                <a:cubicBezTo>
                  <a:pt x="946137" y="74865"/>
                  <a:pt x="948799" y="73751"/>
                  <a:pt x="951938" y="73751"/>
                </a:cubicBezTo>
                <a:close/>
                <a:moveTo>
                  <a:pt x="1075845" y="45702"/>
                </a:moveTo>
                <a:cubicBezTo>
                  <a:pt x="1084626" y="47749"/>
                  <a:pt x="1090791" y="50229"/>
                  <a:pt x="1094340" y="53141"/>
                </a:cubicBezTo>
                <a:cubicBezTo>
                  <a:pt x="1099436" y="57326"/>
                  <a:pt x="1101983" y="62695"/>
                  <a:pt x="1101983" y="69247"/>
                </a:cubicBezTo>
                <a:cubicBezTo>
                  <a:pt x="1101983" y="76208"/>
                  <a:pt x="1099185" y="81963"/>
                  <a:pt x="1093589" y="86513"/>
                </a:cubicBezTo>
                <a:cubicBezTo>
                  <a:pt x="1086674" y="92063"/>
                  <a:pt x="1076687" y="94816"/>
                  <a:pt x="1063629" y="94770"/>
                </a:cubicBezTo>
                <a:lnTo>
                  <a:pt x="1016608" y="94770"/>
                </a:lnTo>
                <a:lnTo>
                  <a:pt x="1016608" y="92245"/>
                </a:lnTo>
                <a:cubicBezTo>
                  <a:pt x="1020839" y="92245"/>
                  <a:pt x="1023751" y="91836"/>
                  <a:pt x="1025344" y="91017"/>
                </a:cubicBezTo>
                <a:cubicBezTo>
                  <a:pt x="1026845" y="90289"/>
                  <a:pt x="1027914" y="89265"/>
                  <a:pt x="1028551" y="87946"/>
                </a:cubicBezTo>
                <a:cubicBezTo>
                  <a:pt x="1029143" y="86672"/>
                  <a:pt x="1029438" y="83533"/>
                  <a:pt x="1029438" y="78528"/>
                </a:cubicBezTo>
                <a:lnTo>
                  <a:pt x="1029438" y="18472"/>
                </a:lnTo>
                <a:cubicBezTo>
                  <a:pt x="1029438" y="13513"/>
                  <a:pt x="1029143" y="10351"/>
                  <a:pt x="1028551" y="8986"/>
                </a:cubicBezTo>
                <a:cubicBezTo>
                  <a:pt x="1027914" y="7712"/>
                  <a:pt x="1026822" y="6688"/>
                  <a:pt x="1025275" y="5915"/>
                </a:cubicBezTo>
                <a:cubicBezTo>
                  <a:pt x="1023683" y="5187"/>
                  <a:pt x="1020794" y="4800"/>
                  <a:pt x="1016608" y="4754"/>
                </a:cubicBezTo>
                <a:lnTo>
                  <a:pt x="1016608" y="2229"/>
                </a:lnTo>
                <a:lnTo>
                  <a:pt x="1060968" y="2229"/>
                </a:lnTo>
                <a:cubicBezTo>
                  <a:pt x="1071523" y="2275"/>
                  <a:pt x="1079030" y="3208"/>
                  <a:pt x="1083489" y="5027"/>
                </a:cubicBezTo>
                <a:cubicBezTo>
                  <a:pt x="1087902" y="6938"/>
                  <a:pt x="1091383" y="9759"/>
                  <a:pt x="1093930" y="13490"/>
                </a:cubicBezTo>
                <a:cubicBezTo>
                  <a:pt x="1096433" y="17266"/>
                  <a:pt x="1097707" y="21270"/>
                  <a:pt x="1097752" y="25501"/>
                </a:cubicBezTo>
                <a:cubicBezTo>
                  <a:pt x="1097707" y="29960"/>
                  <a:pt x="1096092" y="33918"/>
                  <a:pt x="1092907" y="37376"/>
                </a:cubicBezTo>
                <a:cubicBezTo>
                  <a:pt x="1089631" y="40879"/>
                  <a:pt x="1083944" y="43654"/>
                  <a:pt x="1075845" y="45702"/>
                </a:cubicBezTo>
                <a:moveTo>
                  <a:pt x="1051004" y="43859"/>
                </a:moveTo>
                <a:cubicBezTo>
                  <a:pt x="1057465" y="43859"/>
                  <a:pt x="1062242" y="43131"/>
                  <a:pt x="1065336" y="41675"/>
                </a:cubicBezTo>
                <a:cubicBezTo>
                  <a:pt x="1068384" y="40265"/>
                  <a:pt x="1070727" y="38218"/>
                  <a:pt x="1072365" y="35533"/>
                </a:cubicBezTo>
                <a:cubicBezTo>
                  <a:pt x="1074003" y="32894"/>
                  <a:pt x="1074822" y="29528"/>
                  <a:pt x="1074822" y="25433"/>
                </a:cubicBezTo>
                <a:cubicBezTo>
                  <a:pt x="1074776" y="21384"/>
                  <a:pt x="1073980" y="18017"/>
                  <a:pt x="1072433" y="15333"/>
                </a:cubicBezTo>
                <a:cubicBezTo>
                  <a:pt x="1070795" y="12739"/>
                  <a:pt x="1068475" y="10760"/>
                  <a:pt x="1065472" y="9395"/>
                </a:cubicBezTo>
                <a:cubicBezTo>
                  <a:pt x="1062424" y="8030"/>
                  <a:pt x="1057601" y="7371"/>
                  <a:pt x="1051004" y="7416"/>
                </a:cubicBezTo>
                <a:lnTo>
                  <a:pt x="1051004" y="43859"/>
                </a:lnTo>
                <a:moveTo>
                  <a:pt x="1051004" y="49182"/>
                </a:moveTo>
                <a:lnTo>
                  <a:pt x="1051004" y="78869"/>
                </a:lnTo>
                <a:lnTo>
                  <a:pt x="1050936" y="82282"/>
                </a:lnTo>
                <a:cubicBezTo>
                  <a:pt x="1050890" y="84738"/>
                  <a:pt x="1051527" y="86581"/>
                  <a:pt x="1052847" y="87809"/>
                </a:cubicBezTo>
                <a:cubicBezTo>
                  <a:pt x="1054075" y="89129"/>
                  <a:pt x="1055918" y="89766"/>
                  <a:pt x="1058374" y="89720"/>
                </a:cubicBezTo>
                <a:cubicBezTo>
                  <a:pt x="1061969" y="89720"/>
                  <a:pt x="1065336" y="88901"/>
                  <a:pt x="1068475" y="87263"/>
                </a:cubicBezTo>
                <a:cubicBezTo>
                  <a:pt x="1071523" y="85717"/>
                  <a:pt x="1073866" y="83373"/>
                  <a:pt x="1075504" y="80234"/>
                </a:cubicBezTo>
                <a:cubicBezTo>
                  <a:pt x="1077142" y="77186"/>
                  <a:pt x="1077961" y="73774"/>
                  <a:pt x="1077961" y="69997"/>
                </a:cubicBezTo>
                <a:cubicBezTo>
                  <a:pt x="1077915" y="65721"/>
                  <a:pt x="1076915" y="61831"/>
                  <a:pt x="1074958" y="58327"/>
                </a:cubicBezTo>
                <a:cubicBezTo>
                  <a:pt x="1072911" y="54915"/>
                  <a:pt x="1070158" y="52526"/>
                  <a:pt x="1066700" y="51161"/>
                </a:cubicBezTo>
                <a:cubicBezTo>
                  <a:pt x="1063197" y="49797"/>
                  <a:pt x="1057965" y="49137"/>
                  <a:pt x="1051004" y="49182"/>
                </a:cubicBezTo>
                <a:close/>
                <a:moveTo>
                  <a:pt x="1308815" y="68428"/>
                </a:moveTo>
                <a:lnTo>
                  <a:pt x="1276125" y="68428"/>
                </a:lnTo>
                <a:lnTo>
                  <a:pt x="1272235" y="77436"/>
                </a:lnTo>
                <a:cubicBezTo>
                  <a:pt x="1270916" y="80439"/>
                  <a:pt x="1270279" y="82918"/>
                  <a:pt x="1270325" y="84875"/>
                </a:cubicBezTo>
                <a:cubicBezTo>
                  <a:pt x="1270279" y="87468"/>
                  <a:pt x="1271326" y="89379"/>
                  <a:pt x="1273464" y="90607"/>
                </a:cubicBezTo>
                <a:cubicBezTo>
                  <a:pt x="1274647" y="91381"/>
                  <a:pt x="1277672" y="91927"/>
                  <a:pt x="1282541" y="92245"/>
                </a:cubicBezTo>
                <a:lnTo>
                  <a:pt x="1282541" y="94770"/>
                </a:lnTo>
                <a:lnTo>
                  <a:pt x="1251762" y="94770"/>
                </a:lnTo>
                <a:lnTo>
                  <a:pt x="1251762" y="92245"/>
                </a:lnTo>
                <a:cubicBezTo>
                  <a:pt x="1255083" y="91790"/>
                  <a:pt x="1257813" y="90403"/>
                  <a:pt x="1259951" y="88082"/>
                </a:cubicBezTo>
                <a:cubicBezTo>
                  <a:pt x="1262044" y="85853"/>
                  <a:pt x="1264683" y="81212"/>
                  <a:pt x="1267868" y="74160"/>
                </a:cubicBezTo>
                <a:lnTo>
                  <a:pt x="1300967" y="318"/>
                </a:lnTo>
                <a:lnTo>
                  <a:pt x="1302264" y="318"/>
                </a:lnTo>
                <a:lnTo>
                  <a:pt x="1335636" y="76208"/>
                </a:lnTo>
                <a:cubicBezTo>
                  <a:pt x="1338820" y="83442"/>
                  <a:pt x="1341437" y="87969"/>
                  <a:pt x="1343484" y="89789"/>
                </a:cubicBezTo>
                <a:cubicBezTo>
                  <a:pt x="1345031" y="91244"/>
                  <a:pt x="1347215" y="92063"/>
                  <a:pt x="1350036" y="92245"/>
                </a:cubicBezTo>
                <a:lnTo>
                  <a:pt x="1350036" y="94770"/>
                </a:lnTo>
                <a:lnTo>
                  <a:pt x="1305266" y="94770"/>
                </a:lnTo>
                <a:lnTo>
                  <a:pt x="1305266" y="92245"/>
                </a:lnTo>
                <a:lnTo>
                  <a:pt x="1307109" y="92245"/>
                </a:lnTo>
                <a:cubicBezTo>
                  <a:pt x="1310703" y="92291"/>
                  <a:pt x="1313228" y="91790"/>
                  <a:pt x="1314684" y="90744"/>
                </a:cubicBezTo>
                <a:cubicBezTo>
                  <a:pt x="1315685" y="90016"/>
                  <a:pt x="1316186" y="88970"/>
                  <a:pt x="1316186" y="87605"/>
                </a:cubicBezTo>
                <a:cubicBezTo>
                  <a:pt x="1316186" y="86831"/>
                  <a:pt x="1316049" y="85990"/>
                  <a:pt x="1315776" y="85080"/>
                </a:cubicBezTo>
                <a:cubicBezTo>
                  <a:pt x="1315685" y="84670"/>
                  <a:pt x="1315003" y="82964"/>
                  <a:pt x="1313729" y="79961"/>
                </a:cubicBezTo>
                <a:lnTo>
                  <a:pt x="1308815" y="68428"/>
                </a:lnTo>
                <a:moveTo>
                  <a:pt x="1306495" y="63377"/>
                </a:moveTo>
                <a:lnTo>
                  <a:pt x="1292709" y="31507"/>
                </a:lnTo>
                <a:lnTo>
                  <a:pt x="1278514" y="63377"/>
                </a:lnTo>
                <a:lnTo>
                  <a:pt x="1306495" y="63377"/>
                </a:lnTo>
                <a:close/>
                <a:moveTo>
                  <a:pt x="1378678" y="30961"/>
                </a:moveTo>
                <a:lnTo>
                  <a:pt x="1378678" y="39219"/>
                </a:lnTo>
                <a:cubicBezTo>
                  <a:pt x="1381954" y="35670"/>
                  <a:pt x="1385093" y="33076"/>
                  <a:pt x="1388096" y="31439"/>
                </a:cubicBezTo>
                <a:cubicBezTo>
                  <a:pt x="1391053" y="29892"/>
                  <a:pt x="1394283" y="29095"/>
                  <a:pt x="1397787" y="29050"/>
                </a:cubicBezTo>
                <a:cubicBezTo>
                  <a:pt x="1401927" y="29095"/>
                  <a:pt x="1405362" y="30233"/>
                  <a:pt x="1408092" y="32462"/>
                </a:cubicBezTo>
                <a:cubicBezTo>
                  <a:pt x="1410822" y="34783"/>
                  <a:pt x="1412642" y="37649"/>
                  <a:pt x="1413551" y="41061"/>
                </a:cubicBezTo>
                <a:cubicBezTo>
                  <a:pt x="1414279" y="43654"/>
                  <a:pt x="1414643" y="48636"/>
                  <a:pt x="1414643" y="56007"/>
                </a:cubicBezTo>
                <a:lnTo>
                  <a:pt x="1414643" y="80848"/>
                </a:lnTo>
                <a:cubicBezTo>
                  <a:pt x="1414643" y="85808"/>
                  <a:pt x="1415098" y="88856"/>
                  <a:pt x="1416008" y="89993"/>
                </a:cubicBezTo>
                <a:cubicBezTo>
                  <a:pt x="1416873" y="91222"/>
                  <a:pt x="1418715" y="91995"/>
                  <a:pt x="1421536" y="92314"/>
                </a:cubicBezTo>
                <a:lnTo>
                  <a:pt x="1421536" y="94770"/>
                </a:lnTo>
                <a:lnTo>
                  <a:pt x="1389256" y="94770"/>
                </a:lnTo>
                <a:lnTo>
                  <a:pt x="1389256" y="92314"/>
                </a:lnTo>
                <a:cubicBezTo>
                  <a:pt x="1391622" y="92041"/>
                  <a:pt x="1393351" y="91040"/>
                  <a:pt x="1394443" y="89311"/>
                </a:cubicBezTo>
                <a:cubicBezTo>
                  <a:pt x="1395171" y="88173"/>
                  <a:pt x="1395535" y="85353"/>
                  <a:pt x="1395535" y="80848"/>
                </a:cubicBezTo>
                <a:lnTo>
                  <a:pt x="1395535" y="52458"/>
                </a:lnTo>
                <a:cubicBezTo>
                  <a:pt x="1395535" y="47226"/>
                  <a:pt x="1395330" y="43927"/>
                  <a:pt x="1394920" y="42563"/>
                </a:cubicBezTo>
                <a:cubicBezTo>
                  <a:pt x="1394511" y="41198"/>
                  <a:pt x="1393828" y="40128"/>
                  <a:pt x="1392873" y="39355"/>
                </a:cubicBezTo>
                <a:cubicBezTo>
                  <a:pt x="1391827" y="38627"/>
                  <a:pt x="1390735" y="38263"/>
                  <a:pt x="1389597" y="38263"/>
                </a:cubicBezTo>
                <a:cubicBezTo>
                  <a:pt x="1385639" y="38263"/>
                  <a:pt x="1381999" y="41061"/>
                  <a:pt x="1378678" y="46657"/>
                </a:cubicBezTo>
                <a:lnTo>
                  <a:pt x="1378678" y="80848"/>
                </a:lnTo>
                <a:cubicBezTo>
                  <a:pt x="1378678" y="85626"/>
                  <a:pt x="1379133" y="88651"/>
                  <a:pt x="1380043" y="89925"/>
                </a:cubicBezTo>
                <a:cubicBezTo>
                  <a:pt x="1380907" y="91244"/>
                  <a:pt x="1382545" y="92041"/>
                  <a:pt x="1384957" y="92314"/>
                </a:cubicBezTo>
                <a:lnTo>
                  <a:pt x="1384957" y="94770"/>
                </a:lnTo>
                <a:lnTo>
                  <a:pt x="1352676" y="94770"/>
                </a:lnTo>
                <a:lnTo>
                  <a:pt x="1352676" y="92314"/>
                </a:lnTo>
                <a:cubicBezTo>
                  <a:pt x="1355315" y="92041"/>
                  <a:pt x="1357226" y="91176"/>
                  <a:pt x="1358409" y="89720"/>
                </a:cubicBezTo>
                <a:cubicBezTo>
                  <a:pt x="1359137" y="88719"/>
                  <a:pt x="1359524" y="85762"/>
                  <a:pt x="1359569" y="80848"/>
                </a:cubicBezTo>
                <a:lnTo>
                  <a:pt x="1359569" y="44815"/>
                </a:lnTo>
                <a:cubicBezTo>
                  <a:pt x="1359569" y="39992"/>
                  <a:pt x="1359137" y="36989"/>
                  <a:pt x="1358272" y="35806"/>
                </a:cubicBezTo>
                <a:cubicBezTo>
                  <a:pt x="1357317" y="34669"/>
                  <a:pt x="1355452" y="33895"/>
                  <a:pt x="1352676" y="33486"/>
                </a:cubicBezTo>
                <a:lnTo>
                  <a:pt x="1352676" y="30961"/>
                </a:lnTo>
                <a:lnTo>
                  <a:pt x="1378678" y="30961"/>
                </a:lnTo>
                <a:close/>
                <a:moveTo>
                  <a:pt x="1457677" y="30961"/>
                </a:moveTo>
                <a:lnTo>
                  <a:pt x="1457677" y="39219"/>
                </a:lnTo>
                <a:cubicBezTo>
                  <a:pt x="1460952" y="35670"/>
                  <a:pt x="1464092" y="33076"/>
                  <a:pt x="1467095" y="31439"/>
                </a:cubicBezTo>
                <a:cubicBezTo>
                  <a:pt x="1470052" y="29892"/>
                  <a:pt x="1473282" y="29095"/>
                  <a:pt x="1476785" y="29050"/>
                </a:cubicBezTo>
                <a:cubicBezTo>
                  <a:pt x="1480926" y="29095"/>
                  <a:pt x="1484361" y="30233"/>
                  <a:pt x="1487091" y="32462"/>
                </a:cubicBezTo>
                <a:cubicBezTo>
                  <a:pt x="1489820" y="34783"/>
                  <a:pt x="1491640" y="37649"/>
                  <a:pt x="1492550" y="41061"/>
                </a:cubicBezTo>
                <a:cubicBezTo>
                  <a:pt x="1493278" y="43654"/>
                  <a:pt x="1493642" y="48636"/>
                  <a:pt x="1493642" y="56007"/>
                </a:cubicBezTo>
                <a:lnTo>
                  <a:pt x="1493642" y="80848"/>
                </a:lnTo>
                <a:cubicBezTo>
                  <a:pt x="1493642" y="85808"/>
                  <a:pt x="1494097" y="88856"/>
                  <a:pt x="1495007" y="89993"/>
                </a:cubicBezTo>
                <a:cubicBezTo>
                  <a:pt x="1495871" y="91222"/>
                  <a:pt x="1497714" y="91995"/>
                  <a:pt x="1500535" y="92314"/>
                </a:cubicBezTo>
                <a:lnTo>
                  <a:pt x="1500535" y="94770"/>
                </a:lnTo>
                <a:lnTo>
                  <a:pt x="1468255" y="94770"/>
                </a:lnTo>
                <a:lnTo>
                  <a:pt x="1468255" y="92314"/>
                </a:lnTo>
                <a:cubicBezTo>
                  <a:pt x="1470621" y="92041"/>
                  <a:pt x="1472349" y="91040"/>
                  <a:pt x="1473441" y="89311"/>
                </a:cubicBezTo>
                <a:cubicBezTo>
                  <a:pt x="1474169" y="88173"/>
                  <a:pt x="1474533" y="85353"/>
                  <a:pt x="1474533" y="80848"/>
                </a:cubicBezTo>
                <a:lnTo>
                  <a:pt x="1474533" y="52458"/>
                </a:lnTo>
                <a:cubicBezTo>
                  <a:pt x="1474533" y="47226"/>
                  <a:pt x="1474329" y="43927"/>
                  <a:pt x="1473919" y="42563"/>
                </a:cubicBezTo>
                <a:cubicBezTo>
                  <a:pt x="1473510" y="41198"/>
                  <a:pt x="1472827" y="40128"/>
                  <a:pt x="1471872" y="39355"/>
                </a:cubicBezTo>
                <a:cubicBezTo>
                  <a:pt x="1470825" y="38627"/>
                  <a:pt x="1469733" y="38263"/>
                  <a:pt x="1468596" y="38263"/>
                </a:cubicBezTo>
                <a:cubicBezTo>
                  <a:pt x="1464638" y="38263"/>
                  <a:pt x="1460998" y="41061"/>
                  <a:pt x="1457677" y="46657"/>
                </a:cubicBezTo>
                <a:lnTo>
                  <a:pt x="1457677" y="80848"/>
                </a:lnTo>
                <a:cubicBezTo>
                  <a:pt x="1457677" y="85626"/>
                  <a:pt x="1458132" y="88651"/>
                  <a:pt x="1459042" y="89925"/>
                </a:cubicBezTo>
                <a:cubicBezTo>
                  <a:pt x="1459906" y="91244"/>
                  <a:pt x="1461544" y="92041"/>
                  <a:pt x="1463955" y="92314"/>
                </a:cubicBezTo>
                <a:lnTo>
                  <a:pt x="1463955" y="94770"/>
                </a:lnTo>
                <a:lnTo>
                  <a:pt x="1431675" y="94770"/>
                </a:lnTo>
                <a:lnTo>
                  <a:pt x="1431675" y="92314"/>
                </a:lnTo>
                <a:cubicBezTo>
                  <a:pt x="1434314" y="92041"/>
                  <a:pt x="1436225" y="91176"/>
                  <a:pt x="1437408" y="89720"/>
                </a:cubicBezTo>
                <a:cubicBezTo>
                  <a:pt x="1438136" y="88719"/>
                  <a:pt x="1438522" y="85762"/>
                  <a:pt x="1438568" y="80848"/>
                </a:cubicBezTo>
                <a:lnTo>
                  <a:pt x="1438568" y="44815"/>
                </a:lnTo>
                <a:cubicBezTo>
                  <a:pt x="1438568" y="39992"/>
                  <a:pt x="1438136" y="36989"/>
                  <a:pt x="1437271" y="35806"/>
                </a:cubicBezTo>
                <a:cubicBezTo>
                  <a:pt x="1436316" y="34669"/>
                  <a:pt x="1434450" y="33895"/>
                  <a:pt x="1431675" y="33486"/>
                </a:cubicBezTo>
                <a:lnTo>
                  <a:pt x="1431675" y="30961"/>
                </a:lnTo>
                <a:lnTo>
                  <a:pt x="1457677" y="30961"/>
                </a:lnTo>
                <a:close/>
                <a:moveTo>
                  <a:pt x="1540702" y="29050"/>
                </a:moveTo>
                <a:cubicBezTo>
                  <a:pt x="1546207" y="29050"/>
                  <a:pt x="1551371" y="30483"/>
                  <a:pt x="1556194" y="33349"/>
                </a:cubicBezTo>
                <a:cubicBezTo>
                  <a:pt x="1560925" y="36261"/>
                  <a:pt x="1564565" y="40333"/>
                  <a:pt x="1567113" y="45565"/>
                </a:cubicBezTo>
                <a:cubicBezTo>
                  <a:pt x="1569570" y="50843"/>
                  <a:pt x="1570798" y="56621"/>
                  <a:pt x="1570798" y="62900"/>
                </a:cubicBezTo>
                <a:cubicBezTo>
                  <a:pt x="1570753" y="71999"/>
                  <a:pt x="1568455" y="79574"/>
                  <a:pt x="1563905" y="85626"/>
                </a:cubicBezTo>
                <a:cubicBezTo>
                  <a:pt x="1558309" y="92996"/>
                  <a:pt x="1550643" y="96681"/>
                  <a:pt x="1540907" y="96681"/>
                </a:cubicBezTo>
                <a:cubicBezTo>
                  <a:pt x="1531261" y="96727"/>
                  <a:pt x="1523868" y="93360"/>
                  <a:pt x="1518727" y="86581"/>
                </a:cubicBezTo>
                <a:cubicBezTo>
                  <a:pt x="1513540" y="79847"/>
                  <a:pt x="1510947" y="72045"/>
                  <a:pt x="1510947" y="63173"/>
                </a:cubicBezTo>
                <a:cubicBezTo>
                  <a:pt x="1510947" y="54028"/>
                  <a:pt x="1513608" y="46043"/>
                  <a:pt x="1518932" y="39219"/>
                </a:cubicBezTo>
                <a:cubicBezTo>
                  <a:pt x="1524164" y="32485"/>
                  <a:pt x="1531420" y="29095"/>
                  <a:pt x="1540702" y="29050"/>
                </a:cubicBezTo>
                <a:moveTo>
                  <a:pt x="1540975" y="33895"/>
                </a:moveTo>
                <a:cubicBezTo>
                  <a:pt x="1538655" y="33941"/>
                  <a:pt x="1536675" y="34805"/>
                  <a:pt x="1535037" y="36489"/>
                </a:cubicBezTo>
                <a:cubicBezTo>
                  <a:pt x="1533309" y="38309"/>
                  <a:pt x="1532217" y="41766"/>
                  <a:pt x="1531762" y="46862"/>
                </a:cubicBezTo>
                <a:cubicBezTo>
                  <a:pt x="1531216" y="52049"/>
                  <a:pt x="1530943" y="59237"/>
                  <a:pt x="1530943" y="68428"/>
                </a:cubicBezTo>
                <a:cubicBezTo>
                  <a:pt x="1530943" y="73296"/>
                  <a:pt x="1531261" y="77846"/>
                  <a:pt x="1531898" y="82077"/>
                </a:cubicBezTo>
                <a:cubicBezTo>
                  <a:pt x="1532353" y="85307"/>
                  <a:pt x="1533422" y="87764"/>
                  <a:pt x="1535106" y="89447"/>
                </a:cubicBezTo>
                <a:cubicBezTo>
                  <a:pt x="1536698" y="91176"/>
                  <a:pt x="1538564" y="92018"/>
                  <a:pt x="1540702" y="91972"/>
                </a:cubicBezTo>
                <a:cubicBezTo>
                  <a:pt x="1542749" y="92018"/>
                  <a:pt x="1544455" y="91449"/>
                  <a:pt x="1545820" y="90266"/>
                </a:cubicBezTo>
                <a:cubicBezTo>
                  <a:pt x="1547549" y="88765"/>
                  <a:pt x="1548732" y="86604"/>
                  <a:pt x="1549369" y="83783"/>
                </a:cubicBezTo>
                <a:cubicBezTo>
                  <a:pt x="1550234" y="79506"/>
                  <a:pt x="1550688" y="70771"/>
                  <a:pt x="1550734" y="57577"/>
                </a:cubicBezTo>
                <a:cubicBezTo>
                  <a:pt x="1550734" y="49888"/>
                  <a:pt x="1550302" y="44564"/>
                  <a:pt x="1549437" y="41607"/>
                </a:cubicBezTo>
                <a:cubicBezTo>
                  <a:pt x="1548527" y="38741"/>
                  <a:pt x="1547253" y="36648"/>
                  <a:pt x="1545616" y="35329"/>
                </a:cubicBezTo>
                <a:cubicBezTo>
                  <a:pt x="1544433" y="34373"/>
                  <a:pt x="1542886" y="33895"/>
                  <a:pt x="1540975" y="33895"/>
                </a:cubicBezTo>
                <a:close/>
                <a:moveTo>
                  <a:pt x="1608847" y="7621"/>
                </a:moveTo>
                <a:lnTo>
                  <a:pt x="1608847" y="30961"/>
                </a:lnTo>
                <a:lnTo>
                  <a:pt x="1623997" y="30961"/>
                </a:lnTo>
                <a:lnTo>
                  <a:pt x="1623997" y="37717"/>
                </a:lnTo>
                <a:lnTo>
                  <a:pt x="1608847" y="37717"/>
                </a:lnTo>
                <a:lnTo>
                  <a:pt x="1608847" y="77095"/>
                </a:lnTo>
                <a:cubicBezTo>
                  <a:pt x="1608847" y="80826"/>
                  <a:pt x="1609029" y="83191"/>
                  <a:pt x="1609393" y="84192"/>
                </a:cubicBezTo>
                <a:cubicBezTo>
                  <a:pt x="1609666" y="85330"/>
                  <a:pt x="1610257" y="86194"/>
                  <a:pt x="1611167" y="86786"/>
                </a:cubicBezTo>
                <a:cubicBezTo>
                  <a:pt x="1611986" y="87468"/>
                  <a:pt x="1612782" y="87809"/>
                  <a:pt x="1613556" y="87809"/>
                </a:cubicBezTo>
                <a:cubicBezTo>
                  <a:pt x="1616468" y="87809"/>
                  <a:pt x="1619266" y="85557"/>
                  <a:pt x="1621950" y="81053"/>
                </a:cubicBezTo>
                <a:lnTo>
                  <a:pt x="1623997" y="82554"/>
                </a:lnTo>
                <a:cubicBezTo>
                  <a:pt x="1620267" y="91290"/>
                  <a:pt x="1614284" y="95658"/>
                  <a:pt x="1606049" y="95658"/>
                </a:cubicBezTo>
                <a:cubicBezTo>
                  <a:pt x="1602000" y="95658"/>
                  <a:pt x="1598587" y="94520"/>
                  <a:pt x="1595812" y="92245"/>
                </a:cubicBezTo>
                <a:cubicBezTo>
                  <a:pt x="1592946" y="90062"/>
                  <a:pt x="1591149" y="87559"/>
                  <a:pt x="1590421" y="84738"/>
                </a:cubicBezTo>
                <a:cubicBezTo>
                  <a:pt x="1589920" y="83191"/>
                  <a:pt x="1589693" y="79006"/>
                  <a:pt x="1589738" y="72181"/>
                </a:cubicBezTo>
                <a:lnTo>
                  <a:pt x="1589738" y="37717"/>
                </a:lnTo>
                <a:lnTo>
                  <a:pt x="1581412" y="37717"/>
                </a:lnTo>
                <a:lnTo>
                  <a:pt x="1581412" y="35329"/>
                </a:lnTo>
                <a:cubicBezTo>
                  <a:pt x="1587145" y="31325"/>
                  <a:pt x="1592036" y="27071"/>
                  <a:pt x="1596085" y="22567"/>
                </a:cubicBezTo>
                <a:cubicBezTo>
                  <a:pt x="1600089" y="18153"/>
                  <a:pt x="1603592" y="13171"/>
                  <a:pt x="1606595" y="7621"/>
                </a:cubicBezTo>
                <a:lnTo>
                  <a:pt x="1608847" y="7621"/>
                </a:lnTo>
                <a:close/>
                <a:moveTo>
                  <a:pt x="1667357" y="85353"/>
                </a:moveTo>
                <a:cubicBezTo>
                  <a:pt x="1659577" y="92268"/>
                  <a:pt x="1652593" y="95703"/>
                  <a:pt x="1646406" y="95658"/>
                </a:cubicBezTo>
                <a:cubicBezTo>
                  <a:pt x="1642720" y="95658"/>
                  <a:pt x="1639695" y="94452"/>
                  <a:pt x="1637329" y="92041"/>
                </a:cubicBezTo>
                <a:cubicBezTo>
                  <a:pt x="1634917" y="89720"/>
                  <a:pt x="1633712" y="86740"/>
                  <a:pt x="1633712" y="83100"/>
                </a:cubicBezTo>
                <a:cubicBezTo>
                  <a:pt x="1633712" y="78278"/>
                  <a:pt x="1635805" y="73887"/>
                  <a:pt x="1639990" y="69929"/>
                </a:cubicBezTo>
                <a:cubicBezTo>
                  <a:pt x="1644131" y="66107"/>
                  <a:pt x="1653253" y="60943"/>
                  <a:pt x="1667357" y="54437"/>
                </a:cubicBezTo>
                <a:lnTo>
                  <a:pt x="1667357" y="48022"/>
                </a:lnTo>
                <a:cubicBezTo>
                  <a:pt x="1667311" y="43245"/>
                  <a:pt x="1667061" y="40197"/>
                  <a:pt x="1666606" y="38877"/>
                </a:cubicBezTo>
                <a:cubicBezTo>
                  <a:pt x="1666015" y="37649"/>
                  <a:pt x="1665014" y="36557"/>
                  <a:pt x="1663603" y="35601"/>
                </a:cubicBezTo>
                <a:cubicBezTo>
                  <a:pt x="1662148" y="34737"/>
                  <a:pt x="1660510" y="34282"/>
                  <a:pt x="1658690" y="34237"/>
                </a:cubicBezTo>
                <a:cubicBezTo>
                  <a:pt x="1655732" y="34282"/>
                  <a:pt x="1653298" y="34942"/>
                  <a:pt x="1651387" y="36216"/>
                </a:cubicBezTo>
                <a:cubicBezTo>
                  <a:pt x="1650205" y="37035"/>
                  <a:pt x="1649613" y="37990"/>
                  <a:pt x="1649613" y="39082"/>
                </a:cubicBezTo>
                <a:cubicBezTo>
                  <a:pt x="1649568" y="40037"/>
                  <a:pt x="1650205" y="41220"/>
                  <a:pt x="1651524" y="42631"/>
                </a:cubicBezTo>
                <a:cubicBezTo>
                  <a:pt x="1653207" y="44633"/>
                  <a:pt x="1654072" y="46521"/>
                  <a:pt x="1654117" y="48295"/>
                </a:cubicBezTo>
                <a:cubicBezTo>
                  <a:pt x="1654117" y="50570"/>
                  <a:pt x="1653298" y="52458"/>
                  <a:pt x="1651660" y="53960"/>
                </a:cubicBezTo>
                <a:cubicBezTo>
                  <a:pt x="1649932" y="55552"/>
                  <a:pt x="1647748" y="56348"/>
                  <a:pt x="1645109" y="56348"/>
                </a:cubicBezTo>
                <a:cubicBezTo>
                  <a:pt x="1642243" y="56348"/>
                  <a:pt x="1639854" y="55484"/>
                  <a:pt x="1637943" y="53755"/>
                </a:cubicBezTo>
                <a:cubicBezTo>
                  <a:pt x="1635941" y="52071"/>
                  <a:pt x="1634963" y="50047"/>
                  <a:pt x="1635008" y="47681"/>
                </a:cubicBezTo>
                <a:cubicBezTo>
                  <a:pt x="1635008" y="44405"/>
                  <a:pt x="1636305" y="41266"/>
                  <a:pt x="1638898" y="38263"/>
                </a:cubicBezTo>
                <a:cubicBezTo>
                  <a:pt x="1641492" y="35351"/>
                  <a:pt x="1645109" y="33076"/>
                  <a:pt x="1649750" y="31439"/>
                </a:cubicBezTo>
                <a:cubicBezTo>
                  <a:pt x="1654390" y="29892"/>
                  <a:pt x="1659213" y="29095"/>
                  <a:pt x="1664218" y="29050"/>
                </a:cubicBezTo>
                <a:cubicBezTo>
                  <a:pt x="1670269" y="29095"/>
                  <a:pt x="1675069" y="30369"/>
                  <a:pt x="1678617" y="32872"/>
                </a:cubicBezTo>
                <a:cubicBezTo>
                  <a:pt x="1682075" y="35465"/>
                  <a:pt x="1684350" y="38263"/>
                  <a:pt x="1685442" y="41266"/>
                </a:cubicBezTo>
                <a:cubicBezTo>
                  <a:pt x="1686033" y="43177"/>
                  <a:pt x="1686352" y="47567"/>
                  <a:pt x="1686397" y="54437"/>
                </a:cubicBezTo>
                <a:lnTo>
                  <a:pt x="1686397" y="79210"/>
                </a:lnTo>
                <a:cubicBezTo>
                  <a:pt x="1686397" y="82168"/>
                  <a:pt x="1686511" y="83988"/>
                  <a:pt x="1686739" y="84670"/>
                </a:cubicBezTo>
                <a:cubicBezTo>
                  <a:pt x="1686921" y="85489"/>
                  <a:pt x="1687262" y="86058"/>
                  <a:pt x="1687762" y="86376"/>
                </a:cubicBezTo>
                <a:cubicBezTo>
                  <a:pt x="1688172" y="86740"/>
                  <a:pt x="1688695" y="86922"/>
                  <a:pt x="1689332" y="86922"/>
                </a:cubicBezTo>
                <a:cubicBezTo>
                  <a:pt x="1690469" y="86968"/>
                  <a:pt x="1691675" y="86126"/>
                  <a:pt x="1692949" y="84397"/>
                </a:cubicBezTo>
                <a:lnTo>
                  <a:pt x="1694996" y="86035"/>
                </a:lnTo>
                <a:cubicBezTo>
                  <a:pt x="1692676" y="89402"/>
                  <a:pt x="1690333" y="91836"/>
                  <a:pt x="1687967" y="93337"/>
                </a:cubicBezTo>
                <a:cubicBezTo>
                  <a:pt x="1685465" y="94930"/>
                  <a:pt x="1682689" y="95703"/>
                  <a:pt x="1679641" y="95658"/>
                </a:cubicBezTo>
                <a:cubicBezTo>
                  <a:pt x="1676001" y="95658"/>
                  <a:pt x="1673158" y="94793"/>
                  <a:pt x="1671110" y="93064"/>
                </a:cubicBezTo>
                <a:cubicBezTo>
                  <a:pt x="1669063" y="91426"/>
                  <a:pt x="1667812" y="88856"/>
                  <a:pt x="1667357" y="85353"/>
                </a:cubicBezTo>
                <a:moveTo>
                  <a:pt x="1667357" y="80371"/>
                </a:moveTo>
                <a:lnTo>
                  <a:pt x="1667357" y="59010"/>
                </a:lnTo>
                <a:cubicBezTo>
                  <a:pt x="1661806" y="62240"/>
                  <a:pt x="1657712" y="65698"/>
                  <a:pt x="1655073" y="69383"/>
                </a:cubicBezTo>
                <a:cubicBezTo>
                  <a:pt x="1653298" y="71840"/>
                  <a:pt x="1652411" y="74320"/>
                  <a:pt x="1652411" y="76822"/>
                </a:cubicBezTo>
                <a:cubicBezTo>
                  <a:pt x="1652411" y="78960"/>
                  <a:pt x="1653162" y="80803"/>
                  <a:pt x="1654663" y="82350"/>
                </a:cubicBezTo>
                <a:cubicBezTo>
                  <a:pt x="1655801" y="83578"/>
                  <a:pt x="1657393" y="84192"/>
                  <a:pt x="1659440" y="84192"/>
                </a:cubicBezTo>
                <a:cubicBezTo>
                  <a:pt x="1661670" y="84192"/>
                  <a:pt x="1664309" y="82918"/>
                  <a:pt x="1667357" y="80371"/>
                </a:cubicBezTo>
                <a:close/>
                <a:moveTo>
                  <a:pt x="1730384" y="7621"/>
                </a:moveTo>
                <a:lnTo>
                  <a:pt x="1730384" y="30961"/>
                </a:lnTo>
                <a:lnTo>
                  <a:pt x="1745534" y="30961"/>
                </a:lnTo>
                <a:lnTo>
                  <a:pt x="1745534" y="37717"/>
                </a:lnTo>
                <a:lnTo>
                  <a:pt x="1730384" y="37717"/>
                </a:lnTo>
                <a:lnTo>
                  <a:pt x="1730384" y="77095"/>
                </a:lnTo>
                <a:cubicBezTo>
                  <a:pt x="1730384" y="80826"/>
                  <a:pt x="1730566" y="83191"/>
                  <a:pt x="1730930" y="84192"/>
                </a:cubicBezTo>
                <a:cubicBezTo>
                  <a:pt x="1731203" y="85330"/>
                  <a:pt x="1731794" y="86194"/>
                  <a:pt x="1732704" y="86786"/>
                </a:cubicBezTo>
                <a:cubicBezTo>
                  <a:pt x="1733523" y="87468"/>
                  <a:pt x="1734319" y="87809"/>
                  <a:pt x="1735093" y="87809"/>
                </a:cubicBezTo>
                <a:cubicBezTo>
                  <a:pt x="1738004" y="87809"/>
                  <a:pt x="1740802" y="85557"/>
                  <a:pt x="1743487" y="81053"/>
                </a:cubicBezTo>
                <a:lnTo>
                  <a:pt x="1745534" y="82554"/>
                </a:lnTo>
                <a:cubicBezTo>
                  <a:pt x="1741803" y="91290"/>
                  <a:pt x="1735820" y="95658"/>
                  <a:pt x="1727585" y="95658"/>
                </a:cubicBezTo>
                <a:cubicBezTo>
                  <a:pt x="1723536" y="95658"/>
                  <a:pt x="1720124" y="94520"/>
                  <a:pt x="1717349" y="92245"/>
                </a:cubicBezTo>
                <a:cubicBezTo>
                  <a:pt x="1714482" y="90062"/>
                  <a:pt x="1712685" y="87559"/>
                  <a:pt x="1711957" y="84738"/>
                </a:cubicBezTo>
                <a:cubicBezTo>
                  <a:pt x="1711457" y="83191"/>
                  <a:pt x="1711229" y="79006"/>
                  <a:pt x="1711275" y="72181"/>
                </a:cubicBezTo>
                <a:lnTo>
                  <a:pt x="1711275" y="37717"/>
                </a:lnTo>
                <a:lnTo>
                  <a:pt x="1702949" y="37717"/>
                </a:lnTo>
                <a:lnTo>
                  <a:pt x="1702949" y="35329"/>
                </a:lnTo>
                <a:cubicBezTo>
                  <a:pt x="1708681" y="31325"/>
                  <a:pt x="1713572" y="27071"/>
                  <a:pt x="1717622" y="22567"/>
                </a:cubicBezTo>
                <a:cubicBezTo>
                  <a:pt x="1721625" y="18153"/>
                  <a:pt x="1725129" y="13171"/>
                  <a:pt x="1728131" y="7621"/>
                </a:cubicBezTo>
                <a:lnTo>
                  <a:pt x="1730384" y="7621"/>
                </a:lnTo>
                <a:close/>
                <a:moveTo>
                  <a:pt x="1769034" y="45"/>
                </a:moveTo>
                <a:cubicBezTo>
                  <a:pt x="1771946" y="45"/>
                  <a:pt x="1774448" y="1069"/>
                  <a:pt x="1776541" y="3117"/>
                </a:cubicBezTo>
                <a:cubicBezTo>
                  <a:pt x="1778589" y="5255"/>
                  <a:pt x="1779612" y="7757"/>
                  <a:pt x="1779612" y="10624"/>
                </a:cubicBezTo>
                <a:cubicBezTo>
                  <a:pt x="1779612" y="13581"/>
                  <a:pt x="1778589" y="16060"/>
                  <a:pt x="1776541" y="18062"/>
                </a:cubicBezTo>
                <a:cubicBezTo>
                  <a:pt x="1774403" y="20110"/>
                  <a:pt x="1771901" y="21133"/>
                  <a:pt x="1769034" y="21133"/>
                </a:cubicBezTo>
                <a:cubicBezTo>
                  <a:pt x="1766077" y="21133"/>
                  <a:pt x="1763597" y="20110"/>
                  <a:pt x="1761595" y="18062"/>
                </a:cubicBezTo>
                <a:cubicBezTo>
                  <a:pt x="1759548" y="16060"/>
                  <a:pt x="1758524" y="13581"/>
                  <a:pt x="1758524" y="10624"/>
                </a:cubicBezTo>
                <a:cubicBezTo>
                  <a:pt x="1758524" y="7757"/>
                  <a:pt x="1759548" y="5255"/>
                  <a:pt x="1761595" y="3117"/>
                </a:cubicBezTo>
                <a:cubicBezTo>
                  <a:pt x="1763597" y="1069"/>
                  <a:pt x="1766077" y="45"/>
                  <a:pt x="1769034" y="45"/>
                </a:cubicBezTo>
                <a:moveTo>
                  <a:pt x="1778589" y="30961"/>
                </a:moveTo>
                <a:lnTo>
                  <a:pt x="1778589" y="81531"/>
                </a:lnTo>
                <a:cubicBezTo>
                  <a:pt x="1778589" y="86035"/>
                  <a:pt x="1779112" y="88901"/>
                  <a:pt x="1780158" y="90130"/>
                </a:cubicBezTo>
                <a:cubicBezTo>
                  <a:pt x="1781159" y="91449"/>
                  <a:pt x="1783207" y="92177"/>
                  <a:pt x="1786300" y="92314"/>
                </a:cubicBezTo>
                <a:lnTo>
                  <a:pt x="1786300" y="94770"/>
                </a:lnTo>
                <a:lnTo>
                  <a:pt x="1751836" y="94770"/>
                </a:lnTo>
                <a:lnTo>
                  <a:pt x="1751836" y="92314"/>
                </a:lnTo>
                <a:cubicBezTo>
                  <a:pt x="1754612" y="92268"/>
                  <a:pt x="1756705" y="91449"/>
                  <a:pt x="1758115" y="89857"/>
                </a:cubicBezTo>
                <a:cubicBezTo>
                  <a:pt x="1758979" y="88856"/>
                  <a:pt x="1759434" y="86081"/>
                  <a:pt x="1759480" y="81531"/>
                </a:cubicBezTo>
                <a:lnTo>
                  <a:pt x="1759480" y="44269"/>
                </a:lnTo>
                <a:cubicBezTo>
                  <a:pt x="1759434" y="39810"/>
                  <a:pt x="1758911" y="36921"/>
                  <a:pt x="1757910" y="35601"/>
                </a:cubicBezTo>
                <a:cubicBezTo>
                  <a:pt x="1756864" y="34419"/>
                  <a:pt x="1754839" y="33713"/>
                  <a:pt x="1751836" y="33486"/>
                </a:cubicBezTo>
                <a:lnTo>
                  <a:pt x="1751836" y="30961"/>
                </a:lnTo>
                <a:lnTo>
                  <a:pt x="1778589" y="30961"/>
                </a:lnTo>
                <a:close/>
                <a:moveTo>
                  <a:pt x="1814159" y="29050"/>
                </a:moveTo>
                <a:cubicBezTo>
                  <a:pt x="1819664" y="29050"/>
                  <a:pt x="1824828" y="30483"/>
                  <a:pt x="1829651" y="33349"/>
                </a:cubicBezTo>
                <a:cubicBezTo>
                  <a:pt x="1834383" y="36261"/>
                  <a:pt x="1838022" y="40333"/>
                  <a:pt x="1840570" y="45565"/>
                </a:cubicBezTo>
                <a:cubicBezTo>
                  <a:pt x="1843027" y="50843"/>
                  <a:pt x="1844256" y="56621"/>
                  <a:pt x="1844256" y="62900"/>
                </a:cubicBezTo>
                <a:cubicBezTo>
                  <a:pt x="1844210" y="71999"/>
                  <a:pt x="1841912" y="79574"/>
                  <a:pt x="1837363" y="85626"/>
                </a:cubicBezTo>
                <a:cubicBezTo>
                  <a:pt x="1831767" y="92996"/>
                  <a:pt x="1824100" y="96681"/>
                  <a:pt x="1814364" y="96681"/>
                </a:cubicBezTo>
                <a:cubicBezTo>
                  <a:pt x="1804719" y="96727"/>
                  <a:pt x="1797325" y="93360"/>
                  <a:pt x="1792184" y="86581"/>
                </a:cubicBezTo>
                <a:cubicBezTo>
                  <a:pt x="1786997" y="79847"/>
                  <a:pt x="1784404" y="72045"/>
                  <a:pt x="1784404" y="63173"/>
                </a:cubicBezTo>
                <a:cubicBezTo>
                  <a:pt x="1784404" y="54028"/>
                  <a:pt x="1787066" y="46043"/>
                  <a:pt x="1792389" y="39219"/>
                </a:cubicBezTo>
                <a:cubicBezTo>
                  <a:pt x="1797621" y="32485"/>
                  <a:pt x="1804878" y="29095"/>
                  <a:pt x="1814159" y="29050"/>
                </a:cubicBezTo>
                <a:moveTo>
                  <a:pt x="1814432" y="33895"/>
                </a:moveTo>
                <a:cubicBezTo>
                  <a:pt x="1812112" y="33941"/>
                  <a:pt x="1810133" y="34805"/>
                  <a:pt x="1808495" y="36489"/>
                </a:cubicBezTo>
                <a:cubicBezTo>
                  <a:pt x="1806766" y="38309"/>
                  <a:pt x="1805674" y="41766"/>
                  <a:pt x="1805219" y="46862"/>
                </a:cubicBezTo>
                <a:cubicBezTo>
                  <a:pt x="1804673" y="52049"/>
                  <a:pt x="1804400" y="59237"/>
                  <a:pt x="1804400" y="68428"/>
                </a:cubicBezTo>
                <a:cubicBezTo>
                  <a:pt x="1804400" y="73296"/>
                  <a:pt x="1804719" y="77846"/>
                  <a:pt x="1805356" y="82077"/>
                </a:cubicBezTo>
                <a:cubicBezTo>
                  <a:pt x="1805810" y="85307"/>
                  <a:pt x="1806880" y="87764"/>
                  <a:pt x="1808563" y="89447"/>
                </a:cubicBezTo>
                <a:cubicBezTo>
                  <a:pt x="1810155" y="91176"/>
                  <a:pt x="1812021" y="92018"/>
                  <a:pt x="1814159" y="91972"/>
                </a:cubicBezTo>
                <a:cubicBezTo>
                  <a:pt x="1816207" y="92018"/>
                  <a:pt x="1817913" y="91449"/>
                  <a:pt x="1819278" y="90266"/>
                </a:cubicBezTo>
                <a:cubicBezTo>
                  <a:pt x="1821007" y="88765"/>
                  <a:pt x="1822189" y="86604"/>
                  <a:pt x="1822826" y="83783"/>
                </a:cubicBezTo>
                <a:cubicBezTo>
                  <a:pt x="1823691" y="79506"/>
                  <a:pt x="1824146" y="70771"/>
                  <a:pt x="1824191" y="57577"/>
                </a:cubicBezTo>
                <a:cubicBezTo>
                  <a:pt x="1824191" y="49888"/>
                  <a:pt x="1823759" y="44564"/>
                  <a:pt x="1822895" y="41607"/>
                </a:cubicBezTo>
                <a:cubicBezTo>
                  <a:pt x="1821985" y="38741"/>
                  <a:pt x="1820711" y="36648"/>
                  <a:pt x="1819073" y="35329"/>
                </a:cubicBezTo>
                <a:cubicBezTo>
                  <a:pt x="1817890" y="34373"/>
                  <a:pt x="1816343" y="33895"/>
                  <a:pt x="1814432" y="33895"/>
                </a:cubicBezTo>
                <a:close/>
                <a:moveTo>
                  <a:pt x="1883055" y="30961"/>
                </a:moveTo>
                <a:lnTo>
                  <a:pt x="1883055" y="39219"/>
                </a:lnTo>
                <a:cubicBezTo>
                  <a:pt x="1886331" y="35670"/>
                  <a:pt x="1889470" y="33076"/>
                  <a:pt x="1892473" y="31439"/>
                </a:cubicBezTo>
                <a:cubicBezTo>
                  <a:pt x="1895430" y="29892"/>
                  <a:pt x="1898660" y="29095"/>
                  <a:pt x="1902164" y="29050"/>
                </a:cubicBezTo>
                <a:cubicBezTo>
                  <a:pt x="1906304" y="29095"/>
                  <a:pt x="1909739" y="30233"/>
                  <a:pt x="1912469" y="32462"/>
                </a:cubicBezTo>
                <a:cubicBezTo>
                  <a:pt x="1915199" y="34783"/>
                  <a:pt x="1917019" y="37649"/>
                  <a:pt x="1917928" y="41061"/>
                </a:cubicBezTo>
                <a:cubicBezTo>
                  <a:pt x="1918656" y="43654"/>
                  <a:pt x="1919020" y="48636"/>
                  <a:pt x="1919020" y="56007"/>
                </a:cubicBezTo>
                <a:lnTo>
                  <a:pt x="1919020" y="80848"/>
                </a:lnTo>
                <a:cubicBezTo>
                  <a:pt x="1919020" y="85808"/>
                  <a:pt x="1919475" y="88856"/>
                  <a:pt x="1920385" y="89993"/>
                </a:cubicBezTo>
                <a:cubicBezTo>
                  <a:pt x="1921250" y="91222"/>
                  <a:pt x="1923092" y="91995"/>
                  <a:pt x="1925913" y="92314"/>
                </a:cubicBezTo>
                <a:lnTo>
                  <a:pt x="1925913" y="94770"/>
                </a:lnTo>
                <a:lnTo>
                  <a:pt x="1893633" y="94770"/>
                </a:lnTo>
                <a:lnTo>
                  <a:pt x="1893633" y="92314"/>
                </a:lnTo>
                <a:cubicBezTo>
                  <a:pt x="1895999" y="92041"/>
                  <a:pt x="1897728" y="91040"/>
                  <a:pt x="1898820" y="89311"/>
                </a:cubicBezTo>
                <a:cubicBezTo>
                  <a:pt x="1899548" y="88173"/>
                  <a:pt x="1899912" y="85353"/>
                  <a:pt x="1899912" y="80848"/>
                </a:cubicBezTo>
                <a:lnTo>
                  <a:pt x="1899912" y="52458"/>
                </a:lnTo>
                <a:cubicBezTo>
                  <a:pt x="1899912" y="47226"/>
                  <a:pt x="1899707" y="43927"/>
                  <a:pt x="1899297" y="42563"/>
                </a:cubicBezTo>
                <a:cubicBezTo>
                  <a:pt x="1898888" y="41198"/>
                  <a:pt x="1898205" y="40128"/>
                  <a:pt x="1897250" y="39355"/>
                </a:cubicBezTo>
                <a:cubicBezTo>
                  <a:pt x="1896204" y="38627"/>
                  <a:pt x="1895112" y="38263"/>
                  <a:pt x="1893974" y="38263"/>
                </a:cubicBezTo>
                <a:cubicBezTo>
                  <a:pt x="1890016" y="38263"/>
                  <a:pt x="1886376" y="41061"/>
                  <a:pt x="1883055" y="46657"/>
                </a:cubicBezTo>
                <a:lnTo>
                  <a:pt x="1883055" y="80848"/>
                </a:lnTo>
                <a:cubicBezTo>
                  <a:pt x="1883055" y="85626"/>
                  <a:pt x="1883510" y="88651"/>
                  <a:pt x="1884420" y="89925"/>
                </a:cubicBezTo>
                <a:cubicBezTo>
                  <a:pt x="1885284" y="91244"/>
                  <a:pt x="1886922" y="92041"/>
                  <a:pt x="1889334" y="92314"/>
                </a:cubicBezTo>
                <a:lnTo>
                  <a:pt x="1889334" y="94770"/>
                </a:lnTo>
                <a:lnTo>
                  <a:pt x="1857053" y="94770"/>
                </a:lnTo>
                <a:lnTo>
                  <a:pt x="1857053" y="92314"/>
                </a:lnTo>
                <a:cubicBezTo>
                  <a:pt x="1859692" y="92041"/>
                  <a:pt x="1861603" y="91176"/>
                  <a:pt x="1862786" y="89720"/>
                </a:cubicBezTo>
                <a:cubicBezTo>
                  <a:pt x="1863514" y="88719"/>
                  <a:pt x="1863901" y="85762"/>
                  <a:pt x="1863946" y="80848"/>
                </a:cubicBezTo>
                <a:lnTo>
                  <a:pt x="1863946" y="44815"/>
                </a:lnTo>
                <a:cubicBezTo>
                  <a:pt x="1863946" y="39992"/>
                  <a:pt x="1863514" y="36989"/>
                  <a:pt x="1862650" y="35806"/>
                </a:cubicBezTo>
                <a:cubicBezTo>
                  <a:pt x="1861694" y="34669"/>
                  <a:pt x="1859829" y="33895"/>
                  <a:pt x="1857053" y="33486"/>
                </a:cubicBezTo>
                <a:lnTo>
                  <a:pt x="1857053" y="30961"/>
                </a:lnTo>
                <a:lnTo>
                  <a:pt x="1883055" y="30961"/>
                </a:lnTo>
                <a:close/>
                <a:moveTo>
                  <a:pt x="1954683" y="29118"/>
                </a:moveTo>
                <a:cubicBezTo>
                  <a:pt x="1957777" y="29118"/>
                  <a:pt x="1960462" y="30210"/>
                  <a:pt x="1962736" y="32394"/>
                </a:cubicBezTo>
                <a:cubicBezTo>
                  <a:pt x="1964920" y="34669"/>
                  <a:pt x="1966012" y="37353"/>
                  <a:pt x="1966012" y="40447"/>
                </a:cubicBezTo>
                <a:cubicBezTo>
                  <a:pt x="1966012" y="43586"/>
                  <a:pt x="1964920" y="46248"/>
                  <a:pt x="1962736" y="48432"/>
                </a:cubicBezTo>
                <a:cubicBezTo>
                  <a:pt x="1960462" y="50707"/>
                  <a:pt x="1957777" y="51821"/>
                  <a:pt x="1954683" y="51776"/>
                </a:cubicBezTo>
                <a:cubicBezTo>
                  <a:pt x="1951544" y="51821"/>
                  <a:pt x="1948883" y="50707"/>
                  <a:pt x="1946699" y="48432"/>
                </a:cubicBezTo>
                <a:cubicBezTo>
                  <a:pt x="1944424" y="46248"/>
                  <a:pt x="1943309" y="43586"/>
                  <a:pt x="1943355" y="40447"/>
                </a:cubicBezTo>
                <a:cubicBezTo>
                  <a:pt x="1943309" y="37353"/>
                  <a:pt x="1944424" y="34669"/>
                  <a:pt x="1946699" y="32394"/>
                </a:cubicBezTo>
                <a:cubicBezTo>
                  <a:pt x="1948883" y="30210"/>
                  <a:pt x="1951544" y="29118"/>
                  <a:pt x="1954683" y="29118"/>
                </a:cubicBezTo>
                <a:moveTo>
                  <a:pt x="1954615" y="73751"/>
                </a:moveTo>
                <a:cubicBezTo>
                  <a:pt x="1957755" y="73751"/>
                  <a:pt x="1960462" y="74865"/>
                  <a:pt x="1962736" y="77095"/>
                </a:cubicBezTo>
                <a:cubicBezTo>
                  <a:pt x="1964920" y="79370"/>
                  <a:pt x="1966012" y="82054"/>
                  <a:pt x="1966012" y="85148"/>
                </a:cubicBezTo>
                <a:cubicBezTo>
                  <a:pt x="1966012" y="88287"/>
                  <a:pt x="1964898" y="90949"/>
                  <a:pt x="1962668" y="93133"/>
                </a:cubicBezTo>
                <a:cubicBezTo>
                  <a:pt x="1960393" y="95407"/>
                  <a:pt x="1957709" y="96522"/>
                  <a:pt x="1954615" y="96477"/>
                </a:cubicBezTo>
                <a:cubicBezTo>
                  <a:pt x="1951476" y="96522"/>
                  <a:pt x="1948814" y="95407"/>
                  <a:pt x="1946630" y="93133"/>
                </a:cubicBezTo>
                <a:cubicBezTo>
                  <a:pt x="1944356" y="90949"/>
                  <a:pt x="1943241" y="88287"/>
                  <a:pt x="1943286" y="85148"/>
                </a:cubicBezTo>
                <a:cubicBezTo>
                  <a:pt x="1943241" y="82054"/>
                  <a:pt x="1944356" y="79370"/>
                  <a:pt x="1946630" y="77095"/>
                </a:cubicBezTo>
                <a:cubicBezTo>
                  <a:pt x="1948814" y="74865"/>
                  <a:pt x="1951476" y="73751"/>
                  <a:pt x="1954615" y="73751"/>
                </a:cubicBezTo>
                <a:close/>
                <a:moveTo>
                  <a:pt x="2065487" y="114"/>
                </a:moveTo>
                <a:lnTo>
                  <a:pt x="2065487" y="3185"/>
                </a:lnTo>
                <a:cubicBezTo>
                  <a:pt x="2060892" y="4095"/>
                  <a:pt x="2057548" y="5687"/>
                  <a:pt x="2055455" y="7962"/>
                </a:cubicBezTo>
                <a:cubicBezTo>
                  <a:pt x="2053271" y="10373"/>
                  <a:pt x="2052179" y="13058"/>
                  <a:pt x="2052179" y="16015"/>
                </a:cubicBezTo>
                <a:cubicBezTo>
                  <a:pt x="2052179" y="19109"/>
                  <a:pt x="2052725" y="22885"/>
                  <a:pt x="2053817" y="27344"/>
                </a:cubicBezTo>
                <a:cubicBezTo>
                  <a:pt x="2054909" y="31939"/>
                  <a:pt x="2055455" y="35897"/>
                  <a:pt x="2055455" y="39219"/>
                </a:cubicBezTo>
                <a:cubicBezTo>
                  <a:pt x="2055455" y="42312"/>
                  <a:pt x="2054545" y="45452"/>
                  <a:pt x="2052725" y="48636"/>
                </a:cubicBezTo>
                <a:cubicBezTo>
                  <a:pt x="2050860" y="51912"/>
                  <a:pt x="2048198" y="54665"/>
                  <a:pt x="2044741" y="56894"/>
                </a:cubicBezTo>
                <a:cubicBezTo>
                  <a:pt x="2042284" y="58487"/>
                  <a:pt x="2038439" y="59988"/>
                  <a:pt x="2033207" y="61398"/>
                </a:cubicBezTo>
                <a:cubicBezTo>
                  <a:pt x="2038849" y="63218"/>
                  <a:pt x="2042943" y="64970"/>
                  <a:pt x="2045491" y="66653"/>
                </a:cubicBezTo>
                <a:cubicBezTo>
                  <a:pt x="2048813" y="68974"/>
                  <a:pt x="2051338" y="71703"/>
                  <a:pt x="2053067" y="74843"/>
                </a:cubicBezTo>
                <a:cubicBezTo>
                  <a:pt x="2054750" y="78028"/>
                  <a:pt x="2055592" y="81008"/>
                  <a:pt x="2055592" y="83783"/>
                </a:cubicBezTo>
                <a:cubicBezTo>
                  <a:pt x="2055592" y="86513"/>
                  <a:pt x="2055023" y="90164"/>
                  <a:pt x="2053886" y="94736"/>
                </a:cubicBezTo>
                <a:cubicBezTo>
                  <a:pt x="2052748" y="99309"/>
                  <a:pt x="2052202" y="103256"/>
                  <a:pt x="2052248" y="106577"/>
                </a:cubicBezTo>
                <a:cubicBezTo>
                  <a:pt x="2052202" y="109807"/>
                  <a:pt x="2053249" y="112583"/>
                  <a:pt x="2055387" y="114903"/>
                </a:cubicBezTo>
                <a:cubicBezTo>
                  <a:pt x="2057389" y="117314"/>
                  <a:pt x="2060756" y="118952"/>
                  <a:pt x="2065487" y="119817"/>
                </a:cubicBezTo>
                <a:lnTo>
                  <a:pt x="2065487" y="123024"/>
                </a:lnTo>
                <a:lnTo>
                  <a:pt x="2063099" y="123024"/>
                </a:lnTo>
                <a:cubicBezTo>
                  <a:pt x="2058458" y="123115"/>
                  <a:pt x="2054067" y="122046"/>
                  <a:pt x="2049927" y="119817"/>
                </a:cubicBezTo>
                <a:cubicBezTo>
                  <a:pt x="2045742" y="117678"/>
                  <a:pt x="2042602" y="114857"/>
                  <a:pt x="2040509" y="111354"/>
                </a:cubicBezTo>
                <a:cubicBezTo>
                  <a:pt x="2038371" y="107942"/>
                  <a:pt x="2037302" y="104621"/>
                  <a:pt x="2037302" y="101390"/>
                </a:cubicBezTo>
                <a:cubicBezTo>
                  <a:pt x="2037256" y="98251"/>
                  <a:pt x="2037962" y="93952"/>
                  <a:pt x="2039417" y="88492"/>
                </a:cubicBezTo>
                <a:cubicBezTo>
                  <a:pt x="2040418" y="84488"/>
                  <a:pt x="2040942" y="80871"/>
                  <a:pt x="2040987" y="77641"/>
                </a:cubicBezTo>
                <a:cubicBezTo>
                  <a:pt x="2040942" y="74047"/>
                  <a:pt x="2039804" y="70975"/>
                  <a:pt x="2037575" y="68428"/>
                </a:cubicBezTo>
                <a:cubicBezTo>
                  <a:pt x="2035300" y="65971"/>
                  <a:pt x="2031979" y="64356"/>
                  <a:pt x="2027611" y="63582"/>
                </a:cubicBezTo>
                <a:lnTo>
                  <a:pt x="2027611" y="59419"/>
                </a:lnTo>
                <a:cubicBezTo>
                  <a:pt x="2031979" y="58737"/>
                  <a:pt x="2035300" y="57053"/>
                  <a:pt x="2037575" y="54369"/>
                </a:cubicBezTo>
                <a:cubicBezTo>
                  <a:pt x="2039804" y="51730"/>
                  <a:pt x="2040942" y="48523"/>
                  <a:pt x="2040987" y="44746"/>
                </a:cubicBezTo>
                <a:cubicBezTo>
                  <a:pt x="2040987" y="41698"/>
                  <a:pt x="2040487" y="38218"/>
                  <a:pt x="2039486" y="34305"/>
                </a:cubicBezTo>
                <a:cubicBezTo>
                  <a:pt x="2038030" y="28936"/>
                  <a:pt x="2037325" y="24819"/>
                  <a:pt x="2037370" y="21952"/>
                </a:cubicBezTo>
                <a:cubicBezTo>
                  <a:pt x="2037370" y="19041"/>
                  <a:pt x="2038257" y="16038"/>
                  <a:pt x="2040032" y="12944"/>
                </a:cubicBezTo>
                <a:cubicBezTo>
                  <a:pt x="2041806" y="9896"/>
                  <a:pt x="2044035" y="7416"/>
                  <a:pt x="2046720" y="5505"/>
                </a:cubicBezTo>
                <a:cubicBezTo>
                  <a:pt x="2049359" y="3640"/>
                  <a:pt x="2052293" y="2252"/>
                  <a:pt x="2055523" y="1342"/>
                </a:cubicBezTo>
                <a:cubicBezTo>
                  <a:pt x="2057980" y="660"/>
                  <a:pt x="2061302" y="250"/>
                  <a:pt x="2065487" y="114"/>
                </a:cubicBezTo>
                <a:close/>
                <a:moveTo>
                  <a:pt x="2088581" y="73751"/>
                </a:moveTo>
                <a:cubicBezTo>
                  <a:pt x="2091721" y="73751"/>
                  <a:pt x="2094428" y="74865"/>
                  <a:pt x="2096702" y="77095"/>
                </a:cubicBezTo>
                <a:cubicBezTo>
                  <a:pt x="2098886" y="79370"/>
                  <a:pt x="2099978" y="82054"/>
                  <a:pt x="2099978" y="85148"/>
                </a:cubicBezTo>
                <a:cubicBezTo>
                  <a:pt x="2099978" y="88287"/>
                  <a:pt x="2098864" y="90949"/>
                  <a:pt x="2096634" y="93133"/>
                </a:cubicBezTo>
                <a:cubicBezTo>
                  <a:pt x="2094359" y="95407"/>
                  <a:pt x="2091675" y="96522"/>
                  <a:pt x="2088581" y="96477"/>
                </a:cubicBezTo>
                <a:cubicBezTo>
                  <a:pt x="2085442" y="96522"/>
                  <a:pt x="2082780" y="95407"/>
                  <a:pt x="2080596" y="93133"/>
                </a:cubicBezTo>
                <a:cubicBezTo>
                  <a:pt x="2078322" y="90949"/>
                  <a:pt x="2077207" y="88287"/>
                  <a:pt x="2077252" y="85148"/>
                </a:cubicBezTo>
                <a:cubicBezTo>
                  <a:pt x="2077207" y="82054"/>
                  <a:pt x="2078322" y="79370"/>
                  <a:pt x="2080596" y="77095"/>
                </a:cubicBezTo>
                <a:cubicBezTo>
                  <a:pt x="2082780" y="74865"/>
                  <a:pt x="2085442" y="73751"/>
                  <a:pt x="2088581" y="73751"/>
                </a:cubicBezTo>
                <a:close/>
                <a:moveTo>
                  <a:pt x="2125042" y="73751"/>
                </a:moveTo>
                <a:cubicBezTo>
                  <a:pt x="2128181" y="73751"/>
                  <a:pt x="2130888" y="74865"/>
                  <a:pt x="2133163" y="77095"/>
                </a:cubicBezTo>
                <a:cubicBezTo>
                  <a:pt x="2135347" y="79370"/>
                  <a:pt x="2136439" y="82054"/>
                  <a:pt x="2136439" y="85148"/>
                </a:cubicBezTo>
                <a:cubicBezTo>
                  <a:pt x="2136439" y="88287"/>
                  <a:pt x="2135324" y="90949"/>
                  <a:pt x="2133095" y="93133"/>
                </a:cubicBezTo>
                <a:cubicBezTo>
                  <a:pt x="2130820" y="95407"/>
                  <a:pt x="2128136" y="96522"/>
                  <a:pt x="2125042" y="96477"/>
                </a:cubicBezTo>
                <a:cubicBezTo>
                  <a:pt x="2121903" y="96522"/>
                  <a:pt x="2119241" y="95407"/>
                  <a:pt x="2117057" y="93133"/>
                </a:cubicBezTo>
                <a:cubicBezTo>
                  <a:pt x="2114782" y="90949"/>
                  <a:pt x="2113668" y="88287"/>
                  <a:pt x="2113713" y="85148"/>
                </a:cubicBezTo>
                <a:cubicBezTo>
                  <a:pt x="2113668" y="82054"/>
                  <a:pt x="2114782" y="79370"/>
                  <a:pt x="2117057" y="77095"/>
                </a:cubicBezTo>
                <a:cubicBezTo>
                  <a:pt x="2119241" y="74865"/>
                  <a:pt x="2121903" y="73751"/>
                  <a:pt x="2125042" y="73751"/>
                </a:cubicBezTo>
                <a:close/>
                <a:moveTo>
                  <a:pt x="2161503" y="73751"/>
                </a:moveTo>
                <a:cubicBezTo>
                  <a:pt x="2164642" y="73751"/>
                  <a:pt x="2167349" y="74865"/>
                  <a:pt x="2169624" y="77095"/>
                </a:cubicBezTo>
                <a:cubicBezTo>
                  <a:pt x="2171808" y="79370"/>
                  <a:pt x="2172900" y="82054"/>
                  <a:pt x="2172900" y="85148"/>
                </a:cubicBezTo>
                <a:cubicBezTo>
                  <a:pt x="2172900" y="88287"/>
                  <a:pt x="2171785" y="90949"/>
                  <a:pt x="2169556" y="93133"/>
                </a:cubicBezTo>
                <a:cubicBezTo>
                  <a:pt x="2167281" y="95407"/>
                  <a:pt x="2164597" y="96522"/>
                  <a:pt x="2161503" y="96477"/>
                </a:cubicBezTo>
                <a:cubicBezTo>
                  <a:pt x="2158364" y="96522"/>
                  <a:pt x="2155702" y="95407"/>
                  <a:pt x="2153518" y="93133"/>
                </a:cubicBezTo>
                <a:cubicBezTo>
                  <a:pt x="2151243" y="90949"/>
                  <a:pt x="2150129" y="88287"/>
                  <a:pt x="2150174" y="85148"/>
                </a:cubicBezTo>
                <a:cubicBezTo>
                  <a:pt x="2150129" y="82054"/>
                  <a:pt x="2151243" y="79370"/>
                  <a:pt x="2153518" y="77095"/>
                </a:cubicBezTo>
                <a:cubicBezTo>
                  <a:pt x="2155702" y="74865"/>
                  <a:pt x="2158364" y="73751"/>
                  <a:pt x="2161503" y="73751"/>
                </a:cubicBezTo>
                <a:close/>
                <a:moveTo>
                  <a:pt x="2186636" y="123024"/>
                </a:moveTo>
                <a:lnTo>
                  <a:pt x="2186636" y="119885"/>
                </a:lnTo>
                <a:cubicBezTo>
                  <a:pt x="2191140" y="119066"/>
                  <a:pt x="2194484" y="117451"/>
                  <a:pt x="2196668" y="115039"/>
                </a:cubicBezTo>
                <a:cubicBezTo>
                  <a:pt x="2198852" y="112719"/>
                  <a:pt x="2199943" y="110057"/>
                  <a:pt x="2199943" y="107055"/>
                </a:cubicBezTo>
                <a:cubicBezTo>
                  <a:pt x="2199943" y="104097"/>
                  <a:pt x="2199397" y="100321"/>
                  <a:pt x="2198306" y="95726"/>
                </a:cubicBezTo>
                <a:cubicBezTo>
                  <a:pt x="2197214" y="91222"/>
                  <a:pt x="2196668" y="87286"/>
                  <a:pt x="2196668" y="83919"/>
                </a:cubicBezTo>
                <a:cubicBezTo>
                  <a:pt x="2196622" y="80780"/>
                  <a:pt x="2197532" y="77595"/>
                  <a:pt x="2199397" y="74365"/>
                </a:cubicBezTo>
                <a:cubicBezTo>
                  <a:pt x="2201217" y="71180"/>
                  <a:pt x="2203879" y="68450"/>
                  <a:pt x="2207382" y="66176"/>
                </a:cubicBezTo>
                <a:cubicBezTo>
                  <a:pt x="2209748" y="64629"/>
                  <a:pt x="2213593" y="63127"/>
                  <a:pt x="2218916" y="61671"/>
                </a:cubicBezTo>
                <a:cubicBezTo>
                  <a:pt x="2213229" y="59897"/>
                  <a:pt x="2209134" y="58145"/>
                  <a:pt x="2206632" y="56416"/>
                </a:cubicBezTo>
                <a:cubicBezTo>
                  <a:pt x="2203219" y="54096"/>
                  <a:pt x="2200671" y="51366"/>
                  <a:pt x="2198988" y="48227"/>
                </a:cubicBezTo>
                <a:cubicBezTo>
                  <a:pt x="2197259" y="45088"/>
                  <a:pt x="2196417" y="42108"/>
                  <a:pt x="2196463" y="39287"/>
                </a:cubicBezTo>
                <a:cubicBezTo>
                  <a:pt x="2196417" y="36602"/>
                  <a:pt x="2196986" y="32963"/>
                  <a:pt x="2198169" y="28367"/>
                </a:cubicBezTo>
                <a:cubicBezTo>
                  <a:pt x="2199261" y="23863"/>
                  <a:pt x="2199807" y="19928"/>
                  <a:pt x="2199807" y="16561"/>
                </a:cubicBezTo>
                <a:cubicBezTo>
                  <a:pt x="2199807" y="13285"/>
                  <a:pt x="2198783" y="10487"/>
                  <a:pt x="2196736" y="8167"/>
                </a:cubicBezTo>
                <a:cubicBezTo>
                  <a:pt x="2194689" y="5846"/>
                  <a:pt x="2191322" y="4208"/>
                  <a:pt x="2186636" y="3253"/>
                </a:cubicBezTo>
                <a:lnTo>
                  <a:pt x="2186636" y="114"/>
                </a:lnTo>
                <a:lnTo>
                  <a:pt x="2189024" y="45"/>
                </a:lnTo>
                <a:cubicBezTo>
                  <a:pt x="2193574" y="0"/>
                  <a:pt x="2197964" y="1069"/>
                  <a:pt x="2202196" y="3253"/>
                </a:cubicBezTo>
                <a:cubicBezTo>
                  <a:pt x="2206336" y="5437"/>
                  <a:pt x="2209498" y="8235"/>
                  <a:pt x="2211682" y="11647"/>
                </a:cubicBezTo>
                <a:cubicBezTo>
                  <a:pt x="2213775" y="15151"/>
                  <a:pt x="2214821" y="18517"/>
                  <a:pt x="2214821" y="21748"/>
                </a:cubicBezTo>
                <a:cubicBezTo>
                  <a:pt x="2214821" y="24841"/>
                  <a:pt x="2214116" y="29118"/>
                  <a:pt x="2212705" y="34578"/>
                </a:cubicBezTo>
                <a:cubicBezTo>
                  <a:pt x="2211659" y="38627"/>
                  <a:pt x="2211136" y="42244"/>
                  <a:pt x="2211136" y="45429"/>
                </a:cubicBezTo>
                <a:cubicBezTo>
                  <a:pt x="2211136" y="49069"/>
                  <a:pt x="2212273" y="52140"/>
                  <a:pt x="2214548" y="54642"/>
                </a:cubicBezTo>
                <a:cubicBezTo>
                  <a:pt x="2216732" y="57190"/>
                  <a:pt x="2220053" y="58805"/>
                  <a:pt x="2224512" y="59487"/>
                </a:cubicBezTo>
                <a:lnTo>
                  <a:pt x="2224512" y="63650"/>
                </a:lnTo>
                <a:cubicBezTo>
                  <a:pt x="2220053" y="64424"/>
                  <a:pt x="2216732" y="66107"/>
                  <a:pt x="2214548" y="68701"/>
                </a:cubicBezTo>
                <a:cubicBezTo>
                  <a:pt x="2212273" y="71385"/>
                  <a:pt x="2211136" y="74593"/>
                  <a:pt x="2211136" y="78323"/>
                </a:cubicBezTo>
                <a:cubicBezTo>
                  <a:pt x="2211090" y="81417"/>
                  <a:pt x="2211591" y="84898"/>
                  <a:pt x="2212637" y="88765"/>
                </a:cubicBezTo>
                <a:cubicBezTo>
                  <a:pt x="2214002" y="94225"/>
                  <a:pt x="2214685" y="98342"/>
                  <a:pt x="2214685" y="101117"/>
                </a:cubicBezTo>
                <a:cubicBezTo>
                  <a:pt x="2214639" y="104120"/>
                  <a:pt x="2213775" y="107123"/>
                  <a:pt x="2212091" y="110126"/>
                </a:cubicBezTo>
                <a:cubicBezTo>
                  <a:pt x="2210271" y="113220"/>
                  <a:pt x="2208042" y="115699"/>
                  <a:pt x="2205403" y="117565"/>
                </a:cubicBezTo>
                <a:cubicBezTo>
                  <a:pt x="2202719" y="119475"/>
                  <a:pt x="2199784" y="120863"/>
                  <a:pt x="2196599" y="121728"/>
                </a:cubicBezTo>
                <a:cubicBezTo>
                  <a:pt x="2194097" y="122410"/>
                  <a:pt x="2190776" y="122842"/>
                  <a:pt x="2186636" y="1230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Span:3Node:CAnnotation:{...}">
            <a:extLst xmlns:a="http://schemas.openxmlformats.org/drawingml/2006/main">
              <a:ext uri="{FF2B5EF4-FFF2-40B4-BE49-F238E27FC236}">
                <a16:creationId xmlns:a16="http://schemas.microsoft.com/office/drawing/2014/main" id="{8EE44753-CE0A-4F01-BB6D-43F01FF2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79" y="2276503"/>
            <a:ext cx="2230589" cy="124662"/>
          </a:xfrm>
          <a:custGeom xmlns:a="http://schemas.openxmlformats.org/drawingml/2006/main">
            <a:pathLst>
              <a:path w="2230589" h="124662">
                <a:moveTo>
                  <a:pt x="58418" y="114"/>
                </a:moveTo>
                <a:lnTo>
                  <a:pt x="59169" y="30961"/>
                </a:lnTo>
                <a:lnTo>
                  <a:pt x="56371" y="30961"/>
                </a:lnTo>
                <a:cubicBezTo>
                  <a:pt x="55006" y="23272"/>
                  <a:pt x="51776" y="17039"/>
                  <a:pt x="46680" y="12261"/>
                </a:cubicBezTo>
                <a:cubicBezTo>
                  <a:pt x="41493" y="7575"/>
                  <a:pt x="35897" y="5232"/>
                  <a:pt x="29892" y="5232"/>
                </a:cubicBezTo>
                <a:cubicBezTo>
                  <a:pt x="25205" y="5232"/>
                  <a:pt x="21543" y="6461"/>
                  <a:pt x="18904" y="8917"/>
                </a:cubicBezTo>
                <a:cubicBezTo>
                  <a:pt x="16174" y="11465"/>
                  <a:pt x="14809" y="14332"/>
                  <a:pt x="14809" y="17516"/>
                </a:cubicBezTo>
                <a:cubicBezTo>
                  <a:pt x="14809" y="19609"/>
                  <a:pt x="15287" y="21429"/>
                  <a:pt x="16242" y="22976"/>
                </a:cubicBezTo>
                <a:cubicBezTo>
                  <a:pt x="17516" y="25114"/>
                  <a:pt x="19632" y="27230"/>
                  <a:pt x="22589" y="29323"/>
                </a:cubicBezTo>
                <a:cubicBezTo>
                  <a:pt x="24682" y="30824"/>
                  <a:pt x="29619" y="33486"/>
                  <a:pt x="37399" y="37308"/>
                </a:cubicBezTo>
                <a:cubicBezTo>
                  <a:pt x="48227" y="42676"/>
                  <a:pt x="55529" y="47704"/>
                  <a:pt x="59305" y="52390"/>
                </a:cubicBezTo>
                <a:cubicBezTo>
                  <a:pt x="63036" y="57167"/>
                  <a:pt x="64902" y="62581"/>
                  <a:pt x="64902" y="68632"/>
                </a:cubicBezTo>
                <a:cubicBezTo>
                  <a:pt x="64902" y="76412"/>
                  <a:pt x="61899" y="83055"/>
                  <a:pt x="55893" y="88560"/>
                </a:cubicBezTo>
                <a:cubicBezTo>
                  <a:pt x="49797" y="94156"/>
                  <a:pt x="42130" y="96954"/>
                  <a:pt x="32894" y="96954"/>
                </a:cubicBezTo>
                <a:cubicBezTo>
                  <a:pt x="29937" y="97000"/>
                  <a:pt x="27185" y="96704"/>
                  <a:pt x="24637" y="96067"/>
                </a:cubicBezTo>
                <a:cubicBezTo>
                  <a:pt x="21998" y="95476"/>
                  <a:pt x="18745" y="94361"/>
                  <a:pt x="14878" y="92723"/>
                </a:cubicBezTo>
                <a:cubicBezTo>
                  <a:pt x="12694" y="91859"/>
                  <a:pt x="10897" y="91404"/>
                  <a:pt x="9486" y="91358"/>
                </a:cubicBezTo>
                <a:cubicBezTo>
                  <a:pt x="8258" y="91404"/>
                  <a:pt x="7007" y="91859"/>
                  <a:pt x="5733" y="92723"/>
                </a:cubicBezTo>
                <a:cubicBezTo>
                  <a:pt x="4413" y="93679"/>
                  <a:pt x="3344" y="95066"/>
                  <a:pt x="2525" y="96886"/>
                </a:cubicBezTo>
                <a:lnTo>
                  <a:pt x="0" y="96886"/>
                </a:lnTo>
                <a:lnTo>
                  <a:pt x="0" y="61944"/>
                </a:lnTo>
                <a:lnTo>
                  <a:pt x="2525" y="61944"/>
                </a:lnTo>
                <a:cubicBezTo>
                  <a:pt x="4481" y="71817"/>
                  <a:pt x="8349" y="79301"/>
                  <a:pt x="14127" y="84397"/>
                </a:cubicBezTo>
                <a:cubicBezTo>
                  <a:pt x="19768" y="89584"/>
                  <a:pt x="25911" y="92177"/>
                  <a:pt x="32553" y="92177"/>
                </a:cubicBezTo>
                <a:cubicBezTo>
                  <a:pt x="37603" y="92223"/>
                  <a:pt x="41675" y="90835"/>
                  <a:pt x="44769" y="88014"/>
                </a:cubicBezTo>
                <a:cubicBezTo>
                  <a:pt x="47772" y="85239"/>
                  <a:pt x="49273" y="82009"/>
                  <a:pt x="49273" y="78323"/>
                </a:cubicBezTo>
                <a:cubicBezTo>
                  <a:pt x="49273" y="76139"/>
                  <a:pt x="48705" y="74024"/>
                  <a:pt x="47567" y="71976"/>
                </a:cubicBezTo>
                <a:cubicBezTo>
                  <a:pt x="46384" y="69929"/>
                  <a:pt x="44610" y="67973"/>
                  <a:pt x="42244" y="66107"/>
                </a:cubicBezTo>
                <a:cubicBezTo>
                  <a:pt x="39833" y="64287"/>
                  <a:pt x="35647" y="61899"/>
                  <a:pt x="29687" y="58941"/>
                </a:cubicBezTo>
                <a:cubicBezTo>
                  <a:pt x="21270" y="54847"/>
                  <a:pt x="15219" y="51321"/>
                  <a:pt x="11534" y="48363"/>
                </a:cubicBezTo>
                <a:cubicBezTo>
                  <a:pt x="7848" y="45497"/>
                  <a:pt x="5027" y="42244"/>
                  <a:pt x="3071" y="38604"/>
                </a:cubicBezTo>
                <a:cubicBezTo>
                  <a:pt x="1069" y="35010"/>
                  <a:pt x="68" y="31052"/>
                  <a:pt x="68" y="26730"/>
                </a:cubicBezTo>
                <a:cubicBezTo>
                  <a:pt x="68" y="19359"/>
                  <a:pt x="2775" y="13080"/>
                  <a:pt x="8189" y="7894"/>
                </a:cubicBezTo>
                <a:cubicBezTo>
                  <a:pt x="13558" y="2707"/>
                  <a:pt x="20383" y="114"/>
                  <a:pt x="28663" y="114"/>
                </a:cubicBezTo>
                <a:cubicBezTo>
                  <a:pt x="31666" y="114"/>
                  <a:pt x="34578" y="478"/>
                  <a:pt x="37399" y="1206"/>
                </a:cubicBezTo>
                <a:cubicBezTo>
                  <a:pt x="39491" y="1797"/>
                  <a:pt x="42108" y="2798"/>
                  <a:pt x="45247" y="4208"/>
                </a:cubicBezTo>
                <a:cubicBezTo>
                  <a:pt x="48295" y="5710"/>
                  <a:pt x="50434" y="6461"/>
                  <a:pt x="51662" y="6461"/>
                </a:cubicBezTo>
                <a:cubicBezTo>
                  <a:pt x="52799" y="6506"/>
                  <a:pt x="53732" y="6142"/>
                  <a:pt x="54460" y="5369"/>
                </a:cubicBezTo>
                <a:cubicBezTo>
                  <a:pt x="55097" y="4686"/>
                  <a:pt x="55734" y="2935"/>
                  <a:pt x="56371" y="114"/>
                </a:cubicBezTo>
                <a:lnTo>
                  <a:pt x="58418" y="114"/>
                </a:lnTo>
                <a:close/>
                <a:moveTo>
                  <a:pt x="101179" y="88287"/>
                </a:moveTo>
                <a:lnTo>
                  <a:pt x="101179" y="112037"/>
                </a:lnTo>
                <a:cubicBezTo>
                  <a:pt x="101179" y="115358"/>
                  <a:pt x="101452" y="117587"/>
                  <a:pt x="101998" y="118725"/>
                </a:cubicBezTo>
                <a:cubicBezTo>
                  <a:pt x="102452" y="119908"/>
                  <a:pt x="103249" y="120772"/>
                  <a:pt x="104386" y="121318"/>
                </a:cubicBezTo>
                <a:cubicBezTo>
                  <a:pt x="105433" y="121864"/>
                  <a:pt x="107571" y="122137"/>
                  <a:pt x="110801" y="122137"/>
                </a:cubicBezTo>
                <a:lnTo>
                  <a:pt x="110801" y="124662"/>
                </a:lnTo>
                <a:lnTo>
                  <a:pt x="74426" y="124662"/>
                </a:lnTo>
                <a:lnTo>
                  <a:pt x="74426" y="122137"/>
                </a:lnTo>
                <a:cubicBezTo>
                  <a:pt x="77202" y="122091"/>
                  <a:pt x="79294" y="121295"/>
                  <a:pt x="80705" y="119748"/>
                </a:cubicBezTo>
                <a:cubicBezTo>
                  <a:pt x="81569" y="118747"/>
                  <a:pt x="82024" y="116040"/>
                  <a:pt x="82070" y="111627"/>
                </a:cubicBezTo>
                <a:lnTo>
                  <a:pt x="82070" y="44269"/>
                </a:lnTo>
                <a:cubicBezTo>
                  <a:pt x="82024" y="39810"/>
                  <a:pt x="81501" y="36921"/>
                  <a:pt x="80500" y="35601"/>
                </a:cubicBezTo>
                <a:cubicBezTo>
                  <a:pt x="79454" y="34419"/>
                  <a:pt x="77429" y="33713"/>
                  <a:pt x="74426" y="33486"/>
                </a:cubicBezTo>
                <a:lnTo>
                  <a:pt x="74426" y="30961"/>
                </a:lnTo>
                <a:lnTo>
                  <a:pt x="101179" y="30961"/>
                </a:lnTo>
                <a:lnTo>
                  <a:pt x="101179" y="39355"/>
                </a:lnTo>
                <a:cubicBezTo>
                  <a:pt x="103408" y="36079"/>
                  <a:pt x="105683" y="33713"/>
                  <a:pt x="108003" y="32257"/>
                </a:cubicBezTo>
                <a:cubicBezTo>
                  <a:pt x="111324" y="30165"/>
                  <a:pt x="114941" y="29095"/>
                  <a:pt x="118854" y="29050"/>
                </a:cubicBezTo>
                <a:cubicBezTo>
                  <a:pt x="123495" y="29095"/>
                  <a:pt x="127772" y="30574"/>
                  <a:pt x="131684" y="33486"/>
                </a:cubicBezTo>
                <a:cubicBezTo>
                  <a:pt x="135506" y="36443"/>
                  <a:pt x="138418" y="40515"/>
                  <a:pt x="140420" y="45702"/>
                </a:cubicBezTo>
                <a:cubicBezTo>
                  <a:pt x="142376" y="50980"/>
                  <a:pt x="143377" y="56598"/>
                  <a:pt x="143423" y="62559"/>
                </a:cubicBezTo>
                <a:cubicBezTo>
                  <a:pt x="143423" y="69065"/>
                  <a:pt x="142399" y="74956"/>
                  <a:pt x="140352" y="80234"/>
                </a:cubicBezTo>
                <a:cubicBezTo>
                  <a:pt x="138213" y="85648"/>
                  <a:pt x="135210" y="89720"/>
                  <a:pt x="131343" y="92450"/>
                </a:cubicBezTo>
                <a:cubicBezTo>
                  <a:pt x="127385" y="95271"/>
                  <a:pt x="122994" y="96681"/>
                  <a:pt x="118172" y="96681"/>
                </a:cubicBezTo>
                <a:cubicBezTo>
                  <a:pt x="114668" y="96727"/>
                  <a:pt x="111393" y="95953"/>
                  <a:pt x="108344" y="94361"/>
                </a:cubicBezTo>
                <a:cubicBezTo>
                  <a:pt x="106070" y="93224"/>
                  <a:pt x="103681" y="91199"/>
                  <a:pt x="101179" y="88287"/>
                </a:cubicBezTo>
                <a:moveTo>
                  <a:pt x="101179" y="81394"/>
                </a:moveTo>
                <a:cubicBezTo>
                  <a:pt x="105046" y="86945"/>
                  <a:pt x="109232" y="89720"/>
                  <a:pt x="113736" y="89720"/>
                </a:cubicBezTo>
                <a:cubicBezTo>
                  <a:pt x="116193" y="89720"/>
                  <a:pt x="118217" y="88424"/>
                  <a:pt x="119810" y="85830"/>
                </a:cubicBezTo>
                <a:cubicBezTo>
                  <a:pt x="122175" y="82009"/>
                  <a:pt x="123358" y="74729"/>
                  <a:pt x="123358" y="63992"/>
                </a:cubicBezTo>
                <a:cubicBezTo>
                  <a:pt x="123358" y="53027"/>
                  <a:pt x="122062" y="45497"/>
                  <a:pt x="119468" y="41402"/>
                </a:cubicBezTo>
                <a:cubicBezTo>
                  <a:pt x="117740" y="38764"/>
                  <a:pt x="115419" y="37421"/>
                  <a:pt x="112507" y="37376"/>
                </a:cubicBezTo>
                <a:cubicBezTo>
                  <a:pt x="107867" y="37421"/>
                  <a:pt x="104090" y="40743"/>
                  <a:pt x="101179" y="47340"/>
                </a:cubicBezTo>
                <a:lnTo>
                  <a:pt x="101179" y="81394"/>
                </a:lnTo>
                <a:close/>
                <a:moveTo>
                  <a:pt x="190687" y="85353"/>
                </a:moveTo>
                <a:cubicBezTo>
                  <a:pt x="182907" y="92268"/>
                  <a:pt x="175923" y="95703"/>
                  <a:pt x="169736" y="95658"/>
                </a:cubicBezTo>
                <a:cubicBezTo>
                  <a:pt x="166051" y="95658"/>
                  <a:pt x="163025" y="94452"/>
                  <a:pt x="160659" y="92041"/>
                </a:cubicBezTo>
                <a:cubicBezTo>
                  <a:pt x="158248" y="89720"/>
                  <a:pt x="157042" y="86740"/>
                  <a:pt x="157042" y="83100"/>
                </a:cubicBezTo>
                <a:cubicBezTo>
                  <a:pt x="157042" y="78278"/>
                  <a:pt x="159135" y="73887"/>
                  <a:pt x="163321" y="69929"/>
                </a:cubicBezTo>
                <a:cubicBezTo>
                  <a:pt x="167461" y="66107"/>
                  <a:pt x="176583" y="60943"/>
                  <a:pt x="190687" y="54437"/>
                </a:cubicBezTo>
                <a:lnTo>
                  <a:pt x="190687" y="48022"/>
                </a:lnTo>
                <a:cubicBezTo>
                  <a:pt x="190642" y="43245"/>
                  <a:pt x="190392" y="40197"/>
                  <a:pt x="189937" y="38877"/>
                </a:cubicBezTo>
                <a:cubicBezTo>
                  <a:pt x="189345" y="37649"/>
                  <a:pt x="188344" y="36557"/>
                  <a:pt x="186934" y="35601"/>
                </a:cubicBezTo>
                <a:cubicBezTo>
                  <a:pt x="185478" y="34737"/>
                  <a:pt x="183840" y="34282"/>
                  <a:pt x="182020" y="34237"/>
                </a:cubicBezTo>
                <a:cubicBezTo>
                  <a:pt x="179063" y="34282"/>
                  <a:pt x="176629" y="34942"/>
                  <a:pt x="174718" y="36216"/>
                </a:cubicBezTo>
                <a:cubicBezTo>
                  <a:pt x="173535" y="37035"/>
                  <a:pt x="172943" y="37990"/>
                  <a:pt x="172943" y="39082"/>
                </a:cubicBezTo>
                <a:cubicBezTo>
                  <a:pt x="172898" y="40037"/>
                  <a:pt x="173535" y="41220"/>
                  <a:pt x="174854" y="42631"/>
                </a:cubicBezTo>
                <a:cubicBezTo>
                  <a:pt x="176538" y="44633"/>
                  <a:pt x="177402" y="46521"/>
                  <a:pt x="177448" y="48295"/>
                </a:cubicBezTo>
                <a:cubicBezTo>
                  <a:pt x="177448" y="50570"/>
                  <a:pt x="176629" y="52458"/>
                  <a:pt x="174991" y="53960"/>
                </a:cubicBezTo>
                <a:cubicBezTo>
                  <a:pt x="173262" y="55552"/>
                  <a:pt x="171078" y="56348"/>
                  <a:pt x="168439" y="56348"/>
                </a:cubicBezTo>
                <a:cubicBezTo>
                  <a:pt x="165573" y="56348"/>
                  <a:pt x="163184" y="55484"/>
                  <a:pt x="161273" y="53755"/>
                </a:cubicBezTo>
                <a:cubicBezTo>
                  <a:pt x="159272" y="52071"/>
                  <a:pt x="158293" y="50047"/>
                  <a:pt x="158339" y="47681"/>
                </a:cubicBezTo>
                <a:cubicBezTo>
                  <a:pt x="158339" y="44405"/>
                  <a:pt x="159635" y="41266"/>
                  <a:pt x="162229" y="38263"/>
                </a:cubicBezTo>
                <a:cubicBezTo>
                  <a:pt x="164822" y="35351"/>
                  <a:pt x="168439" y="33076"/>
                  <a:pt x="173080" y="31439"/>
                </a:cubicBezTo>
                <a:cubicBezTo>
                  <a:pt x="177721" y="29892"/>
                  <a:pt x="182543" y="29095"/>
                  <a:pt x="187548" y="29050"/>
                </a:cubicBezTo>
                <a:cubicBezTo>
                  <a:pt x="193599" y="29095"/>
                  <a:pt x="198399" y="30369"/>
                  <a:pt x="201948" y="32872"/>
                </a:cubicBezTo>
                <a:cubicBezTo>
                  <a:pt x="205406" y="35465"/>
                  <a:pt x="207680" y="38263"/>
                  <a:pt x="208772" y="41266"/>
                </a:cubicBezTo>
                <a:cubicBezTo>
                  <a:pt x="209364" y="43177"/>
                  <a:pt x="209682" y="47567"/>
                  <a:pt x="209728" y="54437"/>
                </a:cubicBezTo>
                <a:lnTo>
                  <a:pt x="209728" y="79210"/>
                </a:lnTo>
                <a:cubicBezTo>
                  <a:pt x="209728" y="82168"/>
                  <a:pt x="209842" y="83988"/>
                  <a:pt x="210069" y="84670"/>
                </a:cubicBezTo>
                <a:cubicBezTo>
                  <a:pt x="210251" y="85489"/>
                  <a:pt x="210592" y="86058"/>
                  <a:pt x="211093" y="86376"/>
                </a:cubicBezTo>
                <a:cubicBezTo>
                  <a:pt x="211502" y="86740"/>
                  <a:pt x="212025" y="86922"/>
                  <a:pt x="212662" y="86922"/>
                </a:cubicBezTo>
                <a:cubicBezTo>
                  <a:pt x="213800" y="86968"/>
                  <a:pt x="215005" y="86126"/>
                  <a:pt x="216279" y="84397"/>
                </a:cubicBezTo>
                <a:lnTo>
                  <a:pt x="218327" y="86035"/>
                </a:lnTo>
                <a:cubicBezTo>
                  <a:pt x="216006" y="89402"/>
                  <a:pt x="213663" y="91836"/>
                  <a:pt x="211297" y="93337"/>
                </a:cubicBezTo>
                <a:cubicBezTo>
                  <a:pt x="208795" y="94930"/>
                  <a:pt x="206020" y="95703"/>
                  <a:pt x="202971" y="95658"/>
                </a:cubicBezTo>
                <a:cubicBezTo>
                  <a:pt x="199332" y="95658"/>
                  <a:pt x="196488" y="94793"/>
                  <a:pt x="194441" y="93064"/>
                </a:cubicBezTo>
                <a:cubicBezTo>
                  <a:pt x="192393" y="91426"/>
                  <a:pt x="191142" y="88856"/>
                  <a:pt x="190687" y="85353"/>
                </a:cubicBezTo>
                <a:moveTo>
                  <a:pt x="190687" y="80371"/>
                </a:moveTo>
                <a:lnTo>
                  <a:pt x="190687" y="59010"/>
                </a:lnTo>
                <a:cubicBezTo>
                  <a:pt x="185137" y="62240"/>
                  <a:pt x="181042" y="65698"/>
                  <a:pt x="178403" y="69383"/>
                </a:cubicBezTo>
                <a:cubicBezTo>
                  <a:pt x="176629" y="71840"/>
                  <a:pt x="175741" y="74320"/>
                  <a:pt x="175741" y="76822"/>
                </a:cubicBezTo>
                <a:cubicBezTo>
                  <a:pt x="175741" y="78960"/>
                  <a:pt x="176492" y="80803"/>
                  <a:pt x="177994" y="82350"/>
                </a:cubicBezTo>
                <a:cubicBezTo>
                  <a:pt x="179131" y="83578"/>
                  <a:pt x="180723" y="84192"/>
                  <a:pt x="182771" y="84192"/>
                </a:cubicBezTo>
                <a:cubicBezTo>
                  <a:pt x="185000" y="84192"/>
                  <a:pt x="187639" y="82918"/>
                  <a:pt x="190687" y="80371"/>
                </a:cubicBezTo>
                <a:close/>
                <a:moveTo>
                  <a:pt x="254464" y="30961"/>
                </a:moveTo>
                <a:lnTo>
                  <a:pt x="254464" y="39219"/>
                </a:lnTo>
                <a:cubicBezTo>
                  <a:pt x="257740" y="35670"/>
                  <a:pt x="260879" y="33076"/>
                  <a:pt x="263882" y="31439"/>
                </a:cubicBezTo>
                <a:cubicBezTo>
                  <a:pt x="266840" y="29892"/>
                  <a:pt x="270070" y="29095"/>
                  <a:pt x="273573" y="29050"/>
                </a:cubicBezTo>
                <a:cubicBezTo>
                  <a:pt x="277713" y="29095"/>
                  <a:pt x="281148" y="30233"/>
                  <a:pt x="283878" y="32462"/>
                </a:cubicBezTo>
                <a:cubicBezTo>
                  <a:pt x="286608" y="34783"/>
                  <a:pt x="288428" y="37649"/>
                  <a:pt x="289338" y="41061"/>
                </a:cubicBezTo>
                <a:cubicBezTo>
                  <a:pt x="290066" y="43654"/>
                  <a:pt x="290430" y="48636"/>
                  <a:pt x="290430" y="56007"/>
                </a:cubicBezTo>
                <a:lnTo>
                  <a:pt x="290430" y="80848"/>
                </a:lnTo>
                <a:cubicBezTo>
                  <a:pt x="290430" y="85808"/>
                  <a:pt x="290885" y="88856"/>
                  <a:pt x="291795" y="89993"/>
                </a:cubicBezTo>
                <a:cubicBezTo>
                  <a:pt x="292659" y="91222"/>
                  <a:pt x="294502" y="91995"/>
                  <a:pt x="297323" y="92314"/>
                </a:cubicBezTo>
                <a:lnTo>
                  <a:pt x="297323" y="94770"/>
                </a:lnTo>
                <a:lnTo>
                  <a:pt x="265042" y="94770"/>
                </a:lnTo>
                <a:lnTo>
                  <a:pt x="265042" y="92314"/>
                </a:lnTo>
                <a:cubicBezTo>
                  <a:pt x="267408" y="92041"/>
                  <a:pt x="269137" y="91040"/>
                  <a:pt x="270229" y="89311"/>
                </a:cubicBezTo>
                <a:cubicBezTo>
                  <a:pt x="270957" y="88173"/>
                  <a:pt x="271321" y="85353"/>
                  <a:pt x="271321" y="80848"/>
                </a:cubicBezTo>
                <a:lnTo>
                  <a:pt x="271321" y="52458"/>
                </a:lnTo>
                <a:cubicBezTo>
                  <a:pt x="271321" y="47226"/>
                  <a:pt x="271116" y="43927"/>
                  <a:pt x="270707" y="42563"/>
                </a:cubicBezTo>
                <a:cubicBezTo>
                  <a:pt x="270297" y="41198"/>
                  <a:pt x="269615" y="40128"/>
                  <a:pt x="268659" y="39355"/>
                </a:cubicBezTo>
                <a:cubicBezTo>
                  <a:pt x="267613" y="38627"/>
                  <a:pt x="266521" y="38263"/>
                  <a:pt x="265384" y="38263"/>
                </a:cubicBezTo>
                <a:cubicBezTo>
                  <a:pt x="261425" y="38263"/>
                  <a:pt x="257786" y="41061"/>
                  <a:pt x="254464" y="46657"/>
                </a:cubicBezTo>
                <a:lnTo>
                  <a:pt x="254464" y="80848"/>
                </a:lnTo>
                <a:cubicBezTo>
                  <a:pt x="254464" y="85626"/>
                  <a:pt x="254919" y="88651"/>
                  <a:pt x="255829" y="89925"/>
                </a:cubicBezTo>
                <a:cubicBezTo>
                  <a:pt x="256694" y="91244"/>
                  <a:pt x="258332" y="92041"/>
                  <a:pt x="260743" y="92314"/>
                </a:cubicBezTo>
                <a:lnTo>
                  <a:pt x="260743" y="94770"/>
                </a:lnTo>
                <a:lnTo>
                  <a:pt x="228463" y="94770"/>
                </a:lnTo>
                <a:lnTo>
                  <a:pt x="228463" y="92314"/>
                </a:lnTo>
                <a:cubicBezTo>
                  <a:pt x="231102" y="92041"/>
                  <a:pt x="233012" y="91176"/>
                  <a:pt x="234195" y="89720"/>
                </a:cubicBezTo>
                <a:cubicBezTo>
                  <a:pt x="234923" y="88719"/>
                  <a:pt x="235310" y="85762"/>
                  <a:pt x="235356" y="80848"/>
                </a:cubicBezTo>
                <a:lnTo>
                  <a:pt x="235356" y="44815"/>
                </a:lnTo>
                <a:cubicBezTo>
                  <a:pt x="235356" y="39992"/>
                  <a:pt x="234923" y="36989"/>
                  <a:pt x="234059" y="35806"/>
                </a:cubicBezTo>
                <a:cubicBezTo>
                  <a:pt x="233103" y="34669"/>
                  <a:pt x="231238" y="33895"/>
                  <a:pt x="228463" y="33486"/>
                </a:cubicBezTo>
                <a:lnTo>
                  <a:pt x="228463" y="30961"/>
                </a:lnTo>
                <a:lnTo>
                  <a:pt x="254464" y="30961"/>
                </a:lnTo>
                <a:close/>
                <a:moveTo>
                  <a:pt x="326093" y="29118"/>
                </a:moveTo>
                <a:cubicBezTo>
                  <a:pt x="329186" y="29118"/>
                  <a:pt x="331871" y="30210"/>
                  <a:pt x="334146" y="32394"/>
                </a:cubicBezTo>
                <a:cubicBezTo>
                  <a:pt x="336329" y="34669"/>
                  <a:pt x="337421" y="37353"/>
                  <a:pt x="337421" y="40447"/>
                </a:cubicBezTo>
                <a:cubicBezTo>
                  <a:pt x="337421" y="43586"/>
                  <a:pt x="336329" y="46248"/>
                  <a:pt x="334146" y="48432"/>
                </a:cubicBezTo>
                <a:cubicBezTo>
                  <a:pt x="331871" y="50707"/>
                  <a:pt x="329186" y="51821"/>
                  <a:pt x="326093" y="51776"/>
                </a:cubicBezTo>
                <a:cubicBezTo>
                  <a:pt x="322953" y="51821"/>
                  <a:pt x="320292" y="50707"/>
                  <a:pt x="318108" y="48432"/>
                </a:cubicBezTo>
                <a:cubicBezTo>
                  <a:pt x="315833" y="46248"/>
                  <a:pt x="314718" y="43586"/>
                  <a:pt x="314764" y="40447"/>
                </a:cubicBezTo>
                <a:cubicBezTo>
                  <a:pt x="314718" y="37353"/>
                  <a:pt x="315833" y="34669"/>
                  <a:pt x="318108" y="32394"/>
                </a:cubicBezTo>
                <a:cubicBezTo>
                  <a:pt x="320292" y="30210"/>
                  <a:pt x="322953" y="29118"/>
                  <a:pt x="326093" y="29118"/>
                </a:cubicBezTo>
                <a:moveTo>
                  <a:pt x="326024" y="73751"/>
                </a:moveTo>
                <a:cubicBezTo>
                  <a:pt x="329164" y="73751"/>
                  <a:pt x="331871" y="74865"/>
                  <a:pt x="334146" y="77095"/>
                </a:cubicBezTo>
                <a:cubicBezTo>
                  <a:pt x="336329" y="79370"/>
                  <a:pt x="337421" y="82054"/>
                  <a:pt x="337421" y="85148"/>
                </a:cubicBezTo>
                <a:cubicBezTo>
                  <a:pt x="337421" y="88287"/>
                  <a:pt x="336307" y="90949"/>
                  <a:pt x="334077" y="93133"/>
                </a:cubicBezTo>
                <a:cubicBezTo>
                  <a:pt x="331802" y="95407"/>
                  <a:pt x="329118" y="96522"/>
                  <a:pt x="326024" y="96477"/>
                </a:cubicBezTo>
                <a:cubicBezTo>
                  <a:pt x="322885" y="96522"/>
                  <a:pt x="320223" y="95407"/>
                  <a:pt x="318040" y="93133"/>
                </a:cubicBezTo>
                <a:cubicBezTo>
                  <a:pt x="315765" y="90949"/>
                  <a:pt x="314650" y="88287"/>
                  <a:pt x="314696" y="85148"/>
                </a:cubicBezTo>
                <a:cubicBezTo>
                  <a:pt x="314650" y="82054"/>
                  <a:pt x="315765" y="79370"/>
                  <a:pt x="318040" y="77095"/>
                </a:cubicBezTo>
                <a:cubicBezTo>
                  <a:pt x="320223" y="74865"/>
                  <a:pt x="322885" y="73751"/>
                  <a:pt x="326024" y="73751"/>
                </a:cubicBezTo>
                <a:close/>
                <a:moveTo>
                  <a:pt x="408438" y="48363"/>
                </a:moveTo>
                <a:lnTo>
                  <a:pt x="408438" y="45975"/>
                </a:lnTo>
                <a:cubicBezTo>
                  <a:pt x="413625" y="44473"/>
                  <a:pt x="417219" y="43063"/>
                  <a:pt x="419221" y="41744"/>
                </a:cubicBezTo>
                <a:cubicBezTo>
                  <a:pt x="421178" y="40470"/>
                  <a:pt x="422906" y="38491"/>
                  <a:pt x="424408" y="35806"/>
                </a:cubicBezTo>
                <a:cubicBezTo>
                  <a:pt x="425818" y="33167"/>
                  <a:pt x="426546" y="30483"/>
                  <a:pt x="426592" y="27753"/>
                </a:cubicBezTo>
                <a:cubicBezTo>
                  <a:pt x="426592" y="24022"/>
                  <a:pt x="425227" y="20769"/>
                  <a:pt x="422497" y="17994"/>
                </a:cubicBezTo>
                <a:cubicBezTo>
                  <a:pt x="419676" y="15355"/>
                  <a:pt x="416241" y="14013"/>
                  <a:pt x="412192" y="13968"/>
                </a:cubicBezTo>
                <a:cubicBezTo>
                  <a:pt x="405777" y="13968"/>
                  <a:pt x="400363" y="17334"/>
                  <a:pt x="395949" y="24068"/>
                </a:cubicBezTo>
                <a:lnTo>
                  <a:pt x="393424" y="23181"/>
                </a:lnTo>
                <a:cubicBezTo>
                  <a:pt x="396700" y="15628"/>
                  <a:pt x="400909" y="9918"/>
                  <a:pt x="406050" y="6051"/>
                </a:cubicBezTo>
                <a:cubicBezTo>
                  <a:pt x="411145" y="2229"/>
                  <a:pt x="416833" y="318"/>
                  <a:pt x="423111" y="318"/>
                </a:cubicBezTo>
                <a:cubicBezTo>
                  <a:pt x="429526" y="364"/>
                  <a:pt x="434827" y="2320"/>
                  <a:pt x="439012" y="6188"/>
                </a:cubicBezTo>
                <a:cubicBezTo>
                  <a:pt x="443153" y="10100"/>
                  <a:pt x="445223" y="14673"/>
                  <a:pt x="445223" y="19905"/>
                </a:cubicBezTo>
                <a:cubicBezTo>
                  <a:pt x="445223" y="23317"/>
                  <a:pt x="444267" y="26593"/>
                  <a:pt x="442356" y="29732"/>
                </a:cubicBezTo>
                <a:cubicBezTo>
                  <a:pt x="440355" y="32963"/>
                  <a:pt x="437306" y="35761"/>
                  <a:pt x="433212" y="38127"/>
                </a:cubicBezTo>
                <a:cubicBezTo>
                  <a:pt x="438535" y="40765"/>
                  <a:pt x="442607" y="43950"/>
                  <a:pt x="445427" y="47681"/>
                </a:cubicBezTo>
                <a:cubicBezTo>
                  <a:pt x="448203" y="51503"/>
                  <a:pt x="449590" y="56280"/>
                  <a:pt x="449590" y="62013"/>
                </a:cubicBezTo>
                <a:cubicBezTo>
                  <a:pt x="449590" y="71658"/>
                  <a:pt x="446110" y="79847"/>
                  <a:pt x="439149" y="86581"/>
                </a:cubicBezTo>
                <a:cubicBezTo>
                  <a:pt x="432097" y="93360"/>
                  <a:pt x="422724" y="96750"/>
                  <a:pt x="411032" y="96750"/>
                </a:cubicBezTo>
                <a:cubicBezTo>
                  <a:pt x="403161" y="96750"/>
                  <a:pt x="397451" y="95453"/>
                  <a:pt x="393902" y="92860"/>
                </a:cubicBezTo>
                <a:cubicBezTo>
                  <a:pt x="391309" y="91040"/>
                  <a:pt x="390012" y="88697"/>
                  <a:pt x="390012" y="85830"/>
                </a:cubicBezTo>
                <a:cubicBezTo>
                  <a:pt x="390012" y="83737"/>
                  <a:pt x="390763" y="81940"/>
                  <a:pt x="392264" y="80439"/>
                </a:cubicBezTo>
                <a:cubicBezTo>
                  <a:pt x="393720" y="79028"/>
                  <a:pt x="395449" y="78301"/>
                  <a:pt x="397451" y="78255"/>
                </a:cubicBezTo>
                <a:cubicBezTo>
                  <a:pt x="398952" y="78301"/>
                  <a:pt x="400363" y="78619"/>
                  <a:pt x="401682" y="79210"/>
                </a:cubicBezTo>
                <a:cubicBezTo>
                  <a:pt x="402410" y="79574"/>
                  <a:pt x="405003" y="81554"/>
                  <a:pt x="409462" y="85148"/>
                </a:cubicBezTo>
                <a:cubicBezTo>
                  <a:pt x="413830" y="88788"/>
                  <a:pt x="417970" y="90607"/>
                  <a:pt x="421883" y="90607"/>
                </a:cubicBezTo>
                <a:cubicBezTo>
                  <a:pt x="425204" y="90607"/>
                  <a:pt x="428093" y="89265"/>
                  <a:pt x="430550" y="86581"/>
                </a:cubicBezTo>
                <a:cubicBezTo>
                  <a:pt x="432916" y="83942"/>
                  <a:pt x="434121" y="80575"/>
                  <a:pt x="434167" y="76481"/>
                </a:cubicBezTo>
                <a:cubicBezTo>
                  <a:pt x="434167" y="70293"/>
                  <a:pt x="431983" y="64538"/>
                  <a:pt x="427615" y="59214"/>
                </a:cubicBezTo>
                <a:cubicBezTo>
                  <a:pt x="423202" y="53982"/>
                  <a:pt x="416810" y="50365"/>
                  <a:pt x="408438" y="48363"/>
                </a:cubicBezTo>
                <a:close/>
                <a:moveTo>
                  <a:pt x="641331" y="2229"/>
                </a:moveTo>
                <a:lnTo>
                  <a:pt x="686987" y="59624"/>
                </a:lnTo>
                <a:lnTo>
                  <a:pt x="686987" y="19837"/>
                </a:lnTo>
                <a:cubicBezTo>
                  <a:pt x="686942" y="14332"/>
                  <a:pt x="686146" y="10578"/>
                  <a:pt x="684599" y="8576"/>
                </a:cubicBezTo>
                <a:cubicBezTo>
                  <a:pt x="682369" y="5983"/>
                  <a:pt x="678707" y="4709"/>
                  <a:pt x="673611" y="4754"/>
                </a:cubicBezTo>
                <a:lnTo>
                  <a:pt x="673611" y="2229"/>
                </a:lnTo>
                <a:lnTo>
                  <a:pt x="704185" y="2229"/>
                </a:lnTo>
                <a:lnTo>
                  <a:pt x="704185" y="4754"/>
                </a:lnTo>
                <a:cubicBezTo>
                  <a:pt x="700227" y="5300"/>
                  <a:pt x="697611" y="5937"/>
                  <a:pt x="696337" y="6665"/>
                </a:cubicBezTo>
                <a:cubicBezTo>
                  <a:pt x="694972" y="7484"/>
                  <a:pt x="693926" y="8781"/>
                  <a:pt x="693198" y="10555"/>
                </a:cubicBezTo>
                <a:cubicBezTo>
                  <a:pt x="692424" y="12421"/>
                  <a:pt x="692038" y="15515"/>
                  <a:pt x="692038" y="19837"/>
                </a:cubicBezTo>
                <a:lnTo>
                  <a:pt x="692038" y="96886"/>
                </a:lnTo>
                <a:lnTo>
                  <a:pt x="689717" y="96886"/>
                </a:lnTo>
                <a:lnTo>
                  <a:pt x="627136" y="19837"/>
                </a:lnTo>
                <a:lnTo>
                  <a:pt x="627136" y="78664"/>
                </a:lnTo>
                <a:cubicBezTo>
                  <a:pt x="627136" y="84033"/>
                  <a:pt x="628364" y="87627"/>
                  <a:pt x="630821" y="89447"/>
                </a:cubicBezTo>
                <a:cubicBezTo>
                  <a:pt x="633187" y="91313"/>
                  <a:pt x="635962" y="92245"/>
                  <a:pt x="639147" y="92245"/>
                </a:cubicBezTo>
                <a:lnTo>
                  <a:pt x="641331" y="92245"/>
                </a:lnTo>
                <a:lnTo>
                  <a:pt x="641331" y="94770"/>
                </a:lnTo>
                <a:lnTo>
                  <a:pt x="608505" y="94770"/>
                </a:lnTo>
                <a:lnTo>
                  <a:pt x="608505" y="92245"/>
                </a:lnTo>
                <a:cubicBezTo>
                  <a:pt x="613601" y="92200"/>
                  <a:pt x="617149" y="91153"/>
                  <a:pt x="619151" y="89106"/>
                </a:cubicBezTo>
                <a:cubicBezTo>
                  <a:pt x="621108" y="87059"/>
                  <a:pt x="622109" y="83578"/>
                  <a:pt x="622154" y="78664"/>
                </a:cubicBezTo>
                <a:lnTo>
                  <a:pt x="622154" y="13353"/>
                </a:lnTo>
                <a:lnTo>
                  <a:pt x="620175" y="10897"/>
                </a:lnTo>
                <a:cubicBezTo>
                  <a:pt x="618173" y="8440"/>
                  <a:pt x="616444" y="6825"/>
                  <a:pt x="614988" y="6051"/>
                </a:cubicBezTo>
                <a:cubicBezTo>
                  <a:pt x="613441" y="5323"/>
                  <a:pt x="611280" y="4891"/>
                  <a:pt x="608505" y="4754"/>
                </a:cubicBezTo>
                <a:lnTo>
                  <a:pt x="608505" y="2229"/>
                </a:lnTo>
                <a:lnTo>
                  <a:pt x="641331" y="2229"/>
                </a:lnTo>
                <a:close/>
                <a:moveTo>
                  <a:pt x="744637" y="29050"/>
                </a:moveTo>
                <a:cubicBezTo>
                  <a:pt x="750142" y="29050"/>
                  <a:pt x="755306" y="30483"/>
                  <a:pt x="760129" y="33349"/>
                </a:cubicBezTo>
                <a:cubicBezTo>
                  <a:pt x="764861" y="36261"/>
                  <a:pt x="768501" y="40333"/>
                  <a:pt x="771048" y="45565"/>
                </a:cubicBezTo>
                <a:cubicBezTo>
                  <a:pt x="773505" y="50843"/>
                  <a:pt x="774734" y="56621"/>
                  <a:pt x="774734" y="62900"/>
                </a:cubicBezTo>
                <a:cubicBezTo>
                  <a:pt x="774688" y="71999"/>
                  <a:pt x="772391" y="79574"/>
                  <a:pt x="767841" y="85626"/>
                </a:cubicBezTo>
                <a:cubicBezTo>
                  <a:pt x="762245" y="92996"/>
                  <a:pt x="754578" y="96681"/>
                  <a:pt x="744842" y="96681"/>
                </a:cubicBezTo>
                <a:cubicBezTo>
                  <a:pt x="735197" y="96727"/>
                  <a:pt x="727803" y="93360"/>
                  <a:pt x="722662" y="86581"/>
                </a:cubicBezTo>
                <a:cubicBezTo>
                  <a:pt x="717475" y="79847"/>
                  <a:pt x="714882" y="72045"/>
                  <a:pt x="714882" y="63173"/>
                </a:cubicBezTo>
                <a:cubicBezTo>
                  <a:pt x="714882" y="54028"/>
                  <a:pt x="717544" y="46043"/>
                  <a:pt x="722867" y="39219"/>
                </a:cubicBezTo>
                <a:cubicBezTo>
                  <a:pt x="728099" y="32485"/>
                  <a:pt x="735356" y="29095"/>
                  <a:pt x="744637" y="29050"/>
                </a:cubicBezTo>
                <a:moveTo>
                  <a:pt x="744910" y="33895"/>
                </a:moveTo>
                <a:cubicBezTo>
                  <a:pt x="742590" y="33941"/>
                  <a:pt x="740611" y="34805"/>
                  <a:pt x="738973" y="36489"/>
                </a:cubicBezTo>
                <a:cubicBezTo>
                  <a:pt x="737244" y="38309"/>
                  <a:pt x="736152" y="41766"/>
                  <a:pt x="735697" y="46862"/>
                </a:cubicBezTo>
                <a:cubicBezTo>
                  <a:pt x="735151" y="52049"/>
                  <a:pt x="734878" y="59237"/>
                  <a:pt x="734878" y="68428"/>
                </a:cubicBezTo>
                <a:cubicBezTo>
                  <a:pt x="734878" y="73296"/>
                  <a:pt x="735197" y="77846"/>
                  <a:pt x="735834" y="82077"/>
                </a:cubicBezTo>
                <a:cubicBezTo>
                  <a:pt x="736289" y="85307"/>
                  <a:pt x="737358" y="87764"/>
                  <a:pt x="739041" y="89447"/>
                </a:cubicBezTo>
                <a:cubicBezTo>
                  <a:pt x="740634" y="91176"/>
                  <a:pt x="742499" y="92018"/>
                  <a:pt x="744637" y="91972"/>
                </a:cubicBezTo>
                <a:cubicBezTo>
                  <a:pt x="746685" y="92018"/>
                  <a:pt x="748391" y="91449"/>
                  <a:pt x="749756" y="90266"/>
                </a:cubicBezTo>
                <a:cubicBezTo>
                  <a:pt x="751485" y="88765"/>
                  <a:pt x="752668" y="86604"/>
                  <a:pt x="753304" y="83783"/>
                </a:cubicBezTo>
                <a:cubicBezTo>
                  <a:pt x="754169" y="79506"/>
                  <a:pt x="754624" y="70771"/>
                  <a:pt x="754669" y="57577"/>
                </a:cubicBezTo>
                <a:cubicBezTo>
                  <a:pt x="754669" y="49888"/>
                  <a:pt x="754237" y="44564"/>
                  <a:pt x="753373" y="41607"/>
                </a:cubicBezTo>
                <a:cubicBezTo>
                  <a:pt x="752463" y="38741"/>
                  <a:pt x="751189" y="36648"/>
                  <a:pt x="749551" y="35329"/>
                </a:cubicBezTo>
                <a:cubicBezTo>
                  <a:pt x="748368" y="34373"/>
                  <a:pt x="746821" y="33895"/>
                  <a:pt x="744910" y="33895"/>
                </a:cubicBezTo>
                <a:close/>
                <a:moveTo>
                  <a:pt x="849566" y="2229"/>
                </a:moveTo>
                <a:lnTo>
                  <a:pt x="849566" y="75662"/>
                </a:lnTo>
                <a:cubicBezTo>
                  <a:pt x="849566" y="80666"/>
                  <a:pt x="849703" y="83601"/>
                  <a:pt x="849976" y="84465"/>
                </a:cubicBezTo>
                <a:cubicBezTo>
                  <a:pt x="850294" y="85967"/>
                  <a:pt x="850999" y="87081"/>
                  <a:pt x="852091" y="87809"/>
                </a:cubicBezTo>
                <a:cubicBezTo>
                  <a:pt x="853092" y="88583"/>
                  <a:pt x="854867" y="89038"/>
                  <a:pt x="857415" y="89174"/>
                </a:cubicBezTo>
                <a:lnTo>
                  <a:pt x="857415" y="91426"/>
                </a:lnTo>
                <a:lnTo>
                  <a:pt x="830458" y="96681"/>
                </a:lnTo>
                <a:lnTo>
                  <a:pt x="830458" y="86581"/>
                </a:lnTo>
                <a:cubicBezTo>
                  <a:pt x="827227" y="90494"/>
                  <a:pt x="824361" y="93155"/>
                  <a:pt x="821859" y="94566"/>
                </a:cubicBezTo>
                <a:cubicBezTo>
                  <a:pt x="819311" y="96022"/>
                  <a:pt x="816444" y="96727"/>
                  <a:pt x="813260" y="96681"/>
                </a:cubicBezTo>
                <a:cubicBezTo>
                  <a:pt x="805070" y="96727"/>
                  <a:pt x="798632" y="93087"/>
                  <a:pt x="793946" y="85762"/>
                </a:cubicBezTo>
                <a:cubicBezTo>
                  <a:pt x="790124" y="79847"/>
                  <a:pt x="788213" y="72591"/>
                  <a:pt x="788213" y="63992"/>
                </a:cubicBezTo>
                <a:cubicBezTo>
                  <a:pt x="788168" y="57122"/>
                  <a:pt x="789351" y="50957"/>
                  <a:pt x="791762" y="45497"/>
                </a:cubicBezTo>
                <a:cubicBezTo>
                  <a:pt x="794083" y="40128"/>
                  <a:pt x="797336" y="36034"/>
                  <a:pt x="801521" y="33213"/>
                </a:cubicBezTo>
                <a:cubicBezTo>
                  <a:pt x="805616" y="30438"/>
                  <a:pt x="810029" y="29050"/>
                  <a:pt x="814761" y="29050"/>
                </a:cubicBezTo>
                <a:cubicBezTo>
                  <a:pt x="817764" y="29095"/>
                  <a:pt x="820471" y="29687"/>
                  <a:pt x="822882" y="30824"/>
                </a:cubicBezTo>
                <a:cubicBezTo>
                  <a:pt x="825248" y="32053"/>
                  <a:pt x="827773" y="34123"/>
                  <a:pt x="830458" y="37035"/>
                </a:cubicBezTo>
                <a:lnTo>
                  <a:pt x="830458" y="17789"/>
                </a:lnTo>
                <a:cubicBezTo>
                  <a:pt x="830458" y="12967"/>
                  <a:pt x="830253" y="10032"/>
                  <a:pt x="829843" y="8986"/>
                </a:cubicBezTo>
                <a:cubicBezTo>
                  <a:pt x="829297" y="7712"/>
                  <a:pt x="828478" y="6734"/>
                  <a:pt x="827387" y="6051"/>
                </a:cubicBezTo>
                <a:cubicBezTo>
                  <a:pt x="826295" y="5460"/>
                  <a:pt x="824247" y="5141"/>
                  <a:pt x="821244" y="5096"/>
                </a:cubicBezTo>
                <a:lnTo>
                  <a:pt x="821244" y="2229"/>
                </a:lnTo>
                <a:lnTo>
                  <a:pt x="849566" y="2229"/>
                </a:lnTo>
                <a:moveTo>
                  <a:pt x="830458" y="45497"/>
                </a:moveTo>
                <a:cubicBezTo>
                  <a:pt x="827045" y="39037"/>
                  <a:pt x="822928" y="35806"/>
                  <a:pt x="818105" y="35806"/>
                </a:cubicBezTo>
                <a:cubicBezTo>
                  <a:pt x="816376" y="35852"/>
                  <a:pt x="814989" y="36307"/>
                  <a:pt x="813942" y="37171"/>
                </a:cubicBezTo>
                <a:cubicBezTo>
                  <a:pt x="812213" y="38627"/>
                  <a:pt x="810848" y="41107"/>
                  <a:pt x="809847" y="44610"/>
                </a:cubicBezTo>
                <a:cubicBezTo>
                  <a:pt x="808755" y="48204"/>
                  <a:pt x="808209" y="53641"/>
                  <a:pt x="808209" y="60921"/>
                </a:cubicBezTo>
                <a:cubicBezTo>
                  <a:pt x="808209" y="68974"/>
                  <a:pt x="808801" y="74934"/>
                  <a:pt x="809984" y="78801"/>
                </a:cubicBezTo>
                <a:cubicBezTo>
                  <a:pt x="811121" y="82714"/>
                  <a:pt x="812736" y="85512"/>
                  <a:pt x="814829" y="87195"/>
                </a:cubicBezTo>
                <a:cubicBezTo>
                  <a:pt x="815830" y="88105"/>
                  <a:pt x="817263" y="88537"/>
                  <a:pt x="819129" y="88492"/>
                </a:cubicBezTo>
                <a:cubicBezTo>
                  <a:pt x="823133" y="88492"/>
                  <a:pt x="826909" y="85353"/>
                  <a:pt x="830458" y="79074"/>
                </a:cubicBezTo>
                <a:lnTo>
                  <a:pt x="830458" y="45497"/>
                </a:lnTo>
                <a:close/>
                <a:moveTo>
                  <a:pt x="920581" y="60579"/>
                </a:moveTo>
                <a:lnTo>
                  <a:pt x="885571" y="60579"/>
                </a:lnTo>
                <a:cubicBezTo>
                  <a:pt x="885980" y="69042"/>
                  <a:pt x="888232" y="75730"/>
                  <a:pt x="892327" y="80644"/>
                </a:cubicBezTo>
                <a:cubicBezTo>
                  <a:pt x="895421" y="84420"/>
                  <a:pt x="899197" y="86308"/>
                  <a:pt x="903656" y="86308"/>
                </a:cubicBezTo>
                <a:cubicBezTo>
                  <a:pt x="906340" y="86354"/>
                  <a:pt x="908820" y="85580"/>
                  <a:pt x="911094" y="83988"/>
                </a:cubicBezTo>
                <a:cubicBezTo>
                  <a:pt x="913324" y="82486"/>
                  <a:pt x="915712" y="79756"/>
                  <a:pt x="918260" y="75798"/>
                </a:cubicBezTo>
                <a:lnTo>
                  <a:pt x="920581" y="77300"/>
                </a:lnTo>
                <a:cubicBezTo>
                  <a:pt x="917077" y="84352"/>
                  <a:pt x="913255" y="89334"/>
                  <a:pt x="909115" y="92245"/>
                </a:cubicBezTo>
                <a:cubicBezTo>
                  <a:pt x="904930" y="95203"/>
                  <a:pt x="900084" y="96681"/>
                  <a:pt x="894579" y="96681"/>
                </a:cubicBezTo>
                <a:cubicBezTo>
                  <a:pt x="885070" y="96727"/>
                  <a:pt x="877904" y="93087"/>
                  <a:pt x="873082" y="85762"/>
                </a:cubicBezTo>
                <a:cubicBezTo>
                  <a:pt x="869169" y="79893"/>
                  <a:pt x="867212" y="72613"/>
                  <a:pt x="867212" y="63923"/>
                </a:cubicBezTo>
                <a:cubicBezTo>
                  <a:pt x="867167" y="53323"/>
                  <a:pt x="870056" y="44837"/>
                  <a:pt x="875880" y="38468"/>
                </a:cubicBezTo>
                <a:cubicBezTo>
                  <a:pt x="881612" y="32189"/>
                  <a:pt x="888346" y="29050"/>
                  <a:pt x="896080" y="29050"/>
                </a:cubicBezTo>
                <a:cubicBezTo>
                  <a:pt x="902541" y="29095"/>
                  <a:pt x="908160" y="31734"/>
                  <a:pt x="912937" y="36966"/>
                </a:cubicBezTo>
                <a:cubicBezTo>
                  <a:pt x="917623" y="42290"/>
                  <a:pt x="920171" y="50161"/>
                  <a:pt x="920581" y="60579"/>
                </a:cubicBezTo>
                <a:moveTo>
                  <a:pt x="903792" y="56007"/>
                </a:moveTo>
                <a:cubicBezTo>
                  <a:pt x="903747" y="48727"/>
                  <a:pt x="903360" y="43700"/>
                  <a:pt x="902632" y="40925"/>
                </a:cubicBezTo>
                <a:cubicBezTo>
                  <a:pt x="901813" y="38240"/>
                  <a:pt x="900562" y="36170"/>
                  <a:pt x="898878" y="34714"/>
                </a:cubicBezTo>
                <a:cubicBezTo>
                  <a:pt x="897877" y="33895"/>
                  <a:pt x="896604" y="33486"/>
                  <a:pt x="895057" y="33486"/>
                </a:cubicBezTo>
                <a:cubicBezTo>
                  <a:pt x="892645" y="33486"/>
                  <a:pt x="890712" y="34646"/>
                  <a:pt x="889256" y="36966"/>
                </a:cubicBezTo>
                <a:cubicBezTo>
                  <a:pt x="886571" y="41061"/>
                  <a:pt x="885229" y="46612"/>
                  <a:pt x="885229" y="53618"/>
                </a:cubicBezTo>
                <a:lnTo>
                  <a:pt x="885229" y="56007"/>
                </a:lnTo>
                <a:lnTo>
                  <a:pt x="903792" y="56007"/>
                </a:lnTo>
                <a:close/>
                <a:moveTo>
                  <a:pt x="952006" y="29118"/>
                </a:moveTo>
                <a:cubicBezTo>
                  <a:pt x="955100" y="29118"/>
                  <a:pt x="957784" y="30210"/>
                  <a:pt x="960059" y="32394"/>
                </a:cubicBezTo>
                <a:cubicBezTo>
                  <a:pt x="962243" y="34669"/>
                  <a:pt x="963335" y="37353"/>
                  <a:pt x="963335" y="40447"/>
                </a:cubicBezTo>
                <a:cubicBezTo>
                  <a:pt x="963335" y="43586"/>
                  <a:pt x="962243" y="46248"/>
                  <a:pt x="960059" y="48432"/>
                </a:cubicBezTo>
                <a:cubicBezTo>
                  <a:pt x="957784" y="50707"/>
                  <a:pt x="955100" y="51821"/>
                  <a:pt x="952006" y="51776"/>
                </a:cubicBezTo>
                <a:cubicBezTo>
                  <a:pt x="948867" y="51821"/>
                  <a:pt x="946205" y="50707"/>
                  <a:pt x="944021" y="48432"/>
                </a:cubicBezTo>
                <a:cubicBezTo>
                  <a:pt x="941746" y="46248"/>
                  <a:pt x="940632" y="43586"/>
                  <a:pt x="940677" y="40447"/>
                </a:cubicBezTo>
                <a:cubicBezTo>
                  <a:pt x="940632" y="37353"/>
                  <a:pt x="941746" y="34669"/>
                  <a:pt x="944021" y="32394"/>
                </a:cubicBezTo>
                <a:cubicBezTo>
                  <a:pt x="946205" y="30210"/>
                  <a:pt x="948867" y="29118"/>
                  <a:pt x="952006" y="29118"/>
                </a:cubicBezTo>
                <a:moveTo>
                  <a:pt x="951938" y="73751"/>
                </a:moveTo>
                <a:cubicBezTo>
                  <a:pt x="955077" y="73751"/>
                  <a:pt x="957784" y="74865"/>
                  <a:pt x="960059" y="77095"/>
                </a:cubicBezTo>
                <a:cubicBezTo>
                  <a:pt x="962243" y="79370"/>
                  <a:pt x="963335" y="82054"/>
                  <a:pt x="963335" y="85148"/>
                </a:cubicBezTo>
                <a:cubicBezTo>
                  <a:pt x="963335" y="88287"/>
                  <a:pt x="962220" y="90949"/>
                  <a:pt x="959991" y="93133"/>
                </a:cubicBezTo>
                <a:cubicBezTo>
                  <a:pt x="957716" y="95407"/>
                  <a:pt x="955032" y="96522"/>
                  <a:pt x="951938" y="96477"/>
                </a:cubicBezTo>
                <a:cubicBezTo>
                  <a:pt x="948798" y="96522"/>
                  <a:pt x="946137" y="95407"/>
                  <a:pt x="943953" y="93133"/>
                </a:cubicBezTo>
                <a:cubicBezTo>
                  <a:pt x="941678" y="90949"/>
                  <a:pt x="940564" y="88287"/>
                  <a:pt x="940609" y="85148"/>
                </a:cubicBezTo>
                <a:cubicBezTo>
                  <a:pt x="940564" y="82054"/>
                  <a:pt x="941678" y="79370"/>
                  <a:pt x="943953" y="77095"/>
                </a:cubicBezTo>
                <a:cubicBezTo>
                  <a:pt x="946137" y="74865"/>
                  <a:pt x="948798" y="73751"/>
                  <a:pt x="951938" y="73751"/>
                </a:cubicBezTo>
                <a:close/>
                <a:moveTo>
                  <a:pt x="1106965" y="114"/>
                </a:moveTo>
                <a:lnTo>
                  <a:pt x="1106965" y="32189"/>
                </a:lnTo>
                <a:lnTo>
                  <a:pt x="1104304" y="32189"/>
                </a:lnTo>
                <a:cubicBezTo>
                  <a:pt x="1102302" y="23818"/>
                  <a:pt x="1098571" y="17403"/>
                  <a:pt x="1093111" y="12944"/>
                </a:cubicBezTo>
                <a:cubicBezTo>
                  <a:pt x="1087606" y="8531"/>
                  <a:pt x="1081419" y="6301"/>
                  <a:pt x="1074549" y="6256"/>
                </a:cubicBezTo>
                <a:cubicBezTo>
                  <a:pt x="1068725" y="6256"/>
                  <a:pt x="1063425" y="7916"/>
                  <a:pt x="1058647" y="11238"/>
                </a:cubicBezTo>
                <a:cubicBezTo>
                  <a:pt x="1053779" y="14605"/>
                  <a:pt x="1050253" y="18950"/>
                  <a:pt x="1048069" y="24273"/>
                </a:cubicBezTo>
                <a:cubicBezTo>
                  <a:pt x="1045203" y="31188"/>
                  <a:pt x="1043770" y="38832"/>
                  <a:pt x="1043770" y="47203"/>
                </a:cubicBezTo>
                <a:cubicBezTo>
                  <a:pt x="1043724" y="55529"/>
                  <a:pt x="1044771" y="63059"/>
                  <a:pt x="1046909" y="69793"/>
                </a:cubicBezTo>
                <a:cubicBezTo>
                  <a:pt x="1049002" y="76617"/>
                  <a:pt x="1052278" y="81758"/>
                  <a:pt x="1056736" y="85216"/>
                </a:cubicBezTo>
                <a:cubicBezTo>
                  <a:pt x="1061150" y="88719"/>
                  <a:pt x="1066928" y="90471"/>
                  <a:pt x="1074071" y="90471"/>
                </a:cubicBezTo>
                <a:cubicBezTo>
                  <a:pt x="1079849" y="90471"/>
                  <a:pt x="1085195" y="89197"/>
                  <a:pt x="1090109" y="86649"/>
                </a:cubicBezTo>
                <a:cubicBezTo>
                  <a:pt x="1094886" y="84147"/>
                  <a:pt x="1099981" y="79756"/>
                  <a:pt x="1105396" y="73478"/>
                </a:cubicBezTo>
                <a:lnTo>
                  <a:pt x="1105396" y="81463"/>
                </a:lnTo>
                <a:cubicBezTo>
                  <a:pt x="1100209" y="86922"/>
                  <a:pt x="1094818" y="90835"/>
                  <a:pt x="1089221" y="93201"/>
                </a:cubicBezTo>
                <a:cubicBezTo>
                  <a:pt x="1083534" y="95658"/>
                  <a:pt x="1076960" y="96886"/>
                  <a:pt x="1069498" y="96886"/>
                </a:cubicBezTo>
                <a:cubicBezTo>
                  <a:pt x="1059580" y="96886"/>
                  <a:pt x="1050822" y="94907"/>
                  <a:pt x="1043224" y="90949"/>
                </a:cubicBezTo>
                <a:cubicBezTo>
                  <a:pt x="1035489" y="87036"/>
                  <a:pt x="1029575" y="81349"/>
                  <a:pt x="1025480" y="73887"/>
                </a:cubicBezTo>
                <a:cubicBezTo>
                  <a:pt x="1021294" y="66517"/>
                  <a:pt x="1019201" y="58623"/>
                  <a:pt x="1019201" y="50206"/>
                </a:cubicBezTo>
                <a:cubicBezTo>
                  <a:pt x="1019201" y="41425"/>
                  <a:pt x="1021522" y="33054"/>
                  <a:pt x="1026162" y="25092"/>
                </a:cubicBezTo>
                <a:cubicBezTo>
                  <a:pt x="1030712" y="17175"/>
                  <a:pt x="1036945" y="11033"/>
                  <a:pt x="1044862" y="6665"/>
                </a:cubicBezTo>
                <a:cubicBezTo>
                  <a:pt x="1052687" y="2298"/>
                  <a:pt x="1061013" y="114"/>
                  <a:pt x="1069840" y="114"/>
                </a:cubicBezTo>
                <a:cubicBezTo>
                  <a:pt x="1076300" y="159"/>
                  <a:pt x="1083170" y="1570"/>
                  <a:pt x="1090450" y="4345"/>
                </a:cubicBezTo>
                <a:cubicBezTo>
                  <a:pt x="1094590" y="5983"/>
                  <a:pt x="1097252" y="6802"/>
                  <a:pt x="1098435" y="6802"/>
                </a:cubicBezTo>
                <a:cubicBezTo>
                  <a:pt x="1099845" y="6802"/>
                  <a:pt x="1101119" y="6256"/>
                  <a:pt x="1102256" y="5164"/>
                </a:cubicBezTo>
                <a:cubicBezTo>
                  <a:pt x="1103257" y="4163"/>
                  <a:pt x="1103940" y="2480"/>
                  <a:pt x="1104304" y="114"/>
                </a:cubicBezTo>
                <a:lnTo>
                  <a:pt x="1106965" y="114"/>
                </a:lnTo>
                <a:close/>
                <a:moveTo>
                  <a:pt x="1314892" y="68428"/>
                </a:moveTo>
                <a:lnTo>
                  <a:pt x="1282202" y="68428"/>
                </a:lnTo>
                <a:lnTo>
                  <a:pt x="1278312" y="77436"/>
                </a:lnTo>
                <a:cubicBezTo>
                  <a:pt x="1276993" y="80439"/>
                  <a:pt x="1276356" y="82918"/>
                  <a:pt x="1276401" y="84875"/>
                </a:cubicBezTo>
                <a:cubicBezTo>
                  <a:pt x="1276356" y="87468"/>
                  <a:pt x="1277402" y="89379"/>
                  <a:pt x="1279541" y="90607"/>
                </a:cubicBezTo>
                <a:cubicBezTo>
                  <a:pt x="1280724" y="91381"/>
                  <a:pt x="1283749" y="91927"/>
                  <a:pt x="1288617" y="92245"/>
                </a:cubicBezTo>
                <a:lnTo>
                  <a:pt x="1288617" y="94770"/>
                </a:lnTo>
                <a:lnTo>
                  <a:pt x="1257839" y="94770"/>
                </a:lnTo>
                <a:lnTo>
                  <a:pt x="1257839" y="92245"/>
                </a:lnTo>
                <a:cubicBezTo>
                  <a:pt x="1261160" y="91790"/>
                  <a:pt x="1263890" y="90403"/>
                  <a:pt x="1266028" y="88082"/>
                </a:cubicBezTo>
                <a:cubicBezTo>
                  <a:pt x="1268121" y="85853"/>
                  <a:pt x="1270760" y="81212"/>
                  <a:pt x="1273945" y="74160"/>
                </a:cubicBezTo>
                <a:lnTo>
                  <a:pt x="1307044" y="318"/>
                </a:lnTo>
                <a:lnTo>
                  <a:pt x="1308340" y="318"/>
                </a:lnTo>
                <a:lnTo>
                  <a:pt x="1341713" y="76208"/>
                </a:lnTo>
                <a:cubicBezTo>
                  <a:pt x="1344897" y="83442"/>
                  <a:pt x="1347513" y="87969"/>
                  <a:pt x="1349561" y="89789"/>
                </a:cubicBezTo>
                <a:cubicBezTo>
                  <a:pt x="1351108" y="91244"/>
                  <a:pt x="1353292" y="92063"/>
                  <a:pt x="1356112" y="92245"/>
                </a:cubicBezTo>
                <a:lnTo>
                  <a:pt x="1356112" y="94770"/>
                </a:lnTo>
                <a:lnTo>
                  <a:pt x="1311343" y="94770"/>
                </a:lnTo>
                <a:lnTo>
                  <a:pt x="1311343" y="92245"/>
                </a:lnTo>
                <a:lnTo>
                  <a:pt x="1313186" y="92245"/>
                </a:lnTo>
                <a:cubicBezTo>
                  <a:pt x="1316780" y="92291"/>
                  <a:pt x="1319305" y="91790"/>
                  <a:pt x="1320761" y="90744"/>
                </a:cubicBezTo>
                <a:cubicBezTo>
                  <a:pt x="1321762" y="90016"/>
                  <a:pt x="1322263" y="88970"/>
                  <a:pt x="1322263" y="87605"/>
                </a:cubicBezTo>
                <a:cubicBezTo>
                  <a:pt x="1322263" y="86831"/>
                  <a:pt x="1322126" y="85990"/>
                  <a:pt x="1321853" y="85080"/>
                </a:cubicBezTo>
                <a:cubicBezTo>
                  <a:pt x="1321762" y="84670"/>
                  <a:pt x="1321080" y="82964"/>
                  <a:pt x="1319806" y="79961"/>
                </a:cubicBezTo>
                <a:lnTo>
                  <a:pt x="1314892" y="68428"/>
                </a:lnTo>
                <a:moveTo>
                  <a:pt x="1312572" y="63377"/>
                </a:moveTo>
                <a:lnTo>
                  <a:pt x="1298786" y="31507"/>
                </a:lnTo>
                <a:lnTo>
                  <a:pt x="1284591" y="63377"/>
                </a:lnTo>
                <a:lnTo>
                  <a:pt x="1312572" y="63377"/>
                </a:lnTo>
                <a:close/>
                <a:moveTo>
                  <a:pt x="1384755" y="30961"/>
                </a:moveTo>
                <a:lnTo>
                  <a:pt x="1384755" y="39219"/>
                </a:lnTo>
                <a:cubicBezTo>
                  <a:pt x="1388031" y="35670"/>
                  <a:pt x="1391170" y="33076"/>
                  <a:pt x="1394173" y="31439"/>
                </a:cubicBezTo>
                <a:cubicBezTo>
                  <a:pt x="1397130" y="29892"/>
                  <a:pt x="1400360" y="29095"/>
                  <a:pt x="1403864" y="29050"/>
                </a:cubicBezTo>
                <a:cubicBezTo>
                  <a:pt x="1408004" y="29095"/>
                  <a:pt x="1411439" y="30233"/>
                  <a:pt x="1414169" y="32462"/>
                </a:cubicBezTo>
                <a:cubicBezTo>
                  <a:pt x="1416899" y="34783"/>
                  <a:pt x="1418718" y="37649"/>
                  <a:pt x="1419628" y="41061"/>
                </a:cubicBezTo>
                <a:cubicBezTo>
                  <a:pt x="1420356" y="43654"/>
                  <a:pt x="1420720" y="48636"/>
                  <a:pt x="1420720" y="56007"/>
                </a:cubicBezTo>
                <a:lnTo>
                  <a:pt x="1420720" y="80848"/>
                </a:lnTo>
                <a:cubicBezTo>
                  <a:pt x="1420720" y="85808"/>
                  <a:pt x="1421175" y="88856"/>
                  <a:pt x="1422085" y="89993"/>
                </a:cubicBezTo>
                <a:cubicBezTo>
                  <a:pt x="1422950" y="91222"/>
                  <a:pt x="1424792" y="91995"/>
                  <a:pt x="1427613" y="92314"/>
                </a:cubicBezTo>
                <a:lnTo>
                  <a:pt x="1427613" y="94770"/>
                </a:lnTo>
                <a:lnTo>
                  <a:pt x="1395333" y="94770"/>
                </a:lnTo>
                <a:lnTo>
                  <a:pt x="1395333" y="92314"/>
                </a:lnTo>
                <a:cubicBezTo>
                  <a:pt x="1397699" y="92041"/>
                  <a:pt x="1399428" y="91040"/>
                  <a:pt x="1400520" y="89311"/>
                </a:cubicBezTo>
                <a:cubicBezTo>
                  <a:pt x="1401248" y="88173"/>
                  <a:pt x="1401612" y="85353"/>
                  <a:pt x="1401612" y="80848"/>
                </a:cubicBezTo>
                <a:lnTo>
                  <a:pt x="1401612" y="52458"/>
                </a:lnTo>
                <a:cubicBezTo>
                  <a:pt x="1401612" y="47226"/>
                  <a:pt x="1401407" y="43927"/>
                  <a:pt x="1400997" y="42563"/>
                </a:cubicBezTo>
                <a:cubicBezTo>
                  <a:pt x="1400588" y="41198"/>
                  <a:pt x="1399905" y="40128"/>
                  <a:pt x="1398950" y="39355"/>
                </a:cubicBezTo>
                <a:cubicBezTo>
                  <a:pt x="1397904" y="38627"/>
                  <a:pt x="1396812" y="38263"/>
                  <a:pt x="1395674" y="38263"/>
                </a:cubicBezTo>
                <a:cubicBezTo>
                  <a:pt x="1391716" y="38263"/>
                  <a:pt x="1388076" y="41061"/>
                  <a:pt x="1384755" y="46657"/>
                </a:cubicBezTo>
                <a:lnTo>
                  <a:pt x="1384755" y="80848"/>
                </a:lnTo>
                <a:cubicBezTo>
                  <a:pt x="1384755" y="85626"/>
                  <a:pt x="1385210" y="88651"/>
                  <a:pt x="1386120" y="89925"/>
                </a:cubicBezTo>
                <a:cubicBezTo>
                  <a:pt x="1386984" y="91244"/>
                  <a:pt x="1388622" y="92041"/>
                  <a:pt x="1391033" y="92314"/>
                </a:cubicBezTo>
                <a:lnTo>
                  <a:pt x="1391033" y="94770"/>
                </a:lnTo>
                <a:lnTo>
                  <a:pt x="1358753" y="94770"/>
                </a:lnTo>
                <a:lnTo>
                  <a:pt x="1358753" y="92314"/>
                </a:lnTo>
                <a:cubicBezTo>
                  <a:pt x="1361392" y="92041"/>
                  <a:pt x="1363303" y="91176"/>
                  <a:pt x="1364486" y="89720"/>
                </a:cubicBezTo>
                <a:cubicBezTo>
                  <a:pt x="1365214" y="88719"/>
                  <a:pt x="1365601" y="85762"/>
                  <a:pt x="1365646" y="80848"/>
                </a:cubicBezTo>
                <a:lnTo>
                  <a:pt x="1365646" y="44815"/>
                </a:lnTo>
                <a:cubicBezTo>
                  <a:pt x="1365646" y="39992"/>
                  <a:pt x="1365214" y="36989"/>
                  <a:pt x="1364349" y="35806"/>
                </a:cubicBezTo>
                <a:cubicBezTo>
                  <a:pt x="1363394" y="34669"/>
                  <a:pt x="1361529" y="33895"/>
                  <a:pt x="1358753" y="33486"/>
                </a:cubicBezTo>
                <a:lnTo>
                  <a:pt x="1358753" y="30961"/>
                </a:lnTo>
                <a:lnTo>
                  <a:pt x="1384755" y="30961"/>
                </a:lnTo>
                <a:close/>
                <a:moveTo>
                  <a:pt x="1463754" y="30961"/>
                </a:moveTo>
                <a:lnTo>
                  <a:pt x="1463754" y="39219"/>
                </a:lnTo>
                <a:cubicBezTo>
                  <a:pt x="1467030" y="35670"/>
                  <a:pt x="1470169" y="33076"/>
                  <a:pt x="1473172" y="31439"/>
                </a:cubicBezTo>
                <a:cubicBezTo>
                  <a:pt x="1476129" y="29892"/>
                  <a:pt x="1479359" y="29095"/>
                  <a:pt x="1482863" y="29050"/>
                </a:cubicBezTo>
                <a:cubicBezTo>
                  <a:pt x="1487003" y="29095"/>
                  <a:pt x="1490438" y="30233"/>
                  <a:pt x="1493168" y="32462"/>
                </a:cubicBezTo>
                <a:cubicBezTo>
                  <a:pt x="1495898" y="34783"/>
                  <a:pt x="1497717" y="37649"/>
                  <a:pt x="1498627" y="41061"/>
                </a:cubicBezTo>
                <a:cubicBezTo>
                  <a:pt x="1499355" y="43654"/>
                  <a:pt x="1499719" y="48636"/>
                  <a:pt x="1499719" y="56007"/>
                </a:cubicBezTo>
                <a:lnTo>
                  <a:pt x="1499719" y="80848"/>
                </a:lnTo>
                <a:cubicBezTo>
                  <a:pt x="1499719" y="85808"/>
                  <a:pt x="1500174" y="88856"/>
                  <a:pt x="1501084" y="89993"/>
                </a:cubicBezTo>
                <a:cubicBezTo>
                  <a:pt x="1501949" y="91222"/>
                  <a:pt x="1503791" y="91995"/>
                  <a:pt x="1506612" y="92314"/>
                </a:cubicBezTo>
                <a:lnTo>
                  <a:pt x="1506612" y="94770"/>
                </a:lnTo>
                <a:lnTo>
                  <a:pt x="1474332" y="94770"/>
                </a:lnTo>
                <a:lnTo>
                  <a:pt x="1474332" y="92314"/>
                </a:lnTo>
                <a:cubicBezTo>
                  <a:pt x="1476698" y="92041"/>
                  <a:pt x="1478427" y="91040"/>
                  <a:pt x="1479519" y="89311"/>
                </a:cubicBezTo>
                <a:cubicBezTo>
                  <a:pt x="1480247" y="88173"/>
                  <a:pt x="1480611" y="85353"/>
                  <a:pt x="1480611" y="80848"/>
                </a:cubicBezTo>
                <a:lnTo>
                  <a:pt x="1480611" y="52458"/>
                </a:lnTo>
                <a:cubicBezTo>
                  <a:pt x="1480611" y="47226"/>
                  <a:pt x="1480406" y="43927"/>
                  <a:pt x="1479996" y="42563"/>
                </a:cubicBezTo>
                <a:cubicBezTo>
                  <a:pt x="1479587" y="41198"/>
                  <a:pt x="1478904" y="40128"/>
                  <a:pt x="1477949" y="39355"/>
                </a:cubicBezTo>
                <a:cubicBezTo>
                  <a:pt x="1476903" y="38627"/>
                  <a:pt x="1475811" y="38263"/>
                  <a:pt x="1474673" y="38263"/>
                </a:cubicBezTo>
                <a:cubicBezTo>
                  <a:pt x="1470715" y="38263"/>
                  <a:pt x="1467075" y="41061"/>
                  <a:pt x="1463754" y="46657"/>
                </a:cubicBezTo>
                <a:lnTo>
                  <a:pt x="1463754" y="80848"/>
                </a:lnTo>
                <a:cubicBezTo>
                  <a:pt x="1463754" y="85626"/>
                  <a:pt x="1464209" y="88651"/>
                  <a:pt x="1465119" y="89925"/>
                </a:cubicBezTo>
                <a:cubicBezTo>
                  <a:pt x="1465983" y="91244"/>
                  <a:pt x="1467621" y="92041"/>
                  <a:pt x="1470032" y="92314"/>
                </a:cubicBezTo>
                <a:lnTo>
                  <a:pt x="1470032" y="94770"/>
                </a:lnTo>
                <a:lnTo>
                  <a:pt x="1437752" y="94770"/>
                </a:lnTo>
                <a:lnTo>
                  <a:pt x="1437752" y="92314"/>
                </a:lnTo>
                <a:cubicBezTo>
                  <a:pt x="1440391" y="92041"/>
                  <a:pt x="1442302" y="91176"/>
                  <a:pt x="1443485" y="89720"/>
                </a:cubicBezTo>
                <a:cubicBezTo>
                  <a:pt x="1444213" y="88719"/>
                  <a:pt x="1444600" y="85762"/>
                  <a:pt x="1444645" y="80848"/>
                </a:cubicBezTo>
                <a:lnTo>
                  <a:pt x="1444645" y="44815"/>
                </a:lnTo>
                <a:cubicBezTo>
                  <a:pt x="1444645" y="39992"/>
                  <a:pt x="1444213" y="36989"/>
                  <a:pt x="1443348" y="35806"/>
                </a:cubicBezTo>
                <a:cubicBezTo>
                  <a:pt x="1442393" y="34669"/>
                  <a:pt x="1440528" y="33895"/>
                  <a:pt x="1437752" y="33486"/>
                </a:cubicBezTo>
                <a:lnTo>
                  <a:pt x="1437752" y="30961"/>
                </a:lnTo>
                <a:lnTo>
                  <a:pt x="1463754" y="30961"/>
                </a:lnTo>
                <a:close/>
                <a:moveTo>
                  <a:pt x="1546779" y="29050"/>
                </a:moveTo>
                <a:cubicBezTo>
                  <a:pt x="1552284" y="29050"/>
                  <a:pt x="1557448" y="30483"/>
                  <a:pt x="1562271" y="33349"/>
                </a:cubicBezTo>
                <a:cubicBezTo>
                  <a:pt x="1567002" y="36261"/>
                  <a:pt x="1570642" y="40333"/>
                  <a:pt x="1573190" y="45565"/>
                </a:cubicBezTo>
                <a:cubicBezTo>
                  <a:pt x="1575647" y="50843"/>
                  <a:pt x="1576875" y="56621"/>
                  <a:pt x="1576875" y="62900"/>
                </a:cubicBezTo>
                <a:cubicBezTo>
                  <a:pt x="1576830" y="71999"/>
                  <a:pt x="1574532" y="79574"/>
                  <a:pt x="1569982" y="85626"/>
                </a:cubicBezTo>
                <a:cubicBezTo>
                  <a:pt x="1564386" y="92996"/>
                  <a:pt x="1556720" y="96681"/>
                  <a:pt x="1546984" y="96681"/>
                </a:cubicBezTo>
                <a:cubicBezTo>
                  <a:pt x="1537338" y="96727"/>
                  <a:pt x="1529945" y="93360"/>
                  <a:pt x="1524804" y="86581"/>
                </a:cubicBezTo>
                <a:cubicBezTo>
                  <a:pt x="1519617" y="79847"/>
                  <a:pt x="1517024" y="72045"/>
                  <a:pt x="1517024" y="63173"/>
                </a:cubicBezTo>
                <a:cubicBezTo>
                  <a:pt x="1517024" y="54028"/>
                  <a:pt x="1519685" y="46043"/>
                  <a:pt x="1525008" y="39219"/>
                </a:cubicBezTo>
                <a:cubicBezTo>
                  <a:pt x="1530241" y="32485"/>
                  <a:pt x="1537497" y="29095"/>
                  <a:pt x="1546779" y="29050"/>
                </a:cubicBezTo>
                <a:moveTo>
                  <a:pt x="1547052" y="33895"/>
                </a:moveTo>
                <a:cubicBezTo>
                  <a:pt x="1544731" y="33941"/>
                  <a:pt x="1542752" y="34805"/>
                  <a:pt x="1541114" y="36489"/>
                </a:cubicBezTo>
                <a:cubicBezTo>
                  <a:pt x="1539386" y="38309"/>
                  <a:pt x="1538294" y="41766"/>
                  <a:pt x="1537839" y="46862"/>
                </a:cubicBezTo>
                <a:cubicBezTo>
                  <a:pt x="1537293" y="52049"/>
                  <a:pt x="1537020" y="59237"/>
                  <a:pt x="1537020" y="68428"/>
                </a:cubicBezTo>
                <a:cubicBezTo>
                  <a:pt x="1537020" y="73296"/>
                  <a:pt x="1537338" y="77846"/>
                  <a:pt x="1537975" y="82077"/>
                </a:cubicBezTo>
                <a:cubicBezTo>
                  <a:pt x="1538430" y="85307"/>
                  <a:pt x="1539499" y="87764"/>
                  <a:pt x="1541183" y="89447"/>
                </a:cubicBezTo>
                <a:cubicBezTo>
                  <a:pt x="1542775" y="91176"/>
                  <a:pt x="1544640" y="92018"/>
                  <a:pt x="1546779" y="91972"/>
                </a:cubicBezTo>
                <a:cubicBezTo>
                  <a:pt x="1548826" y="92018"/>
                  <a:pt x="1550532" y="91449"/>
                  <a:pt x="1551897" y="90266"/>
                </a:cubicBezTo>
                <a:cubicBezTo>
                  <a:pt x="1553626" y="88765"/>
                  <a:pt x="1554809" y="86604"/>
                  <a:pt x="1555446" y="83783"/>
                </a:cubicBezTo>
                <a:cubicBezTo>
                  <a:pt x="1556310" y="79506"/>
                  <a:pt x="1556765" y="70771"/>
                  <a:pt x="1556811" y="57577"/>
                </a:cubicBezTo>
                <a:cubicBezTo>
                  <a:pt x="1556811" y="49888"/>
                  <a:pt x="1556379" y="44564"/>
                  <a:pt x="1555514" y="41607"/>
                </a:cubicBezTo>
                <a:cubicBezTo>
                  <a:pt x="1554604" y="38741"/>
                  <a:pt x="1553330" y="36648"/>
                  <a:pt x="1551693" y="35329"/>
                </a:cubicBezTo>
                <a:cubicBezTo>
                  <a:pt x="1550510" y="34373"/>
                  <a:pt x="1548963" y="33895"/>
                  <a:pt x="1547052" y="33895"/>
                </a:cubicBezTo>
                <a:close/>
                <a:moveTo>
                  <a:pt x="1614924" y="7621"/>
                </a:moveTo>
                <a:lnTo>
                  <a:pt x="1614924" y="30961"/>
                </a:lnTo>
                <a:lnTo>
                  <a:pt x="1630074" y="30961"/>
                </a:lnTo>
                <a:lnTo>
                  <a:pt x="1630074" y="37717"/>
                </a:lnTo>
                <a:lnTo>
                  <a:pt x="1614924" y="37717"/>
                </a:lnTo>
                <a:lnTo>
                  <a:pt x="1614924" y="77095"/>
                </a:lnTo>
                <a:cubicBezTo>
                  <a:pt x="1614924" y="80826"/>
                  <a:pt x="1615106" y="83191"/>
                  <a:pt x="1615470" y="84192"/>
                </a:cubicBezTo>
                <a:cubicBezTo>
                  <a:pt x="1615743" y="85330"/>
                  <a:pt x="1616334" y="86194"/>
                  <a:pt x="1617244" y="86786"/>
                </a:cubicBezTo>
                <a:cubicBezTo>
                  <a:pt x="1618063" y="87468"/>
                  <a:pt x="1618859" y="87809"/>
                  <a:pt x="1619633" y="87809"/>
                </a:cubicBezTo>
                <a:cubicBezTo>
                  <a:pt x="1622545" y="87809"/>
                  <a:pt x="1625343" y="85557"/>
                  <a:pt x="1628027" y="81053"/>
                </a:cubicBezTo>
                <a:lnTo>
                  <a:pt x="1630074" y="82554"/>
                </a:lnTo>
                <a:cubicBezTo>
                  <a:pt x="1626344" y="91290"/>
                  <a:pt x="1620361" y="95658"/>
                  <a:pt x="1612126" y="95658"/>
                </a:cubicBezTo>
                <a:cubicBezTo>
                  <a:pt x="1608077" y="95658"/>
                  <a:pt x="1604664" y="94520"/>
                  <a:pt x="1601889" y="92245"/>
                </a:cubicBezTo>
                <a:cubicBezTo>
                  <a:pt x="1599023" y="90062"/>
                  <a:pt x="1597225" y="87559"/>
                  <a:pt x="1596498" y="84738"/>
                </a:cubicBezTo>
                <a:cubicBezTo>
                  <a:pt x="1595997" y="83191"/>
                  <a:pt x="1595770" y="79006"/>
                  <a:pt x="1595815" y="72181"/>
                </a:cubicBezTo>
                <a:lnTo>
                  <a:pt x="1595815" y="37717"/>
                </a:lnTo>
                <a:lnTo>
                  <a:pt x="1587489" y="37717"/>
                </a:lnTo>
                <a:lnTo>
                  <a:pt x="1587489" y="35329"/>
                </a:lnTo>
                <a:cubicBezTo>
                  <a:pt x="1593222" y="31325"/>
                  <a:pt x="1598113" y="27071"/>
                  <a:pt x="1602162" y="22567"/>
                </a:cubicBezTo>
                <a:cubicBezTo>
                  <a:pt x="1606166" y="18153"/>
                  <a:pt x="1609669" y="13171"/>
                  <a:pt x="1612672" y="7621"/>
                </a:cubicBezTo>
                <a:lnTo>
                  <a:pt x="1614924" y="7621"/>
                </a:lnTo>
                <a:close/>
                <a:moveTo>
                  <a:pt x="1673434" y="85353"/>
                </a:moveTo>
                <a:cubicBezTo>
                  <a:pt x="1665654" y="92268"/>
                  <a:pt x="1658670" y="95703"/>
                  <a:pt x="1652482" y="95658"/>
                </a:cubicBezTo>
                <a:cubicBezTo>
                  <a:pt x="1648797" y="95658"/>
                  <a:pt x="1645772" y="94452"/>
                  <a:pt x="1643406" y="92041"/>
                </a:cubicBezTo>
                <a:cubicBezTo>
                  <a:pt x="1640994" y="89720"/>
                  <a:pt x="1639789" y="86740"/>
                  <a:pt x="1639789" y="83100"/>
                </a:cubicBezTo>
                <a:cubicBezTo>
                  <a:pt x="1639789" y="78278"/>
                  <a:pt x="1641882" y="73887"/>
                  <a:pt x="1646067" y="69929"/>
                </a:cubicBezTo>
                <a:cubicBezTo>
                  <a:pt x="1650208" y="66107"/>
                  <a:pt x="1659330" y="60943"/>
                  <a:pt x="1673434" y="54437"/>
                </a:cubicBezTo>
                <a:lnTo>
                  <a:pt x="1673434" y="48022"/>
                </a:lnTo>
                <a:cubicBezTo>
                  <a:pt x="1673388" y="43245"/>
                  <a:pt x="1673138" y="40197"/>
                  <a:pt x="1672683" y="38877"/>
                </a:cubicBezTo>
                <a:cubicBezTo>
                  <a:pt x="1672092" y="37649"/>
                  <a:pt x="1671091" y="36557"/>
                  <a:pt x="1669680" y="35601"/>
                </a:cubicBezTo>
                <a:cubicBezTo>
                  <a:pt x="1668224" y="34737"/>
                  <a:pt x="1666587" y="34282"/>
                  <a:pt x="1664767" y="34237"/>
                </a:cubicBezTo>
                <a:cubicBezTo>
                  <a:pt x="1661809" y="34282"/>
                  <a:pt x="1659375" y="34942"/>
                  <a:pt x="1657464" y="36216"/>
                </a:cubicBezTo>
                <a:cubicBezTo>
                  <a:pt x="1656281" y="37035"/>
                  <a:pt x="1655690" y="37990"/>
                  <a:pt x="1655690" y="39082"/>
                </a:cubicBezTo>
                <a:cubicBezTo>
                  <a:pt x="1655645" y="40037"/>
                  <a:pt x="1656281" y="41220"/>
                  <a:pt x="1657601" y="42631"/>
                </a:cubicBezTo>
                <a:cubicBezTo>
                  <a:pt x="1659284" y="44633"/>
                  <a:pt x="1660149" y="46521"/>
                  <a:pt x="1660194" y="48295"/>
                </a:cubicBezTo>
                <a:cubicBezTo>
                  <a:pt x="1660194" y="50570"/>
                  <a:pt x="1659375" y="52458"/>
                  <a:pt x="1657737" y="53960"/>
                </a:cubicBezTo>
                <a:cubicBezTo>
                  <a:pt x="1656008" y="55552"/>
                  <a:pt x="1653825" y="56348"/>
                  <a:pt x="1651186" y="56348"/>
                </a:cubicBezTo>
                <a:cubicBezTo>
                  <a:pt x="1648319" y="56348"/>
                  <a:pt x="1645931" y="55484"/>
                  <a:pt x="1644020" y="53755"/>
                </a:cubicBezTo>
                <a:cubicBezTo>
                  <a:pt x="1642018" y="52071"/>
                  <a:pt x="1641040" y="50047"/>
                  <a:pt x="1641085" y="47681"/>
                </a:cubicBezTo>
                <a:cubicBezTo>
                  <a:pt x="1641085" y="44405"/>
                  <a:pt x="1642382" y="41266"/>
                  <a:pt x="1644975" y="38263"/>
                </a:cubicBezTo>
                <a:cubicBezTo>
                  <a:pt x="1647569" y="35351"/>
                  <a:pt x="1651186" y="33076"/>
                  <a:pt x="1655827" y="31439"/>
                </a:cubicBezTo>
                <a:cubicBezTo>
                  <a:pt x="1660467" y="29892"/>
                  <a:pt x="1665290" y="29095"/>
                  <a:pt x="1670295" y="29050"/>
                </a:cubicBezTo>
                <a:cubicBezTo>
                  <a:pt x="1676346" y="29095"/>
                  <a:pt x="1681146" y="30369"/>
                  <a:pt x="1684694" y="32872"/>
                </a:cubicBezTo>
                <a:cubicBezTo>
                  <a:pt x="1688152" y="35465"/>
                  <a:pt x="1690427" y="38263"/>
                  <a:pt x="1691519" y="41266"/>
                </a:cubicBezTo>
                <a:cubicBezTo>
                  <a:pt x="1692110" y="43177"/>
                  <a:pt x="1692429" y="47567"/>
                  <a:pt x="1692474" y="54437"/>
                </a:cubicBezTo>
                <a:lnTo>
                  <a:pt x="1692474" y="79210"/>
                </a:lnTo>
                <a:cubicBezTo>
                  <a:pt x="1692474" y="82168"/>
                  <a:pt x="1692588" y="83988"/>
                  <a:pt x="1692816" y="84670"/>
                </a:cubicBezTo>
                <a:cubicBezTo>
                  <a:pt x="1692998" y="85489"/>
                  <a:pt x="1693339" y="86058"/>
                  <a:pt x="1693839" y="86376"/>
                </a:cubicBezTo>
                <a:cubicBezTo>
                  <a:pt x="1694249" y="86740"/>
                  <a:pt x="1694772" y="86922"/>
                  <a:pt x="1695409" y="86922"/>
                </a:cubicBezTo>
                <a:cubicBezTo>
                  <a:pt x="1696546" y="86968"/>
                  <a:pt x="1697752" y="86126"/>
                  <a:pt x="1699026" y="84397"/>
                </a:cubicBezTo>
                <a:lnTo>
                  <a:pt x="1701073" y="86035"/>
                </a:lnTo>
                <a:cubicBezTo>
                  <a:pt x="1698753" y="89402"/>
                  <a:pt x="1696410" y="91836"/>
                  <a:pt x="1694044" y="93337"/>
                </a:cubicBezTo>
                <a:cubicBezTo>
                  <a:pt x="1691542" y="94930"/>
                  <a:pt x="1688766" y="95703"/>
                  <a:pt x="1685718" y="95658"/>
                </a:cubicBezTo>
                <a:cubicBezTo>
                  <a:pt x="1682078" y="95658"/>
                  <a:pt x="1679235" y="94793"/>
                  <a:pt x="1677187" y="93064"/>
                </a:cubicBezTo>
                <a:cubicBezTo>
                  <a:pt x="1675140" y="91426"/>
                  <a:pt x="1673889" y="88856"/>
                  <a:pt x="1673434" y="85353"/>
                </a:cubicBezTo>
                <a:moveTo>
                  <a:pt x="1673434" y="80371"/>
                </a:moveTo>
                <a:lnTo>
                  <a:pt x="1673434" y="59010"/>
                </a:lnTo>
                <a:cubicBezTo>
                  <a:pt x="1667883" y="62240"/>
                  <a:pt x="1663788" y="65698"/>
                  <a:pt x="1661150" y="69383"/>
                </a:cubicBezTo>
                <a:cubicBezTo>
                  <a:pt x="1659375" y="71840"/>
                  <a:pt x="1658488" y="74320"/>
                  <a:pt x="1658488" y="76822"/>
                </a:cubicBezTo>
                <a:cubicBezTo>
                  <a:pt x="1658488" y="78960"/>
                  <a:pt x="1659239" y="80803"/>
                  <a:pt x="1660740" y="82350"/>
                </a:cubicBezTo>
                <a:cubicBezTo>
                  <a:pt x="1661878" y="83578"/>
                  <a:pt x="1663470" y="84192"/>
                  <a:pt x="1665517" y="84192"/>
                </a:cubicBezTo>
                <a:cubicBezTo>
                  <a:pt x="1667747" y="84192"/>
                  <a:pt x="1670386" y="82918"/>
                  <a:pt x="1673434" y="80371"/>
                </a:cubicBezTo>
                <a:close/>
                <a:moveTo>
                  <a:pt x="1736460" y="7621"/>
                </a:moveTo>
                <a:lnTo>
                  <a:pt x="1736460" y="30961"/>
                </a:lnTo>
                <a:lnTo>
                  <a:pt x="1751611" y="30961"/>
                </a:lnTo>
                <a:lnTo>
                  <a:pt x="1751611" y="37717"/>
                </a:lnTo>
                <a:lnTo>
                  <a:pt x="1736460" y="37717"/>
                </a:lnTo>
                <a:lnTo>
                  <a:pt x="1736460" y="77095"/>
                </a:lnTo>
                <a:cubicBezTo>
                  <a:pt x="1736460" y="80826"/>
                  <a:pt x="1736642" y="83191"/>
                  <a:pt x="1737006" y="84192"/>
                </a:cubicBezTo>
                <a:cubicBezTo>
                  <a:pt x="1737279" y="85330"/>
                  <a:pt x="1737871" y="86194"/>
                  <a:pt x="1738781" y="86786"/>
                </a:cubicBezTo>
                <a:cubicBezTo>
                  <a:pt x="1739600" y="87468"/>
                  <a:pt x="1740396" y="87809"/>
                  <a:pt x="1741169" y="87809"/>
                </a:cubicBezTo>
                <a:cubicBezTo>
                  <a:pt x="1744081" y="87809"/>
                  <a:pt x="1746879" y="85557"/>
                  <a:pt x="1749564" y="81053"/>
                </a:cubicBezTo>
                <a:lnTo>
                  <a:pt x="1751611" y="82554"/>
                </a:lnTo>
                <a:cubicBezTo>
                  <a:pt x="1747880" y="91290"/>
                  <a:pt x="1741897" y="95658"/>
                  <a:pt x="1733662" y="95658"/>
                </a:cubicBezTo>
                <a:cubicBezTo>
                  <a:pt x="1729613" y="95658"/>
                  <a:pt x="1726201" y="94520"/>
                  <a:pt x="1723426" y="92245"/>
                </a:cubicBezTo>
                <a:cubicBezTo>
                  <a:pt x="1720559" y="90062"/>
                  <a:pt x="1718762" y="87559"/>
                  <a:pt x="1718034" y="84738"/>
                </a:cubicBezTo>
                <a:cubicBezTo>
                  <a:pt x="1717534" y="83191"/>
                  <a:pt x="1717306" y="79006"/>
                  <a:pt x="1717352" y="72181"/>
                </a:cubicBezTo>
                <a:lnTo>
                  <a:pt x="1717352" y="37717"/>
                </a:lnTo>
                <a:lnTo>
                  <a:pt x="1709026" y="37717"/>
                </a:lnTo>
                <a:lnTo>
                  <a:pt x="1709026" y="35329"/>
                </a:lnTo>
                <a:cubicBezTo>
                  <a:pt x="1714758" y="31325"/>
                  <a:pt x="1719649" y="27071"/>
                  <a:pt x="1723699" y="22567"/>
                </a:cubicBezTo>
                <a:cubicBezTo>
                  <a:pt x="1727702" y="18153"/>
                  <a:pt x="1731206" y="13171"/>
                  <a:pt x="1734208" y="7621"/>
                </a:cubicBezTo>
                <a:lnTo>
                  <a:pt x="1736460" y="7621"/>
                </a:lnTo>
                <a:close/>
                <a:moveTo>
                  <a:pt x="1775111" y="45"/>
                </a:moveTo>
                <a:cubicBezTo>
                  <a:pt x="1778023" y="45"/>
                  <a:pt x="1780525" y="1069"/>
                  <a:pt x="1782618" y="3117"/>
                </a:cubicBezTo>
                <a:cubicBezTo>
                  <a:pt x="1784665" y="5255"/>
                  <a:pt x="1785689" y="7757"/>
                  <a:pt x="1785689" y="10624"/>
                </a:cubicBezTo>
                <a:cubicBezTo>
                  <a:pt x="1785689" y="13581"/>
                  <a:pt x="1784665" y="16060"/>
                  <a:pt x="1782618" y="18062"/>
                </a:cubicBezTo>
                <a:cubicBezTo>
                  <a:pt x="1780480" y="20110"/>
                  <a:pt x="1777977" y="21133"/>
                  <a:pt x="1775111" y="21133"/>
                </a:cubicBezTo>
                <a:cubicBezTo>
                  <a:pt x="1772154" y="21133"/>
                  <a:pt x="1769674" y="20110"/>
                  <a:pt x="1767672" y="18062"/>
                </a:cubicBezTo>
                <a:cubicBezTo>
                  <a:pt x="1765625" y="16060"/>
                  <a:pt x="1764601" y="13581"/>
                  <a:pt x="1764601" y="10624"/>
                </a:cubicBezTo>
                <a:cubicBezTo>
                  <a:pt x="1764601" y="7757"/>
                  <a:pt x="1765625" y="5255"/>
                  <a:pt x="1767672" y="3117"/>
                </a:cubicBezTo>
                <a:cubicBezTo>
                  <a:pt x="1769674" y="1069"/>
                  <a:pt x="1772154" y="45"/>
                  <a:pt x="1775111" y="45"/>
                </a:cubicBezTo>
                <a:moveTo>
                  <a:pt x="1784665" y="30961"/>
                </a:moveTo>
                <a:lnTo>
                  <a:pt x="1784665" y="81531"/>
                </a:lnTo>
                <a:cubicBezTo>
                  <a:pt x="1784665" y="86035"/>
                  <a:pt x="1785189" y="88901"/>
                  <a:pt x="1786235" y="90130"/>
                </a:cubicBezTo>
                <a:cubicBezTo>
                  <a:pt x="1787236" y="91449"/>
                  <a:pt x="1789283" y="92177"/>
                  <a:pt x="1792377" y="92314"/>
                </a:cubicBezTo>
                <a:lnTo>
                  <a:pt x="1792377" y="94770"/>
                </a:lnTo>
                <a:lnTo>
                  <a:pt x="1757913" y="94770"/>
                </a:lnTo>
                <a:lnTo>
                  <a:pt x="1757913" y="92314"/>
                </a:lnTo>
                <a:cubicBezTo>
                  <a:pt x="1760688" y="92268"/>
                  <a:pt x="1762781" y="91449"/>
                  <a:pt x="1764192" y="89857"/>
                </a:cubicBezTo>
                <a:cubicBezTo>
                  <a:pt x="1765056" y="88856"/>
                  <a:pt x="1765511" y="86081"/>
                  <a:pt x="1765557" y="81531"/>
                </a:cubicBezTo>
                <a:lnTo>
                  <a:pt x="1765557" y="44269"/>
                </a:lnTo>
                <a:cubicBezTo>
                  <a:pt x="1765511" y="39810"/>
                  <a:pt x="1764988" y="36921"/>
                  <a:pt x="1763987" y="35601"/>
                </a:cubicBezTo>
                <a:cubicBezTo>
                  <a:pt x="1762941" y="34419"/>
                  <a:pt x="1760916" y="33713"/>
                  <a:pt x="1757913" y="33486"/>
                </a:cubicBezTo>
                <a:lnTo>
                  <a:pt x="1757913" y="30961"/>
                </a:lnTo>
                <a:lnTo>
                  <a:pt x="1784665" y="30961"/>
                </a:lnTo>
                <a:close/>
                <a:moveTo>
                  <a:pt x="1820236" y="29050"/>
                </a:moveTo>
                <a:cubicBezTo>
                  <a:pt x="1825741" y="29050"/>
                  <a:pt x="1830905" y="30483"/>
                  <a:pt x="1835728" y="33349"/>
                </a:cubicBezTo>
                <a:cubicBezTo>
                  <a:pt x="1840460" y="36261"/>
                  <a:pt x="1844099" y="40333"/>
                  <a:pt x="1846647" y="45565"/>
                </a:cubicBezTo>
                <a:cubicBezTo>
                  <a:pt x="1849104" y="50843"/>
                  <a:pt x="1850332" y="56621"/>
                  <a:pt x="1850332" y="62900"/>
                </a:cubicBezTo>
                <a:cubicBezTo>
                  <a:pt x="1850287" y="71999"/>
                  <a:pt x="1847989" y="79574"/>
                  <a:pt x="1843440" y="85626"/>
                </a:cubicBezTo>
                <a:cubicBezTo>
                  <a:pt x="1837844" y="92996"/>
                  <a:pt x="1830177" y="96681"/>
                  <a:pt x="1820441" y="96681"/>
                </a:cubicBezTo>
                <a:cubicBezTo>
                  <a:pt x="1810796" y="96727"/>
                  <a:pt x="1803402" y="93360"/>
                  <a:pt x="1798261" y="86581"/>
                </a:cubicBezTo>
                <a:cubicBezTo>
                  <a:pt x="1793074" y="79847"/>
                  <a:pt x="1790481" y="72045"/>
                  <a:pt x="1790481" y="63173"/>
                </a:cubicBezTo>
                <a:cubicBezTo>
                  <a:pt x="1790481" y="54028"/>
                  <a:pt x="1793143" y="46043"/>
                  <a:pt x="1798466" y="39219"/>
                </a:cubicBezTo>
                <a:cubicBezTo>
                  <a:pt x="1803698" y="32485"/>
                  <a:pt x="1810955" y="29095"/>
                  <a:pt x="1820236" y="29050"/>
                </a:cubicBezTo>
                <a:moveTo>
                  <a:pt x="1820509" y="33895"/>
                </a:moveTo>
                <a:cubicBezTo>
                  <a:pt x="1818189" y="33941"/>
                  <a:pt x="1816210" y="34805"/>
                  <a:pt x="1814572" y="36489"/>
                </a:cubicBezTo>
                <a:cubicBezTo>
                  <a:pt x="1812843" y="38309"/>
                  <a:pt x="1811751" y="41766"/>
                  <a:pt x="1811296" y="46862"/>
                </a:cubicBezTo>
                <a:cubicBezTo>
                  <a:pt x="1810750" y="52049"/>
                  <a:pt x="1810477" y="59237"/>
                  <a:pt x="1810477" y="68428"/>
                </a:cubicBezTo>
                <a:cubicBezTo>
                  <a:pt x="1810477" y="73296"/>
                  <a:pt x="1810796" y="77846"/>
                  <a:pt x="1811432" y="82077"/>
                </a:cubicBezTo>
                <a:cubicBezTo>
                  <a:pt x="1811887" y="85307"/>
                  <a:pt x="1812957" y="87764"/>
                  <a:pt x="1814640" y="89447"/>
                </a:cubicBezTo>
                <a:cubicBezTo>
                  <a:pt x="1816232" y="91176"/>
                  <a:pt x="1818098" y="92018"/>
                  <a:pt x="1820236" y="91972"/>
                </a:cubicBezTo>
                <a:cubicBezTo>
                  <a:pt x="1822284" y="92018"/>
                  <a:pt x="1823990" y="91449"/>
                  <a:pt x="1825355" y="90266"/>
                </a:cubicBezTo>
                <a:cubicBezTo>
                  <a:pt x="1827083" y="88765"/>
                  <a:pt x="1828266" y="86604"/>
                  <a:pt x="1828903" y="83783"/>
                </a:cubicBezTo>
                <a:cubicBezTo>
                  <a:pt x="1829768" y="79506"/>
                  <a:pt x="1830223" y="70771"/>
                  <a:pt x="1830268" y="57577"/>
                </a:cubicBezTo>
                <a:cubicBezTo>
                  <a:pt x="1830268" y="49888"/>
                  <a:pt x="1829836" y="44564"/>
                  <a:pt x="1828972" y="41607"/>
                </a:cubicBezTo>
                <a:cubicBezTo>
                  <a:pt x="1828062" y="38741"/>
                  <a:pt x="1826788" y="36648"/>
                  <a:pt x="1825150" y="35329"/>
                </a:cubicBezTo>
                <a:cubicBezTo>
                  <a:pt x="1823967" y="34373"/>
                  <a:pt x="1822420" y="33895"/>
                  <a:pt x="1820509" y="33895"/>
                </a:cubicBezTo>
                <a:close/>
                <a:moveTo>
                  <a:pt x="1889132" y="30961"/>
                </a:moveTo>
                <a:lnTo>
                  <a:pt x="1889132" y="39219"/>
                </a:lnTo>
                <a:cubicBezTo>
                  <a:pt x="1892407" y="35670"/>
                  <a:pt x="1895547" y="33076"/>
                  <a:pt x="1898550" y="31439"/>
                </a:cubicBezTo>
                <a:cubicBezTo>
                  <a:pt x="1901507" y="29892"/>
                  <a:pt x="1904737" y="29095"/>
                  <a:pt x="1908240" y="29050"/>
                </a:cubicBezTo>
                <a:cubicBezTo>
                  <a:pt x="1912381" y="29095"/>
                  <a:pt x="1915816" y="30233"/>
                  <a:pt x="1918546" y="32462"/>
                </a:cubicBezTo>
                <a:cubicBezTo>
                  <a:pt x="1921275" y="34783"/>
                  <a:pt x="1923095" y="37649"/>
                  <a:pt x="1924005" y="41061"/>
                </a:cubicBezTo>
                <a:cubicBezTo>
                  <a:pt x="1924733" y="43654"/>
                  <a:pt x="1925097" y="48636"/>
                  <a:pt x="1925097" y="56007"/>
                </a:cubicBezTo>
                <a:lnTo>
                  <a:pt x="1925097" y="80848"/>
                </a:lnTo>
                <a:cubicBezTo>
                  <a:pt x="1925097" y="85808"/>
                  <a:pt x="1925552" y="88856"/>
                  <a:pt x="1926462" y="89993"/>
                </a:cubicBezTo>
                <a:cubicBezTo>
                  <a:pt x="1927326" y="91222"/>
                  <a:pt x="1929169" y="91995"/>
                  <a:pt x="1931990" y="92314"/>
                </a:cubicBezTo>
                <a:lnTo>
                  <a:pt x="1931990" y="94770"/>
                </a:lnTo>
                <a:lnTo>
                  <a:pt x="1899710" y="94770"/>
                </a:lnTo>
                <a:lnTo>
                  <a:pt x="1899710" y="92314"/>
                </a:lnTo>
                <a:cubicBezTo>
                  <a:pt x="1902076" y="92041"/>
                  <a:pt x="1903804" y="91040"/>
                  <a:pt x="1904896" y="89311"/>
                </a:cubicBezTo>
                <a:cubicBezTo>
                  <a:pt x="1905624" y="88173"/>
                  <a:pt x="1905988" y="85353"/>
                  <a:pt x="1905988" y="80848"/>
                </a:cubicBezTo>
                <a:lnTo>
                  <a:pt x="1905988" y="52458"/>
                </a:lnTo>
                <a:cubicBezTo>
                  <a:pt x="1905988" y="47226"/>
                  <a:pt x="1905784" y="43927"/>
                  <a:pt x="1905374" y="42563"/>
                </a:cubicBezTo>
                <a:cubicBezTo>
                  <a:pt x="1904965" y="41198"/>
                  <a:pt x="1904282" y="40128"/>
                  <a:pt x="1903327" y="39355"/>
                </a:cubicBezTo>
                <a:cubicBezTo>
                  <a:pt x="1902280" y="38627"/>
                  <a:pt x="1901188" y="38263"/>
                  <a:pt x="1900051" y="38263"/>
                </a:cubicBezTo>
                <a:cubicBezTo>
                  <a:pt x="1896093" y="38263"/>
                  <a:pt x="1892453" y="41061"/>
                  <a:pt x="1889132" y="46657"/>
                </a:cubicBezTo>
                <a:lnTo>
                  <a:pt x="1889132" y="80848"/>
                </a:lnTo>
                <a:cubicBezTo>
                  <a:pt x="1889132" y="85626"/>
                  <a:pt x="1889587" y="88651"/>
                  <a:pt x="1890497" y="89925"/>
                </a:cubicBezTo>
                <a:cubicBezTo>
                  <a:pt x="1891361" y="91244"/>
                  <a:pt x="1892999" y="92041"/>
                  <a:pt x="1895410" y="92314"/>
                </a:cubicBezTo>
                <a:lnTo>
                  <a:pt x="1895410" y="94770"/>
                </a:lnTo>
                <a:lnTo>
                  <a:pt x="1863130" y="94770"/>
                </a:lnTo>
                <a:lnTo>
                  <a:pt x="1863130" y="92314"/>
                </a:lnTo>
                <a:cubicBezTo>
                  <a:pt x="1865769" y="92041"/>
                  <a:pt x="1867680" y="91176"/>
                  <a:pt x="1868863" y="89720"/>
                </a:cubicBezTo>
                <a:cubicBezTo>
                  <a:pt x="1869591" y="88719"/>
                  <a:pt x="1869977" y="85762"/>
                  <a:pt x="1870023" y="80848"/>
                </a:cubicBezTo>
                <a:lnTo>
                  <a:pt x="1870023" y="44815"/>
                </a:lnTo>
                <a:cubicBezTo>
                  <a:pt x="1870023" y="39992"/>
                  <a:pt x="1869591" y="36989"/>
                  <a:pt x="1868726" y="35806"/>
                </a:cubicBezTo>
                <a:cubicBezTo>
                  <a:pt x="1867771" y="34669"/>
                  <a:pt x="1865905" y="33895"/>
                  <a:pt x="1863130" y="33486"/>
                </a:cubicBezTo>
                <a:lnTo>
                  <a:pt x="1863130" y="30961"/>
                </a:lnTo>
                <a:lnTo>
                  <a:pt x="1889132" y="30961"/>
                </a:lnTo>
                <a:close/>
                <a:moveTo>
                  <a:pt x="1960760" y="29118"/>
                </a:moveTo>
                <a:cubicBezTo>
                  <a:pt x="1963854" y="29118"/>
                  <a:pt x="1966538" y="30210"/>
                  <a:pt x="1968813" y="32394"/>
                </a:cubicBezTo>
                <a:cubicBezTo>
                  <a:pt x="1970997" y="34669"/>
                  <a:pt x="1972089" y="37353"/>
                  <a:pt x="1972089" y="40447"/>
                </a:cubicBezTo>
                <a:cubicBezTo>
                  <a:pt x="1972089" y="43586"/>
                  <a:pt x="1970997" y="46248"/>
                  <a:pt x="1968813" y="48432"/>
                </a:cubicBezTo>
                <a:cubicBezTo>
                  <a:pt x="1966538" y="50707"/>
                  <a:pt x="1963854" y="51821"/>
                  <a:pt x="1960760" y="51776"/>
                </a:cubicBezTo>
                <a:cubicBezTo>
                  <a:pt x="1957621" y="51821"/>
                  <a:pt x="1954959" y="50707"/>
                  <a:pt x="1952775" y="48432"/>
                </a:cubicBezTo>
                <a:cubicBezTo>
                  <a:pt x="1950501" y="46248"/>
                  <a:pt x="1949386" y="43586"/>
                  <a:pt x="1949431" y="40447"/>
                </a:cubicBezTo>
                <a:cubicBezTo>
                  <a:pt x="1949386" y="37353"/>
                  <a:pt x="1950501" y="34669"/>
                  <a:pt x="1952775" y="32394"/>
                </a:cubicBezTo>
                <a:cubicBezTo>
                  <a:pt x="1954959" y="30210"/>
                  <a:pt x="1957621" y="29118"/>
                  <a:pt x="1960760" y="29118"/>
                </a:cubicBezTo>
                <a:moveTo>
                  <a:pt x="1960692" y="73751"/>
                </a:moveTo>
                <a:cubicBezTo>
                  <a:pt x="1963831" y="73751"/>
                  <a:pt x="1966538" y="74865"/>
                  <a:pt x="1968813" y="77095"/>
                </a:cubicBezTo>
                <a:cubicBezTo>
                  <a:pt x="1970997" y="79370"/>
                  <a:pt x="1972089" y="82054"/>
                  <a:pt x="1972089" y="85148"/>
                </a:cubicBezTo>
                <a:cubicBezTo>
                  <a:pt x="1972089" y="88287"/>
                  <a:pt x="1970974" y="90949"/>
                  <a:pt x="1968745" y="93133"/>
                </a:cubicBezTo>
                <a:cubicBezTo>
                  <a:pt x="1966470" y="95407"/>
                  <a:pt x="1963786" y="96522"/>
                  <a:pt x="1960692" y="96477"/>
                </a:cubicBezTo>
                <a:cubicBezTo>
                  <a:pt x="1957553" y="96522"/>
                  <a:pt x="1954891" y="95407"/>
                  <a:pt x="1952707" y="93133"/>
                </a:cubicBezTo>
                <a:cubicBezTo>
                  <a:pt x="1950432" y="90949"/>
                  <a:pt x="1949318" y="88287"/>
                  <a:pt x="1949363" y="85148"/>
                </a:cubicBezTo>
                <a:cubicBezTo>
                  <a:pt x="1949318" y="82054"/>
                  <a:pt x="1950432" y="79370"/>
                  <a:pt x="1952707" y="77095"/>
                </a:cubicBezTo>
                <a:cubicBezTo>
                  <a:pt x="1954891" y="74865"/>
                  <a:pt x="1957553" y="73751"/>
                  <a:pt x="1960692" y="73751"/>
                </a:cubicBezTo>
                <a:close/>
                <a:moveTo>
                  <a:pt x="2071564" y="114"/>
                </a:moveTo>
                <a:lnTo>
                  <a:pt x="2071564" y="3185"/>
                </a:lnTo>
                <a:cubicBezTo>
                  <a:pt x="2066969" y="4095"/>
                  <a:pt x="2063625" y="5687"/>
                  <a:pt x="2061532" y="7962"/>
                </a:cubicBezTo>
                <a:cubicBezTo>
                  <a:pt x="2059348" y="10373"/>
                  <a:pt x="2058256" y="13058"/>
                  <a:pt x="2058256" y="16015"/>
                </a:cubicBezTo>
                <a:cubicBezTo>
                  <a:pt x="2058256" y="19109"/>
                  <a:pt x="2058802" y="22885"/>
                  <a:pt x="2059894" y="27344"/>
                </a:cubicBezTo>
                <a:cubicBezTo>
                  <a:pt x="2060986" y="31939"/>
                  <a:pt x="2061532" y="35897"/>
                  <a:pt x="2061532" y="39219"/>
                </a:cubicBezTo>
                <a:cubicBezTo>
                  <a:pt x="2061532" y="42312"/>
                  <a:pt x="2060622" y="45452"/>
                  <a:pt x="2058802" y="48636"/>
                </a:cubicBezTo>
                <a:cubicBezTo>
                  <a:pt x="2056937" y="51912"/>
                  <a:pt x="2054275" y="54665"/>
                  <a:pt x="2050818" y="56894"/>
                </a:cubicBezTo>
                <a:cubicBezTo>
                  <a:pt x="2048361" y="58487"/>
                  <a:pt x="2044516" y="59988"/>
                  <a:pt x="2039284" y="61398"/>
                </a:cubicBezTo>
                <a:cubicBezTo>
                  <a:pt x="2044926" y="63218"/>
                  <a:pt x="2049020" y="64970"/>
                  <a:pt x="2051568" y="66653"/>
                </a:cubicBezTo>
                <a:cubicBezTo>
                  <a:pt x="2054890" y="68974"/>
                  <a:pt x="2057415" y="71703"/>
                  <a:pt x="2059143" y="74843"/>
                </a:cubicBezTo>
                <a:cubicBezTo>
                  <a:pt x="2060827" y="78028"/>
                  <a:pt x="2061669" y="81008"/>
                  <a:pt x="2061669" y="83783"/>
                </a:cubicBezTo>
                <a:cubicBezTo>
                  <a:pt x="2061669" y="86513"/>
                  <a:pt x="2061100" y="90164"/>
                  <a:pt x="2059962" y="94736"/>
                </a:cubicBezTo>
                <a:cubicBezTo>
                  <a:pt x="2058825" y="99309"/>
                  <a:pt x="2058279" y="103256"/>
                  <a:pt x="2058325" y="106577"/>
                </a:cubicBezTo>
                <a:cubicBezTo>
                  <a:pt x="2058279" y="109807"/>
                  <a:pt x="2059325" y="112583"/>
                  <a:pt x="2061464" y="114903"/>
                </a:cubicBezTo>
                <a:cubicBezTo>
                  <a:pt x="2063466" y="117314"/>
                  <a:pt x="2066832" y="118952"/>
                  <a:pt x="2071564" y="119817"/>
                </a:cubicBezTo>
                <a:lnTo>
                  <a:pt x="2071564" y="123024"/>
                </a:lnTo>
                <a:lnTo>
                  <a:pt x="2069176" y="123024"/>
                </a:lnTo>
                <a:cubicBezTo>
                  <a:pt x="2064535" y="123115"/>
                  <a:pt x="2060144" y="122046"/>
                  <a:pt x="2056004" y="119817"/>
                </a:cubicBezTo>
                <a:cubicBezTo>
                  <a:pt x="2051818" y="117678"/>
                  <a:pt x="2048679" y="114857"/>
                  <a:pt x="2046586" y="111354"/>
                </a:cubicBezTo>
                <a:cubicBezTo>
                  <a:pt x="2044448" y="107942"/>
                  <a:pt x="2043379" y="104621"/>
                  <a:pt x="2043379" y="101390"/>
                </a:cubicBezTo>
                <a:cubicBezTo>
                  <a:pt x="2043333" y="98251"/>
                  <a:pt x="2044038" y="93952"/>
                  <a:pt x="2045494" y="88492"/>
                </a:cubicBezTo>
                <a:cubicBezTo>
                  <a:pt x="2046495" y="84488"/>
                  <a:pt x="2047019" y="80871"/>
                  <a:pt x="2047064" y="77641"/>
                </a:cubicBezTo>
                <a:cubicBezTo>
                  <a:pt x="2047019" y="74047"/>
                  <a:pt x="2045881" y="70975"/>
                  <a:pt x="2043652" y="68428"/>
                </a:cubicBezTo>
                <a:cubicBezTo>
                  <a:pt x="2041377" y="65971"/>
                  <a:pt x="2038056" y="64356"/>
                  <a:pt x="2033688" y="63582"/>
                </a:cubicBezTo>
                <a:lnTo>
                  <a:pt x="2033688" y="59419"/>
                </a:lnTo>
                <a:cubicBezTo>
                  <a:pt x="2038056" y="58737"/>
                  <a:pt x="2041377" y="57053"/>
                  <a:pt x="2043652" y="54369"/>
                </a:cubicBezTo>
                <a:cubicBezTo>
                  <a:pt x="2045881" y="51730"/>
                  <a:pt x="2047019" y="48523"/>
                  <a:pt x="2047064" y="44746"/>
                </a:cubicBezTo>
                <a:cubicBezTo>
                  <a:pt x="2047064" y="41698"/>
                  <a:pt x="2046564" y="38218"/>
                  <a:pt x="2045563" y="34305"/>
                </a:cubicBezTo>
                <a:cubicBezTo>
                  <a:pt x="2044107" y="28936"/>
                  <a:pt x="2043401" y="24819"/>
                  <a:pt x="2043447" y="21952"/>
                </a:cubicBezTo>
                <a:cubicBezTo>
                  <a:pt x="2043447" y="19041"/>
                  <a:pt x="2044334" y="16038"/>
                  <a:pt x="2046109" y="12944"/>
                </a:cubicBezTo>
                <a:cubicBezTo>
                  <a:pt x="2047883" y="9896"/>
                  <a:pt x="2050112" y="7416"/>
                  <a:pt x="2052797" y="5505"/>
                </a:cubicBezTo>
                <a:cubicBezTo>
                  <a:pt x="2055435" y="3640"/>
                  <a:pt x="2058370" y="2252"/>
                  <a:pt x="2061600" y="1342"/>
                </a:cubicBezTo>
                <a:cubicBezTo>
                  <a:pt x="2064057" y="660"/>
                  <a:pt x="2067378" y="250"/>
                  <a:pt x="2071564" y="114"/>
                </a:cubicBezTo>
                <a:close/>
                <a:moveTo>
                  <a:pt x="2094658" y="73751"/>
                </a:moveTo>
                <a:cubicBezTo>
                  <a:pt x="2097797" y="73751"/>
                  <a:pt x="2100505" y="74865"/>
                  <a:pt x="2102779" y="77095"/>
                </a:cubicBezTo>
                <a:cubicBezTo>
                  <a:pt x="2104963" y="79370"/>
                  <a:pt x="2106055" y="82054"/>
                  <a:pt x="2106055" y="85148"/>
                </a:cubicBezTo>
                <a:cubicBezTo>
                  <a:pt x="2106055" y="88287"/>
                  <a:pt x="2104941" y="90949"/>
                  <a:pt x="2102711" y="93133"/>
                </a:cubicBezTo>
                <a:cubicBezTo>
                  <a:pt x="2100436" y="95407"/>
                  <a:pt x="2097752" y="96522"/>
                  <a:pt x="2094658" y="96477"/>
                </a:cubicBezTo>
                <a:cubicBezTo>
                  <a:pt x="2091519" y="96522"/>
                  <a:pt x="2088857" y="95407"/>
                  <a:pt x="2086673" y="93133"/>
                </a:cubicBezTo>
                <a:cubicBezTo>
                  <a:pt x="2084399" y="90949"/>
                  <a:pt x="2083284" y="88287"/>
                  <a:pt x="2083329" y="85148"/>
                </a:cubicBezTo>
                <a:cubicBezTo>
                  <a:pt x="2083284" y="82054"/>
                  <a:pt x="2084399" y="79370"/>
                  <a:pt x="2086673" y="77095"/>
                </a:cubicBezTo>
                <a:cubicBezTo>
                  <a:pt x="2088857" y="74865"/>
                  <a:pt x="2091519" y="73751"/>
                  <a:pt x="2094658" y="73751"/>
                </a:cubicBezTo>
                <a:close/>
                <a:moveTo>
                  <a:pt x="2131119" y="73751"/>
                </a:moveTo>
                <a:cubicBezTo>
                  <a:pt x="2134258" y="73751"/>
                  <a:pt x="2136965" y="74865"/>
                  <a:pt x="2139240" y="77095"/>
                </a:cubicBezTo>
                <a:cubicBezTo>
                  <a:pt x="2141424" y="79370"/>
                  <a:pt x="2142516" y="82054"/>
                  <a:pt x="2142516" y="85148"/>
                </a:cubicBezTo>
                <a:cubicBezTo>
                  <a:pt x="2142516" y="88287"/>
                  <a:pt x="2141401" y="90949"/>
                  <a:pt x="2139172" y="93133"/>
                </a:cubicBezTo>
                <a:cubicBezTo>
                  <a:pt x="2136897" y="95407"/>
                  <a:pt x="2134213" y="96522"/>
                  <a:pt x="2131119" y="96477"/>
                </a:cubicBezTo>
                <a:cubicBezTo>
                  <a:pt x="2127980" y="96522"/>
                  <a:pt x="2125318" y="95407"/>
                  <a:pt x="2123134" y="93133"/>
                </a:cubicBezTo>
                <a:cubicBezTo>
                  <a:pt x="2120859" y="90949"/>
                  <a:pt x="2119745" y="88287"/>
                  <a:pt x="2119790" y="85148"/>
                </a:cubicBezTo>
                <a:cubicBezTo>
                  <a:pt x="2119745" y="82054"/>
                  <a:pt x="2120859" y="79370"/>
                  <a:pt x="2123134" y="77095"/>
                </a:cubicBezTo>
                <a:cubicBezTo>
                  <a:pt x="2125318" y="74865"/>
                  <a:pt x="2127980" y="73751"/>
                  <a:pt x="2131119" y="73751"/>
                </a:cubicBezTo>
                <a:close/>
                <a:moveTo>
                  <a:pt x="2167580" y="73751"/>
                </a:moveTo>
                <a:cubicBezTo>
                  <a:pt x="2170719" y="73751"/>
                  <a:pt x="2173426" y="74865"/>
                  <a:pt x="2175701" y="77095"/>
                </a:cubicBezTo>
                <a:cubicBezTo>
                  <a:pt x="2177885" y="79370"/>
                  <a:pt x="2178977" y="82054"/>
                  <a:pt x="2178977" y="85148"/>
                </a:cubicBezTo>
                <a:cubicBezTo>
                  <a:pt x="2178977" y="88287"/>
                  <a:pt x="2177862" y="90949"/>
                  <a:pt x="2175633" y="93133"/>
                </a:cubicBezTo>
                <a:cubicBezTo>
                  <a:pt x="2173358" y="95407"/>
                  <a:pt x="2170674" y="96522"/>
                  <a:pt x="2167580" y="96477"/>
                </a:cubicBezTo>
                <a:cubicBezTo>
                  <a:pt x="2164441" y="96522"/>
                  <a:pt x="2161779" y="95407"/>
                  <a:pt x="2159595" y="93133"/>
                </a:cubicBezTo>
                <a:cubicBezTo>
                  <a:pt x="2157320" y="90949"/>
                  <a:pt x="2156206" y="88287"/>
                  <a:pt x="2156251" y="85148"/>
                </a:cubicBezTo>
                <a:cubicBezTo>
                  <a:pt x="2156206" y="82054"/>
                  <a:pt x="2157320" y="79370"/>
                  <a:pt x="2159595" y="77095"/>
                </a:cubicBezTo>
                <a:cubicBezTo>
                  <a:pt x="2161779" y="74865"/>
                  <a:pt x="2164441" y="73751"/>
                  <a:pt x="2167580" y="73751"/>
                </a:cubicBezTo>
                <a:close/>
                <a:moveTo>
                  <a:pt x="2192712" y="123024"/>
                </a:moveTo>
                <a:lnTo>
                  <a:pt x="2192712" y="119885"/>
                </a:lnTo>
                <a:cubicBezTo>
                  <a:pt x="2197216" y="119066"/>
                  <a:pt x="2200560" y="117451"/>
                  <a:pt x="2202744" y="115039"/>
                </a:cubicBezTo>
                <a:cubicBezTo>
                  <a:pt x="2204928" y="112719"/>
                  <a:pt x="2206020" y="110057"/>
                  <a:pt x="2206020" y="107055"/>
                </a:cubicBezTo>
                <a:cubicBezTo>
                  <a:pt x="2206020" y="104097"/>
                  <a:pt x="2205474" y="100321"/>
                  <a:pt x="2204382" y="95726"/>
                </a:cubicBezTo>
                <a:cubicBezTo>
                  <a:pt x="2203290" y="91222"/>
                  <a:pt x="2202744" y="87286"/>
                  <a:pt x="2202744" y="83919"/>
                </a:cubicBezTo>
                <a:cubicBezTo>
                  <a:pt x="2202699" y="80780"/>
                  <a:pt x="2203609" y="77595"/>
                  <a:pt x="2205474" y="74365"/>
                </a:cubicBezTo>
                <a:cubicBezTo>
                  <a:pt x="2207294" y="71180"/>
                  <a:pt x="2209956" y="68450"/>
                  <a:pt x="2213459" y="66176"/>
                </a:cubicBezTo>
                <a:cubicBezTo>
                  <a:pt x="2215825" y="64629"/>
                  <a:pt x="2219669" y="63127"/>
                  <a:pt x="2224992" y="61671"/>
                </a:cubicBezTo>
                <a:cubicBezTo>
                  <a:pt x="2219305" y="59897"/>
                  <a:pt x="2215211" y="58145"/>
                  <a:pt x="2212708" y="56416"/>
                </a:cubicBezTo>
                <a:cubicBezTo>
                  <a:pt x="2209296" y="54096"/>
                  <a:pt x="2206748" y="51366"/>
                  <a:pt x="2205065" y="48227"/>
                </a:cubicBezTo>
                <a:cubicBezTo>
                  <a:pt x="2203336" y="45088"/>
                  <a:pt x="2202494" y="42108"/>
                  <a:pt x="2202540" y="39287"/>
                </a:cubicBezTo>
                <a:cubicBezTo>
                  <a:pt x="2202494" y="36602"/>
                  <a:pt x="2203063" y="32963"/>
                  <a:pt x="2204246" y="28367"/>
                </a:cubicBezTo>
                <a:cubicBezTo>
                  <a:pt x="2205338" y="23863"/>
                  <a:pt x="2205884" y="19928"/>
                  <a:pt x="2205884" y="16561"/>
                </a:cubicBezTo>
                <a:cubicBezTo>
                  <a:pt x="2205884" y="13285"/>
                  <a:pt x="2204860" y="10487"/>
                  <a:pt x="2202813" y="8167"/>
                </a:cubicBezTo>
                <a:cubicBezTo>
                  <a:pt x="2200765" y="5846"/>
                  <a:pt x="2197398" y="4208"/>
                  <a:pt x="2192712" y="3253"/>
                </a:cubicBezTo>
                <a:lnTo>
                  <a:pt x="2192712" y="114"/>
                </a:lnTo>
                <a:lnTo>
                  <a:pt x="2195101" y="45"/>
                </a:lnTo>
                <a:cubicBezTo>
                  <a:pt x="2199651" y="0"/>
                  <a:pt x="2204041" y="1069"/>
                  <a:pt x="2208272" y="3253"/>
                </a:cubicBezTo>
                <a:cubicBezTo>
                  <a:pt x="2212412" y="5437"/>
                  <a:pt x="2215575" y="8235"/>
                  <a:pt x="2217758" y="11647"/>
                </a:cubicBezTo>
                <a:cubicBezTo>
                  <a:pt x="2219851" y="15151"/>
                  <a:pt x="2220898" y="18517"/>
                  <a:pt x="2220898" y="21748"/>
                </a:cubicBezTo>
                <a:cubicBezTo>
                  <a:pt x="2220898" y="24841"/>
                  <a:pt x="2220192" y="29118"/>
                  <a:pt x="2218782" y="34578"/>
                </a:cubicBezTo>
                <a:cubicBezTo>
                  <a:pt x="2217736" y="38627"/>
                  <a:pt x="2217212" y="42244"/>
                  <a:pt x="2217212" y="45429"/>
                </a:cubicBezTo>
                <a:cubicBezTo>
                  <a:pt x="2217212" y="49069"/>
                  <a:pt x="2218350" y="52140"/>
                  <a:pt x="2220625" y="54642"/>
                </a:cubicBezTo>
                <a:cubicBezTo>
                  <a:pt x="2222809" y="57190"/>
                  <a:pt x="2226130" y="58805"/>
                  <a:pt x="2230589" y="59487"/>
                </a:cubicBezTo>
                <a:lnTo>
                  <a:pt x="2230589" y="63650"/>
                </a:lnTo>
                <a:cubicBezTo>
                  <a:pt x="2226130" y="64424"/>
                  <a:pt x="2222809" y="66107"/>
                  <a:pt x="2220625" y="68701"/>
                </a:cubicBezTo>
                <a:cubicBezTo>
                  <a:pt x="2218350" y="71385"/>
                  <a:pt x="2217212" y="74593"/>
                  <a:pt x="2217212" y="78323"/>
                </a:cubicBezTo>
                <a:cubicBezTo>
                  <a:pt x="2217167" y="81417"/>
                  <a:pt x="2217667" y="84898"/>
                  <a:pt x="2218714" y="88765"/>
                </a:cubicBezTo>
                <a:cubicBezTo>
                  <a:pt x="2220079" y="94225"/>
                  <a:pt x="2220761" y="98342"/>
                  <a:pt x="2220761" y="101117"/>
                </a:cubicBezTo>
                <a:cubicBezTo>
                  <a:pt x="2220716" y="104120"/>
                  <a:pt x="2219851" y="107123"/>
                  <a:pt x="2218168" y="110126"/>
                </a:cubicBezTo>
                <a:cubicBezTo>
                  <a:pt x="2216348" y="113220"/>
                  <a:pt x="2214119" y="115699"/>
                  <a:pt x="2211480" y="117565"/>
                </a:cubicBezTo>
                <a:cubicBezTo>
                  <a:pt x="2208795" y="119475"/>
                  <a:pt x="2205861" y="120863"/>
                  <a:pt x="2202676" y="121728"/>
                </a:cubicBezTo>
                <a:cubicBezTo>
                  <a:pt x="2200174" y="122410"/>
                  <a:pt x="2196852" y="122842"/>
                  <a:pt x="2192712" y="1230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C094B-C5B4-4546-8189-6FC187C9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35" y="1642994"/>
            <a:ext cx="10" cy="118574"/>
          </a:xfrm>
          <a:custGeom xmlns:a="http://schemas.openxmlformats.org/drawingml/2006/main">
            <a:pathLst>
              <a:path w="1" h="118574" fill="none">
                <a:moveTo>
                  <a:pt x="0" y="1185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191919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10E72-FC5F-4E47-86E3-7A7603E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65" y="1761569"/>
            <a:ext cx="59541" cy="59540"/>
          </a:xfrm>
          <a:custGeom xmlns:a="http://schemas.openxmlformats.org/drawingml/2006/main">
            <a:pathLst>
              <a:path w="59541" h="59540">
                <a:moveTo>
                  <a:pt x="59541" y="0"/>
                </a:moveTo>
                <a:lnTo>
                  <a:pt x="29770" y="59540"/>
                </a:lnTo>
                <a:lnTo>
                  <a:pt x="0" y="0"/>
                </a:lnTo>
                <a:lnTo>
                  <a:pt x="59541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6189F-F955-4A72-8E5C-8EE5C86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65" y="1761569"/>
            <a:ext cx="59541" cy="59540"/>
          </a:xfrm>
          <a:custGeom xmlns:a="http://schemas.openxmlformats.org/drawingml/2006/main">
            <a:pathLst>
              <a:path w="59541" h="59540" fill="none">
                <a:moveTo>
                  <a:pt x="59541" y="0"/>
                </a:moveTo>
                <a:lnTo>
                  <a:pt x="29770" y="59540"/>
                </a:lnTo>
                <a:lnTo>
                  <a:pt x="0" y="0"/>
                </a:lnTo>
                <a:lnTo>
                  <a:pt x="5954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191919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332EB-0851-44F2-9C68-14788271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514" y="1700685"/>
            <a:ext cx="10" cy="120424"/>
          </a:xfrm>
          <a:custGeom xmlns:a="http://schemas.openxmlformats.org/drawingml/2006/main">
            <a:pathLst>
              <a:path w="5" h="120424" fill="none">
                <a:moveTo>
                  <a:pt x="0" y="120424"/>
                </a:moveTo>
                <a:lnTo>
                  <a:pt x="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191919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CB48C-8429-4732-A660-D7C33267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749" y="1641145"/>
            <a:ext cx="59541" cy="59541"/>
          </a:xfrm>
          <a:custGeom xmlns:a="http://schemas.openxmlformats.org/drawingml/2006/main">
            <a:pathLst>
              <a:path w="59541" h="59541">
                <a:moveTo>
                  <a:pt x="0" y="59541"/>
                </a:moveTo>
                <a:lnTo>
                  <a:pt x="29770" y="0"/>
                </a:lnTo>
                <a:lnTo>
                  <a:pt x="59541" y="59541"/>
                </a:lnTo>
                <a:lnTo>
                  <a:pt x="0" y="5954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5266D-F8B0-4E17-B311-12EDC74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749" y="1641145"/>
            <a:ext cx="59541" cy="59541"/>
          </a:xfrm>
          <a:custGeom xmlns:a="http://schemas.openxmlformats.org/drawingml/2006/main">
            <a:pathLst>
              <a:path w="59541" h="59541" fill="none">
                <a:moveTo>
                  <a:pt x="0" y="59541"/>
                </a:moveTo>
                <a:lnTo>
                  <a:pt x="29770" y="0"/>
                </a:lnTo>
                <a:lnTo>
                  <a:pt x="59541" y="59541"/>
                </a:lnTo>
                <a:lnTo>
                  <a:pt x="0" y="59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191919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00A50-4E12-4608-8398-554FA8D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893" y="1700688"/>
            <a:ext cx="10" cy="509795"/>
          </a:xfrm>
          <a:custGeom xmlns:a="http://schemas.openxmlformats.org/drawingml/2006/main">
            <a:pathLst>
              <a:path w="3" h="509795" fill="none">
                <a:moveTo>
                  <a:pt x="3" y="5097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191919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1F846-426E-40C5-B8C9-4C9BA83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123" y="1641147"/>
            <a:ext cx="59540" cy="59541"/>
          </a:xfrm>
          <a:custGeom xmlns:a="http://schemas.openxmlformats.org/drawingml/2006/main">
            <a:pathLst>
              <a:path w="59540" h="59541">
                <a:moveTo>
                  <a:pt x="0" y="59541"/>
                </a:moveTo>
                <a:lnTo>
                  <a:pt x="29770" y="0"/>
                </a:lnTo>
                <a:lnTo>
                  <a:pt x="59540" y="59541"/>
                </a:lnTo>
                <a:lnTo>
                  <a:pt x="0" y="5954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16BBC-63B4-44F8-B2C8-6A14609B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123" y="1641147"/>
            <a:ext cx="59540" cy="59541"/>
          </a:xfrm>
          <a:custGeom xmlns:a="http://schemas.openxmlformats.org/drawingml/2006/main">
            <a:pathLst>
              <a:path w="59540" h="59541" fill="none">
                <a:moveTo>
                  <a:pt x="0" y="59541"/>
                </a:moveTo>
                <a:lnTo>
                  <a:pt x="29770" y="0"/>
                </a:lnTo>
                <a:lnTo>
                  <a:pt x="59540" y="59541"/>
                </a:lnTo>
                <a:lnTo>
                  <a:pt x="0" y="595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191919"/>
            </a:solidFill>
            <a:miter/>
          </a:ln>
        </p:spPr>
      </p:sp>
      <p:sp>
        <p:nvSpPr>
          <p:cNvPr id="40" name="Text SpanBag">
            <a:extLst xmlns:a="http://schemas.openxmlformats.org/drawingml/2006/main">
              <a:ext uri="{FF2B5EF4-FFF2-40B4-BE49-F238E27FC236}">
                <a16:creationId xmlns:a16="http://schemas.microsoft.com/office/drawing/2014/main" id="{247C137A-1254-4B8E-AEE9-C62DDF8E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460" y="591634"/>
            <a:ext cx="788659" cy="173728"/>
          </a:xfrm>
          <a:custGeom xmlns:a="http://schemas.openxmlformats.org/drawingml/2006/main">
            <a:pathLst>
              <a:path w="788659" h="173728">
                <a:moveTo>
                  <a:pt x="81278" y="0"/>
                </a:moveTo>
                <a:lnTo>
                  <a:pt x="82322" y="42918"/>
                </a:lnTo>
                <a:lnTo>
                  <a:pt x="78429" y="42918"/>
                </a:lnTo>
                <a:cubicBezTo>
                  <a:pt x="76530" y="32220"/>
                  <a:pt x="72036" y="23548"/>
                  <a:pt x="64946" y="16901"/>
                </a:cubicBezTo>
                <a:cubicBezTo>
                  <a:pt x="57730" y="10381"/>
                  <a:pt x="49944" y="7121"/>
                  <a:pt x="41588" y="7121"/>
                </a:cubicBezTo>
                <a:cubicBezTo>
                  <a:pt x="35068" y="7121"/>
                  <a:pt x="29973" y="8830"/>
                  <a:pt x="26301" y="12249"/>
                </a:cubicBezTo>
                <a:cubicBezTo>
                  <a:pt x="22503" y="15793"/>
                  <a:pt x="20604" y="19781"/>
                  <a:pt x="20604" y="24212"/>
                </a:cubicBezTo>
                <a:cubicBezTo>
                  <a:pt x="20604" y="27124"/>
                  <a:pt x="21269" y="29656"/>
                  <a:pt x="22598" y="31808"/>
                </a:cubicBezTo>
                <a:cubicBezTo>
                  <a:pt x="24371" y="34784"/>
                  <a:pt x="27314" y="37727"/>
                  <a:pt x="31429" y="40639"/>
                </a:cubicBezTo>
                <a:cubicBezTo>
                  <a:pt x="34340" y="42728"/>
                  <a:pt x="41209" y="46431"/>
                  <a:pt x="52033" y="51748"/>
                </a:cubicBezTo>
                <a:cubicBezTo>
                  <a:pt x="67098" y="59217"/>
                  <a:pt x="77258" y="66212"/>
                  <a:pt x="82512" y="72732"/>
                </a:cubicBezTo>
                <a:cubicBezTo>
                  <a:pt x="87703" y="79379"/>
                  <a:pt x="90298" y="86911"/>
                  <a:pt x="90298" y="95330"/>
                </a:cubicBezTo>
                <a:cubicBezTo>
                  <a:pt x="90298" y="106155"/>
                  <a:pt x="86120" y="115396"/>
                  <a:pt x="77764" y="123056"/>
                </a:cubicBezTo>
                <a:cubicBezTo>
                  <a:pt x="69282" y="130842"/>
                  <a:pt x="58616" y="134735"/>
                  <a:pt x="45766" y="134735"/>
                </a:cubicBezTo>
                <a:cubicBezTo>
                  <a:pt x="41652" y="134798"/>
                  <a:pt x="37822" y="134387"/>
                  <a:pt x="34277" y="133500"/>
                </a:cubicBezTo>
                <a:cubicBezTo>
                  <a:pt x="30606" y="132677"/>
                  <a:pt x="26080" y="131127"/>
                  <a:pt x="20699" y="128848"/>
                </a:cubicBezTo>
                <a:cubicBezTo>
                  <a:pt x="17661" y="127645"/>
                  <a:pt x="15160" y="127012"/>
                  <a:pt x="13198" y="126949"/>
                </a:cubicBezTo>
                <a:cubicBezTo>
                  <a:pt x="11489" y="127012"/>
                  <a:pt x="9748" y="127645"/>
                  <a:pt x="7976" y="128848"/>
                </a:cubicBezTo>
                <a:cubicBezTo>
                  <a:pt x="6140" y="130177"/>
                  <a:pt x="4653" y="132108"/>
                  <a:pt x="3513" y="134640"/>
                </a:cubicBezTo>
                <a:lnTo>
                  <a:pt x="0" y="134640"/>
                </a:lnTo>
                <a:lnTo>
                  <a:pt x="0" y="86025"/>
                </a:lnTo>
                <a:lnTo>
                  <a:pt x="3513" y="86025"/>
                </a:lnTo>
                <a:cubicBezTo>
                  <a:pt x="6235" y="99761"/>
                  <a:pt x="11616" y="110174"/>
                  <a:pt x="19655" y="117264"/>
                </a:cubicBezTo>
                <a:cubicBezTo>
                  <a:pt x="27504" y="124480"/>
                  <a:pt x="36050" y="128088"/>
                  <a:pt x="45291" y="128088"/>
                </a:cubicBezTo>
                <a:cubicBezTo>
                  <a:pt x="52318" y="128152"/>
                  <a:pt x="57983" y="126221"/>
                  <a:pt x="62288" y="122296"/>
                </a:cubicBezTo>
                <a:cubicBezTo>
                  <a:pt x="66465" y="118435"/>
                  <a:pt x="68554" y="113941"/>
                  <a:pt x="68554" y="108813"/>
                </a:cubicBezTo>
                <a:cubicBezTo>
                  <a:pt x="68554" y="105775"/>
                  <a:pt x="67763" y="102831"/>
                  <a:pt x="66180" y="99983"/>
                </a:cubicBezTo>
                <a:cubicBezTo>
                  <a:pt x="64535" y="97134"/>
                  <a:pt x="62066" y="94412"/>
                  <a:pt x="58774" y="91817"/>
                </a:cubicBezTo>
                <a:cubicBezTo>
                  <a:pt x="55419" y="89285"/>
                  <a:pt x="49596" y="85962"/>
                  <a:pt x="41303" y="81847"/>
                </a:cubicBezTo>
                <a:cubicBezTo>
                  <a:pt x="29593" y="76150"/>
                  <a:pt x="21174" y="71245"/>
                  <a:pt x="16047" y="67130"/>
                </a:cubicBezTo>
                <a:cubicBezTo>
                  <a:pt x="10919" y="63142"/>
                  <a:pt x="6995" y="58616"/>
                  <a:pt x="4273" y="53552"/>
                </a:cubicBezTo>
                <a:cubicBezTo>
                  <a:pt x="1488" y="48551"/>
                  <a:pt x="95" y="43044"/>
                  <a:pt x="95" y="37031"/>
                </a:cubicBezTo>
                <a:cubicBezTo>
                  <a:pt x="95" y="26776"/>
                  <a:pt x="3861" y="18041"/>
                  <a:pt x="11394" y="10824"/>
                </a:cubicBezTo>
                <a:cubicBezTo>
                  <a:pt x="18863" y="3608"/>
                  <a:pt x="28359" y="0"/>
                  <a:pt x="39879" y="0"/>
                </a:cubicBezTo>
                <a:cubicBezTo>
                  <a:pt x="44057" y="0"/>
                  <a:pt x="48108" y="506"/>
                  <a:pt x="52033" y="1519"/>
                </a:cubicBezTo>
                <a:cubicBezTo>
                  <a:pt x="54945" y="2342"/>
                  <a:pt x="58584" y="3735"/>
                  <a:pt x="62952" y="5697"/>
                </a:cubicBezTo>
                <a:cubicBezTo>
                  <a:pt x="67193" y="7786"/>
                  <a:pt x="70168" y="8830"/>
                  <a:pt x="71878" y="8830"/>
                </a:cubicBezTo>
                <a:cubicBezTo>
                  <a:pt x="73460" y="8894"/>
                  <a:pt x="74758" y="8387"/>
                  <a:pt x="75770" y="7311"/>
                </a:cubicBezTo>
                <a:cubicBezTo>
                  <a:pt x="76657" y="6362"/>
                  <a:pt x="77543" y="3925"/>
                  <a:pt x="78429" y="0"/>
                </a:cubicBezTo>
                <a:lnTo>
                  <a:pt x="81278" y="0"/>
                </a:lnTo>
                <a:close/>
                <a:moveTo>
                  <a:pt x="140242" y="122676"/>
                </a:moveTo>
                <a:lnTo>
                  <a:pt x="140242" y="155719"/>
                </a:lnTo>
                <a:cubicBezTo>
                  <a:pt x="140242" y="160340"/>
                  <a:pt x="140622" y="163441"/>
                  <a:pt x="141381" y="165024"/>
                </a:cubicBezTo>
                <a:cubicBezTo>
                  <a:pt x="142014" y="166670"/>
                  <a:pt x="143122" y="167872"/>
                  <a:pt x="144705" y="168632"/>
                </a:cubicBezTo>
                <a:cubicBezTo>
                  <a:pt x="146161" y="169392"/>
                  <a:pt x="149136" y="169771"/>
                  <a:pt x="153630" y="169771"/>
                </a:cubicBezTo>
                <a:lnTo>
                  <a:pt x="153630" y="173285"/>
                </a:lnTo>
                <a:lnTo>
                  <a:pt x="103021" y="173285"/>
                </a:lnTo>
                <a:lnTo>
                  <a:pt x="103021" y="169771"/>
                </a:lnTo>
                <a:cubicBezTo>
                  <a:pt x="106883" y="169708"/>
                  <a:pt x="109795" y="168600"/>
                  <a:pt x="111757" y="166448"/>
                </a:cubicBezTo>
                <a:cubicBezTo>
                  <a:pt x="112960" y="165056"/>
                  <a:pt x="113593" y="161289"/>
                  <a:pt x="113656" y="155149"/>
                </a:cubicBezTo>
                <a:lnTo>
                  <a:pt x="113656" y="61433"/>
                </a:lnTo>
                <a:cubicBezTo>
                  <a:pt x="113593" y="55230"/>
                  <a:pt x="112865" y="51210"/>
                  <a:pt x="111472" y="49374"/>
                </a:cubicBezTo>
                <a:cubicBezTo>
                  <a:pt x="110016" y="47728"/>
                  <a:pt x="107199" y="46747"/>
                  <a:pt x="103021" y="46431"/>
                </a:cubicBezTo>
                <a:lnTo>
                  <a:pt x="103021" y="42918"/>
                </a:lnTo>
                <a:lnTo>
                  <a:pt x="140242" y="42918"/>
                </a:lnTo>
                <a:lnTo>
                  <a:pt x="140242" y="54597"/>
                </a:lnTo>
                <a:cubicBezTo>
                  <a:pt x="143344" y="50039"/>
                  <a:pt x="146509" y="46747"/>
                  <a:pt x="149737" y="44722"/>
                </a:cubicBezTo>
                <a:cubicBezTo>
                  <a:pt x="154358" y="41810"/>
                  <a:pt x="159390" y="40322"/>
                  <a:pt x="164834" y="40259"/>
                </a:cubicBezTo>
                <a:cubicBezTo>
                  <a:pt x="171291" y="40322"/>
                  <a:pt x="177241" y="42380"/>
                  <a:pt x="182685" y="46431"/>
                </a:cubicBezTo>
                <a:cubicBezTo>
                  <a:pt x="188002" y="50545"/>
                  <a:pt x="192053" y="56211"/>
                  <a:pt x="194839" y="63427"/>
                </a:cubicBezTo>
                <a:cubicBezTo>
                  <a:pt x="197560" y="70770"/>
                  <a:pt x="198953" y="78587"/>
                  <a:pt x="199016" y="86880"/>
                </a:cubicBezTo>
                <a:cubicBezTo>
                  <a:pt x="199016" y="95932"/>
                  <a:pt x="197592" y="104129"/>
                  <a:pt x="194744" y="111472"/>
                </a:cubicBezTo>
                <a:cubicBezTo>
                  <a:pt x="191768" y="119005"/>
                  <a:pt x="187591" y="124670"/>
                  <a:pt x="182210" y="128468"/>
                </a:cubicBezTo>
                <a:cubicBezTo>
                  <a:pt x="176703" y="132393"/>
                  <a:pt x="170595" y="134355"/>
                  <a:pt x="163885" y="134355"/>
                </a:cubicBezTo>
                <a:cubicBezTo>
                  <a:pt x="159011" y="134418"/>
                  <a:pt x="154453" y="133342"/>
                  <a:pt x="150212" y="131127"/>
                </a:cubicBezTo>
                <a:cubicBezTo>
                  <a:pt x="147047" y="129544"/>
                  <a:pt x="143724" y="126727"/>
                  <a:pt x="140242" y="122676"/>
                </a:cubicBezTo>
                <a:moveTo>
                  <a:pt x="140242" y="113086"/>
                </a:moveTo>
                <a:cubicBezTo>
                  <a:pt x="145623" y="120809"/>
                  <a:pt x="151446" y="124670"/>
                  <a:pt x="157713" y="124670"/>
                </a:cubicBezTo>
                <a:cubicBezTo>
                  <a:pt x="161131" y="124670"/>
                  <a:pt x="163948" y="122866"/>
                  <a:pt x="166163" y="119258"/>
                </a:cubicBezTo>
                <a:cubicBezTo>
                  <a:pt x="169455" y="113941"/>
                  <a:pt x="171101" y="103813"/>
                  <a:pt x="171101" y="88874"/>
                </a:cubicBezTo>
                <a:cubicBezTo>
                  <a:pt x="171101" y="73618"/>
                  <a:pt x="169297" y="63142"/>
                  <a:pt x="165689" y="57445"/>
                </a:cubicBezTo>
                <a:cubicBezTo>
                  <a:pt x="163283" y="53774"/>
                  <a:pt x="160055" y="51906"/>
                  <a:pt x="156004" y="51843"/>
                </a:cubicBezTo>
                <a:cubicBezTo>
                  <a:pt x="149547" y="51906"/>
                  <a:pt x="144293" y="56527"/>
                  <a:pt x="140242" y="65706"/>
                </a:cubicBezTo>
                <a:lnTo>
                  <a:pt x="140242" y="113086"/>
                </a:lnTo>
                <a:close/>
                <a:moveTo>
                  <a:pt x="264247" y="118593"/>
                </a:moveTo>
                <a:cubicBezTo>
                  <a:pt x="253423" y="128215"/>
                  <a:pt x="243706" y="132994"/>
                  <a:pt x="235097" y="132931"/>
                </a:cubicBezTo>
                <a:cubicBezTo>
                  <a:pt x="229970" y="132931"/>
                  <a:pt x="225761" y="131253"/>
                  <a:pt x="222469" y="127898"/>
                </a:cubicBezTo>
                <a:cubicBezTo>
                  <a:pt x="219114" y="124670"/>
                  <a:pt x="217437" y="120524"/>
                  <a:pt x="217437" y="115460"/>
                </a:cubicBezTo>
                <a:cubicBezTo>
                  <a:pt x="217437" y="108750"/>
                  <a:pt x="220348" y="102641"/>
                  <a:pt x="226172" y="97134"/>
                </a:cubicBezTo>
                <a:cubicBezTo>
                  <a:pt x="231932" y="91817"/>
                  <a:pt x="244624" y="84633"/>
                  <a:pt x="264247" y="75581"/>
                </a:cubicBezTo>
                <a:lnTo>
                  <a:pt x="264247" y="66655"/>
                </a:lnTo>
                <a:cubicBezTo>
                  <a:pt x="264184" y="60009"/>
                  <a:pt x="263836" y="55768"/>
                  <a:pt x="263203" y="53932"/>
                </a:cubicBezTo>
                <a:cubicBezTo>
                  <a:pt x="262380" y="52223"/>
                  <a:pt x="260987" y="50704"/>
                  <a:pt x="259025" y="49374"/>
                </a:cubicBezTo>
                <a:cubicBezTo>
                  <a:pt x="256999" y="48172"/>
                  <a:pt x="254720" y="47539"/>
                  <a:pt x="252188" y="47475"/>
                </a:cubicBezTo>
                <a:cubicBezTo>
                  <a:pt x="248074" y="47539"/>
                  <a:pt x="244687" y="48456"/>
                  <a:pt x="242029" y="50229"/>
                </a:cubicBezTo>
                <a:cubicBezTo>
                  <a:pt x="240383" y="51368"/>
                  <a:pt x="239560" y="52698"/>
                  <a:pt x="239560" y="54217"/>
                </a:cubicBezTo>
                <a:cubicBezTo>
                  <a:pt x="239497" y="55546"/>
                  <a:pt x="240383" y="57192"/>
                  <a:pt x="242219" y="59154"/>
                </a:cubicBezTo>
                <a:cubicBezTo>
                  <a:pt x="244561" y="61939"/>
                  <a:pt x="245764" y="64566"/>
                  <a:pt x="245827" y="67035"/>
                </a:cubicBezTo>
                <a:cubicBezTo>
                  <a:pt x="245827" y="70200"/>
                  <a:pt x="244687" y="72827"/>
                  <a:pt x="242409" y="74916"/>
                </a:cubicBezTo>
                <a:cubicBezTo>
                  <a:pt x="240003" y="77131"/>
                  <a:pt x="236965" y="78239"/>
                  <a:pt x="233293" y="78239"/>
                </a:cubicBezTo>
                <a:cubicBezTo>
                  <a:pt x="229305" y="78239"/>
                  <a:pt x="225982" y="77036"/>
                  <a:pt x="223324" y="74631"/>
                </a:cubicBezTo>
                <a:cubicBezTo>
                  <a:pt x="220538" y="72289"/>
                  <a:pt x="219177" y="69472"/>
                  <a:pt x="219241" y="66180"/>
                </a:cubicBezTo>
                <a:cubicBezTo>
                  <a:pt x="219241" y="61623"/>
                  <a:pt x="221045" y="57255"/>
                  <a:pt x="224653" y="53077"/>
                </a:cubicBezTo>
                <a:cubicBezTo>
                  <a:pt x="228261" y="49026"/>
                  <a:pt x="233293" y="45861"/>
                  <a:pt x="239750" y="43582"/>
                </a:cubicBezTo>
                <a:cubicBezTo>
                  <a:pt x="246207" y="41430"/>
                  <a:pt x="252916" y="40322"/>
                  <a:pt x="259879" y="40259"/>
                </a:cubicBezTo>
                <a:cubicBezTo>
                  <a:pt x="268298" y="40322"/>
                  <a:pt x="274977" y="42095"/>
                  <a:pt x="279914" y="45576"/>
                </a:cubicBezTo>
                <a:cubicBezTo>
                  <a:pt x="284725" y="49184"/>
                  <a:pt x="287890" y="53077"/>
                  <a:pt x="289409" y="57255"/>
                </a:cubicBezTo>
                <a:cubicBezTo>
                  <a:pt x="290232" y="59914"/>
                  <a:pt x="290675" y="66022"/>
                  <a:pt x="290738" y="75581"/>
                </a:cubicBezTo>
                <a:lnTo>
                  <a:pt x="290738" y="110048"/>
                </a:lnTo>
                <a:cubicBezTo>
                  <a:pt x="290738" y="114162"/>
                  <a:pt x="290897" y="116694"/>
                  <a:pt x="291213" y="117644"/>
                </a:cubicBezTo>
                <a:cubicBezTo>
                  <a:pt x="291466" y="118783"/>
                  <a:pt x="291941" y="119574"/>
                  <a:pt x="292637" y="120017"/>
                </a:cubicBezTo>
                <a:cubicBezTo>
                  <a:pt x="293207" y="120524"/>
                  <a:pt x="293935" y="120777"/>
                  <a:pt x="294821" y="120777"/>
                </a:cubicBezTo>
                <a:cubicBezTo>
                  <a:pt x="296404" y="120840"/>
                  <a:pt x="298081" y="119669"/>
                  <a:pt x="299854" y="117264"/>
                </a:cubicBezTo>
                <a:lnTo>
                  <a:pt x="302702" y="119543"/>
                </a:lnTo>
                <a:cubicBezTo>
                  <a:pt x="299474" y="124227"/>
                  <a:pt x="296214" y="127613"/>
                  <a:pt x="292922" y="129702"/>
                </a:cubicBezTo>
                <a:cubicBezTo>
                  <a:pt x="289441" y="131918"/>
                  <a:pt x="285579" y="132994"/>
                  <a:pt x="281338" y="132931"/>
                </a:cubicBezTo>
                <a:cubicBezTo>
                  <a:pt x="276274" y="132931"/>
                  <a:pt x="272318" y="131728"/>
                  <a:pt x="269469" y="129323"/>
                </a:cubicBezTo>
                <a:cubicBezTo>
                  <a:pt x="266621" y="127044"/>
                  <a:pt x="264880" y="123467"/>
                  <a:pt x="264247" y="118593"/>
                </a:cubicBezTo>
                <a:moveTo>
                  <a:pt x="264247" y="111662"/>
                </a:moveTo>
                <a:lnTo>
                  <a:pt x="264247" y="81942"/>
                </a:lnTo>
                <a:cubicBezTo>
                  <a:pt x="256525" y="86437"/>
                  <a:pt x="250828" y="91247"/>
                  <a:pt x="247156" y="96375"/>
                </a:cubicBezTo>
                <a:cubicBezTo>
                  <a:pt x="244687" y="99793"/>
                  <a:pt x="243453" y="103243"/>
                  <a:pt x="243453" y="106724"/>
                </a:cubicBezTo>
                <a:cubicBezTo>
                  <a:pt x="243453" y="109699"/>
                  <a:pt x="244497" y="112263"/>
                  <a:pt x="246586" y="114415"/>
                </a:cubicBezTo>
                <a:cubicBezTo>
                  <a:pt x="248169" y="116124"/>
                  <a:pt x="250384" y="116979"/>
                  <a:pt x="253233" y="116979"/>
                </a:cubicBezTo>
                <a:cubicBezTo>
                  <a:pt x="256335" y="116979"/>
                  <a:pt x="260006" y="115207"/>
                  <a:pt x="264247" y="111662"/>
                </a:cubicBezTo>
                <a:close/>
                <a:moveTo>
                  <a:pt x="348753" y="42918"/>
                </a:moveTo>
                <a:lnTo>
                  <a:pt x="348753" y="54407"/>
                </a:lnTo>
                <a:cubicBezTo>
                  <a:pt x="353311" y="49469"/>
                  <a:pt x="357679" y="45861"/>
                  <a:pt x="361857" y="43582"/>
                </a:cubicBezTo>
                <a:cubicBezTo>
                  <a:pt x="365971" y="41430"/>
                  <a:pt x="370465" y="40322"/>
                  <a:pt x="375340" y="40259"/>
                </a:cubicBezTo>
                <a:cubicBezTo>
                  <a:pt x="381100" y="40322"/>
                  <a:pt x="385879" y="41905"/>
                  <a:pt x="389677" y="45007"/>
                </a:cubicBezTo>
                <a:cubicBezTo>
                  <a:pt x="393475" y="48235"/>
                  <a:pt x="396007" y="52223"/>
                  <a:pt x="397273" y="56970"/>
                </a:cubicBezTo>
                <a:cubicBezTo>
                  <a:pt x="398286" y="60578"/>
                  <a:pt x="398792" y="67510"/>
                  <a:pt x="398792" y="77764"/>
                </a:cubicBezTo>
                <a:lnTo>
                  <a:pt x="398792" y="112326"/>
                </a:lnTo>
                <a:cubicBezTo>
                  <a:pt x="398792" y="119226"/>
                  <a:pt x="399425" y="123467"/>
                  <a:pt x="400691" y="125050"/>
                </a:cubicBezTo>
                <a:cubicBezTo>
                  <a:pt x="401894" y="126759"/>
                  <a:pt x="404458" y="127835"/>
                  <a:pt x="408382" y="128278"/>
                </a:cubicBezTo>
                <a:lnTo>
                  <a:pt x="408382" y="131696"/>
                </a:lnTo>
                <a:lnTo>
                  <a:pt x="363471" y="131696"/>
                </a:lnTo>
                <a:lnTo>
                  <a:pt x="363471" y="128278"/>
                </a:lnTo>
                <a:cubicBezTo>
                  <a:pt x="366762" y="127898"/>
                  <a:pt x="369168" y="126506"/>
                  <a:pt x="370687" y="124100"/>
                </a:cubicBezTo>
                <a:cubicBezTo>
                  <a:pt x="371700" y="122518"/>
                  <a:pt x="372206" y="118593"/>
                  <a:pt x="372206" y="112326"/>
                </a:cubicBezTo>
                <a:lnTo>
                  <a:pt x="372206" y="72827"/>
                </a:lnTo>
                <a:cubicBezTo>
                  <a:pt x="372206" y="65547"/>
                  <a:pt x="371921" y="60958"/>
                  <a:pt x="371352" y="59059"/>
                </a:cubicBezTo>
                <a:cubicBezTo>
                  <a:pt x="370782" y="57160"/>
                  <a:pt x="369832" y="55673"/>
                  <a:pt x="368503" y="54597"/>
                </a:cubicBezTo>
                <a:cubicBezTo>
                  <a:pt x="367047" y="53584"/>
                  <a:pt x="365528" y="53077"/>
                  <a:pt x="363945" y="53077"/>
                </a:cubicBezTo>
                <a:cubicBezTo>
                  <a:pt x="358438" y="53077"/>
                  <a:pt x="353374" y="56970"/>
                  <a:pt x="348753" y="64756"/>
                </a:cubicBezTo>
                <a:lnTo>
                  <a:pt x="348753" y="112326"/>
                </a:lnTo>
                <a:cubicBezTo>
                  <a:pt x="348753" y="118973"/>
                  <a:pt x="349386" y="123182"/>
                  <a:pt x="350652" y="124955"/>
                </a:cubicBezTo>
                <a:cubicBezTo>
                  <a:pt x="351855" y="126791"/>
                  <a:pt x="354134" y="127898"/>
                  <a:pt x="357489" y="128278"/>
                </a:cubicBezTo>
                <a:lnTo>
                  <a:pt x="357489" y="131696"/>
                </a:lnTo>
                <a:lnTo>
                  <a:pt x="312577" y="131696"/>
                </a:lnTo>
                <a:lnTo>
                  <a:pt x="312577" y="128278"/>
                </a:lnTo>
                <a:cubicBezTo>
                  <a:pt x="316249" y="127898"/>
                  <a:pt x="318907" y="126696"/>
                  <a:pt x="320553" y="124670"/>
                </a:cubicBezTo>
                <a:cubicBezTo>
                  <a:pt x="321566" y="123277"/>
                  <a:pt x="322104" y="119163"/>
                  <a:pt x="322167" y="112326"/>
                </a:cubicBezTo>
                <a:lnTo>
                  <a:pt x="322167" y="62193"/>
                </a:lnTo>
                <a:cubicBezTo>
                  <a:pt x="322167" y="55483"/>
                  <a:pt x="321566" y="51305"/>
                  <a:pt x="320363" y="49659"/>
                </a:cubicBezTo>
                <a:cubicBezTo>
                  <a:pt x="319034" y="48077"/>
                  <a:pt x="316439" y="47000"/>
                  <a:pt x="312577" y="46431"/>
                </a:cubicBezTo>
                <a:lnTo>
                  <a:pt x="312577" y="42918"/>
                </a:lnTo>
                <a:lnTo>
                  <a:pt x="348753" y="42918"/>
                </a:lnTo>
                <a:close/>
                <a:moveTo>
                  <a:pt x="550428" y="63427"/>
                </a:moveTo>
                <a:cubicBezTo>
                  <a:pt x="562645" y="66275"/>
                  <a:pt x="571222" y="69725"/>
                  <a:pt x="576160" y="73777"/>
                </a:cubicBezTo>
                <a:cubicBezTo>
                  <a:pt x="583249" y="79600"/>
                  <a:pt x="586794" y="87070"/>
                  <a:pt x="586794" y="96185"/>
                </a:cubicBezTo>
                <a:cubicBezTo>
                  <a:pt x="586794" y="105870"/>
                  <a:pt x="582901" y="113877"/>
                  <a:pt x="575115" y="120207"/>
                </a:cubicBezTo>
                <a:cubicBezTo>
                  <a:pt x="565494" y="127930"/>
                  <a:pt x="551599" y="131760"/>
                  <a:pt x="533432" y="131696"/>
                </a:cubicBezTo>
                <a:lnTo>
                  <a:pt x="468011" y="131696"/>
                </a:lnTo>
                <a:lnTo>
                  <a:pt x="468011" y="128183"/>
                </a:lnTo>
                <a:cubicBezTo>
                  <a:pt x="473898" y="128183"/>
                  <a:pt x="477949" y="127613"/>
                  <a:pt x="480165" y="126474"/>
                </a:cubicBezTo>
                <a:cubicBezTo>
                  <a:pt x="482254" y="125461"/>
                  <a:pt x="483741" y="124037"/>
                  <a:pt x="484627" y="122201"/>
                </a:cubicBezTo>
                <a:cubicBezTo>
                  <a:pt x="485450" y="120429"/>
                  <a:pt x="485862" y="116061"/>
                  <a:pt x="485862" y="109098"/>
                </a:cubicBezTo>
                <a:lnTo>
                  <a:pt x="485862" y="25542"/>
                </a:lnTo>
                <a:cubicBezTo>
                  <a:pt x="485862" y="18642"/>
                  <a:pt x="485450" y="14243"/>
                  <a:pt x="484627" y="12344"/>
                </a:cubicBezTo>
                <a:cubicBezTo>
                  <a:pt x="483741" y="10571"/>
                  <a:pt x="482222" y="9147"/>
                  <a:pt x="480070" y="8071"/>
                </a:cubicBezTo>
                <a:cubicBezTo>
                  <a:pt x="477854" y="7058"/>
                  <a:pt x="473835" y="6520"/>
                  <a:pt x="468011" y="6457"/>
                </a:cubicBezTo>
                <a:lnTo>
                  <a:pt x="468011" y="2943"/>
                </a:lnTo>
                <a:lnTo>
                  <a:pt x="529729" y="2943"/>
                </a:lnTo>
                <a:cubicBezTo>
                  <a:pt x="544415" y="3007"/>
                  <a:pt x="554859" y="4304"/>
                  <a:pt x="561063" y="6836"/>
                </a:cubicBezTo>
                <a:cubicBezTo>
                  <a:pt x="567203" y="9495"/>
                  <a:pt x="572045" y="13420"/>
                  <a:pt x="575590" y="18610"/>
                </a:cubicBezTo>
                <a:cubicBezTo>
                  <a:pt x="579071" y="23864"/>
                  <a:pt x="580844" y="29435"/>
                  <a:pt x="580907" y="35322"/>
                </a:cubicBezTo>
                <a:cubicBezTo>
                  <a:pt x="580844" y="41525"/>
                  <a:pt x="578597" y="47032"/>
                  <a:pt x="574166" y="51843"/>
                </a:cubicBezTo>
                <a:cubicBezTo>
                  <a:pt x="569608" y="56717"/>
                  <a:pt x="561696" y="60578"/>
                  <a:pt x="550428" y="63427"/>
                </a:cubicBezTo>
                <a:moveTo>
                  <a:pt x="515866" y="60863"/>
                </a:moveTo>
                <a:cubicBezTo>
                  <a:pt x="524855" y="60863"/>
                  <a:pt x="531501" y="59850"/>
                  <a:pt x="535806" y="57825"/>
                </a:cubicBezTo>
                <a:cubicBezTo>
                  <a:pt x="540047" y="55863"/>
                  <a:pt x="543307" y="53014"/>
                  <a:pt x="545586" y="49279"/>
                </a:cubicBezTo>
                <a:cubicBezTo>
                  <a:pt x="547864" y="45608"/>
                  <a:pt x="549004" y="40924"/>
                  <a:pt x="549004" y="35227"/>
                </a:cubicBezTo>
                <a:cubicBezTo>
                  <a:pt x="548941" y="29593"/>
                  <a:pt x="547833" y="24909"/>
                  <a:pt x="545681" y="21174"/>
                </a:cubicBezTo>
                <a:cubicBezTo>
                  <a:pt x="543402" y="17566"/>
                  <a:pt x="540173" y="14812"/>
                  <a:pt x="535996" y="12913"/>
                </a:cubicBezTo>
                <a:cubicBezTo>
                  <a:pt x="531754" y="11014"/>
                  <a:pt x="525045" y="10096"/>
                  <a:pt x="515866" y="10160"/>
                </a:cubicBezTo>
                <a:lnTo>
                  <a:pt x="515866" y="60863"/>
                </a:lnTo>
                <a:moveTo>
                  <a:pt x="515866" y="68269"/>
                </a:moveTo>
                <a:lnTo>
                  <a:pt x="515866" y="109573"/>
                </a:lnTo>
                <a:lnTo>
                  <a:pt x="515771" y="114320"/>
                </a:lnTo>
                <a:cubicBezTo>
                  <a:pt x="515708" y="117739"/>
                  <a:pt x="516594" y="120302"/>
                  <a:pt x="518430" y="122011"/>
                </a:cubicBezTo>
                <a:cubicBezTo>
                  <a:pt x="520139" y="123847"/>
                  <a:pt x="522703" y="124733"/>
                  <a:pt x="526121" y="124670"/>
                </a:cubicBezTo>
                <a:cubicBezTo>
                  <a:pt x="531121" y="124670"/>
                  <a:pt x="535806" y="123531"/>
                  <a:pt x="540173" y="121252"/>
                </a:cubicBezTo>
                <a:cubicBezTo>
                  <a:pt x="544415" y="119100"/>
                  <a:pt x="547675" y="115840"/>
                  <a:pt x="549953" y="111472"/>
                </a:cubicBezTo>
                <a:cubicBezTo>
                  <a:pt x="552232" y="107231"/>
                  <a:pt x="553372" y="102483"/>
                  <a:pt x="553372" y="97229"/>
                </a:cubicBezTo>
                <a:cubicBezTo>
                  <a:pt x="553308" y="91279"/>
                  <a:pt x="551916" y="85867"/>
                  <a:pt x="549194" y="80993"/>
                </a:cubicBezTo>
                <a:cubicBezTo>
                  <a:pt x="546345" y="76245"/>
                  <a:pt x="542516" y="72922"/>
                  <a:pt x="537705" y="71023"/>
                </a:cubicBezTo>
                <a:cubicBezTo>
                  <a:pt x="532831" y="69124"/>
                  <a:pt x="525551" y="68206"/>
                  <a:pt x="515866" y="68269"/>
                </a:cubicBezTo>
                <a:close/>
                <a:moveTo>
                  <a:pt x="653164" y="118593"/>
                </a:moveTo>
                <a:cubicBezTo>
                  <a:pt x="642340" y="128215"/>
                  <a:pt x="632623" y="132994"/>
                  <a:pt x="624015" y="132931"/>
                </a:cubicBezTo>
                <a:cubicBezTo>
                  <a:pt x="618887" y="132931"/>
                  <a:pt x="614678" y="131253"/>
                  <a:pt x="611386" y="127898"/>
                </a:cubicBezTo>
                <a:cubicBezTo>
                  <a:pt x="608031" y="124670"/>
                  <a:pt x="606354" y="120524"/>
                  <a:pt x="606354" y="115460"/>
                </a:cubicBezTo>
                <a:cubicBezTo>
                  <a:pt x="606354" y="108750"/>
                  <a:pt x="609266" y="102641"/>
                  <a:pt x="615089" y="97134"/>
                </a:cubicBezTo>
                <a:cubicBezTo>
                  <a:pt x="620850" y="91817"/>
                  <a:pt x="633541" y="84633"/>
                  <a:pt x="653164" y="75581"/>
                </a:cubicBezTo>
                <a:lnTo>
                  <a:pt x="653164" y="66655"/>
                </a:lnTo>
                <a:cubicBezTo>
                  <a:pt x="653101" y="60009"/>
                  <a:pt x="652753" y="55768"/>
                  <a:pt x="652120" y="53932"/>
                </a:cubicBezTo>
                <a:cubicBezTo>
                  <a:pt x="651297" y="52223"/>
                  <a:pt x="649904" y="50704"/>
                  <a:pt x="647942" y="49374"/>
                </a:cubicBezTo>
                <a:cubicBezTo>
                  <a:pt x="645916" y="48172"/>
                  <a:pt x="643638" y="47539"/>
                  <a:pt x="641106" y="47475"/>
                </a:cubicBezTo>
                <a:cubicBezTo>
                  <a:pt x="636991" y="47539"/>
                  <a:pt x="633605" y="48456"/>
                  <a:pt x="630946" y="50229"/>
                </a:cubicBezTo>
                <a:cubicBezTo>
                  <a:pt x="629300" y="51368"/>
                  <a:pt x="628477" y="52698"/>
                  <a:pt x="628477" y="54217"/>
                </a:cubicBezTo>
                <a:cubicBezTo>
                  <a:pt x="628414" y="55546"/>
                  <a:pt x="629300" y="57192"/>
                  <a:pt x="631136" y="59154"/>
                </a:cubicBezTo>
                <a:cubicBezTo>
                  <a:pt x="633478" y="61939"/>
                  <a:pt x="634681" y="64566"/>
                  <a:pt x="634744" y="67035"/>
                </a:cubicBezTo>
                <a:cubicBezTo>
                  <a:pt x="634744" y="70200"/>
                  <a:pt x="633605" y="72827"/>
                  <a:pt x="631326" y="74916"/>
                </a:cubicBezTo>
                <a:cubicBezTo>
                  <a:pt x="628920" y="77131"/>
                  <a:pt x="625882" y="78239"/>
                  <a:pt x="622211" y="78239"/>
                </a:cubicBezTo>
                <a:cubicBezTo>
                  <a:pt x="618223" y="78239"/>
                  <a:pt x="614899" y="77036"/>
                  <a:pt x="612241" y="74631"/>
                </a:cubicBezTo>
                <a:cubicBezTo>
                  <a:pt x="609456" y="72289"/>
                  <a:pt x="608095" y="69472"/>
                  <a:pt x="608158" y="66180"/>
                </a:cubicBezTo>
                <a:cubicBezTo>
                  <a:pt x="608158" y="61623"/>
                  <a:pt x="609962" y="57255"/>
                  <a:pt x="613570" y="53077"/>
                </a:cubicBezTo>
                <a:cubicBezTo>
                  <a:pt x="617178" y="49026"/>
                  <a:pt x="622211" y="45861"/>
                  <a:pt x="628667" y="43582"/>
                </a:cubicBezTo>
                <a:cubicBezTo>
                  <a:pt x="635124" y="41430"/>
                  <a:pt x="641834" y="40322"/>
                  <a:pt x="648797" y="40259"/>
                </a:cubicBezTo>
                <a:cubicBezTo>
                  <a:pt x="657216" y="40322"/>
                  <a:pt x="663894" y="42095"/>
                  <a:pt x="668831" y="45576"/>
                </a:cubicBezTo>
                <a:cubicBezTo>
                  <a:pt x="673642" y="49184"/>
                  <a:pt x="676807" y="53077"/>
                  <a:pt x="678326" y="57255"/>
                </a:cubicBezTo>
                <a:cubicBezTo>
                  <a:pt x="679149" y="59914"/>
                  <a:pt x="679592" y="66022"/>
                  <a:pt x="679656" y="75581"/>
                </a:cubicBezTo>
                <a:lnTo>
                  <a:pt x="679656" y="110048"/>
                </a:lnTo>
                <a:cubicBezTo>
                  <a:pt x="679656" y="114162"/>
                  <a:pt x="679814" y="116694"/>
                  <a:pt x="680130" y="117644"/>
                </a:cubicBezTo>
                <a:cubicBezTo>
                  <a:pt x="680384" y="118783"/>
                  <a:pt x="680858" y="119574"/>
                  <a:pt x="681555" y="120017"/>
                </a:cubicBezTo>
                <a:cubicBezTo>
                  <a:pt x="682124" y="120524"/>
                  <a:pt x="682852" y="120777"/>
                  <a:pt x="683738" y="120777"/>
                </a:cubicBezTo>
                <a:cubicBezTo>
                  <a:pt x="685321" y="120840"/>
                  <a:pt x="686998" y="119669"/>
                  <a:pt x="688771" y="117264"/>
                </a:cubicBezTo>
                <a:lnTo>
                  <a:pt x="691619" y="119543"/>
                </a:lnTo>
                <a:cubicBezTo>
                  <a:pt x="688391" y="124227"/>
                  <a:pt x="685131" y="127613"/>
                  <a:pt x="681839" y="129702"/>
                </a:cubicBezTo>
                <a:cubicBezTo>
                  <a:pt x="678358" y="131918"/>
                  <a:pt x="674497" y="132994"/>
                  <a:pt x="670255" y="132931"/>
                </a:cubicBezTo>
                <a:cubicBezTo>
                  <a:pt x="665191" y="132931"/>
                  <a:pt x="661235" y="131728"/>
                  <a:pt x="658387" y="129323"/>
                </a:cubicBezTo>
                <a:cubicBezTo>
                  <a:pt x="655538" y="127044"/>
                  <a:pt x="653797" y="123467"/>
                  <a:pt x="653164" y="118593"/>
                </a:cubicBezTo>
                <a:moveTo>
                  <a:pt x="653164" y="111662"/>
                </a:moveTo>
                <a:lnTo>
                  <a:pt x="653164" y="81942"/>
                </a:lnTo>
                <a:cubicBezTo>
                  <a:pt x="645442" y="86437"/>
                  <a:pt x="639745" y="91247"/>
                  <a:pt x="636073" y="96375"/>
                </a:cubicBezTo>
                <a:cubicBezTo>
                  <a:pt x="633605" y="99793"/>
                  <a:pt x="632370" y="103243"/>
                  <a:pt x="632370" y="106724"/>
                </a:cubicBezTo>
                <a:cubicBezTo>
                  <a:pt x="632370" y="109699"/>
                  <a:pt x="633415" y="112263"/>
                  <a:pt x="635504" y="114415"/>
                </a:cubicBezTo>
                <a:cubicBezTo>
                  <a:pt x="637086" y="116124"/>
                  <a:pt x="639302" y="116979"/>
                  <a:pt x="642150" y="116979"/>
                </a:cubicBezTo>
                <a:cubicBezTo>
                  <a:pt x="645252" y="116979"/>
                  <a:pt x="648923" y="115207"/>
                  <a:pt x="653164" y="111662"/>
                </a:cubicBezTo>
                <a:close/>
                <a:moveTo>
                  <a:pt x="758464" y="43962"/>
                </a:moveTo>
                <a:lnTo>
                  <a:pt x="788374" y="43962"/>
                </a:lnTo>
                <a:lnTo>
                  <a:pt x="788374" y="54407"/>
                </a:lnTo>
                <a:lnTo>
                  <a:pt x="771378" y="54407"/>
                </a:lnTo>
                <a:cubicBezTo>
                  <a:pt x="774416" y="57572"/>
                  <a:pt x="776568" y="60389"/>
                  <a:pt x="777834" y="62857"/>
                </a:cubicBezTo>
                <a:cubicBezTo>
                  <a:pt x="779354" y="66339"/>
                  <a:pt x="780113" y="69915"/>
                  <a:pt x="780113" y="73587"/>
                </a:cubicBezTo>
                <a:cubicBezTo>
                  <a:pt x="780113" y="79980"/>
                  <a:pt x="778372" y="85455"/>
                  <a:pt x="774891" y="90013"/>
                </a:cubicBezTo>
                <a:cubicBezTo>
                  <a:pt x="771283" y="94761"/>
                  <a:pt x="766504" y="98400"/>
                  <a:pt x="760553" y="100932"/>
                </a:cubicBezTo>
                <a:cubicBezTo>
                  <a:pt x="754413" y="103591"/>
                  <a:pt x="749033" y="104920"/>
                  <a:pt x="744412" y="104920"/>
                </a:cubicBezTo>
                <a:cubicBezTo>
                  <a:pt x="744032" y="104920"/>
                  <a:pt x="740234" y="104762"/>
                  <a:pt x="733018" y="104446"/>
                </a:cubicBezTo>
                <a:cubicBezTo>
                  <a:pt x="730169" y="104509"/>
                  <a:pt x="727795" y="105427"/>
                  <a:pt x="725896" y="107199"/>
                </a:cubicBezTo>
                <a:cubicBezTo>
                  <a:pt x="723871" y="109161"/>
                  <a:pt x="722890" y="111409"/>
                  <a:pt x="722953" y="113941"/>
                </a:cubicBezTo>
                <a:cubicBezTo>
                  <a:pt x="722890" y="116283"/>
                  <a:pt x="723776" y="118150"/>
                  <a:pt x="725612" y="119543"/>
                </a:cubicBezTo>
                <a:cubicBezTo>
                  <a:pt x="727321" y="120999"/>
                  <a:pt x="730138" y="121727"/>
                  <a:pt x="734062" y="121727"/>
                </a:cubicBezTo>
                <a:lnTo>
                  <a:pt x="750489" y="121537"/>
                </a:lnTo>
                <a:cubicBezTo>
                  <a:pt x="763718" y="121537"/>
                  <a:pt x="772865" y="122993"/>
                  <a:pt x="777929" y="125904"/>
                </a:cubicBezTo>
                <a:cubicBezTo>
                  <a:pt x="785019" y="130019"/>
                  <a:pt x="788595" y="136254"/>
                  <a:pt x="788659" y="144610"/>
                </a:cubicBezTo>
                <a:cubicBezTo>
                  <a:pt x="788659" y="150053"/>
                  <a:pt x="787013" y="154928"/>
                  <a:pt x="783721" y="159232"/>
                </a:cubicBezTo>
                <a:cubicBezTo>
                  <a:pt x="780366" y="163726"/>
                  <a:pt x="776030" y="166986"/>
                  <a:pt x="770713" y="169012"/>
                </a:cubicBezTo>
                <a:cubicBezTo>
                  <a:pt x="762547" y="172177"/>
                  <a:pt x="753147" y="173728"/>
                  <a:pt x="742513" y="173664"/>
                </a:cubicBezTo>
                <a:cubicBezTo>
                  <a:pt x="734474" y="173728"/>
                  <a:pt x="727194" y="172936"/>
                  <a:pt x="720674" y="171291"/>
                </a:cubicBezTo>
                <a:cubicBezTo>
                  <a:pt x="714091" y="169771"/>
                  <a:pt x="709375" y="167619"/>
                  <a:pt x="706527" y="164834"/>
                </a:cubicBezTo>
                <a:cubicBezTo>
                  <a:pt x="703678" y="162112"/>
                  <a:pt x="702254" y="159232"/>
                  <a:pt x="702254" y="156194"/>
                </a:cubicBezTo>
                <a:cubicBezTo>
                  <a:pt x="702254" y="153345"/>
                  <a:pt x="703362" y="150718"/>
                  <a:pt x="705577" y="148313"/>
                </a:cubicBezTo>
                <a:cubicBezTo>
                  <a:pt x="707666" y="146097"/>
                  <a:pt x="711717" y="144166"/>
                  <a:pt x="717731" y="142521"/>
                </a:cubicBezTo>
                <a:cubicBezTo>
                  <a:pt x="709438" y="138469"/>
                  <a:pt x="705324" y="132836"/>
                  <a:pt x="705387" y="125619"/>
                </a:cubicBezTo>
                <a:cubicBezTo>
                  <a:pt x="705387" y="121252"/>
                  <a:pt x="707065" y="117011"/>
                  <a:pt x="710420" y="112896"/>
                </a:cubicBezTo>
                <a:cubicBezTo>
                  <a:pt x="713711" y="108845"/>
                  <a:pt x="719028" y="105268"/>
                  <a:pt x="726371" y="102167"/>
                </a:cubicBezTo>
                <a:cubicBezTo>
                  <a:pt x="717889" y="99065"/>
                  <a:pt x="711749" y="94982"/>
                  <a:pt x="707951" y="89918"/>
                </a:cubicBezTo>
                <a:cubicBezTo>
                  <a:pt x="704153" y="84917"/>
                  <a:pt x="702254" y="79062"/>
                  <a:pt x="702254" y="72352"/>
                </a:cubicBezTo>
                <a:cubicBezTo>
                  <a:pt x="702190" y="63743"/>
                  <a:pt x="705735" y="56211"/>
                  <a:pt x="712888" y="49754"/>
                </a:cubicBezTo>
                <a:cubicBezTo>
                  <a:pt x="719978" y="43424"/>
                  <a:pt x="729093" y="40259"/>
                  <a:pt x="740234" y="40259"/>
                </a:cubicBezTo>
                <a:cubicBezTo>
                  <a:pt x="746121" y="40259"/>
                  <a:pt x="752198" y="41493"/>
                  <a:pt x="758464" y="43962"/>
                </a:cubicBezTo>
                <a:moveTo>
                  <a:pt x="742038" y="46146"/>
                </a:moveTo>
                <a:cubicBezTo>
                  <a:pt x="738303" y="46146"/>
                  <a:pt x="735202" y="47982"/>
                  <a:pt x="732733" y="51653"/>
                </a:cubicBezTo>
                <a:cubicBezTo>
                  <a:pt x="730138" y="55388"/>
                  <a:pt x="728872" y="63079"/>
                  <a:pt x="728935" y="74726"/>
                </a:cubicBezTo>
                <a:cubicBezTo>
                  <a:pt x="728872" y="84158"/>
                  <a:pt x="730138" y="90614"/>
                  <a:pt x="732733" y="94096"/>
                </a:cubicBezTo>
                <a:cubicBezTo>
                  <a:pt x="735202" y="97641"/>
                  <a:pt x="738145" y="99413"/>
                  <a:pt x="741563" y="99413"/>
                </a:cubicBezTo>
                <a:cubicBezTo>
                  <a:pt x="745298" y="99476"/>
                  <a:pt x="748463" y="97736"/>
                  <a:pt x="751058" y="94191"/>
                </a:cubicBezTo>
                <a:cubicBezTo>
                  <a:pt x="753590" y="90709"/>
                  <a:pt x="754856" y="83936"/>
                  <a:pt x="754856" y="73871"/>
                </a:cubicBezTo>
                <a:cubicBezTo>
                  <a:pt x="754856" y="62604"/>
                  <a:pt x="753432" y="54881"/>
                  <a:pt x="750584" y="50704"/>
                </a:cubicBezTo>
                <a:cubicBezTo>
                  <a:pt x="748558" y="47665"/>
                  <a:pt x="745709" y="46146"/>
                  <a:pt x="742038" y="46146"/>
                </a:cubicBezTo>
                <a:moveTo>
                  <a:pt x="736436" y="144799"/>
                </a:moveTo>
                <a:cubicBezTo>
                  <a:pt x="729979" y="144863"/>
                  <a:pt x="725707" y="145401"/>
                  <a:pt x="723618" y="146414"/>
                </a:cubicBezTo>
                <a:cubicBezTo>
                  <a:pt x="720010" y="148439"/>
                  <a:pt x="718205" y="151098"/>
                  <a:pt x="718205" y="154389"/>
                </a:cubicBezTo>
                <a:cubicBezTo>
                  <a:pt x="718205" y="157681"/>
                  <a:pt x="720073" y="160593"/>
                  <a:pt x="723808" y="163125"/>
                </a:cubicBezTo>
                <a:cubicBezTo>
                  <a:pt x="727479" y="165784"/>
                  <a:pt x="734505" y="167113"/>
                  <a:pt x="744887" y="167113"/>
                </a:cubicBezTo>
                <a:cubicBezTo>
                  <a:pt x="753685" y="167176"/>
                  <a:pt x="760617" y="166005"/>
                  <a:pt x="765681" y="163600"/>
                </a:cubicBezTo>
                <a:cubicBezTo>
                  <a:pt x="770681" y="161321"/>
                  <a:pt x="773182" y="158029"/>
                  <a:pt x="773182" y="153725"/>
                </a:cubicBezTo>
                <a:cubicBezTo>
                  <a:pt x="773182" y="152142"/>
                  <a:pt x="772707" y="150813"/>
                  <a:pt x="771758" y="149737"/>
                </a:cubicBezTo>
                <a:cubicBezTo>
                  <a:pt x="770048" y="147838"/>
                  <a:pt x="767485" y="146540"/>
                  <a:pt x="764067" y="145844"/>
                </a:cubicBezTo>
                <a:cubicBezTo>
                  <a:pt x="760522" y="145211"/>
                  <a:pt x="751312" y="144863"/>
                  <a:pt x="736436" y="144799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6DBCF-C98D-4E2B-95AF-2CE646BD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171" y="2966314"/>
            <a:ext cx="273650" cy="138755"/>
          </a:xfrm>
          <a:custGeom xmlns:a="http://schemas.openxmlformats.org/drawingml/2006/main">
            <a:pathLst>
              <a:path w="273650" h="138755" fill="none">
                <a:moveTo>
                  <a:pt x="0" y="138755"/>
                </a:moveTo>
                <a:lnTo>
                  <a:pt x="27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CA552-846E-4C80-A840-25E9A58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58" y="2939387"/>
            <a:ext cx="66567" cy="53479"/>
          </a:xfrm>
          <a:custGeom xmlns:a="http://schemas.openxmlformats.org/drawingml/2006/main">
            <a:pathLst>
              <a:path w="66567" h="53479">
                <a:moveTo>
                  <a:pt x="0" y="374"/>
                </a:moveTo>
                <a:lnTo>
                  <a:pt x="66567" y="0"/>
                </a:lnTo>
                <a:lnTo>
                  <a:pt x="26927" y="53479"/>
                </a:lnTo>
                <a:lnTo>
                  <a:pt x="0" y="374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A06A3-E32F-48A2-8EE6-673693D5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58" y="2939387"/>
            <a:ext cx="66567" cy="53479"/>
          </a:xfrm>
          <a:custGeom xmlns:a="http://schemas.openxmlformats.org/drawingml/2006/main">
            <a:pathLst>
              <a:path w="66567" h="53479" fill="none">
                <a:moveTo>
                  <a:pt x="0" y="374"/>
                </a:moveTo>
                <a:lnTo>
                  <a:pt x="66567" y="0"/>
                </a:lnTo>
                <a:lnTo>
                  <a:pt x="26927" y="53479"/>
                </a:lnTo>
                <a:lnTo>
                  <a:pt x="0" y="3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51CEF-4E45-4ADC-B9EF-68DB543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293" y="2975629"/>
            <a:ext cx="258878" cy="258879"/>
          </a:xfrm>
          <a:custGeom xmlns:a="http://schemas.openxmlformats.org/drawingml/2006/main">
            <a:pathLst>
              <a:path w="258878" h="258879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3AE33-7EFC-4FCB-A0CB-E117EBCC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293" y="2975629"/>
            <a:ext cx="258878" cy="258879"/>
          </a:xfrm>
          <a:custGeom xmlns:a="http://schemas.openxmlformats.org/drawingml/2006/main">
            <a:pathLst>
              <a:path w="258878" h="258879" fill="none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E5E9C-5BB8-4193-981C-E4B853E6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171" y="3105069"/>
            <a:ext cx="273146" cy="132009"/>
          </a:xfrm>
          <a:custGeom xmlns:a="http://schemas.openxmlformats.org/drawingml/2006/main">
            <a:pathLst>
              <a:path w="273146" h="132009" fill="none">
                <a:moveTo>
                  <a:pt x="0" y="0"/>
                </a:moveTo>
                <a:lnTo>
                  <a:pt x="273146" y="132009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55AE4-67AB-46AB-95D6-29CA4DF3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62" y="3210273"/>
            <a:ext cx="66562" cy="53608"/>
          </a:xfrm>
          <a:custGeom xmlns:a="http://schemas.openxmlformats.org/drawingml/2006/main">
            <a:pathLst>
              <a:path w="66562" h="53608">
                <a:moveTo>
                  <a:pt x="25908" y="0"/>
                </a:moveTo>
                <a:lnTo>
                  <a:pt x="66562" y="52712"/>
                </a:lnTo>
                <a:lnTo>
                  <a:pt x="0" y="53608"/>
                </a:lnTo>
                <a:lnTo>
                  <a:pt x="25908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16895-82A9-4870-8BC7-401D8F6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362" y="3210273"/>
            <a:ext cx="66562" cy="53608"/>
          </a:xfrm>
          <a:custGeom xmlns:a="http://schemas.openxmlformats.org/drawingml/2006/main">
            <a:pathLst>
              <a:path w="66562" h="53608" fill="none">
                <a:moveTo>
                  <a:pt x="25908" y="0"/>
                </a:moveTo>
                <a:lnTo>
                  <a:pt x="66562" y="52712"/>
                </a:lnTo>
                <a:lnTo>
                  <a:pt x="0" y="53608"/>
                </a:lnTo>
                <a:lnTo>
                  <a:pt x="259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0C631C-C870-4D55-B954-39E5521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927" y="3133546"/>
            <a:ext cx="258878" cy="258879"/>
          </a:xfrm>
          <a:custGeom xmlns:a="http://schemas.openxmlformats.org/drawingml/2006/main">
            <a:pathLst>
              <a:path w="258878" h="258879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CCC7D-9875-40E6-9F2A-7F0FEBA9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927" y="3133546"/>
            <a:ext cx="258878" cy="258879"/>
          </a:xfrm>
          <a:custGeom xmlns:a="http://schemas.openxmlformats.org/drawingml/2006/main">
            <a:pathLst>
              <a:path w="258878" h="258879" fill="none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A93F6-3317-43F4-BCFB-EEF036D0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053" y="2944566"/>
            <a:ext cx="132023" cy="10"/>
          </a:xfrm>
          <a:custGeom xmlns:a="http://schemas.openxmlformats.org/drawingml/2006/main">
            <a:pathLst>
              <a:path w="132023" h="1" fill="none">
                <a:moveTo>
                  <a:pt x="0" y="0"/>
                </a:moveTo>
                <a:lnTo>
                  <a:pt x="132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D9F40-D60F-4E4E-843B-623964FA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076" y="2914795"/>
            <a:ext cx="59540" cy="59541"/>
          </a:xfrm>
          <a:custGeom xmlns:a="http://schemas.openxmlformats.org/drawingml/2006/main">
            <a:pathLst>
              <a:path w="59540" h="59541">
                <a:moveTo>
                  <a:pt x="0" y="0"/>
                </a:moveTo>
                <a:lnTo>
                  <a:pt x="59540" y="29770"/>
                </a:lnTo>
                <a:lnTo>
                  <a:pt x="0" y="595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B161A1-5C95-4F90-88DF-33B50E55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076" y="2914795"/>
            <a:ext cx="59540" cy="59541"/>
          </a:xfrm>
          <a:custGeom xmlns:a="http://schemas.openxmlformats.org/drawingml/2006/main">
            <a:pathLst>
              <a:path w="59540" h="59541" fill="none">
                <a:moveTo>
                  <a:pt x="0" y="0"/>
                </a:moveTo>
                <a:lnTo>
                  <a:pt x="59540" y="29770"/>
                </a:lnTo>
                <a:lnTo>
                  <a:pt x="0" y="595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37AA7-F0F1-47B2-8F76-3B9D4C58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178" y="2815126"/>
            <a:ext cx="258878" cy="258879"/>
          </a:xfrm>
          <a:custGeom xmlns:a="http://schemas.openxmlformats.org/drawingml/2006/main">
            <a:pathLst>
              <a:path w="258878" h="258879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B3403-FFC4-4246-9719-8D49E333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178" y="2815126"/>
            <a:ext cx="258878" cy="258879"/>
          </a:xfrm>
          <a:custGeom xmlns:a="http://schemas.openxmlformats.org/drawingml/2006/main">
            <a:pathLst>
              <a:path w="258878" h="258879" fill="none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AF5D0-FF67-47B4-8175-3E207A37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617" y="2815126"/>
            <a:ext cx="258878" cy="258879"/>
          </a:xfrm>
          <a:custGeom xmlns:a="http://schemas.openxmlformats.org/drawingml/2006/main">
            <a:pathLst>
              <a:path w="258878" h="258879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65C81-27BE-42D4-8AAB-2E1245CB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617" y="2815126"/>
            <a:ext cx="258878" cy="258879"/>
          </a:xfrm>
          <a:custGeom xmlns:a="http://schemas.openxmlformats.org/drawingml/2006/main">
            <a:pathLst>
              <a:path w="258878" h="258879" fill="none">
                <a:moveTo>
                  <a:pt x="0" y="129440"/>
                </a:moveTo>
                <a:cubicBezTo>
                  <a:pt x="0" y="57952"/>
                  <a:pt x="57952" y="0"/>
                  <a:pt x="129439" y="0"/>
                </a:cubicBezTo>
                <a:cubicBezTo>
                  <a:pt x="200926" y="0"/>
                  <a:pt x="258878" y="57952"/>
                  <a:pt x="258878" y="129440"/>
                </a:cubicBezTo>
                <a:cubicBezTo>
                  <a:pt x="258878" y="200927"/>
                  <a:pt x="200926" y="258879"/>
                  <a:pt x="129439" y="258879"/>
                </a:cubicBezTo>
                <a:cubicBezTo>
                  <a:pt x="57952" y="258879"/>
                  <a:pt x="0" y="200927"/>
                  <a:pt x="0" y="1294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E1A83-4517-47EB-8424-AF18E39F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118" y="941958"/>
            <a:ext cx="631990" cy="308456"/>
          </a:xfrm>
          <a:custGeom xmlns:a="http://schemas.openxmlformats.org/drawingml/2006/main">
            <a:pathLst>
              <a:path w="631990" h="308456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BFF48-9438-44B3-8A6F-398D4935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118" y="941958"/>
            <a:ext cx="631990" cy="308456"/>
          </a:xfrm>
          <a:custGeom xmlns:a="http://schemas.openxmlformats.org/drawingml/2006/main">
            <a:pathLst>
              <a:path w="631990" h="308456" fill="none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round/>
          </a:ln>
        </p:spPr>
      </p:sp>
      <p:sp>
        <p:nvSpPr>
          <p:cNvPr id="60" name="Text Span1">
            <a:extLst xmlns:a="http://schemas.openxmlformats.org/drawingml/2006/main">
              <a:ext uri="{FF2B5EF4-FFF2-40B4-BE49-F238E27FC236}">
                <a16:creationId xmlns:a16="http://schemas.microsoft.com/office/drawing/2014/main" id="{DC55D107-FDBA-456D-890B-7D40B2FC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721" y="1017308"/>
            <a:ext cx="484785" cy="157039"/>
          </a:xfrm>
          <a:custGeom xmlns:a="http://schemas.openxmlformats.org/drawingml/2006/main">
            <a:pathLst>
              <a:path w="484785" h="157039">
                <a:moveTo>
                  <a:pt x="73658" y="0"/>
                </a:moveTo>
                <a:lnTo>
                  <a:pt x="74604" y="38894"/>
                </a:lnTo>
                <a:lnTo>
                  <a:pt x="71076" y="38894"/>
                </a:lnTo>
                <a:cubicBezTo>
                  <a:pt x="69355" y="29199"/>
                  <a:pt x="65282" y="21340"/>
                  <a:pt x="58857" y="15317"/>
                </a:cubicBezTo>
                <a:cubicBezTo>
                  <a:pt x="52318" y="9408"/>
                  <a:pt x="45262" y="6454"/>
                  <a:pt x="37689" y="6454"/>
                </a:cubicBezTo>
                <a:cubicBezTo>
                  <a:pt x="31781" y="6454"/>
                  <a:pt x="27163" y="8003"/>
                  <a:pt x="23836" y="11100"/>
                </a:cubicBezTo>
                <a:cubicBezTo>
                  <a:pt x="20394" y="14313"/>
                  <a:pt x="18673" y="17927"/>
                  <a:pt x="18673" y="21942"/>
                </a:cubicBezTo>
                <a:cubicBezTo>
                  <a:pt x="18673" y="24581"/>
                  <a:pt x="19275" y="26876"/>
                  <a:pt x="20480" y="28826"/>
                </a:cubicBezTo>
                <a:cubicBezTo>
                  <a:pt x="22086" y="31523"/>
                  <a:pt x="24753" y="34190"/>
                  <a:pt x="28482" y="36829"/>
                </a:cubicBezTo>
                <a:cubicBezTo>
                  <a:pt x="31121" y="38722"/>
                  <a:pt x="37345" y="42078"/>
                  <a:pt x="47155" y="46897"/>
                </a:cubicBezTo>
                <a:cubicBezTo>
                  <a:pt x="60808" y="53666"/>
                  <a:pt x="70015" y="60005"/>
                  <a:pt x="74776" y="65913"/>
                </a:cubicBezTo>
                <a:cubicBezTo>
                  <a:pt x="79480" y="71937"/>
                  <a:pt x="81832" y="78763"/>
                  <a:pt x="81832" y="86393"/>
                </a:cubicBezTo>
                <a:cubicBezTo>
                  <a:pt x="81832" y="96203"/>
                  <a:pt x="78046" y="104578"/>
                  <a:pt x="70474" y="111519"/>
                </a:cubicBezTo>
                <a:cubicBezTo>
                  <a:pt x="62787" y="118575"/>
                  <a:pt x="53121" y="122103"/>
                  <a:pt x="41476" y="122103"/>
                </a:cubicBezTo>
                <a:cubicBezTo>
                  <a:pt x="37747" y="122161"/>
                  <a:pt x="34276" y="121788"/>
                  <a:pt x="31064" y="120985"/>
                </a:cubicBezTo>
                <a:cubicBezTo>
                  <a:pt x="27736" y="120239"/>
                  <a:pt x="23635" y="118833"/>
                  <a:pt x="18759" y="116768"/>
                </a:cubicBezTo>
                <a:cubicBezTo>
                  <a:pt x="16005" y="115678"/>
                  <a:pt x="13739" y="115105"/>
                  <a:pt x="11961" y="115047"/>
                </a:cubicBezTo>
                <a:cubicBezTo>
                  <a:pt x="10412" y="115105"/>
                  <a:pt x="8834" y="115678"/>
                  <a:pt x="7228" y="116768"/>
                </a:cubicBezTo>
                <a:cubicBezTo>
                  <a:pt x="5564" y="117973"/>
                  <a:pt x="4216" y="119723"/>
                  <a:pt x="3184" y="122017"/>
                </a:cubicBezTo>
                <a:lnTo>
                  <a:pt x="0" y="122017"/>
                </a:lnTo>
                <a:lnTo>
                  <a:pt x="0" y="77960"/>
                </a:lnTo>
                <a:lnTo>
                  <a:pt x="3184" y="77960"/>
                </a:lnTo>
                <a:cubicBezTo>
                  <a:pt x="5651" y="90409"/>
                  <a:pt x="10527" y="99845"/>
                  <a:pt x="17812" y="106270"/>
                </a:cubicBezTo>
                <a:cubicBezTo>
                  <a:pt x="24925" y="112810"/>
                  <a:pt x="32670" y="116080"/>
                  <a:pt x="41045" y="116080"/>
                </a:cubicBezTo>
                <a:cubicBezTo>
                  <a:pt x="47413" y="116137"/>
                  <a:pt x="52547" y="114388"/>
                  <a:pt x="56448" y="110831"/>
                </a:cubicBezTo>
                <a:cubicBezTo>
                  <a:pt x="60234" y="107332"/>
                  <a:pt x="62127" y="103259"/>
                  <a:pt x="62127" y="98612"/>
                </a:cubicBezTo>
                <a:cubicBezTo>
                  <a:pt x="62127" y="95858"/>
                  <a:pt x="61410" y="93191"/>
                  <a:pt x="59976" y="90609"/>
                </a:cubicBezTo>
                <a:cubicBezTo>
                  <a:pt x="58485" y="88028"/>
                  <a:pt x="56247" y="85561"/>
                  <a:pt x="53264" y="83209"/>
                </a:cubicBezTo>
                <a:cubicBezTo>
                  <a:pt x="50224" y="80915"/>
                  <a:pt x="44946" y="77903"/>
                  <a:pt x="37431" y="74174"/>
                </a:cubicBezTo>
                <a:cubicBezTo>
                  <a:pt x="26819" y="69011"/>
                  <a:pt x="19189" y="64565"/>
                  <a:pt x="14542" y="60837"/>
                </a:cubicBezTo>
                <a:cubicBezTo>
                  <a:pt x="9896" y="57222"/>
                  <a:pt x="6339" y="53121"/>
                  <a:pt x="3872" y="48532"/>
                </a:cubicBezTo>
                <a:cubicBezTo>
                  <a:pt x="1348" y="44000"/>
                  <a:pt x="86" y="39009"/>
                  <a:pt x="86" y="33559"/>
                </a:cubicBezTo>
                <a:cubicBezTo>
                  <a:pt x="86" y="24266"/>
                  <a:pt x="3499" y="16349"/>
                  <a:pt x="10326" y="9810"/>
                </a:cubicBezTo>
                <a:cubicBezTo>
                  <a:pt x="17095" y="3270"/>
                  <a:pt x="25700" y="0"/>
                  <a:pt x="36141" y="0"/>
                </a:cubicBezTo>
                <a:cubicBezTo>
                  <a:pt x="39927" y="0"/>
                  <a:pt x="43598" y="459"/>
                  <a:pt x="47155" y="1377"/>
                </a:cubicBezTo>
                <a:cubicBezTo>
                  <a:pt x="49794" y="2123"/>
                  <a:pt x="53092" y="3385"/>
                  <a:pt x="57050" y="5163"/>
                </a:cubicBezTo>
                <a:cubicBezTo>
                  <a:pt x="60894" y="7056"/>
                  <a:pt x="63590" y="8003"/>
                  <a:pt x="65139" y="8003"/>
                </a:cubicBezTo>
                <a:cubicBezTo>
                  <a:pt x="66573" y="8060"/>
                  <a:pt x="67749" y="7601"/>
                  <a:pt x="68667" y="6626"/>
                </a:cubicBezTo>
                <a:cubicBezTo>
                  <a:pt x="69470" y="5765"/>
                  <a:pt x="70273" y="3557"/>
                  <a:pt x="71076" y="0"/>
                </a:cubicBezTo>
                <a:lnTo>
                  <a:pt x="73658" y="0"/>
                </a:lnTo>
                <a:close/>
                <a:moveTo>
                  <a:pt x="125195" y="111175"/>
                </a:moveTo>
                <a:lnTo>
                  <a:pt x="125195" y="141120"/>
                </a:lnTo>
                <a:cubicBezTo>
                  <a:pt x="125195" y="145308"/>
                  <a:pt x="125539" y="148119"/>
                  <a:pt x="126228" y="149553"/>
                </a:cubicBezTo>
                <a:cubicBezTo>
                  <a:pt x="126801" y="151044"/>
                  <a:pt x="127805" y="152134"/>
                  <a:pt x="129239" y="152823"/>
                </a:cubicBezTo>
                <a:cubicBezTo>
                  <a:pt x="130559" y="153511"/>
                  <a:pt x="133255" y="153855"/>
                  <a:pt x="137328" y="153855"/>
                </a:cubicBezTo>
                <a:lnTo>
                  <a:pt x="137328" y="157039"/>
                </a:lnTo>
                <a:lnTo>
                  <a:pt x="91464" y="157039"/>
                </a:lnTo>
                <a:lnTo>
                  <a:pt x="91464" y="153855"/>
                </a:lnTo>
                <a:cubicBezTo>
                  <a:pt x="94963" y="153798"/>
                  <a:pt x="97602" y="152794"/>
                  <a:pt x="99381" y="150844"/>
                </a:cubicBezTo>
                <a:cubicBezTo>
                  <a:pt x="100470" y="149582"/>
                  <a:pt x="101044" y="146168"/>
                  <a:pt x="101101" y="140604"/>
                </a:cubicBezTo>
                <a:lnTo>
                  <a:pt x="101101" y="55674"/>
                </a:lnTo>
                <a:cubicBezTo>
                  <a:pt x="101044" y="50052"/>
                  <a:pt x="100384" y="46409"/>
                  <a:pt x="99122" y="44745"/>
                </a:cubicBezTo>
                <a:cubicBezTo>
                  <a:pt x="97803" y="43254"/>
                  <a:pt x="95250" y="42365"/>
                  <a:pt x="91464" y="42078"/>
                </a:cubicBezTo>
                <a:lnTo>
                  <a:pt x="91464" y="38894"/>
                </a:lnTo>
                <a:lnTo>
                  <a:pt x="125195" y="38894"/>
                </a:lnTo>
                <a:lnTo>
                  <a:pt x="125195" y="49478"/>
                </a:lnTo>
                <a:cubicBezTo>
                  <a:pt x="128006" y="45348"/>
                  <a:pt x="130874" y="42365"/>
                  <a:pt x="133800" y="40529"/>
                </a:cubicBezTo>
                <a:cubicBezTo>
                  <a:pt x="137988" y="37890"/>
                  <a:pt x="142548" y="36542"/>
                  <a:pt x="147482" y="36485"/>
                </a:cubicBezTo>
                <a:cubicBezTo>
                  <a:pt x="153333" y="36542"/>
                  <a:pt x="158726" y="38406"/>
                  <a:pt x="163659" y="42078"/>
                </a:cubicBezTo>
                <a:cubicBezTo>
                  <a:pt x="168478" y="45807"/>
                  <a:pt x="172149" y="50941"/>
                  <a:pt x="174673" y="57481"/>
                </a:cubicBezTo>
                <a:cubicBezTo>
                  <a:pt x="177140" y="64135"/>
                  <a:pt x="178402" y="71220"/>
                  <a:pt x="178459" y="78735"/>
                </a:cubicBezTo>
                <a:cubicBezTo>
                  <a:pt x="178459" y="86938"/>
                  <a:pt x="177169" y="94367"/>
                  <a:pt x="174587" y="101021"/>
                </a:cubicBezTo>
                <a:cubicBezTo>
                  <a:pt x="171891" y="107848"/>
                  <a:pt x="168105" y="112982"/>
                  <a:pt x="163229" y="116424"/>
                </a:cubicBezTo>
                <a:cubicBezTo>
                  <a:pt x="158238" y="119981"/>
                  <a:pt x="152702" y="121759"/>
                  <a:pt x="146621" y="121759"/>
                </a:cubicBezTo>
                <a:cubicBezTo>
                  <a:pt x="142204" y="121817"/>
                  <a:pt x="138074" y="120841"/>
                  <a:pt x="134230" y="118833"/>
                </a:cubicBezTo>
                <a:cubicBezTo>
                  <a:pt x="131362" y="117399"/>
                  <a:pt x="128350" y="114847"/>
                  <a:pt x="125195" y="111175"/>
                </a:cubicBezTo>
                <a:moveTo>
                  <a:pt x="125195" y="102484"/>
                </a:moveTo>
                <a:cubicBezTo>
                  <a:pt x="130071" y="109483"/>
                  <a:pt x="135349" y="112982"/>
                  <a:pt x="141028" y="112982"/>
                </a:cubicBezTo>
                <a:cubicBezTo>
                  <a:pt x="144126" y="112982"/>
                  <a:pt x="146679" y="111347"/>
                  <a:pt x="148687" y="108077"/>
                </a:cubicBezTo>
                <a:cubicBezTo>
                  <a:pt x="151670" y="103259"/>
                  <a:pt x="153161" y="94080"/>
                  <a:pt x="153161" y="80542"/>
                </a:cubicBezTo>
                <a:cubicBezTo>
                  <a:pt x="153161" y="66717"/>
                  <a:pt x="151526" y="57222"/>
                  <a:pt x="148256" y="52060"/>
                </a:cubicBezTo>
                <a:cubicBezTo>
                  <a:pt x="146076" y="48732"/>
                  <a:pt x="143151" y="47040"/>
                  <a:pt x="139479" y="46983"/>
                </a:cubicBezTo>
                <a:cubicBezTo>
                  <a:pt x="133628" y="47040"/>
                  <a:pt x="128867" y="51228"/>
                  <a:pt x="125195" y="59546"/>
                </a:cubicBezTo>
                <a:lnTo>
                  <a:pt x="125195" y="102484"/>
                </a:lnTo>
                <a:close/>
                <a:moveTo>
                  <a:pt x="235676" y="107475"/>
                </a:moveTo>
                <a:cubicBezTo>
                  <a:pt x="225866" y="116195"/>
                  <a:pt x="217061" y="120526"/>
                  <a:pt x="209259" y="120468"/>
                </a:cubicBezTo>
                <a:cubicBezTo>
                  <a:pt x="204612" y="120468"/>
                  <a:pt x="200798" y="118948"/>
                  <a:pt x="197814" y="115908"/>
                </a:cubicBezTo>
                <a:cubicBezTo>
                  <a:pt x="194774" y="112982"/>
                  <a:pt x="193254" y="109225"/>
                  <a:pt x="193254" y="104635"/>
                </a:cubicBezTo>
                <a:cubicBezTo>
                  <a:pt x="193254" y="98555"/>
                  <a:pt x="195893" y="93019"/>
                  <a:pt x="201170" y="88028"/>
                </a:cubicBezTo>
                <a:cubicBezTo>
                  <a:pt x="206391" y="83209"/>
                  <a:pt x="217893" y="76698"/>
                  <a:pt x="235676" y="68495"/>
                </a:cubicBezTo>
                <a:lnTo>
                  <a:pt x="235676" y="60406"/>
                </a:lnTo>
                <a:cubicBezTo>
                  <a:pt x="235619" y="54383"/>
                  <a:pt x="235303" y="50539"/>
                  <a:pt x="234729" y="48876"/>
                </a:cubicBezTo>
                <a:cubicBezTo>
                  <a:pt x="233984" y="47327"/>
                  <a:pt x="232722" y="45950"/>
                  <a:pt x="230943" y="44745"/>
                </a:cubicBezTo>
                <a:cubicBezTo>
                  <a:pt x="229108" y="43655"/>
                  <a:pt x="227042" y="43082"/>
                  <a:pt x="224748" y="43024"/>
                </a:cubicBezTo>
                <a:cubicBezTo>
                  <a:pt x="221019" y="43082"/>
                  <a:pt x="217950" y="43914"/>
                  <a:pt x="215541" y="45520"/>
                </a:cubicBezTo>
                <a:cubicBezTo>
                  <a:pt x="214049" y="46552"/>
                  <a:pt x="213303" y="47757"/>
                  <a:pt x="213303" y="49134"/>
                </a:cubicBezTo>
                <a:cubicBezTo>
                  <a:pt x="213246" y="50339"/>
                  <a:pt x="214049" y="51830"/>
                  <a:pt x="215713" y="53608"/>
                </a:cubicBezTo>
                <a:cubicBezTo>
                  <a:pt x="217835" y="56133"/>
                  <a:pt x="218925" y="58513"/>
                  <a:pt x="218983" y="60751"/>
                </a:cubicBezTo>
                <a:cubicBezTo>
                  <a:pt x="218983" y="63619"/>
                  <a:pt x="217950" y="65999"/>
                  <a:pt x="215885" y="67893"/>
                </a:cubicBezTo>
                <a:cubicBezTo>
                  <a:pt x="213705" y="69900"/>
                  <a:pt x="210951" y="70904"/>
                  <a:pt x="207624" y="70904"/>
                </a:cubicBezTo>
                <a:cubicBezTo>
                  <a:pt x="204010" y="70904"/>
                  <a:pt x="200998" y="69814"/>
                  <a:pt x="198589" y="67634"/>
                </a:cubicBezTo>
                <a:cubicBezTo>
                  <a:pt x="196065" y="65512"/>
                  <a:pt x="194831" y="62959"/>
                  <a:pt x="194889" y="59976"/>
                </a:cubicBezTo>
                <a:cubicBezTo>
                  <a:pt x="194889" y="55846"/>
                  <a:pt x="196524" y="51887"/>
                  <a:pt x="199794" y="48101"/>
                </a:cubicBezTo>
                <a:cubicBezTo>
                  <a:pt x="203063" y="44430"/>
                  <a:pt x="207624" y="41562"/>
                  <a:pt x="213475" y="39496"/>
                </a:cubicBezTo>
                <a:cubicBezTo>
                  <a:pt x="219327" y="37546"/>
                  <a:pt x="225407" y="36542"/>
                  <a:pt x="231718" y="36485"/>
                </a:cubicBezTo>
                <a:cubicBezTo>
                  <a:pt x="239347" y="36542"/>
                  <a:pt x="245400" y="38148"/>
                  <a:pt x="249874" y="41303"/>
                </a:cubicBezTo>
                <a:cubicBezTo>
                  <a:pt x="254234" y="44573"/>
                  <a:pt x="257102" y="48101"/>
                  <a:pt x="258479" y="51887"/>
                </a:cubicBezTo>
                <a:cubicBezTo>
                  <a:pt x="259225" y="54297"/>
                  <a:pt x="259626" y="59833"/>
                  <a:pt x="259684" y="68495"/>
                </a:cubicBezTo>
                <a:lnTo>
                  <a:pt x="259684" y="99731"/>
                </a:lnTo>
                <a:cubicBezTo>
                  <a:pt x="259684" y="103459"/>
                  <a:pt x="259827" y="105754"/>
                  <a:pt x="260114" y="106615"/>
                </a:cubicBezTo>
                <a:cubicBezTo>
                  <a:pt x="260343" y="107647"/>
                  <a:pt x="260774" y="108364"/>
                  <a:pt x="261405" y="108766"/>
                </a:cubicBezTo>
                <a:cubicBezTo>
                  <a:pt x="261921" y="109225"/>
                  <a:pt x="262581" y="109454"/>
                  <a:pt x="263384" y="109454"/>
                </a:cubicBezTo>
                <a:cubicBezTo>
                  <a:pt x="264818" y="109512"/>
                  <a:pt x="266338" y="108450"/>
                  <a:pt x="267944" y="106270"/>
                </a:cubicBezTo>
                <a:lnTo>
                  <a:pt x="270526" y="108336"/>
                </a:lnTo>
                <a:cubicBezTo>
                  <a:pt x="267600" y="112581"/>
                  <a:pt x="264646" y="115650"/>
                  <a:pt x="261663" y="117543"/>
                </a:cubicBezTo>
                <a:cubicBezTo>
                  <a:pt x="258508" y="119551"/>
                  <a:pt x="255008" y="120526"/>
                  <a:pt x="251165" y="120468"/>
                </a:cubicBezTo>
                <a:cubicBezTo>
                  <a:pt x="246576" y="120468"/>
                  <a:pt x="242990" y="119378"/>
                  <a:pt x="240409" y="117199"/>
                </a:cubicBezTo>
                <a:cubicBezTo>
                  <a:pt x="237827" y="115133"/>
                  <a:pt x="236250" y="111892"/>
                  <a:pt x="235676" y="107475"/>
                </a:cubicBezTo>
                <a:moveTo>
                  <a:pt x="235676" y="101193"/>
                </a:moveTo>
                <a:lnTo>
                  <a:pt x="235676" y="74260"/>
                </a:lnTo>
                <a:cubicBezTo>
                  <a:pt x="228677" y="78333"/>
                  <a:pt x="223514" y="82693"/>
                  <a:pt x="220187" y="87340"/>
                </a:cubicBezTo>
                <a:cubicBezTo>
                  <a:pt x="217950" y="90437"/>
                  <a:pt x="216831" y="93564"/>
                  <a:pt x="216831" y="96719"/>
                </a:cubicBezTo>
                <a:cubicBezTo>
                  <a:pt x="216831" y="99415"/>
                  <a:pt x="217778" y="101738"/>
                  <a:pt x="219671" y="103689"/>
                </a:cubicBezTo>
                <a:cubicBezTo>
                  <a:pt x="221105" y="105238"/>
                  <a:pt x="223113" y="106012"/>
                  <a:pt x="225694" y="106012"/>
                </a:cubicBezTo>
                <a:cubicBezTo>
                  <a:pt x="228505" y="106012"/>
                  <a:pt x="231832" y="104406"/>
                  <a:pt x="235676" y="101193"/>
                </a:cubicBezTo>
                <a:close/>
                <a:moveTo>
                  <a:pt x="309221" y="38894"/>
                </a:moveTo>
                <a:lnTo>
                  <a:pt x="309221" y="49306"/>
                </a:lnTo>
                <a:cubicBezTo>
                  <a:pt x="313351" y="44831"/>
                  <a:pt x="317310" y="41562"/>
                  <a:pt x="321096" y="39496"/>
                </a:cubicBezTo>
                <a:cubicBezTo>
                  <a:pt x="324824" y="37546"/>
                  <a:pt x="328897" y="36542"/>
                  <a:pt x="333315" y="36485"/>
                </a:cubicBezTo>
                <a:cubicBezTo>
                  <a:pt x="338535" y="36542"/>
                  <a:pt x="342866" y="37976"/>
                  <a:pt x="346308" y="40787"/>
                </a:cubicBezTo>
                <a:cubicBezTo>
                  <a:pt x="349750" y="43713"/>
                  <a:pt x="352045" y="47327"/>
                  <a:pt x="353192" y="51629"/>
                </a:cubicBezTo>
                <a:cubicBezTo>
                  <a:pt x="354110" y="54899"/>
                  <a:pt x="354569" y="61181"/>
                  <a:pt x="354569" y="70474"/>
                </a:cubicBezTo>
                <a:lnTo>
                  <a:pt x="354569" y="101796"/>
                </a:lnTo>
                <a:cubicBezTo>
                  <a:pt x="354569" y="108049"/>
                  <a:pt x="355142" y="111892"/>
                  <a:pt x="356290" y="113326"/>
                </a:cubicBezTo>
                <a:cubicBezTo>
                  <a:pt x="357380" y="114875"/>
                  <a:pt x="359703" y="115850"/>
                  <a:pt x="363260" y="116252"/>
                </a:cubicBezTo>
                <a:lnTo>
                  <a:pt x="363260" y="119350"/>
                </a:lnTo>
                <a:lnTo>
                  <a:pt x="322559" y="119350"/>
                </a:lnTo>
                <a:lnTo>
                  <a:pt x="322559" y="116252"/>
                </a:lnTo>
                <a:cubicBezTo>
                  <a:pt x="325542" y="115908"/>
                  <a:pt x="327721" y="114646"/>
                  <a:pt x="329098" y="112466"/>
                </a:cubicBezTo>
                <a:cubicBezTo>
                  <a:pt x="330016" y="111032"/>
                  <a:pt x="330475" y="107475"/>
                  <a:pt x="330475" y="101796"/>
                </a:cubicBezTo>
                <a:lnTo>
                  <a:pt x="330475" y="65999"/>
                </a:lnTo>
                <a:cubicBezTo>
                  <a:pt x="330475" y="59402"/>
                  <a:pt x="330217" y="55243"/>
                  <a:pt x="329701" y="53522"/>
                </a:cubicBezTo>
                <a:cubicBezTo>
                  <a:pt x="329184" y="51801"/>
                  <a:pt x="328324" y="50453"/>
                  <a:pt x="327119" y="49478"/>
                </a:cubicBezTo>
                <a:cubicBezTo>
                  <a:pt x="325800" y="48560"/>
                  <a:pt x="324423" y="48101"/>
                  <a:pt x="322989" y="48101"/>
                </a:cubicBezTo>
                <a:cubicBezTo>
                  <a:pt x="317998" y="48101"/>
                  <a:pt x="313409" y="51629"/>
                  <a:pt x="309221" y="58685"/>
                </a:cubicBezTo>
                <a:lnTo>
                  <a:pt x="309221" y="101796"/>
                </a:lnTo>
                <a:cubicBezTo>
                  <a:pt x="309221" y="107819"/>
                  <a:pt x="309795" y="111634"/>
                  <a:pt x="310942" y="113240"/>
                </a:cubicBezTo>
                <a:cubicBezTo>
                  <a:pt x="312032" y="114904"/>
                  <a:pt x="314097" y="115908"/>
                  <a:pt x="317137" y="116252"/>
                </a:cubicBezTo>
                <a:lnTo>
                  <a:pt x="317137" y="119350"/>
                </a:lnTo>
                <a:lnTo>
                  <a:pt x="276436" y="119350"/>
                </a:lnTo>
                <a:lnTo>
                  <a:pt x="276436" y="116252"/>
                </a:lnTo>
                <a:cubicBezTo>
                  <a:pt x="279764" y="115908"/>
                  <a:pt x="282173" y="114818"/>
                  <a:pt x="283664" y="112982"/>
                </a:cubicBezTo>
                <a:cubicBezTo>
                  <a:pt x="284582" y="111720"/>
                  <a:pt x="285070" y="107991"/>
                  <a:pt x="285127" y="101796"/>
                </a:cubicBezTo>
                <a:lnTo>
                  <a:pt x="285127" y="56362"/>
                </a:lnTo>
                <a:cubicBezTo>
                  <a:pt x="285127" y="50281"/>
                  <a:pt x="284582" y="46495"/>
                  <a:pt x="283492" y="45004"/>
                </a:cubicBezTo>
                <a:cubicBezTo>
                  <a:pt x="282288" y="43569"/>
                  <a:pt x="279936" y="42594"/>
                  <a:pt x="276436" y="42078"/>
                </a:cubicBezTo>
                <a:lnTo>
                  <a:pt x="276436" y="38894"/>
                </a:lnTo>
                <a:lnTo>
                  <a:pt x="309221" y="38894"/>
                </a:lnTo>
                <a:close/>
                <a:moveTo>
                  <a:pt x="467575" y="258"/>
                </a:moveTo>
                <a:lnTo>
                  <a:pt x="467575" y="95686"/>
                </a:lnTo>
                <a:cubicBezTo>
                  <a:pt x="467575" y="102857"/>
                  <a:pt x="467890" y="107418"/>
                  <a:pt x="468522" y="109368"/>
                </a:cubicBezTo>
                <a:cubicBezTo>
                  <a:pt x="469095" y="111376"/>
                  <a:pt x="470415" y="113011"/>
                  <a:pt x="472480" y="114273"/>
                </a:cubicBezTo>
                <a:cubicBezTo>
                  <a:pt x="474430" y="115592"/>
                  <a:pt x="477643" y="116223"/>
                  <a:pt x="482117" y="116166"/>
                </a:cubicBezTo>
                <a:lnTo>
                  <a:pt x="484785" y="116166"/>
                </a:lnTo>
                <a:lnTo>
                  <a:pt x="484785" y="119350"/>
                </a:lnTo>
                <a:lnTo>
                  <a:pt x="423346" y="119350"/>
                </a:lnTo>
                <a:lnTo>
                  <a:pt x="423346" y="116166"/>
                </a:lnTo>
                <a:lnTo>
                  <a:pt x="426444" y="116166"/>
                </a:lnTo>
                <a:cubicBezTo>
                  <a:pt x="431377" y="116166"/>
                  <a:pt x="434934" y="115592"/>
                  <a:pt x="437114" y="114445"/>
                </a:cubicBezTo>
                <a:cubicBezTo>
                  <a:pt x="439179" y="113355"/>
                  <a:pt x="440613" y="111777"/>
                  <a:pt x="441416" y="109712"/>
                </a:cubicBezTo>
                <a:cubicBezTo>
                  <a:pt x="442162" y="107762"/>
                  <a:pt x="442535" y="103087"/>
                  <a:pt x="442535" y="95686"/>
                </a:cubicBezTo>
                <a:lnTo>
                  <a:pt x="442535" y="35194"/>
                </a:lnTo>
                <a:cubicBezTo>
                  <a:pt x="442535" y="29802"/>
                  <a:pt x="442277" y="26417"/>
                  <a:pt x="441760" y="25040"/>
                </a:cubicBezTo>
                <a:cubicBezTo>
                  <a:pt x="441244" y="23778"/>
                  <a:pt x="440297" y="22631"/>
                  <a:pt x="438921" y="21598"/>
                </a:cubicBezTo>
                <a:cubicBezTo>
                  <a:pt x="437429" y="20680"/>
                  <a:pt x="435794" y="20221"/>
                  <a:pt x="434016" y="20221"/>
                </a:cubicBezTo>
                <a:cubicBezTo>
                  <a:pt x="431090" y="20279"/>
                  <a:pt x="427534" y="21197"/>
                  <a:pt x="423346" y="22975"/>
                </a:cubicBezTo>
                <a:lnTo>
                  <a:pt x="421797" y="19877"/>
                </a:lnTo>
                <a:lnTo>
                  <a:pt x="464735" y="258"/>
                </a:lnTo>
                <a:lnTo>
                  <a:pt x="467575" y="25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A4CBE-DF7E-4BB5-A541-5611547C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629" y="941958"/>
            <a:ext cx="631990" cy="308456"/>
          </a:xfrm>
          <a:custGeom xmlns:a="http://schemas.openxmlformats.org/drawingml/2006/main">
            <a:pathLst>
              <a:path w="631990" h="308456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6D4D7-84E5-449E-AB09-4403FD46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629" y="941958"/>
            <a:ext cx="631990" cy="308456"/>
          </a:xfrm>
          <a:custGeom xmlns:a="http://schemas.openxmlformats.org/drawingml/2006/main">
            <a:pathLst>
              <a:path w="631990" h="308456" fill="none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round/>
          </a:ln>
        </p:spPr>
      </p:sp>
      <p:sp>
        <p:nvSpPr>
          <p:cNvPr id="63" name="Text Span2">
            <a:extLst xmlns:a="http://schemas.openxmlformats.org/drawingml/2006/main">
              <a:ext uri="{FF2B5EF4-FFF2-40B4-BE49-F238E27FC236}">
                <a16:creationId xmlns:a16="http://schemas.microsoft.com/office/drawing/2014/main" id="{DF887F95-1FB8-47FF-8834-2854939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201" y="1020101"/>
            <a:ext cx="489690" cy="157039"/>
          </a:xfrm>
          <a:custGeom xmlns:a="http://schemas.openxmlformats.org/drawingml/2006/main">
            <a:pathLst>
              <a:path w="489690" h="157039">
                <a:moveTo>
                  <a:pt x="73658" y="0"/>
                </a:moveTo>
                <a:lnTo>
                  <a:pt x="74604" y="38894"/>
                </a:lnTo>
                <a:lnTo>
                  <a:pt x="71076" y="38894"/>
                </a:lnTo>
                <a:cubicBezTo>
                  <a:pt x="69355" y="29199"/>
                  <a:pt x="65282" y="21340"/>
                  <a:pt x="58857" y="15317"/>
                </a:cubicBezTo>
                <a:cubicBezTo>
                  <a:pt x="52318" y="9408"/>
                  <a:pt x="45262" y="6454"/>
                  <a:pt x="37689" y="6454"/>
                </a:cubicBezTo>
                <a:cubicBezTo>
                  <a:pt x="31781" y="6454"/>
                  <a:pt x="27163" y="8003"/>
                  <a:pt x="23836" y="11100"/>
                </a:cubicBezTo>
                <a:cubicBezTo>
                  <a:pt x="20394" y="14313"/>
                  <a:pt x="18673" y="17927"/>
                  <a:pt x="18673" y="21942"/>
                </a:cubicBezTo>
                <a:cubicBezTo>
                  <a:pt x="18673" y="24581"/>
                  <a:pt x="19275" y="26876"/>
                  <a:pt x="20480" y="28826"/>
                </a:cubicBezTo>
                <a:cubicBezTo>
                  <a:pt x="22086" y="31523"/>
                  <a:pt x="24753" y="34190"/>
                  <a:pt x="28482" y="36829"/>
                </a:cubicBezTo>
                <a:cubicBezTo>
                  <a:pt x="31121" y="38722"/>
                  <a:pt x="37345" y="42078"/>
                  <a:pt x="47155" y="46897"/>
                </a:cubicBezTo>
                <a:cubicBezTo>
                  <a:pt x="60808" y="53666"/>
                  <a:pt x="70015" y="60005"/>
                  <a:pt x="74776" y="65913"/>
                </a:cubicBezTo>
                <a:cubicBezTo>
                  <a:pt x="79480" y="71937"/>
                  <a:pt x="81832" y="78763"/>
                  <a:pt x="81832" y="86393"/>
                </a:cubicBezTo>
                <a:cubicBezTo>
                  <a:pt x="81832" y="96203"/>
                  <a:pt x="78046" y="104578"/>
                  <a:pt x="70474" y="111519"/>
                </a:cubicBezTo>
                <a:cubicBezTo>
                  <a:pt x="62787" y="118575"/>
                  <a:pt x="53121" y="122103"/>
                  <a:pt x="41476" y="122103"/>
                </a:cubicBezTo>
                <a:cubicBezTo>
                  <a:pt x="37747" y="122161"/>
                  <a:pt x="34276" y="121788"/>
                  <a:pt x="31064" y="120985"/>
                </a:cubicBezTo>
                <a:cubicBezTo>
                  <a:pt x="27736" y="120239"/>
                  <a:pt x="23635" y="118833"/>
                  <a:pt x="18759" y="116768"/>
                </a:cubicBezTo>
                <a:cubicBezTo>
                  <a:pt x="16005" y="115678"/>
                  <a:pt x="13739" y="115105"/>
                  <a:pt x="11961" y="115047"/>
                </a:cubicBezTo>
                <a:cubicBezTo>
                  <a:pt x="10412" y="115105"/>
                  <a:pt x="8834" y="115678"/>
                  <a:pt x="7228" y="116768"/>
                </a:cubicBezTo>
                <a:cubicBezTo>
                  <a:pt x="5564" y="117973"/>
                  <a:pt x="4216" y="119723"/>
                  <a:pt x="3184" y="122017"/>
                </a:cubicBezTo>
                <a:lnTo>
                  <a:pt x="0" y="122017"/>
                </a:lnTo>
                <a:lnTo>
                  <a:pt x="0" y="77960"/>
                </a:lnTo>
                <a:lnTo>
                  <a:pt x="3184" y="77960"/>
                </a:lnTo>
                <a:cubicBezTo>
                  <a:pt x="5651" y="90409"/>
                  <a:pt x="10527" y="99845"/>
                  <a:pt x="17812" y="106270"/>
                </a:cubicBezTo>
                <a:cubicBezTo>
                  <a:pt x="24925" y="112810"/>
                  <a:pt x="32670" y="116080"/>
                  <a:pt x="41045" y="116080"/>
                </a:cubicBezTo>
                <a:cubicBezTo>
                  <a:pt x="47413" y="116137"/>
                  <a:pt x="52547" y="114388"/>
                  <a:pt x="56448" y="110831"/>
                </a:cubicBezTo>
                <a:cubicBezTo>
                  <a:pt x="60234" y="107332"/>
                  <a:pt x="62127" y="103259"/>
                  <a:pt x="62127" y="98612"/>
                </a:cubicBezTo>
                <a:cubicBezTo>
                  <a:pt x="62127" y="95858"/>
                  <a:pt x="61410" y="93191"/>
                  <a:pt x="59976" y="90609"/>
                </a:cubicBezTo>
                <a:cubicBezTo>
                  <a:pt x="58485" y="88028"/>
                  <a:pt x="56247" y="85561"/>
                  <a:pt x="53264" y="83209"/>
                </a:cubicBezTo>
                <a:cubicBezTo>
                  <a:pt x="50224" y="80915"/>
                  <a:pt x="44946" y="77903"/>
                  <a:pt x="37431" y="74174"/>
                </a:cubicBezTo>
                <a:cubicBezTo>
                  <a:pt x="26819" y="69011"/>
                  <a:pt x="19189" y="64565"/>
                  <a:pt x="14542" y="60837"/>
                </a:cubicBezTo>
                <a:cubicBezTo>
                  <a:pt x="9896" y="57222"/>
                  <a:pt x="6339" y="53121"/>
                  <a:pt x="3872" y="48532"/>
                </a:cubicBezTo>
                <a:cubicBezTo>
                  <a:pt x="1348" y="44000"/>
                  <a:pt x="86" y="39009"/>
                  <a:pt x="86" y="33559"/>
                </a:cubicBezTo>
                <a:cubicBezTo>
                  <a:pt x="86" y="24266"/>
                  <a:pt x="3499" y="16349"/>
                  <a:pt x="10326" y="9810"/>
                </a:cubicBezTo>
                <a:cubicBezTo>
                  <a:pt x="17095" y="3270"/>
                  <a:pt x="25700" y="0"/>
                  <a:pt x="36141" y="0"/>
                </a:cubicBezTo>
                <a:cubicBezTo>
                  <a:pt x="39927" y="0"/>
                  <a:pt x="43598" y="459"/>
                  <a:pt x="47155" y="1377"/>
                </a:cubicBezTo>
                <a:cubicBezTo>
                  <a:pt x="49794" y="2123"/>
                  <a:pt x="53092" y="3385"/>
                  <a:pt x="57050" y="5163"/>
                </a:cubicBezTo>
                <a:cubicBezTo>
                  <a:pt x="60894" y="7056"/>
                  <a:pt x="63590" y="8003"/>
                  <a:pt x="65139" y="8003"/>
                </a:cubicBezTo>
                <a:cubicBezTo>
                  <a:pt x="66573" y="8060"/>
                  <a:pt x="67749" y="7601"/>
                  <a:pt x="68667" y="6626"/>
                </a:cubicBezTo>
                <a:cubicBezTo>
                  <a:pt x="69470" y="5765"/>
                  <a:pt x="70273" y="3557"/>
                  <a:pt x="71076" y="0"/>
                </a:cubicBezTo>
                <a:lnTo>
                  <a:pt x="73658" y="0"/>
                </a:lnTo>
                <a:close/>
                <a:moveTo>
                  <a:pt x="125195" y="111175"/>
                </a:moveTo>
                <a:lnTo>
                  <a:pt x="125195" y="141120"/>
                </a:lnTo>
                <a:cubicBezTo>
                  <a:pt x="125195" y="145308"/>
                  <a:pt x="125540" y="148119"/>
                  <a:pt x="126228" y="149553"/>
                </a:cubicBezTo>
                <a:cubicBezTo>
                  <a:pt x="126802" y="151044"/>
                  <a:pt x="127806" y="152134"/>
                  <a:pt x="129240" y="152823"/>
                </a:cubicBezTo>
                <a:cubicBezTo>
                  <a:pt x="130559" y="153511"/>
                  <a:pt x="133255" y="153855"/>
                  <a:pt x="137328" y="153855"/>
                </a:cubicBezTo>
                <a:lnTo>
                  <a:pt x="137328" y="157039"/>
                </a:lnTo>
                <a:lnTo>
                  <a:pt x="91464" y="157039"/>
                </a:lnTo>
                <a:lnTo>
                  <a:pt x="91464" y="153855"/>
                </a:lnTo>
                <a:cubicBezTo>
                  <a:pt x="94964" y="153798"/>
                  <a:pt x="97602" y="152794"/>
                  <a:pt x="99381" y="150844"/>
                </a:cubicBezTo>
                <a:cubicBezTo>
                  <a:pt x="100471" y="149582"/>
                  <a:pt x="101044" y="146168"/>
                  <a:pt x="101102" y="140604"/>
                </a:cubicBezTo>
                <a:lnTo>
                  <a:pt x="101102" y="55674"/>
                </a:lnTo>
                <a:cubicBezTo>
                  <a:pt x="101044" y="50052"/>
                  <a:pt x="100385" y="46409"/>
                  <a:pt x="99123" y="44745"/>
                </a:cubicBezTo>
                <a:cubicBezTo>
                  <a:pt x="97803" y="43254"/>
                  <a:pt x="95250" y="42365"/>
                  <a:pt x="91464" y="42078"/>
                </a:cubicBezTo>
                <a:lnTo>
                  <a:pt x="91464" y="38894"/>
                </a:lnTo>
                <a:lnTo>
                  <a:pt x="125195" y="38894"/>
                </a:lnTo>
                <a:lnTo>
                  <a:pt x="125195" y="49478"/>
                </a:lnTo>
                <a:cubicBezTo>
                  <a:pt x="128006" y="45348"/>
                  <a:pt x="130875" y="42365"/>
                  <a:pt x="133800" y="40529"/>
                </a:cubicBezTo>
                <a:cubicBezTo>
                  <a:pt x="137988" y="37890"/>
                  <a:pt x="142549" y="36542"/>
                  <a:pt x="147482" y="36485"/>
                </a:cubicBezTo>
                <a:cubicBezTo>
                  <a:pt x="153333" y="36542"/>
                  <a:pt x="158726" y="38406"/>
                  <a:pt x="163659" y="42078"/>
                </a:cubicBezTo>
                <a:cubicBezTo>
                  <a:pt x="168478" y="45807"/>
                  <a:pt x="172149" y="50941"/>
                  <a:pt x="174674" y="57481"/>
                </a:cubicBezTo>
                <a:cubicBezTo>
                  <a:pt x="177140" y="64135"/>
                  <a:pt x="178402" y="71220"/>
                  <a:pt x="178460" y="78735"/>
                </a:cubicBezTo>
                <a:cubicBezTo>
                  <a:pt x="178460" y="86938"/>
                  <a:pt x="177169" y="94367"/>
                  <a:pt x="174588" y="101021"/>
                </a:cubicBezTo>
                <a:cubicBezTo>
                  <a:pt x="171891" y="107848"/>
                  <a:pt x="168105" y="112982"/>
                  <a:pt x="163229" y="116424"/>
                </a:cubicBezTo>
                <a:cubicBezTo>
                  <a:pt x="158238" y="119981"/>
                  <a:pt x="152702" y="121759"/>
                  <a:pt x="146622" y="121759"/>
                </a:cubicBezTo>
                <a:cubicBezTo>
                  <a:pt x="142204" y="121817"/>
                  <a:pt x="138074" y="120841"/>
                  <a:pt x="134231" y="118833"/>
                </a:cubicBezTo>
                <a:cubicBezTo>
                  <a:pt x="131362" y="117399"/>
                  <a:pt x="128351" y="114847"/>
                  <a:pt x="125195" y="111175"/>
                </a:cubicBezTo>
                <a:moveTo>
                  <a:pt x="125195" y="102484"/>
                </a:moveTo>
                <a:cubicBezTo>
                  <a:pt x="130072" y="109483"/>
                  <a:pt x="135349" y="112982"/>
                  <a:pt x="141028" y="112982"/>
                </a:cubicBezTo>
                <a:cubicBezTo>
                  <a:pt x="144126" y="112982"/>
                  <a:pt x="146679" y="111347"/>
                  <a:pt x="148687" y="108077"/>
                </a:cubicBezTo>
                <a:cubicBezTo>
                  <a:pt x="151670" y="103259"/>
                  <a:pt x="153161" y="94080"/>
                  <a:pt x="153161" y="80542"/>
                </a:cubicBezTo>
                <a:cubicBezTo>
                  <a:pt x="153161" y="66717"/>
                  <a:pt x="151526" y="57222"/>
                  <a:pt x="148257" y="52060"/>
                </a:cubicBezTo>
                <a:cubicBezTo>
                  <a:pt x="146077" y="48732"/>
                  <a:pt x="143151" y="47040"/>
                  <a:pt x="139480" y="46983"/>
                </a:cubicBezTo>
                <a:cubicBezTo>
                  <a:pt x="133628" y="47040"/>
                  <a:pt x="128867" y="51228"/>
                  <a:pt x="125195" y="59546"/>
                </a:cubicBezTo>
                <a:lnTo>
                  <a:pt x="125195" y="102484"/>
                </a:lnTo>
                <a:close/>
                <a:moveTo>
                  <a:pt x="235676" y="107475"/>
                </a:moveTo>
                <a:cubicBezTo>
                  <a:pt x="225867" y="116195"/>
                  <a:pt x="217061" y="120526"/>
                  <a:pt x="209259" y="120468"/>
                </a:cubicBezTo>
                <a:cubicBezTo>
                  <a:pt x="204613" y="120468"/>
                  <a:pt x="200798" y="118948"/>
                  <a:pt x="197815" y="115908"/>
                </a:cubicBezTo>
                <a:cubicBezTo>
                  <a:pt x="194774" y="112982"/>
                  <a:pt x="193254" y="109225"/>
                  <a:pt x="193254" y="104635"/>
                </a:cubicBezTo>
                <a:cubicBezTo>
                  <a:pt x="193254" y="98555"/>
                  <a:pt x="195893" y="93019"/>
                  <a:pt x="201171" y="88028"/>
                </a:cubicBezTo>
                <a:cubicBezTo>
                  <a:pt x="206391" y="83209"/>
                  <a:pt x="217893" y="76698"/>
                  <a:pt x="235676" y="68495"/>
                </a:cubicBezTo>
                <a:lnTo>
                  <a:pt x="235676" y="60406"/>
                </a:lnTo>
                <a:cubicBezTo>
                  <a:pt x="235619" y="54383"/>
                  <a:pt x="235303" y="50539"/>
                  <a:pt x="234730" y="48876"/>
                </a:cubicBezTo>
                <a:cubicBezTo>
                  <a:pt x="233984" y="47327"/>
                  <a:pt x="232722" y="45950"/>
                  <a:pt x="230944" y="44745"/>
                </a:cubicBezTo>
                <a:cubicBezTo>
                  <a:pt x="229108" y="43655"/>
                  <a:pt x="227043" y="43082"/>
                  <a:pt x="224748" y="43024"/>
                </a:cubicBezTo>
                <a:cubicBezTo>
                  <a:pt x="221019" y="43082"/>
                  <a:pt x="217950" y="43914"/>
                  <a:pt x="215541" y="45520"/>
                </a:cubicBezTo>
                <a:cubicBezTo>
                  <a:pt x="214049" y="46552"/>
                  <a:pt x="213304" y="47757"/>
                  <a:pt x="213304" y="49134"/>
                </a:cubicBezTo>
                <a:cubicBezTo>
                  <a:pt x="213246" y="50339"/>
                  <a:pt x="214049" y="51830"/>
                  <a:pt x="215713" y="53608"/>
                </a:cubicBezTo>
                <a:cubicBezTo>
                  <a:pt x="217835" y="56133"/>
                  <a:pt x="218925" y="58513"/>
                  <a:pt x="218983" y="60751"/>
                </a:cubicBezTo>
                <a:cubicBezTo>
                  <a:pt x="218983" y="63619"/>
                  <a:pt x="217950" y="65999"/>
                  <a:pt x="215885" y="67893"/>
                </a:cubicBezTo>
                <a:cubicBezTo>
                  <a:pt x="213705" y="69900"/>
                  <a:pt x="210952" y="70904"/>
                  <a:pt x="207624" y="70904"/>
                </a:cubicBezTo>
                <a:cubicBezTo>
                  <a:pt x="204010" y="70904"/>
                  <a:pt x="200999" y="69814"/>
                  <a:pt x="198589" y="67634"/>
                </a:cubicBezTo>
                <a:cubicBezTo>
                  <a:pt x="196065" y="65512"/>
                  <a:pt x="194832" y="62959"/>
                  <a:pt x="194889" y="59976"/>
                </a:cubicBezTo>
                <a:cubicBezTo>
                  <a:pt x="194889" y="55846"/>
                  <a:pt x="196524" y="51887"/>
                  <a:pt x="199794" y="48101"/>
                </a:cubicBezTo>
                <a:cubicBezTo>
                  <a:pt x="203064" y="44430"/>
                  <a:pt x="207624" y="41562"/>
                  <a:pt x="213476" y="39496"/>
                </a:cubicBezTo>
                <a:cubicBezTo>
                  <a:pt x="219327" y="37546"/>
                  <a:pt x="225408" y="36542"/>
                  <a:pt x="231718" y="36485"/>
                </a:cubicBezTo>
                <a:cubicBezTo>
                  <a:pt x="239348" y="36542"/>
                  <a:pt x="245400" y="38148"/>
                  <a:pt x="249874" y="41303"/>
                </a:cubicBezTo>
                <a:cubicBezTo>
                  <a:pt x="254234" y="44573"/>
                  <a:pt x="257102" y="48101"/>
                  <a:pt x="258479" y="51887"/>
                </a:cubicBezTo>
                <a:cubicBezTo>
                  <a:pt x="259225" y="54297"/>
                  <a:pt x="259627" y="59833"/>
                  <a:pt x="259684" y="68495"/>
                </a:cubicBezTo>
                <a:lnTo>
                  <a:pt x="259684" y="99731"/>
                </a:lnTo>
                <a:cubicBezTo>
                  <a:pt x="259684" y="103459"/>
                  <a:pt x="259827" y="105754"/>
                  <a:pt x="260114" y="106615"/>
                </a:cubicBezTo>
                <a:cubicBezTo>
                  <a:pt x="260344" y="107647"/>
                  <a:pt x="260774" y="108364"/>
                  <a:pt x="261405" y="108766"/>
                </a:cubicBezTo>
                <a:cubicBezTo>
                  <a:pt x="261921" y="109225"/>
                  <a:pt x="262581" y="109454"/>
                  <a:pt x="263384" y="109454"/>
                </a:cubicBezTo>
                <a:cubicBezTo>
                  <a:pt x="264818" y="109512"/>
                  <a:pt x="266338" y="108450"/>
                  <a:pt x="267945" y="106270"/>
                </a:cubicBezTo>
                <a:lnTo>
                  <a:pt x="270526" y="108336"/>
                </a:lnTo>
                <a:cubicBezTo>
                  <a:pt x="267600" y="112581"/>
                  <a:pt x="264646" y="115650"/>
                  <a:pt x="261663" y="117543"/>
                </a:cubicBezTo>
                <a:cubicBezTo>
                  <a:pt x="258508" y="119551"/>
                  <a:pt x="255009" y="120526"/>
                  <a:pt x="251165" y="120468"/>
                </a:cubicBezTo>
                <a:cubicBezTo>
                  <a:pt x="246576" y="120468"/>
                  <a:pt x="242990" y="119378"/>
                  <a:pt x="240409" y="117199"/>
                </a:cubicBezTo>
                <a:cubicBezTo>
                  <a:pt x="237828" y="115133"/>
                  <a:pt x="236250" y="111892"/>
                  <a:pt x="235676" y="107475"/>
                </a:cubicBezTo>
                <a:moveTo>
                  <a:pt x="235676" y="101193"/>
                </a:moveTo>
                <a:lnTo>
                  <a:pt x="235676" y="74260"/>
                </a:lnTo>
                <a:cubicBezTo>
                  <a:pt x="228678" y="78333"/>
                  <a:pt x="223515" y="82693"/>
                  <a:pt x="220187" y="87340"/>
                </a:cubicBezTo>
                <a:cubicBezTo>
                  <a:pt x="217950" y="90437"/>
                  <a:pt x="216832" y="93564"/>
                  <a:pt x="216832" y="96719"/>
                </a:cubicBezTo>
                <a:cubicBezTo>
                  <a:pt x="216832" y="99415"/>
                  <a:pt x="217778" y="101738"/>
                  <a:pt x="219671" y="103689"/>
                </a:cubicBezTo>
                <a:cubicBezTo>
                  <a:pt x="221105" y="105238"/>
                  <a:pt x="223113" y="106012"/>
                  <a:pt x="225695" y="106012"/>
                </a:cubicBezTo>
                <a:cubicBezTo>
                  <a:pt x="228506" y="106012"/>
                  <a:pt x="231833" y="104406"/>
                  <a:pt x="235676" y="101193"/>
                </a:cubicBezTo>
                <a:close/>
                <a:moveTo>
                  <a:pt x="309221" y="38894"/>
                </a:moveTo>
                <a:lnTo>
                  <a:pt x="309221" y="49306"/>
                </a:lnTo>
                <a:cubicBezTo>
                  <a:pt x="313351" y="44831"/>
                  <a:pt x="317310" y="41562"/>
                  <a:pt x="321096" y="39496"/>
                </a:cubicBezTo>
                <a:cubicBezTo>
                  <a:pt x="324824" y="37546"/>
                  <a:pt x="328897" y="36542"/>
                  <a:pt x="333315" y="36485"/>
                </a:cubicBezTo>
                <a:cubicBezTo>
                  <a:pt x="338535" y="36542"/>
                  <a:pt x="342866" y="37976"/>
                  <a:pt x="346308" y="40787"/>
                </a:cubicBezTo>
                <a:cubicBezTo>
                  <a:pt x="349750" y="43713"/>
                  <a:pt x="352045" y="47327"/>
                  <a:pt x="353192" y="51629"/>
                </a:cubicBezTo>
                <a:cubicBezTo>
                  <a:pt x="354110" y="54899"/>
                  <a:pt x="354569" y="61181"/>
                  <a:pt x="354569" y="70474"/>
                </a:cubicBezTo>
                <a:lnTo>
                  <a:pt x="354569" y="101796"/>
                </a:lnTo>
                <a:cubicBezTo>
                  <a:pt x="354569" y="108049"/>
                  <a:pt x="355142" y="111892"/>
                  <a:pt x="356290" y="113326"/>
                </a:cubicBezTo>
                <a:cubicBezTo>
                  <a:pt x="357380" y="114875"/>
                  <a:pt x="359703" y="115850"/>
                  <a:pt x="363260" y="116252"/>
                </a:cubicBezTo>
                <a:lnTo>
                  <a:pt x="363260" y="119350"/>
                </a:lnTo>
                <a:lnTo>
                  <a:pt x="322559" y="119350"/>
                </a:lnTo>
                <a:lnTo>
                  <a:pt x="322559" y="116252"/>
                </a:lnTo>
                <a:cubicBezTo>
                  <a:pt x="325542" y="115908"/>
                  <a:pt x="327721" y="114646"/>
                  <a:pt x="329098" y="112466"/>
                </a:cubicBezTo>
                <a:cubicBezTo>
                  <a:pt x="330016" y="111032"/>
                  <a:pt x="330475" y="107475"/>
                  <a:pt x="330475" y="101796"/>
                </a:cubicBezTo>
                <a:lnTo>
                  <a:pt x="330475" y="65999"/>
                </a:lnTo>
                <a:cubicBezTo>
                  <a:pt x="330475" y="59402"/>
                  <a:pt x="330217" y="55243"/>
                  <a:pt x="329701" y="53522"/>
                </a:cubicBezTo>
                <a:cubicBezTo>
                  <a:pt x="329184" y="51801"/>
                  <a:pt x="328324" y="50453"/>
                  <a:pt x="327119" y="49478"/>
                </a:cubicBezTo>
                <a:cubicBezTo>
                  <a:pt x="325800" y="48560"/>
                  <a:pt x="324423" y="48101"/>
                  <a:pt x="322989" y="48101"/>
                </a:cubicBezTo>
                <a:cubicBezTo>
                  <a:pt x="317998" y="48101"/>
                  <a:pt x="313409" y="51629"/>
                  <a:pt x="309221" y="58685"/>
                </a:cubicBezTo>
                <a:lnTo>
                  <a:pt x="309221" y="101796"/>
                </a:lnTo>
                <a:cubicBezTo>
                  <a:pt x="309221" y="107819"/>
                  <a:pt x="309795" y="111634"/>
                  <a:pt x="310942" y="113240"/>
                </a:cubicBezTo>
                <a:cubicBezTo>
                  <a:pt x="312032" y="114904"/>
                  <a:pt x="314097" y="115908"/>
                  <a:pt x="317137" y="116252"/>
                </a:cubicBezTo>
                <a:lnTo>
                  <a:pt x="317137" y="119350"/>
                </a:lnTo>
                <a:lnTo>
                  <a:pt x="276436" y="119350"/>
                </a:lnTo>
                <a:lnTo>
                  <a:pt x="276436" y="116252"/>
                </a:lnTo>
                <a:cubicBezTo>
                  <a:pt x="279764" y="115908"/>
                  <a:pt x="282173" y="114818"/>
                  <a:pt x="283664" y="112982"/>
                </a:cubicBezTo>
                <a:cubicBezTo>
                  <a:pt x="284582" y="111720"/>
                  <a:pt x="285070" y="107991"/>
                  <a:pt x="285127" y="101796"/>
                </a:cubicBezTo>
                <a:lnTo>
                  <a:pt x="285127" y="56362"/>
                </a:lnTo>
                <a:cubicBezTo>
                  <a:pt x="285127" y="50281"/>
                  <a:pt x="284582" y="46495"/>
                  <a:pt x="283492" y="45004"/>
                </a:cubicBezTo>
                <a:cubicBezTo>
                  <a:pt x="282288" y="43569"/>
                  <a:pt x="279936" y="42594"/>
                  <a:pt x="276436" y="42078"/>
                </a:cubicBezTo>
                <a:lnTo>
                  <a:pt x="276436" y="38894"/>
                </a:lnTo>
                <a:lnTo>
                  <a:pt x="309221" y="38894"/>
                </a:lnTo>
                <a:close/>
                <a:moveTo>
                  <a:pt x="483150" y="119350"/>
                </a:moveTo>
                <a:lnTo>
                  <a:pt x="414483" y="119350"/>
                </a:lnTo>
                <a:lnTo>
                  <a:pt x="414483" y="117457"/>
                </a:lnTo>
                <a:cubicBezTo>
                  <a:pt x="435479" y="92445"/>
                  <a:pt x="448272" y="75580"/>
                  <a:pt x="452861" y="66860"/>
                </a:cubicBezTo>
                <a:cubicBezTo>
                  <a:pt x="457335" y="58198"/>
                  <a:pt x="459573" y="49736"/>
                  <a:pt x="459573" y="41476"/>
                </a:cubicBezTo>
                <a:cubicBezTo>
                  <a:pt x="459515" y="35510"/>
                  <a:pt x="457651" y="30490"/>
                  <a:pt x="453980" y="26417"/>
                </a:cubicBezTo>
                <a:cubicBezTo>
                  <a:pt x="450251" y="22459"/>
                  <a:pt x="445690" y="20480"/>
                  <a:pt x="440298" y="20480"/>
                </a:cubicBezTo>
                <a:cubicBezTo>
                  <a:pt x="431406" y="20480"/>
                  <a:pt x="424551" y="24897"/>
                  <a:pt x="419732" y="33731"/>
                </a:cubicBezTo>
                <a:lnTo>
                  <a:pt x="416548" y="32613"/>
                </a:lnTo>
                <a:cubicBezTo>
                  <a:pt x="419646" y="21598"/>
                  <a:pt x="424350" y="13452"/>
                  <a:pt x="430660" y="8175"/>
                </a:cubicBezTo>
                <a:cubicBezTo>
                  <a:pt x="436913" y="2954"/>
                  <a:pt x="444199" y="316"/>
                  <a:pt x="452517" y="258"/>
                </a:cubicBezTo>
                <a:cubicBezTo>
                  <a:pt x="458368" y="258"/>
                  <a:pt x="463760" y="1635"/>
                  <a:pt x="468694" y="4388"/>
                </a:cubicBezTo>
                <a:cubicBezTo>
                  <a:pt x="473570" y="7199"/>
                  <a:pt x="477385" y="10957"/>
                  <a:pt x="480138" y="15661"/>
                </a:cubicBezTo>
                <a:cubicBezTo>
                  <a:pt x="482892" y="20480"/>
                  <a:pt x="484269" y="24983"/>
                  <a:pt x="484269" y="29171"/>
                </a:cubicBezTo>
                <a:cubicBezTo>
                  <a:pt x="484211" y="36858"/>
                  <a:pt x="482089" y="44602"/>
                  <a:pt x="477901" y="52404"/>
                </a:cubicBezTo>
                <a:cubicBezTo>
                  <a:pt x="472107" y="63016"/>
                  <a:pt x="459458" y="77817"/>
                  <a:pt x="439954" y="96805"/>
                </a:cubicBezTo>
                <a:lnTo>
                  <a:pt x="465166" y="96805"/>
                </a:lnTo>
                <a:cubicBezTo>
                  <a:pt x="471361" y="96805"/>
                  <a:pt x="475406" y="96547"/>
                  <a:pt x="477299" y="96031"/>
                </a:cubicBezTo>
                <a:cubicBezTo>
                  <a:pt x="479077" y="95572"/>
                  <a:pt x="480597" y="94682"/>
                  <a:pt x="481859" y="93363"/>
                </a:cubicBezTo>
                <a:cubicBezTo>
                  <a:pt x="483007" y="92158"/>
                  <a:pt x="484584" y="89577"/>
                  <a:pt x="486592" y="85619"/>
                </a:cubicBezTo>
                <a:lnTo>
                  <a:pt x="489690" y="85619"/>
                </a:lnTo>
                <a:lnTo>
                  <a:pt x="483150" y="11935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B5F02-00CE-44B5-8741-14D0FA91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118" y="1374355"/>
            <a:ext cx="631990" cy="308456"/>
          </a:xfrm>
          <a:custGeom xmlns:a="http://schemas.openxmlformats.org/drawingml/2006/main">
            <a:pathLst>
              <a:path w="631990" h="308456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59903-65DB-43D8-89D9-0C0690B7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118" y="1374355"/>
            <a:ext cx="631990" cy="308456"/>
          </a:xfrm>
          <a:custGeom xmlns:a="http://schemas.openxmlformats.org/drawingml/2006/main">
            <a:pathLst>
              <a:path w="631990" h="308456" fill="none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round/>
          </a:ln>
        </p:spPr>
      </p:sp>
      <p:sp>
        <p:nvSpPr>
          <p:cNvPr id="66" name="Text Span3">
            <a:extLst xmlns:a="http://schemas.openxmlformats.org/drawingml/2006/main">
              <a:ext uri="{FF2B5EF4-FFF2-40B4-BE49-F238E27FC236}">
                <a16:creationId xmlns:a16="http://schemas.microsoft.com/office/drawing/2014/main" id="{7AD1A1AB-D562-4154-BC64-1899D9C7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721" y="1452498"/>
            <a:ext cx="488141" cy="157039"/>
          </a:xfrm>
          <a:custGeom xmlns:a="http://schemas.openxmlformats.org/drawingml/2006/main">
            <a:pathLst>
              <a:path w="488141" h="157039">
                <a:moveTo>
                  <a:pt x="73658" y="0"/>
                </a:moveTo>
                <a:lnTo>
                  <a:pt x="74604" y="38894"/>
                </a:lnTo>
                <a:lnTo>
                  <a:pt x="71076" y="38894"/>
                </a:lnTo>
                <a:cubicBezTo>
                  <a:pt x="69355" y="29199"/>
                  <a:pt x="65282" y="21340"/>
                  <a:pt x="58857" y="15317"/>
                </a:cubicBezTo>
                <a:cubicBezTo>
                  <a:pt x="52318" y="9408"/>
                  <a:pt x="45262" y="6454"/>
                  <a:pt x="37689" y="6454"/>
                </a:cubicBezTo>
                <a:cubicBezTo>
                  <a:pt x="31781" y="6454"/>
                  <a:pt x="27163" y="8003"/>
                  <a:pt x="23836" y="11100"/>
                </a:cubicBezTo>
                <a:cubicBezTo>
                  <a:pt x="20394" y="14313"/>
                  <a:pt x="18673" y="17927"/>
                  <a:pt x="18673" y="21942"/>
                </a:cubicBezTo>
                <a:cubicBezTo>
                  <a:pt x="18673" y="24581"/>
                  <a:pt x="19275" y="26876"/>
                  <a:pt x="20480" y="28826"/>
                </a:cubicBezTo>
                <a:cubicBezTo>
                  <a:pt x="22086" y="31523"/>
                  <a:pt x="24753" y="34190"/>
                  <a:pt x="28482" y="36829"/>
                </a:cubicBezTo>
                <a:cubicBezTo>
                  <a:pt x="31121" y="38722"/>
                  <a:pt x="37345" y="42078"/>
                  <a:pt x="47155" y="46897"/>
                </a:cubicBezTo>
                <a:cubicBezTo>
                  <a:pt x="60808" y="53666"/>
                  <a:pt x="70015" y="60005"/>
                  <a:pt x="74776" y="65913"/>
                </a:cubicBezTo>
                <a:cubicBezTo>
                  <a:pt x="79480" y="71937"/>
                  <a:pt x="81832" y="78763"/>
                  <a:pt x="81832" y="86393"/>
                </a:cubicBezTo>
                <a:cubicBezTo>
                  <a:pt x="81832" y="96203"/>
                  <a:pt x="78046" y="104578"/>
                  <a:pt x="70474" y="111519"/>
                </a:cubicBezTo>
                <a:cubicBezTo>
                  <a:pt x="62787" y="118575"/>
                  <a:pt x="53121" y="122103"/>
                  <a:pt x="41476" y="122103"/>
                </a:cubicBezTo>
                <a:cubicBezTo>
                  <a:pt x="37747" y="122161"/>
                  <a:pt x="34276" y="121788"/>
                  <a:pt x="31064" y="120985"/>
                </a:cubicBezTo>
                <a:cubicBezTo>
                  <a:pt x="27736" y="120239"/>
                  <a:pt x="23635" y="118833"/>
                  <a:pt x="18759" y="116768"/>
                </a:cubicBezTo>
                <a:cubicBezTo>
                  <a:pt x="16005" y="115678"/>
                  <a:pt x="13739" y="115105"/>
                  <a:pt x="11961" y="115047"/>
                </a:cubicBezTo>
                <a:cubicBezTo>
                  <a:pt x="10412" y="115105"/>
                  <a:pt x="8834" y="115678"/>
                  <a:pt x="7228" y="116768"/>
                </a:cubicBezTo>
                <a:cubicBezTo>
                  <a:pt x="5564" y="117973"/>
                  <a:pt x="4216" y="119723"/>
                  <a:pt x="3184" y="122017"/>
                </a:cubicBezTo>
                <a:lnTo>
                  <a:pt x="0" y="122017"/>
                </a:lnTo>
                <a:lnTo>
                  <a:pt x="0" y="77960"/>
                </a:lnTo>
                <a:lnTo>
                  <a:pt x="3184" y="77960"/>
                </a:lnTo>
                <a:cubicBezTo>
                  <a:pt x="5651" y="90409"/>
                  <a:pt x="10527" y="99845"/>
                  <a:pt x="17812" y="106270"/>
                </a:cubicBezTo>
                <a:cubicBezTo>
                  <a:pt x="24925" y="112810"/>
                  <a:pt x="32670" y="116080"/>
                  <a:pt x="41045" y="116080"/>
                </a:cubicBezTo>
                <a:cubicBezTo>
                  <a:pt x="47413" y="116137"/>
                  <a:pt x="52547" y="114388"/>
                  <a:pt x="56448" y="110831"/>
                </a:cubicBezTo>
                <a:cubicBezTo>
                  <a:pt x="60234" y="107332"/>
                  <a:pt x="62127" y="103259"/>
                  <a:pt x="62127" y="98612"/>
                </a:cubicBezTo>
                <a:cubicBezTo>
                  <a:pt x="62127" y="95858"/>
                  <a:pt x="61410" y="93191"/>
                  <a:pt x="59976" y="90609"/>
                </a:cubicBezTo>
                <a:cubicBezTo>
                  <a:pt x="58485" y="88028"/>
                  <a:pt x="56247" y="85561"/>
                  <a:pt x="53264" y="83209"/>
                </a:cubicBezTo>
                <a:cubicBezTo>
                  <a:pt x="50224" y="80915"/>
                  <a:pt x="44946" y="77903"/>
                  <a:pt x="37431" y="74174"/>
                </a:cubicBezTo>
                <a:cubicBezTo>
                  <a:pt x="26819" y="69011"/>
                  <a:pt x="19189" y="64565"/>
                  <a:pt x="14542" y="60837"/>
                </a:cubicBezTo>
                <a:cubicBezTo>
                  <a:pt x="9896" y="57222"/>
                  <a:pt x="6339" y="53121"/>
                  <a:pt x="3872" y="48532"/>
                </a:cubicBezTo>
                <a:cubicBezTo>
                  <a:pt x="1348" y="44000"/>
                  <a:pt x="86" y="39009"/>
                  <a:pt x="86" y="33559"/>
                </a:cubicBezTo>
                <a:cubicBezTo>
                  <a:pt x="86" y="24266"/>
                  <a:pt x="3499" y="16349"/>
                  <a:pt x="10326" y="9810"/>
                </a:cubicBezTo>
                <a:cubicBezTo>
                  <a:pt x="17095" y="3270"/>
                  <a:pt x="25700" y="0"/>
                  <a:pt x="36141" y="0"/>
                </a:cubicBezTo>
                <a:cubicBezTo>
                  <a:pt x="39927" y="0"/>
                  <a:pt x="43598" y="459"/>
                  <a:pt x="47155" y="1377"/>
                </a:cubicBezTo>
                <a:cubicBezTo>
                  <a:pt x="49794" y="2123"/>
                  <a:pt x="53092" y="3385"/>
                  <a:pt x="57050" y="5163"/>
                </a:cubicBezTo>
                <a:cubicBezTo>
                  <a:pt x="60894" y="7056"/>
                  <a:pt x="63590" y="8003"/>
                  <a:pt x="65139" y="8003"/>
                </a:cubicBezTo>
                <a:cubicBezTo>
                  <a:pt x="66573" y="8060"/>
                  <a:pt x="67749" y="7601"/>
                  <a:pt x="68667" y="6626"/>
                </a:cubicBezTo>
                <a:cubicBezTo>
                  <a:pt x="69470" y="5765"/>
                  <a:pt x="70273" y="3557"/>
                  <a:pt x="71076" y="0"/>
                </a:cubicBezTo>
                <a:lnTo>
                  <a:pt x="73658" y="0"/>
                </a:lnTo>
                <a:close/>
                <a:moveTo>
                  <a:pt x="125195" y="111175"/>
                </a:moveTo>
                <a:lnTo>
                  <a:pt x="125195" y="141120"/>
                </a:lnTo>
                <a:cubicBezTo>
                  <a:pt x="125195" y="145308"/>
                  <a:pt x="125539" y="148119"/>
                  <a:pt x="126228" y="149553"/>
                </a:cubicBezTo>
                <a:cubicBezTo>
                  <a:pt x="126801" y="151044"/>
                  <a:pt x="127805" y="152134"/>
                  <a:pt x="129239" y="152823"/>
                </a:cubicBezTo>
                <a:cubicBezTo>
                  <a:pt x="130559" y="153511"/>
                  <a:pt x="133255" y="153855"/>
                  <a:pt x="137328" y="153855"/>
                </a:cubicBezTo>
                <a:lnTo>
                  <a:pt x="137328" y="157039"/>
                </a:lnTo>
                <a:lnTo>
                  <a:pt x="91464" y="157039"/>
                </a:lnTo>
                <a:lnTo>
                  <a:pt x="91464" y="153855"/>
                </a:lnTo>
                <a:cubicBezTo>
                  <a:pt x="94963" y="153798"/>
                  <a:pt x="97602" y="152794"/>
                  <a:pt x="99381" y="150844"/>
                </a:cubicBezTo>
                <a:cubicBezTo>
                  <a:pt x="100470" y="149582"/>
                  <a:pt x="101044" y="146168"/>
                  <a:pt x="101101" y="140604"/>
                </a:cubicBezTo>
                <a:lnTo>
                  <a:pt x="101101" y="55674"/>
                </a:lnTo>
                <a:cubicBezTo>
                  <a:pt x="101044" y="50052"/>
                  <a:pt x="100384" y="46409"/>
                  <a:pt x="99122" y="44745"/>
                </a:cubicBezTo>
                <a:cubicBezTo>
                  <a:pt x="97803" y="43254"/>
                  <a:pt x="95250" y="42365"/>
                  <a:pt x="91464" y="42078"/>
                </a:cubicBezTo>
                <a:lnTo>
                  <a:pt x="91464" y="38894"/>
                </a:lnTo>
                <a:lnTo>
                  <a:pt x="125195" y="38894"/>
                </a:lnTo>
                <a:lnTo>
                  <a:pt x="125195" y="49478"/>
                </a:lnTo>
                <a:cubicBezTo>
                  <a:pt x="128006" y="45348"/>
                  <a:pt x="130874" y="42365"/>
                  <a:pt x="133800" y="40529"/>
                </a:cubicBezTo>
                <a:cubicBezTo>
                  <a:pt x="137988" y="37890"/>
                  <a:pt x="142548" y="36542"/>
                  <a:pt x="147482" y="36485"/>
                </a:cubicBezTo>
                <a:cubicBezTo>
                  <a:pt x="153333" y="36542"/>
                  <a:pt x="158726" y="38406"/>
                  <a:pt x="163659" y="42078"/>
                </a:cubicBezTo>
                <a:cubicBezTo>
                  <a:pt x="168478" y="45807"/>
                  <a:pt x="172149" y="50941"/>
                  <a:pt x="174673" y="57481"/>
                </a:cubicBezTo>
                <a:cubicBezTo>
                  <a:pt x="177140" y="64135"/>
                  <a:pt x="178402" y="71220"/>
                  <a:pt x="178459" y="78735"/>
                </a:cubicBezTo>
                <a:cubicBezTo>
                  <a:pt x="178459" y="86938"/>
                  <a:pt x="177169" y="94367"/>
                  <a:pt x="174587" y="101021"/>
                </a:cubicBezTo>
                <a:cubicBezTo>
                  <a:pt x="171891" y="107848"/>
                  <a:pt x="168105" y="112982"/>
                  <a:pt x="163229" y="116424"/>
                </a:cubicBezTo>
                <a:cubicBezTo>
                  <a:pt x="158238" y="119981"/>
                  <a:pt x="152702" y="121759"/>
                  <a:pt x="146621" y="121759"/>
                </a:cubicBezTo>
                <a:cubicBezTo>
                  <a:pt x="142204" y="121817"/>
                  <a:pt x="138074" y="120841"/>
                  <a:pt x="134230" y="118833"/>
                </a:cubicBezTo>
                <a:cubicBezTo>
                  <a:pt x="131362" y="117399"/>
                  <a:pt x="128350" y="114847"/>
                  <a:pt x="125195" y="111175"/>
                </a:cubicBezTo>
                <a:moveTo>
                  <a:pt x="125195" y="102484"/>
                </a:moveTo>
                <a:cubicBezTo>
                  <a:pt x="130071" y="109483"/>
                  <a:pt x="135349" y="112982"/>
                  <a:pt x="141028" y="112982"/>
                </a:cubicBezTo>
                <a:cubicBezTo>
                  <a:pt x="144126" y="112982"/>
                  <a:pt x="146679" y="111347"/>
                  <a:pt x="148687" y="108077"/>
                </a:cubicBezTo>
                <a:cubicBezTo>
                  <a:pt x="151670" y="103259"/>
                  <a:pt x="153161" y="94080"/>
                  <a:pt x="153161" y="80542"/>
                </a:cubicBezTo>
                <a:cubicBezTo>
                  <a:pt x="153161" y="66717"/>
                  <a:pt x="151526" y="57222"/>
                  <a:pt x="148256" y="52060"/>
                </a:cubicBezTo>
                <a:cubicBezTo>
                  <a:pt x="146076" y="48732"/>
                  <a:pt x="143151" y="47040"/>
                  <a:pt x="139479" y="46983"/>
                </a:cubicBezTo>
                <a:cubicBezTo>
                  <a:pt x="133628" y="47040"/>
                  <a:pt x="128867" y="51228"/>
                  <a:pt x="125195" y="59546"/>
                </a:cubicBezTo>
                <a:lnTo>
                  <a:pt x="125195" y="102484"/>
                </a:lnTo>
                <a:close/>
                <a:moveTo>
                  <a:pt x="235676" y="107475"/>
                </a:moveTo>
                <a:cubicBezTo>
                  <a:pt x="225866" y="116195"/>
                  <a:pt x="217061" y="120526"/>
                  <a:pt x="209259" y="120468"/>
                </a:cubicBezTo>
                <a:cubicBezTo>
                  <a:pt x="204612" y="120468"/>
                  <a:pt x="200798" y="118948"/>
                  <a:pt x="197814" y="115908"/>
                </a:cubicBezTo>
                <a:cubicBezTo>
                  <a:pt x="194774" y="112982"/>
                  <a:pt x="193254" y="109225"/>
                  <a:pt x="193254" y="104635"/>
                </a:cubicBezTo>
                <a:cubicBezTo>
                  <a:pt x="193254" y="98555"/>
                  <a:pt x="195893" y="93019"/>
                  <a:pt x="201170" y="88028"/>
                </a:cubicBezTo>
                <a:cubicBezTo>
                  <a:pt x="206391" y="83209"/>
                  <a:pt x="217893" y="76698"/>
                  <a:pt x="235676" y="68495"/>
                </a:cubicBezTo>
                <a:lnTo>
                  <a:pt x="235676" y="60406"/>
                </a:lnTo>
                <a:cubicBezTo>
                  <a:pt x="235619" y="54383"/>
                  <a:pt x="235303" y="50539"/>
                  <a:pt x="234729" y="48876"/>
                </a:cubicBezTo>
                <a:cubicBezTo>
                  <a:pt x="233984" y="47327"/>
                  <a:pt x="232722" y="45950"/>
                  <a:pt x="230943" y="44745"/>
                </a:cubicBezTo>
                <a:cubicBezTo>
                  <a:pt x="229108" y="43655"/>
                  <a:pt x="227042" y="43082"/>
                  <a:pt x="224748" y="43024"/>
                </a:cubicBezTo>
                <a:cubicBezTo>
                  <a:pt x="221019" y="43082"/>
                  <a:pt x="217950" y="43914"/>
                  <a:pt x="215541" y="45520"/>
                </a:cubicBezTo>
                <a:cubicBezTo>
                  <a:pt x="214049" y="46552"/>
                  <a:pt x="213303" y="47757"/>
                  <a:pt x="213303" y="49134"/>
                </a:cubicBezTo>
                <a:cubicBezTo>
                  <a:pt x="213246" y="50339"/>
                  <a:pt x="214049" y="51830"/>
                  <a:pt x="215713" y="53608"/>
                </a:cubicBezTo>
                <a:cubicBezTo>
                  <a:pt x="217835" y="56133"/>
                  <a:pt x="218925" y="58513"/>
                  <a:pt x="218983" y="60751"/>
                </a:cubicBezTo>
                <a:cubicBezTo>
                  <a:pt x="218983" y="63619"/>
                  <a:pt x="217950" y="65999"/>
                  <a:pt x="215885" y="67893"/>
                </a:cubicBezTo>
                <a:cubicBezTo>
                  <a:pt x="213705" y="69900"/>
                  <a:pt x="210951" y="70904"/>
                  <a:pt x="207624" y="70904"/>
                </a:cubicBezTo>
                <a:cubicBezTo>
                  <a:pt x="204010" y="70904"/>
                  <a:pt x="200998" y="69814"/>
                  <a:pt x="198589" y="67634"/>
                </a:cubicBezTo>
                <a:cubicBezTo>
                  <a:pt x="196065" y="65512"/>
                  <a:pt x="194831" y="62959"/>
                  <a:pt x="194889" y="59976"/>
                </a:cubicBezTo>
                <a:cubicBezTo>
                  <a:pt x="194889" y="55846"/>
                  <a:pt x="196524" y="51887"/>
                  <a:pt x="199794" y="48101"/>
                </a:cubicBezTo>
                <a:cubicBezTo>
                  <a:pt x="203063" y="44430"/>
                  <a:pt x="207624" y="41562"/>
                  <a:pt x="213475" y="39496"/>
                </a:cubicBezTo>
                <a:cubicBezTo>
                  <a:pt x="219327" y="37546"/>
                  <a:pt x="225407" y="36542"/>
                  <a:pt x="231718" y="36485"/>
                </a:cubicBezTo>
                <a:cubicBezTo>
                  <a:pt x="239347" y="36542"/>
                  <a:pt x="245400" y="38148"/>
                  <a:pt x="249874" y="41303"/>
                </a:cubicBezTo>
                <a:cubicBezTo>
                  <a:pt x="254234" y="44573"/>
                  <a:pt x="257102" y="48101"/>
                  <a:pt x="258479" y="51887"/>
                </a:cubicBezTo>
                <a:cubicBezTo>
                  <a:pt x="259225" y="54297"/>
                  <a:pt x="259626" y="59833"/>
                  <a:pt x="259684" y="68495"/>
                </a:cubicBezTo>
                <a:lnTo>
                  <a:pt x="259684" y="99731"/>
                </a:lnTo>
                <a:cubicBezTo>
                  <a:pt x="259684" y="103459"/>
                  <a:pt x="259827" y="105754"/>
                  <a:pt x="260114" y="106615"/>
                </a:cubicBezTo>
                <a:cubicBezTo>
                  <a:pt x="260343" y="107647"/>
                  <a:pt x="260774" y="108364"/>
                  <a:pt x="261405" y="108766"/>
                </a:cubicBezTo>
                <a:cubicBezTo>
                  <a:pt x="261921" y="109225"/>
                  <a:pt x="262581" y="109454"/>
                  <a:pt x="263384" y="109454"/>
                </a:cubicBezTo>
                <a:cubicBezTo>
                  <a:pt x="264818" y="109512"/>
                  <a:pt x="266338" y="108450"/>
                  <a:pt x="267944" y="106270"/>
                </a:cubicBezTo>
                <a:lnTo>
                  <a:pt x="270526" y="108336"/>
                </a:lnTo>
                <a:cubicBezTo>
                  <a:pt x="267600" y="112581"/>
                  <a:pt x="264646" y="115650"/>
                  <a:pt x="261663" y="117543"/>
                </a:cubicBezTo>
                <a:cubicBezTo>
                  <a:pt x="258508" y="119551"/>
                  <a:pt x="255008" y="120526"/>
                  <a:pt x="251165" y="120468"/>
                </a:cubicBezTo>
                <a:cubicBezTo>
                  <a:pt x="246576" y="120468"/>
                  <a:pt x="242990" y="119378"/>
                  <a:pt x="240409" y="117199"/>
                </a:cubicBezTo>
                <a:cubicBezTo>
                  <a:pt x="237827" y="115133"/>
                  <a:pt x="236250" y="111892"/>
                  <a:pt x="235676" y="107475"/>
                </a:cubicBezTo>
                <a:moveTo>
                  <a:pt x="235676" y="101193"/>
                </a:moveTo>
                <a:lnTo>
                  <a:pt x="235676" y="74260"/>
                </a:lnTo>
                <a:cubicBezTo>
                  <a:pt x="228677" y="78333"/>
                  <a:pt x="223514" y="82693"/>
                  <a:pt x="220187" y="87340"/>
                </a:cubicBezTo>
                <a:cubicBezTo>
                  <a:pt x="217950" y="90437"/>
                  <a:pt x="216831" y="93564"/>
                  <a:pt x="216831" y="96719"/>
                </a:cubicBezTo>
                <a:cubicBezTo>
                  <a:pt x="216831" y="99415"/>
                  <a:pt x="217778" y="101738"/>
                  <a:pt x="219671" y="103689"/>
                </a:cubicBezTo>
                <a:cubicBezTo>
                  <a:pt x="221105" y="105238"/>
                  <a:pt x="223113" y="106012"/>
                  <a:pt x="225694" y="106012"/>
                </a:cubicBezTo>
                <a:cubicBezTo>
                  <a:pt x="228505" y="106012"/>
                  <a:pt x="231832" y="104406"/>
                  <a:pt x="235676" y="101193"/>
                </a:cubicBezTo>
                <a:close/>
                <a:moveTo>
                  <a:pt x="309221" y="38894"/>
                </a:moveTo>
                <a:lnTo>
                  <a:pt x="309221" y="49306"/>
                </a:lnTo>
                <a:cubicBezTo>
                  <a:pt x="313351" y="44831"/>
                  <a:pt x="317310" y="41562"/>
                  <a:pt x="321096" y="39496"/>
                </a:cubicBezTo>
                <a:cubicBezTo>
                  <a:pt x="324824" y="37546"/>
                  <a:pt x="328897" y="36542"/>
                  <a:pt x="333315" y="36485"/>
                </a:cubicBezTo>
                <a:cubicBezTo>
                  <a:pt x="338535" y="36542"/>
                  <a:pt x="342866" y="37976"/>
                  <a:pt x="346308" y="40787"/>
                </a:cubicBezTo>
                <a:cubicBezTo>
                  <a:pt x="349750" y="43713"/>
                  <a:pt x="352045" y="47327"/>
                  <a:pt x="353192" y="51629"/>
                </a:cubicBezTo>
                <a:cubicBezTo>
                  <a:pt x="354110" y="54899"/>
                  <a:pt x="354569" y="61181"/>
                  <a:pt x="354569" y="70474"/>
                </a:cubicBezTo>
                <a:lnTo>
                  <a:pt x="354569" y="101796"/>
                </a:lnTo>
                <a:cubicBezTo>
                  <a:pt x="354569" y="108049"/>
                  <a:pt x="355142" y="111892"/>
                  <a:pt x="356290" y="113326"/>
                </a:cubicBezTo>
                <a:cubicBezTo>
                  <a:pt x="357380" y="114875"/>
                  <a:pt x="359703" y="115850"/>
                  <a:pt x="363260" y="116252"/>
                </a:cubicBezTo>
                <a:lnTo>
                  <a:pt x="363260" y="119350"/>
                </a:lnTo>
                <a:lnTo>
                  <a:pt x="322559" y="119350"/>
                </a:lnTo>
                <a:lnTo>
                  <a:pt x="322559" y="116252"/>
                </a:lnTo>
                <a:cubicBezTo>
                  <a:pt x="325542" y="115908"/>
                  <a:pt x="327721" y="114646"/>
                  <a:pt x="329098" y="112466"/>
                </a:cubicBezTo>
                <a:cubicBezTo>
                  <a:pt x="330016" y="111032"/>
                  <a:pt x="330475" y="107475"/>
                  <a:pt x="330475" y="101796"/>
                </a:cubicBezTo>
                <a:lnTo>
                  <a:pt x="330475" y="65999"/>
                </a:lnTo>
                <a:cubicBezTo>
                  <a:pt x="330475" y="59402"/>
                  <a:pt x="330217" y="55243"/>
                  <a:pt x="329701" y="53522"/>
                </a:cubicBezTo>
                <a:cubicBezTo>
                  <a:pt x="329184" y="51801"/>
                  <a:pt x="328324" y="50453"/>
                  <a:pt x="327119" y="49478"/>
                </a:cubicBezTo>
                <a:cubicBezTo>
                  <a:pt x="325800" y="48560"/>
                  <a:pt x="324423" y="48101"/>
                  <a:pt x="322989" y="48101"/>
                </a:cubicBezTo>
                <a:cubicBezTo>
                  <a:pt x="317998" y="48101"/>
                  <a:pt x="313409" y="51629"/>
                  <a:pt x="309221" y="58685"/>
                </a:cubicBezTo>
                <a:lnTo>
                  <a:pt x="309221" y="101796"/>
                </a:lnTo>
                <a:cubicBezTo>
                  <a:pt x="309221" y="107819"/>
                  <a:pt x="309795" y="111634"/>
                  <a:pt x="310942" y="113240"/>
                </a:cubicBezTo>
                <a:cubicBezTo>
                  <a:pt x="312032" y="114904"/>
                  <a:pt x="314097" y="115908"/>
                  <a:pt x="317137" y="116252"/>
                </a:cubicBezTo>
                <a:lnTo>
                  <a:pt x="317137" y="119350"/>
                </a:lnTo>
                <a:lnTo>
                  <a:pt x="276436" y="119350"/>
                </a:lnTo>
                <a:lnTo>
                  <a:pt x="276436" y="116252"/>
                </a:lnTo>
                <a:cubicBezTo>
                  <a:pt x="279764" y="115908"/>
                  <a:pt x="282173" y="114818"/>
                  <a:pt x="283664" y="112982"/>
                </a:cubicBezTo>
                <a:cubicBezTo>
                  <a:pt x="284582" y="111720"/>
                  <a:pt x="285070" y="107991"/>
                  <a:pt x="285127" y="101796"/>
                </a:cubicBezTo>
                <a:lnTo>
                  <a:pt x="285127" y="56362"/>
                </a:lnTo>
                <a:cubicBezTo>
                  <a:pt x="285127" y="50281"/>
                  <a:pt x="284582" y="46495"/>
                  <a:pt x="283492" y="45004"/>
                </a:cubicBezTo>
                <a:cubicBezTo>
                  <a:pt x="282288" y="43569"/>
                  <a:pt x="279936" y="42594"/>
                  <a:pt x="276436" y="42078"/>
                </a:cubicBezTo>
                <a:lnTo>
                  <a:pt x="276436" y="38894"/>
                </a:lnTo>
                <a:lnTo>
                  <a:pt x="309221" y="38894"/>
                </a:lnTo>
                <a:close/>
                <a:moveTo>
                  <a:pt x="436253" y="60837"/>
                </a:moveTo>
                <a:lnTo>
                  <a:pt x="436253" y="57825"/>
                </a:lnTo>
                <a:cubicBezTo>
                  <a:pt x="442793" y="55932"/>
                  <a:pt x="447325" y="54153"/>
                  <a:pt x="449849" y="52490"/>
                </a:cubicBezTo>
                <a:cubicBezTo>
                  <a:pt x="452316" y="50884"/>
                  <a:pt x="454496" y="48388"/>
                  <a:pt x="456389" y="45004"/>
                </a:cubicBezTo>
                <a:cubicBezTo>
                  <a:pt x="458167" y="41676"/>
                  <a:pt x="459085" y="38292"/>
                  <a:pt x="459142" y="34850"/>
                </a:cubicBezTo>
                <a:cubicBezTo>
                  <a:pt x="459142" y="30146"/>
                  <a:pt x="457421" y="26044"/>
                  <a:pt x="453979" y="22545"/>
                </a:cubicBezTo>
                <a:cubicBezTo>
                  <a:pt x="450423" y="19218"/>
                  <a:pt x="446091" y="17525"/>
                  <a:pt x="440986" y="17468"/>
                </a:cubicBezTo>
                <a:cubicBezTo>
                  <a:pt x="432897" y="17468"/>
                  <a:pt x="426071" y="21713"/>
                  <a:pt x="420506" y="30203"/>
                </a:cubicBezTo>
                <a:lnTo>
                  <a:pt x="417322" y="29085"/>
                </a:lnTo>
                <a:cubicBezTo>
                  <a:pt x="421453" y="19562"/>
                  <a:pt x="426759" y="12362"/>
                  <a:pt x="433241" y="7486"/>
                </a:cubicBezTo>
                <a:cubicBezTo>
                  <a:pt x="439666" y="2668"/>
                  <a:pt x="446837" y="258"/>
                  <a:pt x="454754" y="258"/>
                </a:cubicBezTo>
                <a:cubicBezTo>
                  <a:pt x="462842" y="316"/>
                  <a:pt x="469525" y="2782"/>
                  <a:pt x="474803" y="7658"/>
                </a:cubicBezTo>
                <a:cubicBezTo>
                  <a:pt x="480023" y="12592"/>
                  <a:pt x="482634" y="18357"/>
                  <a:pt x="482634" y="24954"/>
                </a:cubicBezTo>
                <a:cubicBezTo>
                  <a:pt x="482634" y="29257"/>
                  <a:pt x="481429" y="33387"/>
                  <a:pt x="479019" y="37345"/>
                </a:cubicBezTo>
                <a:cubicBezTo>
                  <a:pt x="476495" y="41418"/>
                  <a:pt x="472652" y="44946"/>
                  <a:pt x="467489" y="47929"/>
                </a:cubicBezTo>
                <a:cubicBezTo>
                  <a:pt x="474201" y="51256"/>
                  <a:pt x="479335" y="55272"/>
                  <a:pt x="482892" y="59976"/>
                </a:cubicBezTo>
                <a:cubicBezTo>
                  <a:pt x="486391" y="64795"/>
                  <a:pt x="488141" y="70818"/>
                  <a:pt x="488141" y="78046"/>
                </a:cubicBezTo>
                <a:cubicBezTo>
                  <a:pt x="488141" y="90208"/>
                  <a:pt x="483752" y="100534"/>
                  <a:pt x="474975" y="109024"/>
                </a:cubicBezTo>
                <a:cubicBezTo>
                  <a:pt x="466083" y="117571"/>
                  <a:pt x="454266" y="121845"/>
                  <a:pt x="439523" y="121845"/>
                </a:cubicBezTo>
                <a:cubicBezTo>
                  <a:pt x="429599" y="121845"/>
                  <a:pt x="422399" y="120210"/>
                  <a:pt x="417925" y="116940"/>
                </a:cubicBezTo>
                <a:cubicBezTo>
                  <a:pt x="414655" y="114646"/>
                  <a:pt x="413020" y="111691"/>
                  <a:pt x="413020" y="108077"/>
                </a:cubicBezTo>
                <a:cubicBezTo>
                  <a:pt x="413020" y="105439"/>
                  <a:pt x="413967" y="103173"/>
                  <a:pt x="415860" y="101280"/>
                </a:cubicBezTo>
                <a:cubicBezTo>
                  <a:pt x="417695" y="99501"/>
                  <a:pt x="419875" y="98583"/>
                  <a:pt x="422399" y="98526"/>
                </a:cubicBezTo>
                <a:cubicBezTo>
                  <a:pt x="424292" y="98583"/>
                  <a:pt x="426071" y="98985"/>
                  <a:pt x="427734" y="99731"/>
                </a:cubicBezTo>
                <a:cubicBezTo>
                  <a:pt x="428652" y="100190"/>
                  <a:pt x="431922" y="102685"/>
                  <a:pt x="437544" y="107217"/>
                </a:cubicBezTo>
                <a:cubicBezTo>
                  <a:pt x="443051" y="111806"/>
                  <a:pt x="448271" y="114101"/>
                  <a:pt x="453205" y="114101"/>
                </a:cubicBezTo>
                <a:cubicBezTo>
                  <a:pt x="457393" y="114101"/>
                  <a:pt x="461035" y="112409"/>
                  <a:pt x="464133" y="109024"/>
                </a:cubicBezTo>
                <a:cubicBezTo>
                  <a:pt x="467116" y="105697"/>
                  <a:pt x="468636" y="101452"/>
                  <a:pt x="468694" y="96289"/>
                </a:cubicBezTo>
                <a:cubicBezTo>
                  <a:pt x="468694" y="88487"/>
                  <a:pt x="465940" y="81230"/>
                  <a:pt x="460433" y="74518"/>
                </a:cubicBezTo>
                <a:cubicBezTo>
                  <a:pt x="454868" y="67921"/>
                  <a:pt x="446809" y="63361"/>
                  <a:pt x="436253" y="60837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5AB90-409D-477B-ADDD-3F39EB5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705" y="1374355"/>
            <a:ext cx="631990" cy="308456"/>
          </a:xfrm>
          <a:custGeom xmlns:a="http://schemas.openxmlformats.org/drawingml/2006/main">
            <a:pathLst>
              <a:path w="631990" h="308456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38136-C186-4A28-91D7-68E48F3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705" y="1374355"/>
            <a:ext cx="631990" cy="308456"/>
          </a:xfrm>
          <a:custGeom xmlns:a="http://schemas.openxmlformats.org/drawingml/2006/main">
            <a:pathLst>
              <a:path w="631990" h="308456" fill="none">
                <a:moveTo>
                  <a:pt x="631990" y="308456"/>
                </a:moveTo>
                <a:lnTo>
                  <a:pt x="631990" y="0"/>
                </a:lnTo>
                <a:lnTo>
                  <a:pt x="0" y="0"/>
                </a:lnTo>
                <a:lnTo>
                  <a:pt x="0" y="308456"/>
                </a:lnTo>
                <a:lnTo>
                  <a:pt x="631990" y="308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round/>
          </a:ln>
        </p:spPr>
      </p:sp>
      <p:sp>
        <p:nvSpPr>
          <p:cNvPr id="69" name="Text Span4">
            <a:extLst xmlns:a="http://schemas.openxmlformats.org/drawingml/2006/main">
              <a:ext uri="{FF2B5EF4-FFF2-40B4-BE49-F238E27FC236}">
                <a16:creationId xmlns:a16="http://schemas.microsoft.com/office/drawing/2014/main" id="{F79A2767-8BC3-4D3A-9C9A-48059957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279" y="1452498"/>
            <a:ext cx="491152" cy="157039"/>
          </a:xfrm>
          <a:custGeom xmlns:a="http://schemas.openxmlformats.org/drawingml/2006/main">
            <a:pathLst>
              <a:path w="491152" h="157039">
                <a:moveTo>
                  <a:pt x="73658" y="0"/>
                </a:moveTo>
                <a:lnTo>
                  <a:pt x="74604" y="38894"/>
                </a:lnTo>
                <a:lnTo>
                  <a:pt x="71076" y="38894"/>
                </a:lnTo>
                <a:cubicBezTo>
                  <a:pt x="69355" y="29199"/>
                  <a:pt x="65282" y="21340"/>
                  <a:pt x="58857" y="15317"/>
                </a:cubicBezTo>
                <a:cubicBezTo>
                  <a:pt x="52318" y="9408"/>
                  <a:pt x="45262" y="6454"/>
                  <a:pt x="37689" y="6454"/>
                </a:cubicBezTo>
                <a:cubicBezTo>
                  <a:pt x="31781" y="6454"/>
                  <a:pt x="27163" y="8003"/>
                  <a:pt x="23836" y="11100"/>
                </a:cubicBezTo>
                <a:cubicBezTo>
                  <a:pt x="20394" y="14313"/>
                  <a:pt x="18673" y="17927"/>
                  <a:pt x="18673" y="21942"/>
                </a:cubicBezTo>
                <a:cubicBezTo>
                  <a:pt x="18673" y="24581"/>
                  <a:pt x="19275" y="26876"/>
                  <a:pt x="20480" y="28826"/>
                </a:cubicBezTo>
                <a:cubicBezTo>
                  <a:pt x="22086" y="31523"/>
                  <a:pt x="24753" y="34190"/>
                  <a:pt x="28482" y="36829"/>
                </a:cubicBezTo>
                <a:cubicBezTo>
                  <a:pt x="31121" y="38722"/>
                  <a:pt x="37345" y="42078"/>
                  <a:pt x="47155" y="46897"/>
                </a:cubicBezTo>
                <a:cubicBezTo>
                  <a:pt x="60808" y="53666"/>
                  <a:pt x="70015" y="60005"/>
                  <a:pt x="74776" y="65913"/>
                </a:cubicBezTo>
                <a:cubicBezTo>
                  <a:pt x="79480" y="71937"/>
                  <a:pt x="81832" y="78763"/>
                  <a:pt x="81832" y="86393"/>
                </a:cubicBezTo>
                <a:cubicBezTo>
                  <a:pt x="81832" y="96203"/>
                  <a:pt x="78046" y="104578"/>
                  <a:pt x="70474" y="111519"/>
                </a:cubicBezTo>
                <a:cubicBezTo>
                  <a:pt x="62787" y="118575"/>
                  <a:pt x="53121" y="122103"/>
                  <a:pt x="41476" y="122103"/>
                </a:cubicBezTo>
                <a:cubicBezTo>
                  <a:pt x="37747" y="122161"/>
                  <a:pt x="34276" y="121788"/>
                  <a:pt x="31064" y="120985"/>
                </a:cubicBezTo>
                <a:cubicBezTo>
                  <a:pt x="27736" y="120239"/>
                  <a:pt x="23635" y="118833"/>
                  <a:pt x="18759" y="116768"/>
                </a:cubicBezTo>
                <a:cubicBezTo>
                  <a:pt x="16005" y="115678"/>
                  <a:pt x="13739" y="115105"/>
                  <a:pt x="11961" y="115047"/>
                </a:cubicBezTo>
                <a:cubicBezTo>
                  <a:pt x="10412" y="115105"/>
                  <a:pt x="8834" y="115678"/>
                  <a:pt x="7228" y="116768"/>
                </a:cubicBezTo>
                <a:cubicBezTo>
                  <a:pt x="5564" y="117973"/>
                  <a:pt x="4216" y="119723"/>
                  <a:pt x="3184" y="122017"/>
                </a:cubicBezTo>
                <a:lnTo>
                  <a:pt x="0" y="122017"/>
                </a:lnTo>
                <a:lnTo>
                  <a:pt x="0" y="77960"/>
                </a:lnTo>
                <a:lnTo>
                  <a:pt x="3184" y="77960"/>
                </a:lnTo>
                <a:cubicBezTo>
                  <a:pt x="5651" y="90409"/>
                  <a:pt x="10527" y="99845"/>
                  <a:pt x="17812" y="106270"/>
                </a:cubicBezTo>
                <a:cubicBezTo>
                  <a:pt x="24925" y="112810"/>
                  <a:pt x="32670" y="116080"/>
                  <a:pt x="41045" y="116080"/>
                </a:cubicBezTo>
                <a:cubicBezTo>
                  <a:pt x="47413" y="116137"/>
                  <a:pt x="52547" y="114388"/>
                  <a:pt x="56448" y="110831"/>
                </a:cubicBezTo>
                <a:cubicBezTo>
                  <a:pt x="60234" y="107332"/>
                  <a:pt x="62127" y="103259"/>
                  <a:pt x="62127" y="98612"/>
                </a:cubicBezTo>
                <a:cubicBezTo>
                  <a:pt x="62127" y="95858"/>
                  <a:pt x="61410" y="93191"/>
                  <a:pt x="59976" y="90609"/>
                </a:cubicBezTo>
                <a:cubicBezTo>
                  <a:pt x="58485" y="88028"/>
                  <a:pt x="56247" y="85561"/>
                  <a:pt x="53264" y="83209"/>
                </a:cubicBezTo>
                <a:cubicBezTo>
                  <a:pt x="50224" y="80915"/>
                  <a:pt x="44946" y="77903"/>
                  <a:pt x="37431" y="74174"/>
                </a:cubicBezTo>
                <a:cubicBezTo>
                  <a:pt x="26819" y="69011"/>
                  <a:pt x="19189" y="64565"/>
                  <a:pt x="14542" y="60837"/>
                </a:cubicBezTo>
                <a:cubicBezTo>
                  <a:pt x="9896" y="57222"/>
                  <a:pt x="6339" y="53121"/>
                  <a:pt x="3872" y="48532"/>
                </a:cubicBezTo>
                <a:cubicBezTo>
                  <a:pt x="1348" y="44000"/>
                  <a:pt x="86" y="39009"/>
                  <a:pt x="86" y="33559"/>
                </a:cubicBezTo>
                <a:cubicBezTo>
                  <a:pt x="86" y="24266"/>
                  <a:pt x="3499" y="16349"/>
                  <a:pt x="10326" y="9810"/>
                </a:cubicBezTo>
                <a:cubicBezTo>
                  <a:pt x="17095" y="3270"/>
                  <a:pt x="25700" y="0"/>
                  <a:pt x="36141" y="0"/>
                </a:cubicBezTo>
                <a:cubicBezTo>
                  <a:pt x="39927" y="0"/>
                  <a:pt x="43598" y="459"/>
                  <a:pt x="47155" y="1377"/>
                </a:cubicBezTo>
                <a:cubicBezTo>
                  <a:pt x="49794" y="2123"/>
                  <a:pt x="53092" y="3385"/>
                  <a:pt x="57050" y="5163"/>
                </a:cubicBezTo>
                <a:cubicBezTo>
                  <a:pt x="60894" y="7056"/>
                  <a:pt x="63590" y="8003"/>
                  <a:pt x="65139" y="8003"/>
                </a:cubicBezTo>
                <a:cubicBezTo>
                  <a:pt x="66573" y="8060"/>
                  <a:pt x="67749" y="7601"/>
                  <a:pt x="68667" y="6626"/>
                </a:cubicBezTo>
                <a:cubicBezTo>
                  <a:pt x="69470" y="5765"/>
                  <a:pt x="70273" y="3557"/>
                  <a:pt x="71076" y="0"/>
                </a:cubicBezTo>
                <a:lnTo>
                  <a:pt x="73658" y="0"/>
                </a:lnTo>
                <a:close/>
                <a:moveTo>
                  <a:pt x="125195" y="111175"/>
                </a:moveTo>
                <a:lnTo>
                  <a:pt x="125195" y="141120"/>
                </a:lnTo>
                <a:cubicBezTo>
                  <a:pt x="125195" y="145308"/>
                  <a:pt x="125539" y="148119"/>
                  <a:pt x="126228" y="149553"/>
                </a:cubicBezTo>
                <a:cubicBezTo>
                  <a:pt x="126801" y="151044"/>
                  <a:pt x="127805" y="152134"/>
                  <a:pt x="129239" y="152823"/>
                </a:cubicBezTo>
                <a:cubicBezTo>
                  <a:pt x="130559" y="153511"/>
                  <a:pt x="133255" y="153855"/>
                  <a:pt x="137328" y="153855"/>
                </a:cubicBezTo>
                <a:lnTo>
                  <a:pt x="137328" y="157039"/>
                </a:lnTo>
                <a:lnTo>
                  <a:pt x="91464" y="157039"/>
                </a:lnTo>
                <a:lnTo>
                  <a:pt x="91464" y="153855"/>
                </a:lnTo>
                <a:cubicBezTo>
                  <a:pt x="94963" y="153798"/>
                  <a:pt x="97602" y="152794"/>
                  <a:pt x="99381" y="150844"/>
                </a:cubicBezTo>
                <a:cubicBezTo>
                  <a:pt x="100470" y="149582"/>
                  <a:pt x="101044" y="146168"/>
                  <a:pt x="101101" y="140604"/>
                </a:cubicBezTo>
                <a:lnTo>
                  <a:pt x="101101" y="55674"/>
                </a:lnTo>
                <a:cubicBezTo>
                  <a:pt x="101044" y="50052"/>
                  <a:pt x="100384" y="46409"/>
                  <a:pt x="99122" y="44745"/>
                </a:cubicBezTo>
                <a:cubicBezTo>
                  <a:pt x="97803" y="43254"/>
                  <a:pt x="95250" y="42365"/>
                  <a:pt x="91464" y="42078"/>
                </a:cubicBezTo>
                <a:lnTo>
                  <a:pt x="91464" y="38894"/>
                </a:lnTo>
                <a:lnTo>
                  <a:pt x="125195" y="38894"/>
                </a:lnTo>
                <a:lnTo>
                  <a:pt x="125195" y="49478"/>
                </a:lnTo>
                <a:cubicBezTo>
                  <a:pt x="128006" y="45348"/>
                  <a:pt x="130874" y="42365"/>
                  <a:pt x="133800" y="40529"/>
                </a:cubicBezTo>
                <a:cubicBezTo>
                  <a:pt x="137988" y="37890"/>
                  <a:pt x="142548" y="36542"/>
                  <a:pt x="147482" y="36485"/>
                </a:cubicBezTo>
                <a:cubicBezTo>
                  <a:pt x="153333" y="36542"/>
                  <a:pt x="158726" y="38406"/>
                  <a:pt x="163659" y="42078"/>
                </a:cubicBezTo>
                <a:cubicBezTo>
                  <a:pt x="168478" y="45807"/>
                  <a:pt x="172149" y="50941"/>
                  <a:pt x="174673" y="57481"/>
                </a:cubicBezTo>
                <a:cubicBezTo>
                  <a:pt x="177140" y="64135"/>
                  <a:pt x="178402" y="71220"/>
                  <a:pt x="178459" y="78735"/>
                </a:cubicBezTo>
                <a:cubicBezTo>
                  <a:pt x="178459" y="86938"/>
                  <a:pt x="177169" y="94367"/>
                  <a:pt x="174587" y="101021"/>
                </a:cubicBezTo>
                <a:cubicBezTo>
                  <a:pt x="171891" y="107848"/>
                  <a:pt x="168105" y="112982"/>
                  <a:pt x="163229" y="116424"/>
                </a:cubicBezTo>
                <a:cubicBezTo>
                  <a:pt x="158238" y="119981"/>
                  <a:pt x="152702" y="121759"/>
                  <a:pt x="146621" y="121759"/>
                </a:cubicBezTo>
                <a:cubicBezTo>
                  <a:pt x="142204" y="121817"/>
                  <a:pt x="138074" y="120841"/>
                  <a:pt x="134230" y="118833"/>
                </a:cubicBezTo>
                <a:cubicBezTo>
                  <a:pt x="131362" y="117399"/>
                  <a:pt x="128350" y="114847"/>
                  <a:pt x="125195" y="111175"/>
                </a:cubicBezTo>
                <a:moveTo>
                  <a:pt x="125195" y="102484"/>
                </a:moveTo>
                <a:cubicBezTo>
                  <a:pt x="130071" y="109483"/>
                  <a:pt x="135349" y="112982"/>
                  <a:pt x="141028" y="112982"/>
                </a:cubicBezTo>
                <a:cubicBezTo>
                  <a:pt x="144126" y="112982"/>
                  <a:pt x="146679" y="111347"/>
                  <a:pt x="148687" y="108077"/>
                </a:cubicBezTo>
                <a:cubicBezTo>
                  <a:pt x="151670" y="103259"/>
                  <a:pt x="153161" y="94080"/>
                  <a:pt x="153161" y="80542"/>
                </a:cubicBezTo>
                <a:cubicBezTo>
                  <a:pt x="153161" y="66717"/>
                  <a:pt x="151526" y="57222"/>
                  <a:pt x="148256" y="52060"/>
                </a:cubicBezTo>
                <a:cubicBezTo>
                  <a:pt x="146076" y="48732"/>
                  <a:pt x="143151" y="47040"/>
                  <a:pt x="139479" y="46983"/>
                </a:cubicBezTo>
                <a:cubicBezTo>
                  <a:pt x="133628" y="47040"/>
                  <a:pt x="128867" y="51228"/>
                  <a:pt x="125195" y="59546"/>
                </a:cubicBezTo>
                <a:lnTo>
                  <a:pt x="125195" y="102484"/>
                </a:lnTo>
                <a:close/>
                <a:moveTo>
                  <a:pt x="235676" y="107475"/>
                </a:moveTo>
                <a:cubicBezTo>
                  <a:pt x="225866" y="116195"/>
                  <a:pt x="217061" y="120526"/>
                  <a:pt x="209259" y="120468"/>
                </a:cubicBezTo>
                <a:cubicBezTo>
                  <a:pt x="204612" y="120468"/>
                  <a:pt x="200798" y="118948"/>
                  <a:pt x="197814" y="115908"/>
                </a:cubicBezTo>
                <a:cubicBezTo>
                  <a:pt x="194774" y="112982"/>
                  <a:pt x="193254" y="109225"/>
                  <a:pt x="193254" y="104635"/>
                </a:cubicBezTo>
                <a:cubicBezTo>
                  <a:pt x="193254" y="98555"/>
                  <a:pt x="195893" y="93019"/>
                  <a:pt x="201170" y="88028"/>
                </a:cubicBezTo>
                <a:cubicBezTo>
                  <a:pt x="206391" y="83209"/>
                  <a:pt x="217893" y="76698"/>
                  <a:pt x="235676" y="68495"/>
                </a:cubicBezTo>
                <a:lnTo>
                  <a:pt x="235676" y="60406"/>
                </a:lnTo>
                <a:cubicBezTo>
                  <a:pt x="235619" y="54383"/>
                  <a:pt x="235303" y="50539"/>
                  <a:pt x="234729" y="48876"/>
                </a:cubicBezTo>
                <a:cubicBezTo>
                  <a:pt x="233984" y="47327"/>
                  <a:pt x="232722" y="45950"/>
                  <a:pt x="230943" y="44745"/>
                </a:cubicBezTo>
                <a:cubicBezTo>
                  <a:pt x="229108" y="43655"/>
                  <a:pt x="227042" y="43082"/>
                  <a:pt x="224748" y="43024"/>
                </a:cubicBezTo>
                <a:cubicBezTo>
                  <a:pt x="221019" y="43082"/>
                  <a:pt x="217950" y="43914"/>
                  <a:pt x="215541" y="45520"/>
                </a:cubicBezTo>
                <a:cubicBezTo>
                  <a:pt x="214049" y="46552"/>
                  <a:pt x="213303" y="47757"/>
                  <a:pt x="213303" y="49134"/>
                </a:cubicBezTo>
                <a:cubicBezTo>
                  <a:pt x="213246" y="50339"/>
                  <a:pt x="214049" y="51830"/>
                  <a:pt x="215713" y="53608"/>
                </a:cubicBezTo>
                <a:cubicBezTo>
                  <a:pt x="217835" y="56133"/>
                  <a:pt x="218925" y="58513"/>
                  <a:pt x="218983" y="60751"/>
                </a:cubicBezTo>
                <a:cubicBezTo>
                  <a:pt x="218983" y="63619"/>
                  <a:pt x="217950" y="65999"/>
                  <a:pt x="215885" y="67893"/>
                </a:cubicBezTo>
                <a:cubicBezTo>
                  <a:pt x="213705" y="69900"/>
                  <a:pt x="210951" y="70904"/>
                  <a:pt x="207624" y="70904"/>
                </a:cubicBezTo>
                <a:cubicBezTo>
                  <a:pt x="204010" y="70904"/>
                  <a:pt x="200998" y="69814"/>
                  <a:pt x="198589" y="67634"/>
                </a:cubicBezTo>
                <a:cubicBezTo>
                  <a:pt x="196065" y="65512"/>
                  <a:pt x="194831" y="62959"/>
                  <a:pt x="194889" y="59976"/>
                </a:cubicBezTo>
                <a:cubicBezTo>
                  <a:pt x="194889" y="55846"/>
                  <a:pt x="196524" y="51887"/>
                  <a:pt x="199794" y="48101"/>
                </a:cubicBezTo>
                <a:cubicBezTo>
                  <a:pt x="203063" y="44430"/>
                  <a:pt x="207624" y="41562"/>
                  <a:pt x="213475" y="39496"/>
                </a:cubicBezTo>
                <a:cubicBezTo>
                  <a:pt x="219327" y="37546"/>
                  <a:pt x="225407" y="36542"/>
                  <a:pt x="231718" y="36485"/>
                </a:cubicBezTo>
                <a:cubicBezTo>
                  <a:pt x="239347" y="36542"/>
                  <a:pt x="245400" y="38148"/>
                  <a:pt x="249874" y="41303"/>
                </a:cubicBezTo>
                <a:cubicBezTo>
                  <a:pt x="254234" y="44573"/>
                  <a:pt x="257102" y="48101"/>
                  <a:pt x="258479" y="51887"/>
                </a:cubicBezTo>
                <a:cubicBezTo>
                  <a:pt x="259225" y="54297"/>
                  <a:pt x="259626" y="59833"/>
                  <a:pt x="259684" y="68495"/>
                </a:cubicBezTo>
                <a:lnTo>
                  <a:pt x="259684" y="99731"/>
                </a:lnTo>
                <a:cubicBezTo>
                  <a:pt x="259684" y="103459"/>
                  <a:pt x="259827" y="105754"/>
                  <a:pt x="260114" y="106615"/>
                </a:cubicBezTo>
                <a:cubicBezTo>
                  <a:pt x="260343" y="107647"/>
                  <a:pt x="260774" y="108364"/>
                  <a:pt x="261405" y="108766"/>
                </a:cubicBezTo>
                <a:cubicBezTo>
                  <a:pt x="261921" y="109225"/>
                  <a:pt x="262581" y="109454"/>
                  <a:pt x="263384" y="109454"/>
                </a:cubicBezTo>
                <a:cubicBezTo>
                  <a:pt x="264818" y="109512"/>
                  <a:pt x="266338" y="108450"/>
                  <a:pt x="267944" y="106270"/>
                </a:cubicBezTo>
                <a:lnTo>
                  <a:pt x="270526" y="108336"/>
                </a:lnTo>
                <a:cubicBezTo>
                  <a:pt x="267600" y="112581"/>
                  <a:pt x="264646" y="115650"/>
                  <a:pt x="261663" y="117543"/>
                </a:cubicBezTo>
                <a:cubicBezTo>
                  <a:pt x="258508" y="119551"/>
                  <a:pt x="255008" y="120526"/>
                  <a:pt x="251165" y="120468"/>
                </a:cubicBezTo>
                <a:cubicBezTo>
                  <a:pt x="246576" y="120468"/>
                  <a:pt x="242990" y="119378"/>
                  <a:pt x="240409" y="117199"/>
                </a:cubicBezTo>
                <a:cubicBezTo>
                  <a:pt x="237827" y="115133"/>
                  <a:pt x="236250" y="111892"/>
                  <a:pt x="235676" y="107475"/>
                </a:cubicBezTo>
                <a:moveTo>
                  <a:pt x="235676" y="101193"/>
                </a:moveTo>
                <a:lnTo>
                  <a:pt x="235676" y="74260"/>
                </a:lnTo>
                <a:cubicBezTo>
                  <a:pt x="228677" y="78333"/>
                  <a:pt x="223514" y="82693"/>
                  <a:pt x="220187" y="87340"/>
                </a:cubicBezTo>
                <a:cubicBezTo>
                  <a:pt x="217950" y="90437"/>
                  <a:pt x="216831" y="93564"/>
                  <a:pt x="216831" y="96719"/>
                </a:cubicBezTo>
                <a:cubicBezTo>
                  <a:pt x="216831" y="99415"/>
                  <a:pt x="217778" y="101738"/>
                  <a:pt x="219671" y="103689"/>
                </a:cubicBezTo>
                <a:cubicBezTo>
                  <a:pt x="221105" y="105238"/>
                  <a:pt x="223113" y="106012"/>
                  <a:pt x="225694" y="106012"/>
                </a:cubicBezTo>
                <a:cubicBezTo>
                  <a:pt x="228505" y="106012"/>
                  <a:pt x="231832" y="104406"/>
                  <a:pt x="235676" y="101193"/>
                </a:cubicBezTo>
                <a:close/>
                <a:moveTo>
                  <a:pt x="309221" y="38894"/>
                </a:moveTo>
                <a:lnTo>
                  <a:pt x="309221" y="49306"/>
                </a:lnTo>
                <a:cubicBezTo>
                  <a:pt x="313351" y="44831"/>
                  <a:pt x="317310" y="41562"/>
                  <a:pt x="321096" y="39496"/>
                </a:cubicBezTo>
                <a:cubicBezTo>
                  <a:pt x="324824" y="37546"/>
                  <a:pt x="328897" y="36542"/>
                  <a:pt x="333315" y="36485"/>
                </a:cubicBezTo>
                <a:cubicBezTo>
                  <a:pt x="338535" y="36542"/>
                  <a:pt x="342866" y="37976"/>
                  <a:pt x="346308" y="40787"/>
                </a:cubicBezTo>
                <a:cubicBezTo>
                  <a:pt x="349750" y="43713"/>
                  <a:pt x="352045" y="47327"/>
                  <a:pt x="353192" y="51629"/>
                </a:cubicBezTo>
                <a:cubicBezTo>
                  <a:pt x="354110" y="54899"/>
                  <a:pt x="354569" y="61181"/>
                  <a:pt x="354569" y="70474"/>
                </a:cubicBezTo>
                <a:lnTo>
                  <a:pt x="354569" y="101796"/>
                </a:lnTo>
                <a:cubicBezTo>
                  <a:pt x="354569" y="108049"/>
                  <a:pt x="355142" y="111892"/>
                  <a:pt x="356290" y="113326"/>
                </a:cubicBezTo>
                <a:cubicBezTo>
                  <a:pt x="357380" y="114875"/>
                  <a:pt x="359703" y="115850"/>
                  <a:pt x="363260" y="116252"/>
                </a:cubicBezTo>
                <a:lnTo>
                  <a:pt x="363260" y="119350"/>
                </a:lnTo>
                <a:lnTo>
                  <a:pt x="322559" y="119350"/>
                </a:lnTo>
                <a:lnTo>
                  <a:pt x="322559" y="116252"/>
                </a:lnTo>
                <a:cubicBezTo>
                  <a:pt x="325542" y="115908"/>
                  <a:pt x="327721" y="114646"/>
                  <a:pt x="329098" y="112466"/>
                </a:cubicBezTo>
                <a:cubicBezTo>
                  <a:pt x="330016" y="111032"/>
                  <a:pt x="330475" y="107475"/>
                  <a:pt x="330475" y="101796"/>
                </a:cubicBezTo>
                <a:lnTo>
                  <a:pt x="330475" y="65999"/>
                </a:lnTo>
                <a:cubicBezTo>
                  <a:pt x="330475" y="59402"/>
                  <a:pt x="330217" y="55243"/>
                  <a:pt x="329701" y="53522"/>
                </a:cubicBezTo>
                <a:cubicBezTo>
                  <a:pt x="329184" y="51801"/>
                  <a:pt x="328324" y="50453"/>
                  <a:pt x="327119" y="49478"/>
                </a:cubicBezTo>
                <a:cubicBezTo>
                  <a:pt x="325800" y="48560"/>
                  <a:pt x="324423" y="48101"/>
                  <a:pt x="322989" y="48101"/>
                </a:cubicBezTo>
                <a:cubicBezTo>
                  <a:pt x="317998" y="48101"/>
                  <a:pt x="313409" y="51629"/>
                  <a:pt x="309221" y="58685"/>
                </a:cubicBezTo>
                <a:lnTo>
                  <a:pt x="309221" y="101796"/>
                </a:lnTo>
                <a:cubicBezTo>
                  <a:pt x="309221" y="107819"/>
                  <a:pt x="309795" y="111634"/>
                  <a:pt x="310942" y="113240"/>
                </a:cubicBezTo>
                <a:cubicBezTo>
                  <a:pt x="312032" y="114904"/>
                  <a:pt x="314097" y="115908"/>
                  <a:pt x="317137" y="116252"/>
                </a:cubicBezTo>
                <a:lnTo>
                  <a:pt x="317137" y="119350"/>
                </a:lnTo>
                <a:lnTo>
                  <a:pt x="276436" y="119350"/>
                </a:lnTo>
                <a:lnTo>
                  <a:pt x="276436" y="116252"/>
                </a:lnTo>
                <a:cubicBezTo>
                  <a:pt x="279764" y="115908"/>
                  <a:pt x="282173" y="114818"/>
                  <a:pt x="283664" y="112982"/>
                </a:cubicBezTo>
                <a:cubicBezTo>
                  <a:pt x="284582" y="111720"/>
                  <a:pt x="285070" y="107991"/>
                  <a:pt x="285127" y="101796"/>
                </a:cubicBezTo>
                <a:lnTo>
                  <a:pt x="285127" y="56362"/>
                </a:lnTo>
                <a:cubicBezTo>
                  <a:pt x="285127" y="50281"/>
                  <a:pt x="284582" y="46495"/>
                  <a:pt x="283492" y="45004"/>
                </a:cubicBezTo>
                <a:cubicBezTo>
                  <a:pt x="282288" y="43569"/>
                  <a:pt x="279936" y="42594"/>
                  <a:pt x="276436" y="42078"/>
                </a:cubicBezTo>
                <a:lnTo>
                  <a:pt x="276436" y="38894"/>
                </a:lnTo>
                <a:lnTo>
                  <a:pt x="309221" y="38894"/>
                </a:lnTo>
                <a:close/>
                <a:moveTo>
                  <a:pt x="414569" y="75379"/>
                </a:moveTo>
                <a:lnTo>
                  <a:pt x="469984" y="258"/>
                </a:lnTo>
                <a:lnTo>
                  <a:pt x="480482" y="258"/>
                </a:lnTo>
                <a:lnTo>
                  <a:pt x="480482" y="75379"/>
                </a:lnTo>
                <a:lnTo>
                  <a:pt x="491152" y="75379"/>
                </a:lnTo>
                <a:lnTo>
                  <a:pt x="491152" y="93191"/>
                </a:lnTo>
                <a:lnTo>
                  <a:pt x="480482" y="93191"/>
                </a:lnTo>
                <a:lnTo>
                  <a:pt x="480482" y="119350"/>
                </a:lnTo>
                <a:lnTo>
                  <a:pt x="456819" y="119350"/>
                </a:lnTo>
                <a:lnTo>
                  <a:pt x="456819" y="93191"/>
                </a:lnTo>
                <a:lnTo>
                  <a:pt x="414569" y="93191"/>
                </a:lnTo>
                <a:lnTo>
                  <a:pt x="414569" y="75379"/>
                </a:lnTo>
                <a:moveTo>
                  <a:pt x="422916" y="75379"/>
                </a:moveTo>
                <a:lnTo>
                  <a:pt x="456819" y="75379"/>
                </a:lnTo>
                <a:lnTo>
                  <a:pt x="456819" y="29343"/>
                </a:lnTo>
                <a:lnTo>
                  <a:pt x="422916" y="7537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InvocationTree">
            <a:extLst xmlns:a="http://schemas.openxmlformats.org/drawingml/2006/main">
              <a:ext uri="{FF2B5EF4-FFF2-40B4-BE49-F238E27FC236}">
                <a16:creationId xmlns:a16="http://schemas.microsoft.com/office/drawing/2014/main" id="{7342AE34-458C-498E-85B6-C30E00F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493" y="2530540"/>
            <a:ext cx="1281167" cy="134513"/>
          </a:xfrm>
          <a:custGeom xmlns:a="http://schemas.openxmlformats.org/drawingml/2006/main">
            <a:pathLst>
              <a:path w="1281167" h="134513">
                <a:moveTo>
                  <a:pt x="67320" y="128278"/>
                </a:moveTo>
                <a:lnTo>
                  <a:pt x="67320" y="131791"/>
                </a:lnTo>
                <a:lnTo>
                  <a:pt x="0" y="131791"/>
                </a:lnTo>
                <a:lnTo>
                  <a:pt x="0" y="128278"/>
                </a:lnTo>
                <a:lnTo>
                  <a:pt x="4273" y="128278"/>
                </a:lnTo>
                <a:cubicBezTo>
                  <a:pt x="7944" y="128278"/>
                  <a:pt x="10951" y="127613"/>
                  <a:pt x="13293" y="126284"/>
                </a:cubicBezTo>
                <a:cubicBezTo>
                  <a:pt x="14876" y="125461"/>
                  <a:pt x="16142" y="123942"/>
                  <a:pt x="17091" y="121727"/>
                </a:cubicBezTo>
                <a:cubicBezTo>
                  <a:pt x="17724" y="120207"/>
                  <a:pt x="18072" y="116219"/>
                  <a:pt x="18136" y="109763"/>
                </a:cubicBezTo>
                <a:lnTo>
                  <a:pt x="18136" y="25067"/>
                </a:lnTo>
                <a:cubicBezTo>
                  <a:pt x="18072" y="18547"/>
                  <a:pt x="17724" y="14432"/>
                  <a:pt x="17091" y="12723"/>
                </a:cubicBezTo>
                <a:cubicBezTo>
                  <a:pt x="16395" y="11141"/>
                  <a:pt x="15002" y="9685"/>
                  <a:pt x="12913" y="8356"/>
                </a:cubicBezTo>
                <a:cubicBezTo>
                  <a:pt x="10698" y="7153"/>
                  <a:pt x="7818" y="6552"/>
                  <a:pt x="4273" y="6552"/>
                </a:cubicBezTo>
                <a:lnTo>
                  <a:pt x="0" y="6552"/>
                </a:lnTo>
                <a:lnTo>
                  <a:pt x="0" y="3038"/>
                </a:lnTo>
                <a:lnTo>
                  <a:pt x="67320" y="3038"/>
                </a:lnTo>
                <a:lnTo>
                  <a:pt x="67320" y="6552"/>
                </a:lnTo>
                <a:lnTo>
                  <a:pt x="63047" y="6552"/>
                </a:lnTo>
                <a:cubicBezTo>
                  <a:pt x="59312" y="6552"/>
                  <a:pt x="56306" y="7216"/>
                  <a:pt x="54027" y="8546"/>
                </a:cubicBezTo>
                <a:cubicBezTo>
                  <a:pt x="52381" y="9432"/>
                  <a:pt x="51083" y="10951"/>
                  <a:pt x="50134" y="13103"/>
                </a:cubicBezTo>
                <a:cubicBezTo>
                  <a:pt x="49438" y="14622"/>
                  <a:pt x="49089" y="18610"/>
                  <a:pt x="49089" y="25067"/>
                </a:cubicBezTo>
                <a:lnTo>
                  <a:pt x="49089" y="109763"/>
                </a:lnTo>
                <a:cubicBezTo>
                  <a:pt x="49089" y="116409"/>
                  <a:pt x="49469" y="120524"/>
                  <a:pt x="50229" y="122106"/>
                </a:cubicBezTo>
                <a:cubicBezTo>
                  <a:pt x="50862" y="123752"/>
                  <a:pt x="52286" y="125176"/>
                  <a:pt x="54502" y="126379"/>
                </a:cubicBezTo>
                <a:cubicBezTo>
                  <a:pt x="56590" y="127645"/>
                  <a:pt x="59439" y="128278"/>
                  <a:pt x="63047" y="128278"/>
                </a:cubicBezTo>
                <a:lnTo>
                  <a:pt x="67320" y="128278"/>
                </a:lnTo>
                <a:close/>
                <a:moveTo>
                  <a:pt x="105775" y="43013"/>
                </a:moveTo>
                <a:lnTo>
                  <a:pt x="105775" y="54502"/>
                </a:lnTo>
                <a:cubicBezTo>
                  <a:pt x="110333" y="49564"/>
                  <a:pt x="114701" y="45956"/>
                  <a:pt x="118878" y="43677"/>
                </a:cubicBezTo>
                <a:cubicBezTo>
                  <a:pt x="122993" y="41525"/>
                  <a:pt x="127487" y="40417"/>
                  <a:pt x="132361" y="40354"/>
                </a:cubicBezTo>
                <a:cubicBezTo>
                  <a:pt x="138122" y="40417"/>
                  <a:pt x="142901" y="42000"/>
                  <a:pt x="146699" y="45101"/>
                </a:cubicBezTo>
                <a:cubicBezTo>
                  <a:pt x="150497" y="48330"/>
                  <a:pt x="153029" y="52318"/>
                  <a:pt x="154295" y="57065"/>
                </a:cubicBezTo>
                <a:cubicBezTo>
                  <a:pt x="155308" y="60673"/>
                  <a:pt x="155814" y="67605"/>
                  <a:pt x="155814" y="77859"/>
                </a:cubicBezTo>
                <a:lnTo>
                  <a:pt x="155814" y="112421"/>
                </a:lnTo>
                <a:cubicBezTo>
                  <a:pt x="155814" y="119321"/>
                  <a:pt x="156447" y="123562"/>
                  <a:pt x="157713" y="125145"/>
                </a:cubicBezTo>
                <a:cubicBezTo>
                  <a:pt x="158916" y="126854"/>
                  <a:pt x="161479" y="127930"/>
                  <a:pt x="165404" y="128373"/>
                </a:cubicBezTo>
                <a:lnTo>
                  <a:pt x="165404" y="131791"/>
                </a:lnTo>
                <a:lnTo>
                  <a:pt x="120493" y="131791"/>
                </a:lnTo>
                <a:lnTo>
                  <a:pt x="120493" y="128373"/>
                </a:lnTo>
                <a:cubicBezTo>
                  <a:pt x="123784" y="127993"/>
                  <a:pt x="126190" y="126601"/>
                  <a:pt x="127709" y="124195"/>
                </a:cubicBezTo>
                <a:cubicBezTo>
                  <a:pt x="128722" y="122613"/>
                  <a:pt x="129228" y="118688"/>
                  <a:pt x="129228" y="112421"/>
                </a:cubicBezTo>
                <a:lnTo>
                  <a:pt x="129228" y="72922"/>
                </a:lnTo>
                <a:cubicBezTo>
                  <a:pt x="129228" y="65642"/>
                  <a:pt x="128943" y="61053"/>
                  <a:pt x="128373" y="59154"/>
                </a:cubicBezTo>
                <a:cubicBezTo>
                  <a:pt x="127804" y="57255"/>
                  <a:pt x="126854" y="55768"/>
                  <a:pt x="125525" y="54691"/>
                </a:cubicBezTo>
                <a:cubicBezTo>
                  <a:pt x="124069" y="53679"/>
                  <a:pt x="122550" y="53172"/>
                  <a:pt x="120967" y="53172"/>
                </a:cubicBezTo>
                <a:cubicBezTo>
                  <a:pt x="115460" y="53172"/>
                  <a:pt x="110396" y="57065"/>
                  <a:pt x="105775" y="64851"/>
                </a:cubicBezTo>
                <a:lnTo>
                  <a:pt x="105775" y="112421"/>
                </a:lnTo>
                <a:cubicBezTo>
                  <a:pt x="105775" y="119068"/>
                  <a:pt x="106408" y="123277"/>
                  <a:pt x="107674" y="125050"/>
                </a:cubicBezTo>
                <a:cubicBezTo>
                  <a:pt x="108877" y="126885"/>
                  <a:pt x="111156" y="127993"/>
                  <a:pt x="114511" y="128373"/>
                </a:cubicBezTo>
                <a:lnTo>
                  <a:pt x="114511" y="131791"/>
                </a:lnTo>
                <a:lnTo>
                  <a:pt x="69599" y="131791"/>
                </a:lnTo>
                <a:lnTo>
                  <a:pt x="69599" y="128373"/>
                </a:lnTo>
                <a:cubicBezTo>
                  <a:pt x="73270" y="127993"/>
                  <a:pt x="75929" y="126791"/>
                  <a:pt x="77575" y="124765"/>
                </a:cubicBezTo>
                <a:cubicBezTo>
                  <a:pt x="78588" y="123372"/>
                  <a:pt x="79126" y="119258"/>
                  <a:pt x="79189" y="112421"/>
                </a:cubicBezTo>
                <a:lnTo>
                  <a:pt x="79189" y="62288"/>
                </a:lnTo>
                <a:cubicBezTo>
                  <a:pt x="79189" y="55578"/>
                  <a:pt x="78588" y="51400"/>
                  <a:pt x="77385" y="49754"/>
                </a:cubicBezTo>
                <a:cubicBezTo>
                  <a:pt x="76056" y="48172"/>
                  <a:pt x="73460" y="47095"/>
                  <a:pt x="69599" y="46526"/>
                </a:cubicBezTo>
                <a:lnTo>
                  <a:pt x="69599" y="43013"/>
                </a:lnTo>
                <a:lnTo>
                  <a:pt x="105775" y="43013"/>
                </a:lnTo>
                <a:close/>
                <a:moveTo>
                  <a:pt x="218956" y="134450"/>
                </a:moveTo>
                <a:lnTo>
                  <a:pt x="189047" y="65611"/>
                </a:lnTo>
                <a:cubicBezTo>
                  <a:pt x="185375" y="57382"/>
                  <a:pt x="182558" y="52128"/>
                  <a:pt x="180596" y="49849"/>
                </a:cubicBezTo>
                <a:cubicBezTo>
                  <a:pt x="179140" y="48266"/>
                  <a:pt x="176988" y="47159"/>
                  <a:pt x="174139" y="46526"/>
                </a:cubicBezTo>
                <a:lnTo>
                  <a:pt x="174139" y="43013"/>
                </a:lnTo>
                <a:lnTo>
                  <a:pt x="221330" y="43013"/>
                </a:lnTo>
                <a:lnTo>
                  <a:pt x="221330" y="46526"/>
                </a:lnTo>
                <a:cubicBezTo>
                  <a:pt x="218291" y="46589"/>
                  <a:pt x="216266" y="47127"/>
                  <a:pt x="215253" y="48140"/>
                </a:cubicBezTo>
                <a:cubicBezTo>
                  <a:pt x="213734" y="49596"/>
                  <a:pt x="212974" y="51242"/>
                  <a:pt x="212974" y="53077"/>
                </a:cubicBezTo>
                <a:cubicBezTo>
                  <a:pt x="212974" y="55483"/>
                  <a:pt x="214367" y="59882"/>
                  <a:pt x="217152" y="66275"/>
                </a:cubicBezTo>
                <a:lnTo>
                  <a:pt x="231774" y="99603"/>
                </a:lnTo>
                <a:lnTo>
                  <a:pt x="243453" y="70833"/>
                </a:lnTo>
                <a:cubicBezTo>
                  <a:pt x="246745" y="62604"/>
                  <a:pt x="248422" y="56780"/>
                  <a:pt x="248486" y="53362"/>
                </a:cubicBezTo>
                <a:cubicBezTo>
                  <a:pt x="248486" y="51400"/>
                  <a:pt x="247789" y="49786"/>
                  <a:pt x="246397" y="48520"/>
                </a:cubicBezTo>
                <a:cubicBezTo>
                  <a:pt x="244941" y="47317"/>
                  <a:pt x="242409" y="46652"/>
                  <a:pt x="238801" y="46526"/>
                </a:cubicBezTo>
                <a:lnTo>
                  <a:pt x="238801" y="43013"/>
                </a:lnTo>
                <a:lnTo>
                  <a:pt x="267856" y="43013"/>
                </a:lnTo>
                <a:lnTo>
                  <a:pt x="267856" y="46526"/>
                </a:lnTo>
                <a:cubicBezTo>
                  <a:pt x="265070" y="46906"/>
                  <a:pt x="262792" y="47950"/>
                  <a:pt x="261019" y="49659"/>
                </a:cubicBezTo>
                <a:cubicBezTo>
                  <a:pt x="259183" y="51368"/>
                  <a:pt x="256525" y="56401"/>
                  <a:pt x="253043" y="64756"/>
                </a:cubicBezTo>
                <a:lnTo>
                  <a:pt x="223419" y="134450"/>
                </a:lnTo>
                <a:lnTo>
                  <a:pt x="218956" y="134450"/>
                </a:lnTo>
                <a:close/>
                <a:moveTo>
                  <a:pt x="317989" y="40354"/>
                </a:moveTo>
                <a:cubicBezTo>
                  <a:pt x="325648" y="40354"/>
                  <a:pt x="332833" y="42348"/>
                  <a:pt x="339543" y="46336"/>
                </a:cubicBezTo>
                <a:cubicBezTo>
                  <a:pt x="346126" y="50387"/>
                  <a:pt x="351190" y="56052"/>
                  <a:pt x="354735" y="63332"/>
                </a:cubicBezTo>
                <a:cubicBezTo>
                  <a:pt x="358153" y="70675"/>
                  <a:pt x="359862" y="78714"/>
                  <a:pt x="359862" y="87449"/>
                </a:cubicBezTo>
                <a:cubicBezTo>
                  <a:pt x="359799" y="100109"/>
                  <a:pt x="356602" y="110649"/>
                  <a:pt x="350272" y="119068"/>
                </a:cubicBezTo>
                <a:cubicBezTo>
                  <a:pt x="342486" y="129323"/>
                  <a:pt x="331820" y="134450"/>
                  <a:pt x="318274" y="134450"/>
                </a:cubicBezTo>
                <a:cubicBezTo>
                  <a:pt x="304854" y="134513"/>
                  <a:pt x="294568" y="129829"/>
                  <a:pt x="287415" y="120397"/>
                </a:cubicBezTo>
                <a:cubicBezTo>
                  <a:pt x="280199" y="111029"/>
                  <a:pt x="276591" y="100173"/>
                  <a:pt x="276591" y="87829"/>
                </a:cubicBezTo>
                <a:cubicBezTo>
                  <a:pt x="276591" y="75106"/>
                  <a:pt x="280294" y="63997"/>
                  <a:pt x="287700" y="54502"/>
                </a:cubicBezTo>
                <a:cubicBezTo>
                  <a:pt x="294979" y="45133"/>
                  <a:pt x="305076" y="40417"/>
                  <a:pt x="317989" y="40354"/>
                </a:cubicBezTo>
                <a:moveTo>
                  <a:pt x="318369" y="47095"/>
                </a:moveTo>
                <a:cubicBezTo>
                  <a:pt x="315141" y="47159"/>
                  <a:pt x="312387" y="48361"/>
                  <a:pt x="310108" y="50704"/>
                </a:cubicBezTo>
                <a:cubicBezTo>
                  <a:pt x="307703" y="53236"/>
                  <a:pt x="306184" y="58046"/>
                  <a:pt x="305551" y="65136"/>
                </a:cubicBezTo>
                <a:cubicBezTo>
                  <a:pt x="304791" y="72352"/>
                  <a:pt x="304411" y="82354"/>
                  <a:pt x="304411" y="95140"/>
                </a:cubicBezTo>
                <a:cubicBezTo>
                  <a:pt x="304411" y="101914"/>
                  <a:pt x="304854" y="108244"/>
                  <a:pt x="305740" y="114130"/>
                </a:cubicBezTo>
                <a:cubicBezTo>
                  <a:pt x="306373" y="118625"/>
                  <a:pt x="307861" y="122043"/>
                  <a:pt x="310203" y="124385"/>
                </a:cubicBezTo>
                <a:cubicBezTo>
                  <a:pt x="312419" y="126791"/>
                  <a:pt x="315014" y="127962"/>
                  <a:pt x="317989" y="127898"/>
                </a:cubicBezTo>
                <a:cubicBezTo>
                  <a:pt x="320838" y="127962"/>
                  <a:pt x="323211" y="127170"/>
                  <a:pt x="325110" y="125525"/>
                </a:cubicBezTo>
                <a:cubicBezTo>
                  <a:pt x="327516" y="123436"/>
                  <a:pt x="329162" y="120429"/>
                  <a:pt x="330048" y="116504"/>
                </a:cubicBezTo>
                <a:cubicBezTo>
                  <a:pt x="331251" y="110554"/>
                  <a:pt x="331884" y="98400"/>
                  <a:pt x="331947" y="80043"/>
                </a:cubicBezTo>
                <a:cubicBezTo>
                  <a:pt x="331947" y="69346"/>
                  <a:pt x="331345" y="61939"/>
                  <a:pt x="330143" y="57825"/>
                </a:cubicBezTo>
                <a:cubicBezTo>
                  <a:pt x="328877" y="53837"/>
                  <a:pt x="327104" y="50925"/>
                  <a:pt x="324826" y="49089"/>
                </a:cubicBezTo>
                <a:cubicBezTo>
                  <a:pt x="323180" y="47760"/>
                  <a:pt x="321028" y="47095"/>
                  <a:pt x="318369" y="47095"/>
                </a:cubicBezTo>
                <a:close/>
                <a:moveTo>
                  <a:pt x="445887" y="108908"/>
                </a:moveTo>
                <a:lnTo>
                  <a:pt x="448831" y="111187"/>
                </a:lnTo>
                <a:cubicBezTo>
                  <a:pt x="444590" y="119100"/>
                  <a:pt x="439399" y="124923"/>
                  <a:pt x="433259" y="128658"/>
                </a:cubicBezTo>
                <a:cubicBezTo>
                  <a:pt x="426992" y="132583"/>
                  <a:pt x="420346" y="134513"/>
                  <a:pt x="413319" y="134450"/>
                </a:cubicBezTo>
                <a:cubicBezTo>
                  <a:pt x="401419" y="134450"/>
                  <a:pt x="391956" y="129987"/>
                  <a:pt x="384929" y="121062"/>
                </a:cubicBezTo>
                <a:cubicBezTo>
                  <a:pt x="377776" y="112137"/>
                  <a:pt x="374231" y="101407"/>
                  <a:pt x="374295" y="88874"/>
                </a:cubicBezTo>
                <a:cubicBezTo>
                  <a:pt x="374295" y="76847"/>
                  <a:pt x="377523" y="66212"/>
                  <a:pt x="383980" y="56970"/>
                </a:cubicBezTo>
                <a:cubicBezTo>
                  <a:pt x="391766" y="45893"/>
                  <a:pt x="402495" y="40354"/>
                  <a:pt x="416168" y="40354"/>
                </a:cubicBezTo>
                <a:cubicBezTo>
                  <a:pt x="425346" y="40354"/>
                  <a:pt x="432658" y="42664"/>
                  <a:pt x="438101" y="47285"/>
                </a:cubicBezTo>
                <a:cubicBezTo>
                  <a:pt x="443482" y="51970"/>
                  <a:pt x="446172" y="57129"/>
                  <a:pt x="446172" y="62762"/>
                </a:cubicBezTo>
                <a:cubicBezTo>
                  <a:pt x="446172" y="66370"/>
                  <a:pt x="445096" y="69251"/>
                  <a:pt x="442944" y="71403"/>
                </a:cubicBezTo>
                <a:cubicBezTo>
                  <a:pt x="440665" y="73618"/>
                  <a:pt x="437785" y="74694"/>
                  <a:pt x="434303" y="74631"/>
                </a:cubicBezTo>
                <a:cubicBezTo>
                  <a:pt x="430505" y="74631"/>
                  <a:pt x="427435" y="73397"/>
                  <a:pt x="425093" y="70928"/>
                </a:cubicBezTo>
                <a:cubicBezTo>
                  <a:pt x="422625" y="68523"/>
                  <a:pt x="421105" y="64123"/>
                  <a:pt x="420536" y="57730"/>
                </a:cubicBezTo>
                <a:cubicBezTo>
                  <a:pt x="420093" y="53805"/>
                  <a:pt x="419175" y="51020"/>
                  <a:pt x="417782" y="49374"/>
                </a:cubicBezTo>
                <a:cubicBezTo>
                  <a:pt x="416326" y="47792"/>
                  <a:pt x="414617" y="47000"/>
                  <a:pt x="412655" y="47000"/>
                </a:cubicBezTo>
                <a:cubicBezTo>
                  <a:pt x="409616" y="47000"/>
                  <a:pt x="407021" y="48615"/>
                  <a:pt x="404869" y="51843"/>
                </a:cubicBezTo>
                <a:cubicBezTo>
                  <a:pt x="401514" y="56717"/>
                  <a:pt x="399868" y="64187"/>
                  <a:pt x="399931" y="74251"/>
                </a:cubicBezTo>
                <a:cubicBezTo>
                  <a:pt x="399931" y="82607"/>
                  <a:pt x="401261" y="90583"/>
                  <a:pt x="403919" y="98179"/>
                </a:cubicBezTo>
                <a:cubicBezTo>
                  <a:pt x="406515" y="105901"/>
                  <a:pt x="410154" y="111598"/>
                  <a:pt x="414839" y="115270"/>
                </a:cubicBezTo>
                <a:cubicBezTo>
                  <a:pt x="418320" y="118055"/>
                  <a:pt x="422435" y="119416"/>
                  <a:pt x="427182" y="119353"/>
                </a:cubicBezTo>
                <a:cubicBezTo>
                  <a:pt x="430284" y="119353"/>
                  <a:pt x="433227" y="118625"/>
                  <a:pt x="436013" y="117169"/>
                </a:cubicBezTo>
                <a:cubicBezTo>
                  <a:pt x="438734" y="115776"/>
                  <a:pt x="442026" y="113023"/>
                  <a:pt x="445887" y="108908"/>
                </a:cubicBezTo>
                <a:close/>
                <a:moveTo>
                  <a:pt x="507415" y="118688"/>
                </a:moveTo>
                <a:cubicBezTo>
                  <a:pt x="496591" y="128310"/>
                  <a:pt x="486874" y="133089"/>
                  <a:pt x="478266" y="133026"/>
                </a:cubicBezTo>
                <a:cubicBezTo>
                  <a:pt x="473138" y="133026"/>
                  <a:pt x="468929" y="131348"/>
                  <a:pt x="465637" y="127993"/>
                </a:cubicBezTo>
                <a:cubicBezTo>
                  <a:pt x="462282" y="124765"/>
                  <a:pt x="460605" y="120619"/>
                  <a:pt x="460605" y="115555"/>
                </a:cubicBezTo>
                <a:cubicBezTo>
                  <a:pt x="460605" y="108845"/>
                  <a:pt x="463517" y="102736"/>
                  <a:pt x="469340" y="97229"/>
                </a:cubicBezTo>
                <a:cubicBezTo>
                  <a:pt x="475101" y="91912"/>
                  <a:pt x="487792" y="84727"/>
                  <a:pt x="507415" y="75676"/>
                </a:cubicBezTo>
                <a:lnTo>
                  <a:pt x="507415" y="66750"/>
                </a:lnTo>
                <a:cubicBezTo>
                  <a:pt x="507352" y="60104"/>
                  <a:pt x="507004" y="55863"/>
                  <a:pt x="506371" y="54027"/>
                </a:cubicBezTo>
                <a:cubicBezTo>
                  <a:pt x="505548" y="52318"/>
                  <a:pt x="504155" y="50799"/>
                  <a:pt x="502193" y="49469"/>
                </a:cubicBezTo>
                <a:cubicBezTo>
                  <a:pt x="500168" y="48266"/>
                  <a:pt x="497889" y="47633"/>
                  <a:pt x="495357" y="47570"/>
                </a:cubicBezTo>
                <a:cubicBezTo>
                  <a:pt x="491242" y="47633"/>
                  <a:pt x="487856" y="48551"/>
                  <a:pt x="485197" y="50324"/>
                </a:cubicBezTo>
                <a:cubicBezTo>
                  <a:pt x="483551" y="51463"/>
                  <a:pt x="482728" y="52792"/>
                  <a:pt x="482728" y="54312"/>
                </a:cubicBezTo>
                <a:cubicBezTo>
                  <a:pt x="482665" y="55641"/>
                  <a:pt x="483551" y="57287"/>
                  <a:pt x="485387" y="59249"/>
                </a:cubicBezTo>
                <a:cubicBezTo>
                  <a:pt x="487729" y="62034"/>
                  <a:pt x="488932" y="64661"/>
                  <a:pt x="488995" y="67130"/>
                </a:cubicBezTo>
                <a:cubicBezTo>
                  <a:pt x="488995" y="70295"/>
                  <a:pt x="487856" y="72922"/>
                  <a:pt x="485577" y="75011"/>
                </a:cubicBezTo>
                <a:cubicBezTo>
                  <a:pt x="483171" y="77226"/>
                  <a:pt x="480133" y="78334"/>
                  <a:pt x="476462" y="78334"/>
                </a:cubicBezTo>
                <a:cubicBezTo>
                  <a:pt x="472474" y="78334"/>
                  <a:pt x="469150" y="77131"/>
                  <a:pt x="466492" y="74726"/>
                </a:cubicBezTo>
                <a:cubicBezTo>
                  <a:pt x="463707" y="72384"/>
                  <a:pt x="462346" y="69567"/>
                  <a:pt x="462409" y="66275"/>
                </a:cubicBezTo>
                <a:cubicBezTo>
                  <a:pt x="462409" y="61718"/>
                  <a:pt x="464213" y="57350"/>
                  <a:pt x="467821" y="53172"/>
                </a:cubicBezTo>
                <a:cubicBezTo>
                  <a:pt x="471429" y="49121"/>
                  <a:pt x="476462" y="45956"/>
                  <a:pt x="482918" y="43677"/>
                </a:cubicBezTo>
                <a:cubicBezTo>
                  <a:pt x="489375" y="41525"/>
                  <a:pt x="496085" y="40417"/>
                  <a:pt x="503048" y="40354"/>
                </a:cubicBezTo>
                <a:cubicBezTo>
                  <a:pt x="511467" y="40417"/>
                  <a:pt x="518145" y="42190"/>
                  <a:pt x="523082" y="45671"/>
                </a:cubicBezTo>
                <a:cubicBezTo>
                  <a:pt x="527893" y="49279"/>
                  <a:pt x="531058" y="53172"/>
                  <a:pt x="532577" y="57350"/>
                </a:cubicBezTo>
                <a:cubicBezTo>
                  <a:pt x="533400" y="60009"/>
                  <a:pt x="533843" y="66117"/>
                  <a:pt x="533907" y="75676"/>
                </a:cubicBezTo>
                <a:lnTo>
                  <a:pt x="533907" y="110143"/>
                </a:lnTo>
                <a:cubicBezTo>
                  <a:pt x="533907" y="114257"/>
                  <a:pt x="534065" y="116789"/>
                  <a:pt x="534381" y="117739"/>
                </a:cubicBezTo>
                <a:cubicBezTo>
                  <a:pt x="534635" y="118878"/>
                  <a:pt x="535109" y="119669"/>
                  <a:pt x="535806" y="120112"/>
                </a:cubicBezTo>
                <a:cubicBezTo>
                  <a:pt x="536375" y="120619"/>
                  <a:pt x="537103" y="120872"/>
                  <a:pt x="537990" y="120872"/>
                </a:cubicBezTo>
                <a:cubicBezTo>
                  <a:pt x="539572" y="120935"/>
                  <a:pt x="541249" y="119764"/>
                  <a:pt x="543022" y="117359"/>
                </a:cubicBezTo>
                <a:lnTo>
                  <a:pt x="545870" y="119638"/>
                </a:lnTo>
                <a:cubicBezTo>
                  <a:pt x="542642" y="124322"/>
                  <a:pt x="539382" y="127708"/>
                  <a:pt x="536091" y="129797"/>
                </a:cubicBezTo>
                <a:cubicBezTo>
                  <a:pt x="532609" y="132013"/>
                  <a:pt x="528748" y="133089"/>
                  <a:pt x="524507" y="133026"/>
                </a:cubicBezTo>
                <a:cubicBezTo>
                  <a:pt x="519443" y="133026"/>
                  <a:pt x="515486" y="131823"/>
                  <a:pt x="512638" y="129418"/>
                </a:cubicBezTo>
                <a:cubicBezTo>
                  <a:pt x="509789" y="127139"/>
                  <a:pt x="508048" y="123562"/>
                  <a:pt x="507415" y="118688"/>
                </a:cubicBezTo>
                <a:moveTo>
                  <a:pt x="507415" y="111757"/>
                </a:moveTo>
                <a:lnTo>
                  <a:pt x="507415" y="82037"/>
                </a:lnTo>
                <a:cubicBezTo>
                  <a:pt x="499693" y="86532"/>
                  <a:pt x="493996" y="91342"/>
                  <a:pt x="490324" y="96470"/>
                </a:cubicBezTo>
                <a:cubicBezTo>
                  <a:pt x="487856" y="99888"/>
                  <a:pt x="486621" y="103338"/>
                  <a:pt x="486621" y="106819"/>
                </a:cubicBezTo>
                <a:cubicBezTo>
                  <a:pt x="486621" y="109794"/>
                  <a:pt x="487666" y="112358"/>
                  <a:pt x="489755" y="114510"/>
                </a:cubicBezTo>
                <a:cubicBezTo>
                  <a:pt x="491337" y="116219"/>
                  <a:pt x="493553" y="117074"/>
                  <a:pt x="496401" y="117074"/>
                </a:cubicBezTo>
                <a:cubicBezTo>
                  <a:pt x="499503" y="117074"/>
                  <a:pt x="503174" y="115302"/>
                  <a:pt x="507415" y="111757"/>
                </a:cubicBezTo>
                <a:close/>
                <a:moveTo>
                  <a:pt x="590877" y="10540"/>
                </a:moveTo>
                <a:lnTo>
                  <a:pt x="590877" y="43013"/>
                </a:lnTo>
                <a:lnTo>
                  <a:pt x="611956" y="43013"/>
                </a:lnTo>
                <a:lnTo>
                  <a:pt x="611956" y="52413"/>
                </a:lnTo>
                <a:lnTo>
                  <a:pt x="590877" y="52413"/>
                </a:lnTo>
                <a:lnTo>
                  <a:pt x="590877" y="107199"/>
                </a:lnTo>
                <a:cubicBezTo>
                  <a:pt x="590877" y="112390"/>
                  <a:pt x="591130" y="115681"/>
                  <a:pt x="591637" y="117074"/>
                </a:cubicBezTo>
                <a:cubicBezTo>
                  <a:pt x="592017" y="118656"/>
                  <a:pt x="592840" y="119859"/>
                  <a:pt x="594106" y="120682"/>
                </a:cubicBezTo>
                <a:cubicBezTo>
                  <a:pt x="595245" y="121632"/>
                  <a:pt x="596353" y="122106"/>
                  <a:pt x="597429" y="122106"/>
                </a:cubicBezTo>
                <a:cubicBezTo>
                  <a:pt x="601480" y="122106"/>
                  <a:pt x="605373" y="118973"/>
                  <a:pt x="609108" y="112706"/>
                </a:cubicBezTo>
                <a:lnTo>
                  <a:pt x="611956" y="114795"/>
                </a:lnTo>
                <a:cubicBezTo>
                  <a:pt x="606766" y="126949"/>
                  <a:pt x="598442" y="133026"/>
                  <a:pt x="586984" y="133026"/>
                </a:cubicBezTo>
                <a:cubicBezTo>
                  <a:pt x="581351" y="133026"/>
                  <a:pt x="576603" y="131443"/>
                  <a:pt x="572742" y="128278"/>
                </a:cubicBezTo>
                <a:cubicBezTo>
                  <a:pt x="568754" y="125240"/>
                  <a:pt x="566253" y="121758"/>
                  <a:pt x="565241" y="117834"/>
                </a:cubicBezTo>
                <a:cubicBezTo>
                  <a:pt x="564544" y="115681"/>
                  <a:pt x="564228" y="109858"/>
                  <a:pt x="564291" y="100363"/>
                </a:cubicBezTo>
                <a:lnTo>
                  <a:pt x="564291" y="52413"/>
                </a:lnTo>
                <a:lnTo>
                  <a:pt x="552707" y="52413"/>
                </a:lnTo>
                <a:lnTo>
                  <a:pt x="552707" y="49089"/>
                </a:lnTo>
                <a:cubicBezTo>
                  <a:pt x="560683" y="43519"/>
                  <a:pt x="567488" y="37600"/>
                  <a:pt x="573121" y="31334"/>
                </a:cubicBezTo>
                <a:cubicBezTo>
                  <a:pt x="578692" y="25194"/>
                  <a:pt x="583566" y="18262"/>
                  <a:pt x="587744" y="10540"/>
                </a:cubicBezTo>
                <a:lnTo>
                  <a:pt x="590877" y="10540"/>
                </a:lnTo>
                <a:close/>
                <a:moveTo>
                  <a:pt x="643859" y="0"/>
                </a:moveTo>
                <a:cubicBezTo>
                  <a:pt x="647911" y="0"/>
                  <a:pt x="651392" y="1424"/>
                  <a:pt x="654304" y="4273"/>
                </a:cubicBezTo>
                <a:cubicBezTo>
                  <a:pt x="657152" y="7248"/>
                  <a:pt x="658577" y="10729"/>
                  <a:pt x="658577" y="14717"/>
                </a:cubicBezTo>
                <a:cubicBezTo>
                  <a:pt x="658577" y="18832"/>
                  <a:pt x="657152" y="22282"/>
                  <a:pt x="654304" y="25067"/>
                </a:cubicBezTo>
                <a:cubicBezTo>
                  <a:pt x="651329" y="27915"/>
                  <a:pt x="647847" y="29340"/>
                  <a:pt x="643859" y="29340"/>
                </a:cubicBezTo>
                <a:cubicBezTo>
                  <a:pt x="639745" y="29340"/>
                  <a:pt x="636295" y="27915"/>
                  <a:pt x="633510" y="25067"/>
                </a:cubicBezTo>
                <a:cubicBezTo>
                  <a:pt x="630661" y="22282"/>
                  <a:pt x="629237" y="18832"/>
                  <a:pt x="629237" y="14717"/>
                </a:cubicBezTo>
                <a:cubicBezTo>
                  <a:pt x="629237" y="10729"/>
                  <a:pt x="630661" y="7248"/>
                  <a:pt x="633510" y="4273"/>
                </a:cubicBezTo>
                <a:cubicBezTo>
                  <a:pt x="636295" y="1424"/>
                  <a:pt x="639745" y="0"/>
                  <a:pt x="643859" y="0"/>
                </a:cubicBezTo>
                <a:moveTo>
                  <a:pt x="657152" y="43013"/>
                </a:moveTo>
                <a:lnTo>
                  <a:pt x="657152" y="113371"/>
                </a:lnTo>
                <a:cubicBezTo>
                  <a:pt x="657152" y="119638"/>
                  <a:pt x="657880" y="123626"/>
                  <a:pt x="659336" y="125335"/>
                </a:cubicBezTo>
                <a:cubicBezTo>
                  <a:pt x="660729" y="127170"/>
                  <a:pt x="663577" y="128183"/>
                  <a:pt x="667882" y="128373"/>
                </a:cubicBezTo>
                <a:lnTo>
                  <a:pt x="667882" y="131791"/>
                </a:lnTo>
                <a:lnTo>
                  <a:pt x="619932" y="131791"/>
                </a:lnTo>
                <a:lnTo>
                  <a:pt x="619932" y="128373"/>
                </a:lnTo>
                <a:cubicBezTo>
                  <a:pt x="623793" y="128310"/>
                  <a:pt x="626705" y="127170"/>
                  <a:pt x="628667" y="124955"/>
                </a:cubicBezTo>
                <a:cubicBezTo>
                  <a:pt x="629870" y="123562"/>
                  <a:pt x="630503" y="119701"/>
                  <a:pt x="630566" y="113371"/>
                </a:cubicBezTo>
                <a:lnTo>
                  <a:pt x="630566" y="61528"/>
                </a:lnTo>
                <a:cubicBezTo>
                  <a:pt x="630503" y="55324"/>
                  <a:pt x="629775" y="51305"/>
                  <a:pt x="628382" y="49469"/>
                </a:cubicBezTo>
                <a:cubicBezTo>
                  <a:pt x="626927" y="47823"/>
                  <a:pt x="624110" y="46842"/>
                  <a:pt x="619932" y="46526"/>
                </a:cubicBezTo>
                <a:lnTo>
                  <a:pt x="619932" y="43013"/>
                </a:lnTo>
                <a:lnTo>
                  <a:pt x="657152" y="43013"/>
                </a:lnTo>
                <a:close/>
                <a:moveTo>
                  <a:pt x="719060" y="40354"/>
                </a:moveTo>
                <a:cubicBezTo>
                  <a:pt x="726720" y="40354"/>
                  <a:pt x="733904" y="42348"/>
                  <a:pt x="740614" y="46336"/>
                </a:cubicBezTo>
                <a:cubicBezTo>
                  <a:pt x="747197" y="50387"/>
                  <a:pt x="752261" y="56052"/>
                  <a:pt x="755806" y="63332"/>
                </a:cubicBezTo>
                <a:cubicBezTo>
                  <a:pt x="759224" y="70675"/>
                  <a:pt x="760934" y="78714"/>
                  <a:pt x="760934" y="87449"/>
                </a:cubicBezTo>
                <a:cubicBezTo>
                  <a:pt x="760870" y="100109"/>
                  <a:pt x="757674" y="110649"/>
                  <a:pt x="751344" y="119068"/>
                </a:cubicBezTo>
                <a:cubicBezTo>
                  <a:pt x="743558" y="129323"/>
                  <a:pt x="732891" y="134450"/>
                  <a:pt x="719345" y="134450"/>
                </a:cubicBezTo>
                <a:cubicBezTo>
                  <a:pt x="705926" y="134513"/>
                  <a:pt x="695639" y="129829"/>
                  <a:pt x="688486" y="120397"/>
                </a:cubicBezTo>
                <a:cubicBezTo>
                  <a:pt x="681270" y="111029"/>
                  <a:pt x="677662" y="100173"/>
                  <a:pt x="677662" y="87829"/>
                </a:cubicBezTo>
                <a:cubicBezTo>
                  <a:pt x="677662" y="75106"/>
                  <a:pt x="681365" y="63997"/>
                  <a:pt x="688771" y="54502"/>
                </a:cubicBezTo>
                <a:cubicBezTo>
                  <a:pt x="696051" y="45133"/>
                  <a:pt x="706147" y="40417"/>
                  <a:pt x="719060" y="40354"/>
                </a:cubicBezTo>
                <a:moveTo>
                  <a:pt x="719440" y="47095"/>
                </a:moveTo>
                <a:cubicBezTo>
                  <a:pt x="716212" y="47159"/>
                  <a:pt x="713458" y="48361"/>
                  <a:pt x="711179" y="50704"/>
                </a:cubicBezTo>
                <a:cubicBezTo>
                  <a:pt x="708774" y="53236"/>
                  <a:pt x="707255" y="58046"/>
                  <a:pt x="706622" y="65136"/>
                </a:cubicBezTo>
                <a:cubicBezTo>
                  <a:pt x="705862" y="72352"/>
                  <a:pt x="705482" y="82354"/>
                  <a:pt x="705482" y="95140"/>
                </a:cubicBezTo>
                <a:cubicBezTo>
                  <a:pt x="705482" y="101914"/>
                  <a:pt x="705926" y="108244"/>
                  <a:pt x="706812" y="114130"/>
                </a:cubicBezTo>
                <a:cubicBezTo>
                  <a:pt x="707445" y="118625"/>
                  <a:pt x="708932" y="122043"/>
                  <a:pt x="711274" y="124385"/>
                </a:cubicBezTo>
                <a:cubicBezTo>
                  <a:pt x="713490" y="126791"/>
                  <a:pt x="716085" y="127962"/>
                  <a:pt x="719060" y="127898"/>
                </a:cubicBezTo>
                <a:cubicBezTo>
                  <a:pt x="721909" y="127962"/>
                  <a:pt x="724283" y="127170"/>
                  <a:pt x="726182" y="125525"/>
                </a:cubicBezTo>
                <a:cubicBezTo>
                  <a:pt x="728587" y="123436"/>
                  <a:pt x="730233" y="120429"/>
                  <a:pt x="731119" y="116504"/>
                </a:cubicBezTo>
                <a:cubicBezTo>
                  <a:pt x="732322" y="110554"/>
                  <a:pt x="732955" y="98400"/>
                  <a:pt x="733018" y="80043"/>
                </a:cubicBezTo>
                <a:cubicBezTo>
                  <a:pt x="733018" y="69346"/>
                  <a:pt x="732417" y="61939"/>
                  <a:pt x="731214" y="57825"/>
                </a:cubicBezTo>
                <a:cubicBezTo>
                  <a:pt x="729948" y="53837"/>
                  <a:pt x="728176" y="50925"/>
                  <a:pt x="725897" y="49089"/>
                </a:cubicBezTo>
                <a:cubicBezTo>
                  <a:pt x="724251" y="47760"/>
                  <a:pt x="722099" y="47095"/>
                  <a:pt x="719440" y="47095"/>
                </a:cubicBezTo>
                <a:close/>
                <a:moveTo>
                  <a:pt x="810687" y="43013"/>
                </a:moveTo>
                <a:lnTo>
                  <a:pt x="810687" y="54502"/>
                </a:lnTo>
                <a:cubicBezTo>
                  <a:pt x="815245" y="49564"/>
                  <a:pt x="819613" y="45956"/>
                  <a:pt x="823790" y="43677"/>
                </a:cubicBezTo>
                <a:cubicBezTo>
                  <a:pt x="827905" y="41525"/>
                  <a:pt x="832399" y="40417"/>
                  <a:pt x="837273" y="40354"/>
                </a:cubicBezTo>
                <a:cubicBezTo>
                  <a:pt x="843034" y="40417"/>
                  <a:pt x="847813" y="42000"/>
                  <a:pt x="851611" y="45101"/>
                </a:cubicBezTo>
                <a:cubicBezTo>
                  <a:pt x="855409" y="48330"/>
                  <a:pt x="857941" y="52318"/>
                  <a:pt x="859207" y="57065"/>
                </a:cubicBezTo>
                <a:cubicBezTo>
                  <a:pt x="860220" y="60673"/>
                  <a:pt x="860726" y="67605"/>
                  <a:pt x="860726" y="77859"/>
                </a:cubicBezTo>
                <a:lnTo>
                  <a:pt x="860726" y="112421"/>
                </a:lnTo>
                <a:cubicBezTo>
                  <a:pt x="860726" y="119321"/>
                  <a:pt x="861359" y="123562"/>
                  <a:pt x="862625" y="125145"/>
                </a:cubicBezTo>
                <a:cubicBezTo>
                  <a:pt x="863828" y="126854"/>
                  <a:pt x="866392" y="127930"/>
                  <a:pt x="870316" y="128373"/>
                </a:cubicBezTo>
                <a:lnTo>
                  <a:pt x="870316" y="131791"/>
                </a:lnTo>
                <a:lnTo>
                  <a:pt x="825405" y="131791"/>
                </a:lnTo>
                <a:lnTo>
                  <a:pt x="825405" y="128373"/>
                </a:lnTo>
                <a:cubicBezTo>
                  <a:pt x="828696" y="127993"/>
                  <a:pt x="831102" y="126601"/>
                  <a:pt x="832621" y="124195"/>
                </a:cubicBezTo>
                <a:cubicBezTo>
                  <a:pt x="833634" y="122613"/>
                  <a:pt x="834140" y="118688"/>
                  <a:pt x="834140" y="112421"/>
                </a:cubicBezTo>
                <a:lnTo>
                  <a:pt x="834140" y="72922"/>
                </a:lnTo>
                <a:cubicBezTo>
                  <a:pt x="834140" y="65642"/>
                  <a:pt x="833855" y="61053"/>
                  <a:pt x="833286" y="59154"/>
                </a:cubicBezTo>
                <a:cubicBezTo>
                  <a:pt x="832716" y="57255"/>
                  <a:pt x="831766" y="55768"/>
                  <a:pt x="830437" y="54691"/>
                </a:cubicBezTo>
                <a:cubicBezTo>
                  <a:pt x="828981" y="53679"/>
                  <a:pt x="827462" y="53172"/>
                  <a:pt x="825879" y="53172"/>
                </a:cubicBezTo>
                <a:cubicBezTo>
                  <a:pt x="820372" y="53172"/>
                  <a:pt x="815308" y="57065"/>
                  <a:pt x="810687" y="64851"/>
                </a:cubicBezTo>
                <a:lnTo>
                  <a:pt x="810687" y="112421"/>
                </a:lnTo>
                <a:cubicBezTo>
                  <a:pt x="810687" y="119068"/>
                  <a:pt x="811320" y="123277"/>
                  <a:pt x="812586" y="125050"/>
                </a:cubicBezTo>
                <a:cubicBezTo>
                  <a:pt x="813789" y="126885"/>
                  <a:pt x="816068" y="127993"/>
                  <a:pt x="819423" y="128373"/>
                </a:cubicBezTo>
                <a:lnTo>
                  <a:pt x="819423" y="131791"/>
                </a:lnTo>
                <a:lnTo>
                  <a:pt x="774511" y="131791"/>
                </a:lnTo>
                <a:lnTo>
                  <a:pt x="774511" y="128373"/>
                </a:lnTo>
                <a:cubicBezTo>
                  <a:pt x="778183" y="127993"/>
                  <a:pt x="780841" y="126791"/>
                  <a:pt x="782487" y="124765"/>
                </a:cubicBezTo>
                <a:cubicBezTo>
                  <a:pt x="783500" y="123372"/>
                  <a:pt x="784038" y="119258"/>
                  <a:pt x="784101" y="112421"/>
                </a:cubicBezTo>
                <a:lnTo>
                  <a:pt x="784101" y="62288"/>
                </a:lnTo>
                <a:cubicBezTo>
                  <a:pt x="784101" y="55578"/>
                  <a:pt x="783500" y="51400"/>
                  <a:pt x="782297" y="49754"/>
                </a:cubicBezTo>
                <a:cubicBezTo>
                  <a:pt x="780968" y="48172"/>
                  <a:pt x="778372" y="47095"/>
                  <a:pt x="774511" y="46526"/>
                </a:cubicBezTo>
                <a:lnTo>
                  <a:pt x="774511" y="43013"/>
                </a:lnTo>
                <a:lnTo>
                  <a:pt x="810687" y="43013"/>
                </a:lnTo>
                <a:close/>
                <a:moveTo>
                  <a:pt x="1042461" y="3038"/>
                </a:moveTo>
                <a:lnTo>
                  <a:pt x="1042461" y="37885"/>
                </a:lnTo>
                <a:lnTo>
                  <a:pt x="1039043" y="37885"/>
                </a:lnTo>
                <a:cubicBezTo>
                  <a:pt x="1037017" y="29846"/>
                  <a:pt x="1034770" y="24054"/>
                  <a:pt x="1032301" y="20509"/>
                </a:cubicBezTo>
                <a:cubicBezTo>
                  <a:pt x="1029769" y="17028"/>
                  <a:pt x="1026383" y="14243"/>
                  <a:pt x="1022142" y="12154"/>
                </a:cubicBezTo>
                <a:cubicBezTo>
                  <a:pt x="1019673" y="11014"/>
                  <a:pt x="1015463" y="10445"/>
                  <a:pt x="1009513" y="10445"/>
                </a:cubicBezTo>
                <a:lnTo>
                  <a:pt x="999923" y="10445"/>
                </a:lnTo>
                <a:lnTo>
                  <a:pt x="999923" y="109763"/>
                </a:lnTo>
                <a:cubicBezTo>
                  <a:pt x="999923" y="116409"/>
                  <a:pt x="1000303" y="120524"/>
                  <a:pt x="1001063" y="122106"/>
                </a:cubicBezTo>
                <a:cubicBezTo>
                  <a:pt x="1001696" y="123752"/>
                  <a:pt x="1003120" y="125176"/>
                  <a:pt x="1005335" y="126379"/>
                </a:cubicBezTo>
                <a:cubicBezTo>
                  <a:pt x="1007361" y="127645"/>
                  <a:pt x="1010241" y="128278"/>
                  <a:pt x="1013976" y="128278"/>
                </a:cubicBezTo>
                <a:lnTo>
                  <a:pt x="1018249" y="128278"/>
                </a:lnTo>
                <a:lnTo>
                  <a:pt x="1018249" y="131791"/>
                </a:lnTo>
                <a:lnTo>
                  <a:pt x="950834" y="131791"/>
                </a:lnTo>
                <a:lnTo>
                  <a:pt x="950834" y="128278"/>
                </a:lnTo>
                <a:lnTo>
                  <a:pt x="955107" y="128278"/>
                </a:lnTo>
                <a:cubicBezTo>
                  <a:pt x="958778" y="128278"/>
                  <a:pt x="961785" y="127613"/>
                  <a:pt x="964127" y="126284"/>
                </a:cubicBezTo>
                <a:cubicBezTo>
                  <a:pt x="965709" y="125461"/>
                  <a:pt x="967007" y="123942"/>
                  <a:pt x="968020" y="121727"/>
                </a:cubicBezTo>
                <a:cubicBezTo>
                  <a:pt x="968653" y="120207"/>
                  <a:pt x="969001" y="116219"/>
                  <a:pt x="969064" y="109763"/>
                </a:cubicBezTo>
                <a:lnTo>
                  <a:pt x="969064" y="10445"/>
                </a:lnTo>
                <a:lnTo>
                  <a:pt x="959759" y="10445"/>
                </a:lnTo>
                <a:cubicBezTo>
                  <a:pt x="951024" y="10445"/>
                  <a:pt x="944725" y="12280"/>
                  <a:pt x="940864" y="15952"/>
                </a:cubicBezTo>
                <a:cubicBezTo>
                  <a:pt x="935294" y="21079"/>
                  <a:pt x="931812" y="28390"/>
                  <a:pt x="930420" y="37885"/>
                </a:cubicBezTo>
                <a:lnTo>
                  <a:pt x="926811" y="37885"/>
                </a:lnTo>
                <a:lnTo>
                  <a:pt x="926811" y="3038"/>
                </a:lnTo>
                <a:lnTo>
                  <a:pt x="1042461" y="3038"/>
                </a:lnTo>
                <a:close/>
                <a:moveTo>
                  <a:pt x="1078637" y="43013"/>
                </a:moveTo>
                <a:lnTo>
                  <a:pt x="1078637" y="63142"/>
                </a:lnTo>
                <a:cubicBezTo>
                  <a:pt x="1084461" y="53964"/>
                  <a:pt x="1089620" y="47855"/>
                  <a:pt x="1094114" y="44817"/>
                </a:cubicBezTo>
                <a:cubicBezTo>
                  <a:pt x="1098545" y="41905"/>
                  <a:pt x="1102818" y="40417"/>
                  <a:pt x="1106933" y="40354"/>
                </a:cubicBezTo>
                <a:cubicBezTo>
                  <a:pt x="1110414" y="40354"/>
                  <a:pt x="1113263" y="41430"/>
                  <a:pt x="1115478" y="43582"/>
                </a:cubicBezTo>
                <a:cubicBezTo>
                  <a:pt x="1117567" y="45798"/>
                  <a:pt x="1118611" y="48900"/>
                  <a:pt x="1118611" y="52887"/>
                </a:cubicBezTo>
                <a:cubicBezTo>
                  <a:pt x="1118548" y="57192"/>
                  <a:pt x="1117535" y="60483"/>
                  <a:pt x="1115573" y="62762"/>
                </a:cubicBezTo>
                <a:cubicBezTo>
                  <a:pt x="1113484" y="65168"/>
                  <a:pt x="1110984" y="66339"/>
                  <a:pt x="1108072" y="66275"/>
                </a:cubicBezTo>
                <a:cubicBezTo>
                  <a:pt x="1104717" y="66339"/>
                  <a:pt x="1101805" y="65263"/>
                  <a:pt x="1099336" y="63047"/>
                </a:cubicBezTo>
                <a:cubicBezTo>
                  <a:pt x="1096868" y="60958"/>
                  <a:pt x="1095412" y="59756"/>
                  <a:pt x="1094969" y="59439"/>
                </a:cubicBezTo>
                <a:cubicBezTo>
                  <a:pt x="1094272" y="59059"/>
                  <a:pt x="1093545" y="58869"/>
                  <a:pt x="1092785" y="58869"/>
                </a:cubicBezTo>
                <a:cubicBezTo>
                  <a:pt x="1090886" y="58869"/>
                  <a:pt x="1089145" y="59566"/>
                  <a:pt x="1087563" y="60958"/>
                </a:cubicBezTo>
                <a:cubicBezTo>
                  <a:pt x="1084967" y="63174"/>
                  <a:pt x="1083005" y="66244"/>
                  <a:pt x="1081676" y="70168"/>
                </a:cubicBezTo>
                <a:cubicBezTo>
                  <a:pt x="1079650" y="76372"/>
                  <a:pt x="1078637" y="83145"/>
                  <a:pt x="1078637" y="90488"/>
                </a:cubicBezTo>
                <a:lnTo>
                  <a:pt x="1078637" y="110902"/>
                </a:lnTo>
                <a:lnTo>
                  <a:pt x="1078732" y="116219"/>
                </a:lnTo>
                <a:cubicBezTo>
                  <a:pt x="1078669" y="119828"/>
                  <a:pt x="1078890" y="122138"/>
                  <a:pt x="1079397" y="123151"/>
                </a:cubicBezTo>
                <a:cubicBezTo>
                  <a:pt x="1080156" y="124860"/>
                  <a:pt x="1081296" y="126094"/>
                  <a:pt x="1082815" y="126854"/>
                </a:cubicBezTo>
                <a:cubicBezTo>
                  <a:pt x="1084208" y="127740"/>
                  <a:pt x="1086708" y="128246"/>
                  <a:pt x="1090316" y="128373"/>
                </a:cubicBezTo>
                <a:lnTo>
                  <a:pt x="1090316" y="131791"/>
                </a:lnTo>
                <a:lnTo>
                  <a:pt x="1042366" y="131791"/>
                </a:lnTo>
                <a:lnTo>
                  <a:pt x="1042366" y="128373"/>
                </a:lnTo>
                <a:cubicBezTo>
                  <a:pt x="1046164" y="128120"/>
                  <a:pt x="1048791" y="127044"/>
                  <a:pt x="1050247" y="125145"/>
                </a:cubicBezTo>
                <a:cubicBezTo>
                  <a:pt x="1051576" y="123372"/>
                  <a:pt x="1052241" y="118625"/>
                  <a:pt x="1052241" y="110902"/>
                </a:cubicBezTo>
                <a:lnTo>
                  <a:pt x="1052241" y="61813"/>
                </a:lnTo>
                <a:cubicBezTo>
                  <a:pt x="1052178" y="56812"/>
                  <a:pt x="1051925" y="53584"/>
                  <a:pt x="1051481" y="52128"/>
                </a:cubicBezTo>
                <a:cubicBezTo>
                  <a:pt x="1050785" y="50419"/>
                  <a:pt x="1049867" y="49121"/>
                  <a:pt x="1048728" y="48235"/>
                </a:cubicBezTo>
                <a:cubicBezTo>
                  <a:pt x="1047462" y="47412"/>
                  <a:pt x="1045341" y="46842"/>
                  <a:pt x="1042366" y="46526"/>
                </a:cubicBezTo>
                <a:lnTo>
                  <a:pt x="1042366" y="43013"/>
                </a:lnTo>
                <a:lnTo>
                  <a:pt x="1078637" y="43013"/>
                </a:lnTo>
                <a:close/>
                <a:moveTo>
                  <a:pt x="1196091" y="84221"/>
                </a:moveTo>
                <a:lnTo>
                  <a:pt x="1147382" y="84221"/>
                </a:lnTo>
                <a:cubicBezTo>
                  <a:pt x="1147951" y="95995"/>
                  <a:pt x="1151085" y="105300"/>
                  <a:pt x="1156782" y="112137"/>
                </a:cubicBezTo>
                <a:cubicBezTo>
                  <a:pt x="1161086" y="117390"/>
                  <a:pt x="1166340" y="120017"/>
                  <a:pt x="1172544" y="120017"/>
                </a:cubicBezTo>
                <a:cubicBezTo>
                  <a:pt x="1176278" y="120081"/>
                  <a:pt x="1179728" y="119005"/>
                  <a:pt x="1182893" y="116789"/>
                </a:cubicBezTo>
                <a:cubicBezTo>
                  <a:pt x="1185995" y="114700"/>
                  <a:pt x="1189318" y="110902"/>
                  <a:pt x="1192863" y="105395"/>
                </a:cubicBezTo>
                <a:lnTo>
                  <a:pt x="1196091" y="107484"/>
                </a:lnTo>
                <a:cubicBezTo>
                  <a:pt x="1191217" y="117295"/>
                  <a:pt x="1185900" y="124227"/>
                  <a:pt x="1180140" y="128278"/>
                </a:cubicBezTo>
                <a:cubicBezTo>
                  <a:pt x="1174316" y="132393"/>
                  <a:pt x="1167574" y="134450"/>
                  <a:pt x="1159915" y="134450"/>
                </a:cubicBezTo>
                <a:cubicBezTo>
                  <a:pt x="1146685" y="134513"/>
                  <a:pt x="1136716" y="129449"/>
                  <a:pt x="1130006" y="119258"/>
                </a:cubicBezTo>
                <a:cubicBezTo>
                  <a:pt x="1124562" y="111092"/>
                  <a:pt x="1121840" y="100964"/>
                  <a:pt x="1121840" y="88874"/>
                </a:cubicBezTo>
                <a:cubicBezTo>
                  <a:pt x="1121777" y="74125"/>
                  <a:pt x="1125796" y="62319"/>
                  <a:pt x="1133899" y="53457"/>
                </a:cubicBezTo>
                <a:cubicBezTo>
                  <a:pt x="1141875" y="44722"/>
                  <a:pt x="1151243" y="40354"/>
                  <a:pt x="1162004" y="40354"/>
                </a:cubicBezTo>
                <a:cubicBezTo>
                  <a:pt x="1170993" y="40417"/>
                  <a:pt x="1178810" y="44089"/>
                  <a:pt x="1185457" y="51368"/>
                </a:cubicBezTo>
                <a:cubicBezTo>
                  <a:pt x="1191977" y="58774"/>
                  <a:pt x="1195522" y="69725"/>
                  <a:pt x="1196091" y="84221"/>
                </a:cubicBezTo>
                <a:moveTo>
                  <a:pt x="1172733" y="77859"/>
                </a:moveTo>
                <a:cubicBezTo>
                  <a:pt x="1172670" y="67731"/>
                  <a:pt x="1172132" y="60737"/>
                  <a:pt x="1171119" y="56875"/>
                </a:cubicBezTo>
                <a:cubicBezTo>
                  <a:pt x="1169980" y="53141"/>
                  <a:pt x="1168239" y="50260"/>
                  <a:pt x="1165897" y="48235"/>
                </a:cubicBezTo>
                <a:cubicBezTo>
                  <a:pt x="1164504" y="47095"/>
                  <a:pt x="1162732" y="46526"/>
                  <a:pt x="1160580" y="46526"/>
                </a:cubicBezTo>
                <a:cubicBezTo>
                  <a:pt x="1157225" y="46526"/>
                  <a:pt x="1154535" y="48140"/>
                  <a:pt x="1152509" y="51368"/>
                </a:cubicBezTo>
                <a:cubicBezTo>
                  <a:pt x="1148774" y="57065"/>
                  <a:pt x="1146907" y="64788"/>
                  <a:pt x="1146907" y="74536"/>
                </a:cubicBezTo>
                <a:lnTo>
                  <a:pt x="1146907" y="77859"/>
                </a:lnTo>
                <a:lnTo>
                  <a:pt x="1172733" y="77859"/>
                </a:lnTo>
                <a:close/>
                <a:moveTo>
                  <a:pt x="1281167" y="84221"/>
                </a:moveTo>
                <a:lnTo>
                  <a:pt x="1232457" y="84221"/>
                </a:lnTo>
                <a:cubicBezTo>
                  <a:pt x="1233027" y="95995"/>
                  <a:pt x="1236160" y="105300"/>
                  <a:pt x="1241858" y="112137"/>
                </a:cubicBezTo>
                <a:cubicBezTo>
                  <a:pt x="1246162" y="117390"/>
                  <a:pt x="1251416" y="120017"/>
                  <a:pt x="1257619" y="120017"/>
                </a:cubicBezTo>
                <a:cubicBezTo>
                  <a:pt x="1261354" y="120081"/>
                  <a:pt x="1264804" y="119005"/>
                  <a:pt x="1267969" y="116789"/>
                </a:cubicBezTo>
                <a:cubicBezTo>
                  <a:pt x="1271071" y="114700"/>
                  <a:pt x="1274394" y="110902"/>
                  <a:pt x="1277939" y="105395"/>
                </a:cubicBezTo>
                <a:lnTo>
                  <a:pt x="1281167" y="107484"/>
                </a:lnTo>
                <a:cubicBezTo>
                  <a:pt x="1276293" y="117295"/>
                  <a:pt x="1270976" y="124227"/>
                  <a:pt x="1265215" y="128278"/>
                </a:cubicBezTo>
                <a:cubicBezTo>
                  <a:pt x="1259392" y="132393"/>
                  <a:pt x="1252650" y="134450"/>
                  <a:pt x="1244991" y="134450"/>
                </a:cubicBezTo>
                <a:cubicBezTo>
                  <a:pt x="1231761" y="134513"/>
                  <a:pt x="1221791" y="129449"/>
                  <a:pt x="1215081" y="119258"/>
                </a:cubicBezTo>
                <a:cubicBezTo>
                  <a:pt x="1209638" y="111092"/>
                  <a:pt x="1206916" y="100964"/>
                  <a:pt x="1206916" y="88874"/>
                </a:cubicBezTo>
                <a:cubicBezTo>
                  <a:pt x="1206852" y="74125"/>
                  <a:pt x="1210872" y="62319"/>
                  <a:pt x="1218974" y="53457"/>
                </a:cubicBezTo>
                <a:cubicBezTo>
                  <a:pt x="1226950" y="44722"/>
                  <a:pt x="1236319" y="40354"/>
                  <a:pt x="1247080" y="40354"/>
                </a:cubicBezTo>
                <a:cubicBezTo>
                  <a:pt x="1256068" y="40417"/>
                  <a:pt x="1263886" y="44089"/>
                  <a:pt x="1270533" y="51368"/>
                </a:cubicBezTo>
                <a:cubicBezTo>
                  <a:pt x="1277052" y="58774"/>
                  <a:pt x="1280597" y="69725"/>
                  <a:pt x="1281167" y="84221"/>
                </a:cubicBezTo>
                <a:moveTo>
                  <a:pt x="1257809" y="77859"/>
                </a:moveTo>
                <a:cubicBezTo>
                  <a:pt x="1257746" y="67731"/>
                  <a:pt x="1257208" y="60737"/>
                  <a:pt x="1256195" y="56875"/>
                </a:cubicBezTo>
                <a:cubicBezTo>
                  <a:pt x="1255056" y="53141"/>
                  <a:pt x="1253315" y="50260"/>
                  <a:pt x="1250973" y="48235"/>
                </a:cubicBezTo>
                <a:cubicBezTo>
                  <a:pt x="1249580" y="47095"/>
                  <a:pt x="1247808" y="46526"/>
                  <a:pt x="1245656" y="46526"/>
                </a:cubicBezTo>
                <a:cubicBezTo>
                  <a:pt x="1242301" y="46526"/>
                  <a:pt x="1239610" y="48140"/>
                  <a:pt x="1237585" y="51368"/>
                </a:cubicBezTo>
                <a:cubicBezTo>
                  <a:pt x="1233850" y="57065"/>
                  <a:pt x="1231983" y="64788"/>
                  <a:pt x="1231983" y="74536"/>
                </a:cubicBezTo>
                <a:lnTo>
                  <a:pt x="1231983" y="77859"/>
                </a:lnTo>
                <a:lnTo>
                  <a:pt x="1257809" y="7785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2614">
            <a:extLst xmlns:a="http://schemas.openxmlformats.org/drawingml/2006/main">
              <a:ext uri="{FF2B5EF4-FFF2-40B4-BE49-F238E27FC236}">
                <a16:creationId xmlns:a16="http://schemas.microsoft.com/office/drawing/2014/main" id="{ACCD08CF-3E7C-4963-869E-5B68395F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317" y="498993"/>
            <a:ext cx="350127" cy="121558"/>
          </a:xfrm>
          <a:custGeom xmlns:a="http://schemas.openxmlformats.org/drawingml/2006/main">
            <a:pathLst>
              <a:path w="350127" h="121558">
                <a:moveTo>
                  <a:pt x="68667" y="119092"/>
                </a:moveTo>
                <a:lnTo>
                  <a:pt x="0" y="119092"/>
                </a:lnTo>
                <a:lnTo>
                  <a:pt x="0" y="117199"/>
                </a:lnTo>
                <a:cubicBezTo>
                  <a:pt x="20996" y="92187"/>
                  <a:pt x="33789" y="75321"/>
                  <a:pt x="38378" y="66602"/>
                </a:cubicBezTo>
                <a:cubicBezTo>
                  <a:pt x="42852" y="57940"/>
                  <a:pt x="45090" y="49478"/>
                  <a:pt x="45090" y="41217"/>
                </a:cubicBezTo>
                <a:cubicBezTo>
                  <a:pt x="45032" y="35251"/>
                  <a:pt x="43168" y="30232"/>
                  <a:pt x="39496" y="26159"/>
                </a:cubicBezTo>
                <a:cubicBezTo>
                  <a:pt x="35768" y="22201"/>
                  <a:pt x="31207" y="20221"/>
                  <a:pt x="25815" y="20221"/>
                </a:cubicBezTo>
                <a:cubicBezTo>
                  <a:pt x="16923" y="20221"/>
                  <a:pt x="10068" y="24639"/>
                  <a:pt x="5249" y="33473"/>
                </a:cubicBezTo>
                <a:lnTo>
                  <a:pt x="2065" y="32354"/>
                </a:lnTo>
                <a:cubicBezTo>
                  <a:pt x="5163" y="21340"/>
                  <a:pt x="9867" y="13194"/>
                  <a:pt x="16177" y="7916"/>
                </a:cubicBezTo>
                <a:cubicBezTo>
                  <a:pt x="22430" y="2696"/>
                  <a:pt x="29716" y="57"/>
                  <a:pt x="38034" y="0"/>
                </a:cubicBezTo>
                <a:cubicBezTo>
                  <a:pt x="43885" y="0"/>
                  <a:pt x="49277" y="1377"/>
                  <a:pt x="54211" y="4130"/>
                </a:cubicBezTo>
                <a:cubicBezTo>
                  <a:pt x="59087" y="6941"/>
                  <a:pt x="62902" y="10699"/>
                  <a:pt x="65655" y="15403"/>
                </a:cubicBezTo>
                <a:cubicBezTo>
                  <a:pt x="68409" y="20221"/>
                  <a:pt x="69786" y="24725"/>
                  <a:pt x="69786" y="28912"/>
                </a:cubicBezTo>
                <a:cubicBezTo>
                  <a:pt x="69728" y="36599"/>
                  <a:pt x="67606" y="44344"/>
                  <a:pt x="63418" y="52146"/>
                </a:cubicBezTo>
                <a:cubicBezTo>
                  <a:pt x="57624" y="62758"/>
                  <a:pt x="44975" y="77559"/>
                  <a:pt x="25470" y="96547"/>
                </a:cubicBezTo>
                <a:lnTo>
                  <a:pt x="50683" y="96547"/>
                </a:lnTo>
                <a:cubicBezTo>
                  <a:pt x="56878" y="96547"/>
                  <a:pt x="60923" y="96289"/>
                  <a:pt x="62816" y="95772"/>
                </a:cubicBezTo>
                <a:cubicBezTo>
                  <a:pt x="64594" y="95313"/>
                  <a:pt x="66114" y="94424"/>
                  <a:pt x="67376" y="93105"/>
                </a:cubicBezTo>
                <a:cubicBezTo>
                  <a:pt x="68524" y="91900"/>
                  <a:pt x="70101" y="89319"/>
                  <a:pt x="72109" y="85360"/>
                </a:cubicBezTo>
                <a:lnTo>
                  <a:pt x="75207" y="85360"/>
                </a:lnTo>
                <a:lnTo>
                  <a:pt x="68667" y="119092"/>
                </a:lnTo>
                <a:close/>
                <a:moveTo>
                  <a:pt x="169629" y="0"/>
                </a:moveTo>
                <a:lnTo>
                  <a:pt x="169629" y="2409"/>
                </a:lnTo>
                <a:cubicBezTo>
                  <a:pt x="159188" y="5106"/>
                  <a:pt x="150870" y="8490"/>
                  <a:pt x="144675" y="12563"/>
                </a:cubicBezTo>
                <a:cubicBezTo>
                  <a:pt x="138364" y="16808"/>
                  <a:pt x="133402" y="21856"/>
                  <a:pt x="129788" y="27708"/>
                </a:cubicBezTo>
                <a:cubicBezTo>
                  <a:pt x="126059" y="33674"/>
                  <a:pt x="123220" y="41045"/>
                  <a:pt x="121269" y="49822"/>
                </a:cubicBezTo>
                <a:cubicBezTo>
                  <a:pt x="123736" y="48101"/>
                  <a:pt x="125830" y="46983"/>
                  <a:pt x="127551" y="46466"/>
                </a:cubicBezTo>
                <a:cubicBezTo>
                  <a:pt x="131222" y="45376"/>
                  <a:pt x="134980" y="44803"/>
                  <a:pt x="138823" y="44745"/>
                </a:cubicBezTo>
                <a:cubicBezTo>
                  <a:pt x="147486" y="44803"/>
                  <a:pt x="154771" y="47958"/>
                  <a:pt x="160680" y="54211"/>
                </a:cubicBezTo>
                <a:cubicBezTo>
                  <a:pt x="166416" y="60636"/>
                  <a:pt x="169313" y="69298"/>
                  <a:pt x="169371" y="80198"/>
                </a:cubicBezTo>
                <a:cubicBezTo>
                  <a:pt x="169371" y="87885"/>
                  <a:pt x="167793" y="94941"/>
                  <a:pt x="164638" y="101366"/>
                </a:cubicBezTo>
                <a:cubicBezTo>
                  <a:pt x="161425" y="107848"/>
                  <a:pt x="156951" y="112810"/>
                  <a:pt x="151214" y="116252"/>
                </a:cubicBezTo>
                <a:cubicBezTo>
                  <a:pt x="145420" y="119809"/>
                  <a:pt x="139225" y="121558"/>
                  <a:pt x="132628" y="121501"/>
                </a:cubicBezTo>
                <a:cubicBezTo>
                  <a:pt x="125457" y="121501"/>
                  <a:pt x="118831" y="119522"/>
                  <a:pt x="112751" y="115564"/>
                </a:cubicBezTo>
                <a:cubicBezTo>
                  <a:pt x="106612" y="111720"/>
                  <a:pt x="101880" y="105984"/>
                  <a:pt x="98552" y="98354"/>
                </a:cubicBezTo>
                <a:cubicBezTo>
                  <a:pt x="95110" y="90782"/>
                  <a:pt x="93390" y="82550"/>
                  <a:pt x="93390" y="73658"/>
                </a:cubicBezTo>
                <a:cubicBezTo>
                  <a:pt x="93390" y="60578"/>
                  <a:pt x="96545" y="48388"/>
                  <a:pt x="102855" y="37087"/>
                </a:cubicBezTo>
                <a:cubicBezTo>
                  <a:pt x="109050" y="25843"/>
                  <a:pt x="117971" y="16866"/>
                  <a:pt x="129616" y="10154"/>
                </a:cubicBezTo>
                <a:cubicBezTo>
                  <a:pt x="141147" y="3557"/>
                  <a:pt x="154484" y="172"/>
                  <a:pt x="169629" y="0"/>
                </a:cubicBezTo>
                <a:moveTo>
                  <a:pt x="120151" y="56792"/>
                </a:moveTo>
                <a:cubicBezTo>
                  <a:pt x="119692" y="64709"/>
                  <a:pt x="119462" y="70503"/>
                  <a:pt x="119462" y="74174"/>
                </a:cubicBezTo>
                <a:cubicBezTo>
                  <a:pt x="119462" y="82091"/>
                  <a:pt x="120237" y="89749"/>
                  <a:pt x="121786" y="97149"/>
                </a:cubicBezTo>
                <a:cubicBezTo>
                  <a:pt x="123220" y="104549"/>
                  <a:pt x="125285" y="109741"/>
                  <a:pt x="127981" y="112724"/>
                </a:cubicBezTo>
                <a:cubicBezTo>
                  <a:pt x="129874" y="114904"/>
                  <a:pt x="132112" y="115965"/>
                  <a:pt x="134693" y="115908"/>
                </a:cubicBezTo>
                <a:cubicBezTo>
                  <a:pt x="137332" y="115908"/>
                  <a:pt x="139684" y="114359"/>
                  <a:pt x="141749" y="111261"/>
                </a:cubicBezTo>
                <a:cubicBezTo>
                  <a:pt x="143814" y="108278"/>
                  <a:pt x="144847" y="102054"/>
                  <a:pt x="144847" y="92589"/>
                </a:cubicBezTo>
                <a:cubicBezTo>
                  <a:pt x="144847" y="76756"/>
                  <a:pt x="142925" y="65827"/>
                  <a:pt x="139081" y="59804"/>
                </a:cubicBezTo>
                <a:cubicBezTo>
                  <a:pt x="136557" y="55960"/>
                  <a:pt x="133230" y="54010"/>
                  <a:pt x="129100" y="53953"/>
                </a:cubicBezTo>
                <a:cubicBezTo>
                  <a:pt x="126748" y="53953"/>
                  <a:pt x="123765" y="54899"/>
                  <a:pt x="120151" y="56792"/>
                </a:cubicBezTo>
                <a:close/>
                <a:moveTo>
                  <a:pt x="235397" y="0"/>
                </a:moveTo>
                <a:lnTo>
                  <a:pt x="235397" y="95428"/>
                </a:lnTo>
                <a:cubicBezTo>
                  <a:pt x="235397" y="102599"/>
                  <a:pt x="235712" y="107160"/>
                  <a:pt x="236343" y="109110"/>
                </a:cubicBezTo>
                <a:cubicBezTo>
                  <a:pt x="236917" y="111118"/>
                  <a:pt x="238237" y="112753"/>
                  <a:pt x="240302" y="114015"/>
                </a:cubicBezTo>
                <a:cubicBezTo>
                  <a:pt x="242252" y="115334"/>
                  <a:pt x="245465" y="115965"/>
                  <a:pt x="249939" y="115908"/>
                </a:cubicBezTo>
                <a:lnTo>
                  <a:pt x="252607" y="115908"/>
                </a:lnTo>
                <a:lnTo>
                  <a:pt x="252607" y="119092"/>
                </a:lnTo>
                <a:lnTo>
                  <a:pt x="191168" y="119092"/>
                </a:lnTo>
                <a:lnTo>
                  <a:pt x="191168" y="115908"/>
                </a:lnTo>
                <a:lnTo>
                  <a:pt x="194266" y="115908"/>
                </a:lnTo>
                <a:cubicBezTo>
                  <a:pt x="199199" y="115908"/>
                  <a:pt x="202756" y="115334"/>
                  <a:pt x="204936" y="114187"/>
                </a:cubicBezTo>
                <a:cubicBezTo>
                  <a:pt x="207001" y="113097"/>
                  <a:pt x="208435" y="111519"/>
                  <a:pt x="209238" y="109454"/>
                </a:cubicBezTo>
                <a:cubicBezTo>
                  <a:pt x="209984" y="107504"/>
                  <a:pt x="210357" y="102828"/>
                  <a:pt x="210357" y="95428"/>
                </a:cubicBezTo>
                <a:lnTo>
                  <a:pt x="210357" y="34936"/>
                </a:lnTo>
                <a:cubicBezTo>
                  <a:pt x="210357" y="29543"/>
                  <a:pt x="210099" y="26159"/>
                  <a:pt x="209582" y="24782"/>
                </a:cubicBezTo>
                <a:cubicBezTo>
                  <a:pt x="209066" y="23520"/>
                  <a:pt x="208119" y="22373"/>
                  <a:pt x="206743" y="21340"/>
                </a:cubicBezTo>
                <a:cubicBezTo>
                  <a:pt x="205251" y="20422"/>
                  <a:pt x="203616" y="19963"/>
                  <a:pt x="201838" y="19963"/>
                </a:cubicBezTo>
                <a:cubicBezTo>
                  <a:pt x="198912" y="20021"/>
                  <a:pt x="195356" y="20939"/>
                  <a:pt x="191168" y="22717"/>
                </a:cubicBezTo>
                <a:lnTo>
                  <a:pt x="189619" y="19619"/>
                </a:lnTo>
                <a:lnTo>
                  <a:pt x="232557" y="0"/>
                </a:lnTo>
                <a:lnTo>
                  <a:pt x="235397" y="0"/>
                </a:lnTo>
                <a:close/>
                <a:moveTo>
                  <a:pt x="273543" y="75121"/>
                </a:moveTo>
                <a:lnTo>
                  <a:pt x="328959" y="0"/>
                </a:lnTo>
                <a:lnTo>
                  <a:pt x="339457" y="0"/>
                </a:lnTo>
                <a:lnTo>
                  <a:pt x="339457" y="75121"/>
                </a:lnTo>
                <a:lnTo>
                  <a:pt x="350127" y="75121"/>
                </a:lnTo>
                <a:lnTo>
                  <a:pt x="350127" y="92933"/>
                </a:lnTo>
                <a:lnTo>
                  <a:pt x="339457" y="92933"/>
                </a:lnTo>
                <a:lnTo>
                  <a:pt x="339457" y="119092"/>
                </a:lnTo>
                <a:lnTo>
                  <a:pt x="315793" y="119092"/>
                </a:lnTo>
                <a:lnTo>
                  <a:pt x="315793" y="92933"/>
                </a:lnTo>
                <a:lnTo>
                  <a:pt x="273543" y="92933"/>
                </a:lnTo>
                <a:lnTo>
                  <a:pt x="273543" y="75121"/>
                </a:lnTo>
                <a:moveTo>
                  <a:pt x="281890" y="75121"/>
                </a:moveTo>
                <a:lnTo>
                  <a:pt x="315793" y="75121"/>
                </a:lnTo>
                <a:lnTo>
                  <a:pt x="315793" y="29085"/>
                </a:lnTo>
                <a:lnTo>
                  <a:pt x="281890" y="75121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895">
            <a:extLst xmlns:a="http://schemas.openxmlformats.org/drawingml/2006/main">
              <a:ext uri="{FF2B5EF4-FFF2-40B4-BE49-F238E27FC236}">
                <a16:creationId xmlns:a16="http://schemas.microsoft.com/office/drawing/2014/main" id="{89953F74-BE58-4BE5-884C-66FEDFD6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815" y="850082"/>
            <a:ext cx="257569" cy="121501"/>
          </a:xfrm>
          <a:custGeom xmlns:a="http://schemas.openxmlformats.org/drawingml/2006/main">
            <a:pathLst>
              <a:path w="257569" h="121501">
                <a:moveTo>
                  <a:pt x="53924" y="53178"/>
                </a:moveTo>
                <a:cubicBezTo>
                  <a:pt x="62070" y="59202"/>
                  <a:pt x="67778" y="64795"/>
                  <a:pt x="71048" y="69958"/>
                </a:cubicBezTo>
                <a:cubicBezTo>
                  <a:pt x="74203" y="75235"/>
                  <a:pt x="75780" y="81201"/>
                  <a:pt x="75780" y="87856"/>
                </a:cubicBezTo>
                <a:cubicBezTo>
                  <a:pt x="75780" y="97321"/>
                  <a:pt x="72252" y="105266"/>
                  <a:pt x="65196" y="111691"/>
                </a:cubicBezTo>
                <a:cubicBezTo>
                  <a:pt x="58026" y="118231"/>
                  <a:pt x="48388" y="121501"/>
                  <a:pt x="36284" y="121501"/>
                </a:cubicBezTo>
                <a:cubicBezTo>
                  <a:pt x="24696" y="121501"/>
                  <a:pt x="15776" y="118661"/>
                  <a:pt x="9523" y="112982"/>
                </a:cubicBezTo>
                <a:cubicBezTo>
                  <a:pt x="3212" y="107303"/>
                  <a:pt x="57" y="100362"/>
                  <a:pt x="57" y="92158"/>
                </a:cubicBezTo>
                <a:cubicBezTo>
                  <a:pt x="0" y="85963"/>
                  <a:pt x="1836" y="80484"/>
                  <a:pt x="5564" y="75723"/>
                </a:cubicBezTo>
                <a:cubicBezTo>
                  <a:pt x="9121" y="71019"/>
                  <a:pt x="15173" y="66717"/>
                  <a:pt x="23721" y="62816"/>
                </a:cubicBezTo>
                <a:cubicBezTo>
                  <a:pt x="14485" y="55760"/>
                  <a:pt x="8576" y="49994"/>
                  <a:pt x="5995" y="45520"/>
                </a:cubicBezTo>
                <a:cubicBezTo>
                  <a:pt x="3299" y="41103"/>
                  <a:pt x="1979" y="35911"/>
                  <a:pt x="2036" y="29945"/>
                </a:cubicBezTo>
                <a:cubicBezTo>
                  <a:pt x="2036" y="22143"/>
                  <a:pt x="5364" y="15259"/>
                  <a:pt x="12018" y="9293"/>
                </a:cubicBezTo>
                <a:cubicBezTo>
                  <a:pt x="18615" y="3385"/>
                  <a:pt x="27679" y="430"/>
                  <a:pt x="39210" y="430"/>
                </a:cubicBezTo>
                <a:cubicBezTo>
                  <a:pt x="50281" y="430"/>
                  <a:pt x="58857" y="3040"/>
                  <a:pt x="64938" y="8261"/>
                </a:cubicBezTo>
                <a:cubicBezTo>
                  <a:pt x="70847" y="13596"/>
                  <a:pt x="73830" y="19906"/>
                  <a:pt x="73887" y="27191"/>
                </a:cubicBezTo>
                <a:cubicBezTo>
                  <a:pt x="73830" y="32699"/>
                  <a:pt x="72224" y="37546"/>
                  <a:pt x="69069" y="41734"/>
                </a:cubicBezTo>
                <a:cubicBezTo>
                  <a:pt x="65741" y="46036"/>
                  <a:pt x="60693" y="49851"/>
                  <a:pt x="53924" y="53178"/>
                </a:cubicBezTo>
                <a:moveTo>
                  <a:pt x="47384" y="48790"/>
                </a:moveTo>
                <a:cubicBezTo>
                  <a:pt x="49507" y="45979"/>
                  <a:pt x="51084" y="42766"/>
                  <a:pt x="52117" y="39152"/>
                </a:cubicBezTo>
                <a:cubicBezTo>
                  <a:pt x="53150" y="35653"/>
                  <a:pt x="53666" y="31752"/>
                  <a:pt x="53666" y="27450"/>
                </a:cubicBezTo>
                <a:cubicBezTo>
                  <a:pt x="53608" y="19992"/>
                  <a:pt x="52002" y="14284"/>
                  <a:pt x="48847" y="10326"/>
                </a:cubicBezTo>
                <a:cubicBezTo>
                  <a:pt x="46380" y="7343"/>
                  <a:pt x="43053" y="5823"/>
                  <a:pt x="38865" y="5765"/>
                </a:cubicBezTo>
                <a:cubicBezTo>
                  <a:pt x="34965" y="5765"/>
                  <a:pt x="31695" y="7142"/>
                  <a:pt x="29056" y="9896"/>
                </a:cubicBezTo>
                <a:cubicBezTo>
                  <a:pt x="26360" y="12764"/>
                  <a:pt x="25012" y="16235"/>
                  <a:pt x="25012" y="20308"/>
                </a:cubicBezTo>
                <a:cubicBezTo>
                  <a:pt x="25012" y="24553"/>
                  <a:pt x="26532" y="28884"/>
                  <a:pt x="29572" y="33301"/>
                </a:cubicBezTo>
                <a:cubicBezTo>
                  <a:pt x="32555" y="37890"/>
                  <a:pt x="38493" y="43053"/>
                  <a:pt x="47384" y="48790"/>
                </a:cubicBezTo>
                <a:moveTo>
                  <a:pt x="30174" y="66946"/>
                </a:moveTo>
                <a:cubicBezTo>
                  <a:pt x="28339" y="68610"/>
                  <a:pt x="27077" y="70072"/>
                  <a:pt x="26388" y="71335"/>
                </a:cubicBezTo>
                <a:cubicBezTo>
                  <a:pt x="25241" y="73342"/>
                  <a:pt x="24208" y="76268"/>
                  <a:pt x="23291" y="80112"/>
                </a:cubicBezTo>
                <a:cubicBezTo>
                  <a:pt x="22315" y="84012"/>
                  <a:pt x="21856" y="88028"/>
                  <a:pt x="21914" y="92158"/>
                </a:cubicBezTo>
                <a:cubicBezTo>
                  <a:pt x="21914" y="97608"/>
                  <a:pt x="22602" y="102111"/>
                  <a:pt x="23979" y="105668"/>
                </a:cubicBezTo>
                <a:cubicBezTo>
                  <a:pt x="25356" y="109397"/>
                  <a:pt x="27335" y="112036"/>
                  <a:pt x="29916" y="113585"/>
                </a:cubicBezTo>
                <a:cubicBezTo>
                  <a:pt x="32383" y="115248"/>
                  <a:pt x="34993" y="116051"/>
                  <a:pt x="37747" y="115994"/>
                </a:cubicBezTo>
                <a:cubicBezTo>
                  <a:pt x="41934" y="115994"/>
                  <a:pt x="45462" y="114445"/>
                  <a:pt x="48331" y="111347"/>
                </a:cubicBezTo>
                <a:cubicBezTo>
                  <a:pt x="51142" y="108364"/>
                  <a:pt x="52576" y="104177"/>
                  <a:pt x="52633" y="98784"/>
                </a:cubicBezTo>
                <a:cubicBezTo>
                  <a:pt x="52633" y="87712"/>
                  <a:pt x="45147" y="77100"/>
                  <a:pt x="30174" y="66946"/>
                </a:cubicBezTo>
                <a:close/>
                <a:moveTo>
                  <a:pt x="90349" y="121501"/>
                </a:moveTo>
                <a:lnTo>
                  <a:pt x="90349" y="119092"/>
                </a:lnTo>
                <a:cubicBezTo>
                  <a:pt x="99872" y="116969"/>
                  <a:pt x="107960" y="113757"/>
                  <a:pt x="114615" y="109454"/>
                </a:cubicBezTo>
                <a:cubicBezTo>
                  <a:pt x="121212" y="105266"/>
                  <a:pt x="126461" y="100017"/>
                  <a:pt x="130362" y="93707"/>
                </a:cubicBezTo>
                <a:cubicBezTo>
                  <a:pt x="134205" y="87512"/>
                  <a:pt x="136902" y="80312"/>
                  <a:pt x="138450" y="72109"/>
                </a:cubicBezTo>
                <a:cubicBezTo>
                  <a:pt x="134894" y="73945"/>
                  <a:pt x="131882" y="75207"/>
                  <a:pt x="129415" y="75895"/>
                </a:cubicBezTo>
                <a:cubicBezTo>
                  <a:pt x="126891" y="76698"/>
                  <a:pt x="124252" y="77071"/>
                  <a:pt x="121499" y="77014"/>
                </a:cubicBezTo>
                <a:cubicBezTo>
                  <a:pt x="112607" y="77014"/>
                  <a:pt x="105264" y="73830"/>
                  <a:pt x="99470" y="67462"/>
                </a:cubicBezTo>
                <a:cubicBezTo>
                  <a:pt x="93504" y="61152"/>
                  <a:pt x="90550" y="52432"/>
                  <a:pt x="90607" y="41303"/>
                </a:cubicBezTo>
                <a:cubicBezTo>
                  <a:pt x="90607" y="33674"/>
                  <a:pt x="92214" y="26618"/>
                  <a:pt x="95426" y="20135"/>
                </a:cubicBezTo>
                <a:cubicBezTo>
                  <a:pt x="98524" y="13768"/>
                  <a:pt x="103056" y="8806"/>
                  <a:pt x="109022" y="5249"/>
                </a:cubicBezTo>
                <a:cubicBezTo>
                  <a:pt x="114930" y="1750"/>
                  <a:pt x="121069" y="0"/>
                  <a:pt x="127436" y="0"/>
                </a:cubicBezTo>
                <a:cubicBezTo>
                  <a:pt x="134205" y="57"/>
                  <a:pt x="140659" y="2008"/>
                  <a:pt x="146797" y="5851"/>
                </a:cubicBezTo>
                <a:cubicBezTo>
                  <a:pt x="152878" y="9752"/>
                  <a:pt x="157725" y="15403"/>
                  <a:pt x="161339" y="22803"/>
                </a:cubicBezTo>
                <a:cubicBezTo>
                  <a:pt x="164953" y="30203"/>
                  <a:pt x="166761" y="38636"/>
                  <a:pt x="166761" y="48101"/>
                </a:cubicBezTo>
                <a:cubicBezTo>
                  <a:pt x="166761" y="60435"/>
                  <a:pt x="163835" y="72195"/>
                  <a:pt x="157984" y="83381"/>
                </a:cubicBezTo>
                <a:cubicBezTo>
                  <a:pt x="152017" y="94682"/>
                  <a:pt x="143241" y="103689"/>
                  <a:pt x="131653" y="110401"/>
                </a:cubicBezTo>
                <a:cubicBezTo>
                  <a:pt x="120007" y="117227"/>
                  <a:pt x="106239" y="120927"/>
                  <a:pt x="90349" y="121501"/>
                </a:cubicBezTo>
                <a:moveTo>
                  <a:pt x="139741" y="64881"/>
                </a:moveTo>
                <a:cubicBezTo>
                  <a:pt x="140315" y="58513"/>
                  <a:pt x="140602" y="52863"/>
                  <a:pt x="140602" y="47929"/>
                </a:cubicBezTo>
                <a:cubicBezTo>
                  <a:pt x="140602" y="37546"/>
                  <a:pt x="139397" y="27822"/>
                  <a:pt x="136988" y="18759"/>
                </a:cubicBezTo>
                <a:cubicBezTo>
                  <a:pt x="135553" y="13768"/>
                  <a:pt x="133517" y="10096"/>
                  <a:pt x="130878" y="7744"/>
                </a:cubicBezTo>
                <a:cubicBezTo>
                  <a:pt x="129387" y="6482"/>
                  <a:pt x="127522" y="5851"/>
                  <a:pt x="125285" y="5851"/>
                </a:cubicBezTo>
                <a:cubicBezTo>
                  <a:pt x="122417" y="5851"/>
                  <a:pt x="120179" y="7085"/>
                  <a:pt x="118573" y="9551"/>
                </a:cubicBezTo>
                <a:cubicBezTo>
                  <a:pt x="116336" y="12936"/>
                  <a:pt x="115217" y="19390"/>
                  <a:pt x="115217" y="28912"/>
                </a:cubicBezTo>
                <a:cubicBezTo>
                  <a:pt x="115217" y="44860"/>
                  <a:pt x="117110" y="55817"/>
                  <a:pt x="120896" y="61783"/>
                </a:cubicBezTo>
                <a:cubicBezTo>
                  <a:pt x="123306" y="65684"/>
                  <a:pt x="126633" y="67634"/>
                  <a:pt x="130878" y="67634"/>
                </a:cubicBezTo>
                <a:cubicBezTo>
                  <a:pt x="133058" y="67634"/>
                  <a:pt x="136012" y="66717"/>
                  <a:pt x="139741" y="64881"/>
                </a:cubicBezTo>
                <a:close/>
                <a:moveTo>
                  <a:pt x="202928" y="2409"/>
                </a:moveTo>
                <a:lnTo>
                  <a:pt x="257569" y="2409"/>
                </a:lnTo>
                <a:lnTo>
                  <a:pt x="248878" y="24610"/>
                </a:lnTo>
                <a:lnTo>
                  <a:pt x="202928" y="24610"/>
                </a:lnTo>
                <a:lnTo>
                  <a:pt x="198539" y="36227"/>
                </a:lnTo>
                <a:cubicBezTo>
                  <a:pt x="218331" y="37030"/>
                  <a:pt x="233561" y="41963"/>
                  <a:pt x="244231" y="51027"/>
                </a:cubicBezTo>
                <a:cubicBezTo>
                  <a:pt x="253008" y="58542"/>
                  <a:pt x="257397" y="67893"/>
                  <a:pt x="257397" y="79079"/>
                </a:cubicBezTo>
                <a:cubicBezTo>
                  <a:pt x="257339" y="86307"/>
                  <a:pt x="255303" y="93306"/>
                  <a:pt x="251287" y="100075"/>
                </a:cubicBezTo>
                <a:cubicBezTo>
                  <a:pt x="247214" y="106959"/>
                  <a:pt x="241478" y="112236"/>
                  <a:pt x="234078" y="115908"/>
                </a:cubicBezTo>
                <a:cubicBezTo>
                  <a:pt x="226677" y="119637"/>
                  <a:pt x="218560" y="121501"/>
                  <a:pt x="209726" y="121501"/>
                </a:cubicBezTo>
                <a:cubicBezTo>
                  <a:pt x="200146" y="121501"/>
                  <a:pt x="192831" y="119723"/>
                  <a:pt x="187783" y="116166"/>
                </a:cubicBezTo>
                <a:cubicBezTo>
                  <a:pt x="184227" y="113699"/>
                  <a:pt x="182448" y="110831"/>
                  <a:pt x="182448" y="107561"/>
                </a:cubicBezTo>
                <a:cubicBezTo>
                  <a:pt x="182448" y="105094"/>
                  <a:pt x="183395" y="102914"/>
                  <a:pt x="185288" y="101021"/>
                </a:cubicBezTo>
                <a:cubicBezTo>
                  <a:pt x="187066" y="99128"/>
                  <a:pt x="189217" y="98182"/>
                  <a:pt x="191741" y="98182"/>
                </a:cubicBezTo>
                <a:cubicBezTo>
                  <a:pt x="193921" y="98182"/>
                  <a:pt x="196187" y="98641"/>
                  <a:pt x="198539" y="99559"/>
                </a:cubicBezTo>
                <a:cubicBezTo>
                  <a:pt x="200777" y="100534"/>
                  <a:pt x="204706" y="102943"/>
                  <a:pt x="210328" y="106787"/>
                </a:cubicBezTo>
                <a:cubicBezTo>
                  <a:pt x="213827" y="109196"/>
                  <a:pt x="216839" y="110860"/>
                  <a:pt x="219363" y="111777"/>
                </a:cubicBezTo>
                <a:cubicBezTo>
                  <a:pt x="221142" y="112466"/>
                  <a:pt x="223149" y="112810"/>
                  <a:pt x="225387" y="112810"/>
                </a:cubicBezTo>
                <a:cubicBezTo>
                  <a:pt x="230033" y="112810"/>
                  <a:pt x="234049" y="111089"/>
                  <a:pt x="237433" y="107647"/>
                </a:cubicBezTo>
                <a:cubicBezTo>
                  <a:pt x="240703" y="104205"/>
                  <a:pt x="242338" y="100075"/>
                  <a:pt x="242338" y="95256"/>
                </a:cubicBezTo>
                <a:cubicBezTo>
                  <a:pt x="242281" y="85217"/>
                  <a:pt x="237233" y="77014"/>
                  <a:pt x="227194" y="70646"/>
                </a:cubicBezTo>
                <a:cubicBezTo>
                  <a:pt x="217097" y="64393"/>
                  <a:pt x="204362" y="61238"/>
                  <a:pt x="188988" y="61181"/>
                </a:cubicBezTo>
                <a:cubicBezTo>
                  <a:pt x="187439" y="61181"/>
                  <a:pt x="185116" y="61209"/>
                  <a:pt x="182018" y="61267"/>
                </a:cubicBezTo>
                <a:lnTo>
                  <a:pt x="202928" y="240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1470">
            <a:extLst xmlns:a="http://schemas.openxmlformats.org/drawingml/2006/main">
              <a:ext uri="{FF2B5EF4-FFF2-40B4-BE49-F238E27FC236}">
                <a16:creationId xmlns:a16="http://schemas.microsoft.com/office/drawing/2014/main" id="{CD68C35A-E065-4E8D-A2AB-6089FDA9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631" y="1201177"/>
            <a:ext cx="343587" cy="121501"/>
          </a:xfrm>
          <a:custGeom xmlns:a="http://schemas.openxmlformats.org/drawingml/2006/main">
            <a:pathLst>
              <a:path w="343587" h="121501">
                <a:moveTo>
                  <a:pt x="45778" y="0"/>
                </a:moveTo>
                <a:lnTo>
                  <a:pt x="45778" y="95428"/>
                </a:lnTo>
                <a:cubicBezTo>
                  <a:pt x="45778" y="102599"/>
                  <a:pt x="46094" y="107160"/>
                  <a:pt x="46725" y="109110"/>
                </a:cubicBezTo>
                <a:cubicBezTo>
                  <a:pt x="47298" y="111118"/>
                  <a:pt x="48618" y="112753"/>
                  <a:pt x="50683" y="114015"/>
                </a:cubicBezTo>
                <a:cubicBezTo>
                  <a:pt x="52633" y="115334"/>
                  <a:pt x="55846" y="115965"/>
                  <a:pt x="60320" y="115908"/>
                </a:cubicBezTo>
                <a:lnTo>
                  <a:pt x="62988" y="115908"/>
                </a:lnTo>
                <a:lnTo>
                  <a:pt x="62988" y="119092"/>
                </a:lnTo>
                <a:lnTo>
                  <a:pt x="1549" y="119092"/>
                </a:lnTo>
                <a:lnTo>
                  <a:pt x="1549" y="115908"/>
                </a:lnTo>
                <a:lnTo>
                  <a:pt x="4647" y="115908"/>
                </a:lnTo>
                <a:cubicBezTo>
                  <a:pt x="9580" y="115908"/>
                  <a:pt x="13137" y="115334"/>
                  <a:pt x="15317" y="114187"/>
                </a:cubicBezTo>
                <a:cubicBezTo>
                  <a:pt x="17382" y="113097"/>
                  <a:pt x="18816" y="111519"/>
                  <a:pt x="19619" y="109454"/>
                </a:cubicBezTo>
                <a:cubicBezTo>
                  <a:pt x="20365" y="107504"/>
                  <a:pt x="20738" y="102828"/>
                  <a:pt x="20738" y="95428"/>
                </a:cubicBezTo>
                <a:lnTo>
                  <a:pt x="20738" y="34936"/>
                </a:lnTo>
                <a:cubicBezTo>
                  <a:pt x="20738" y="29543"/>
                  <a:pt x="20480" y="26159"/>
                  <a:pt x="19963" y="24782"/>
                </a:cubicBezTo>
                <a:cubicBezTo>
                  <a:pt x="19447" y="23520"/>
                  <a:pt x="18501" y="22373"/>
                  <a:pt x="17124" y="21340"/>
                </a:cubicBezTo>
                <a:cubicBezTo>
                  <a:pt x="15632" y="20422"/>
                  <a:pt x="13997" y="19963"/>
                  <a:pt x="12219" y="19963"/>
                </a:cubicBezTo>
                <a:cubicBezTo>
                  <a:pt x="9293" y="20021"/>
                  <a:pt x="5737" y="20939"/>
                  <a:pt x="1549" y="22717"/>
                </a:cubicBezTo>
                <a:lnTo>
                  <a:pt x="0" y="19619"/>
                </a:lnTo>
                <a:lnTo>
                  <a:pt x="42938" y="0"/>
                </a:lnTo>
                <a:lnTo>
                  <a:pt x="45778" y="0"/>
                </a:lnTo>
                <a:close/>
                <a:moveTo>
                  <a:pt x="83924" y="75121"/>
                </a:moveTo>
                <a:lnTo>
                  <a:pt x="139340" y="0"/>
                </a:lnTo>
                <a:lnTo>
                  <a:pt x="149838" y="0"/>
                </a:lnTo>
                <a:lnTo>
                  <a:pt x="149838" y="75121"/>
                </a:lnTo>
                <a:lnTo>
                  <a:pt x="160508" y="75121"/>
                </a:lnTo>
                <a:lnTo>
                  <a:pt x="160508" y="92933"/>
                </a:lnTo>
                <a:lnTo>
                  <a:pt x="149838" y="92933"/>
                </a:lnTo>
                <a:lnTo>
                  <a:pt x="149838" y="119092"/>
                </a:lnTo>
                <a:lnTo>
                  <a:pt x="126174" y="119092"/>
                </a:lnTo>
                <a:lnTo>
                  <a:pt x="126174" y="92933"/>
                </a:lnTo>
                <a:lnTo>
                  <a:pt x="83924" y="92933"/>
                </a:lnTo>
                <a:lnTo>
                  <a:pt x="83924" y="75121"/>
                </a:lnTo>
                <a:moveTo>
                  <a:pt x="92271" y="75121"/>
                </a:moveTo>
                <a:lnTo>
                  <a:pt x="126174" y="75121"/>
                </a:lnTo>
                <a:lnTo>
                  <a:pt x="126174" y="29085"/>
                </a:lnTo>
                <a:lnTo>
                  <a:pt x="92271" y="75121"/>
                </a:lnTo>
                <a:close/>
                <a:moveTo>
                  <a:pt x="201924" y="121501"/>
                </a:moveTo>
                <a:lnTo>
                  <a:pt x="233676" y="25212"/>
                </a:lnTo>
                <a:lnTo>
                  <a:pt x="209496" y="25212"/>
                </a:lnTo>
                <a:cubicBezTo>
                  <a:pt x="199973" y="25212"/>
                  <a:pt x="192860" y="26446"/>
                  <a:pt x="188156" y="28912"/>
                </a:cubicBezTo>
                <a:cubicBezTo>
                  <a:pt x="184772" y="30691"/>
                  <a:pt x="182018" y="33932"/>
                  <a:pt x="179895" y="38636"/>
                </a:cubicBezTo>
                <a:lnTo>
                  <a:pt x="176626" y="38636"/>
                </a:lnTo>
                <a:lnTo>
                  <a:pt x="185058" y="2409"/>
                </a:lnTo>
                <a:lnTo>
                  <a:pt x="254586" y="2409"/>
                </a:lnTo>
                <a:lnTo>
                  <a:pt x="215434" y="121501"/>
                </a:lnTo>
                <a:lnTo>
                  <a:pt x="201924" y="121501"/>
                </a:lnTo>
                <a:close/>
                <a:moveTo>
                  <a:pt x="343587" y="60751"/>
                </a:moveTo>
                <a:cubicBezTo>
                  <a:pt x="343587" y="72453"/>
                  <a:pt x="341952" y="83324"/>
                  <a:pt x="338682" y="93363"/>
                </a:cubicBezTo>
                <a:cubicBezTo>
                  <a:pt x="336675" y="99559"/>
                  <a:pt x="334064" y="104635"/>
                  <a:pt x="330852" y="108594"/>
                </a:cubicBezTo>
                <a:cubicBezTo>
                  <a:pt x="327467" y="112552"/>
                  <a:pt x="323710" y="115678"/>
                  <a:pt x="319580" y="117973"/>
                </a:cubicBezTo>
                <a:cubicBezTo>
                  <a:pt x="315334" y="120325"/>
                  <a:pt x="310774" y="121501"/>
                  <a:pt x="305898" y="121501"/>
                </a:cubicBezTo>
                <a:cubicBezTo>
                  <a:pt x="300276" y="121501"/>
                  <a:pt x="295199" y="120067"/>
                  <a:pt x="290667" y="117199"/>
                </a:cubicBezTo>
                <a:cubicBezTo>
                  <a:pt x="286078" y="114388"/>
                  <a:pt x="282062" y="110286"/>
                  <a:pt x="278620" y="104894"/>
                </a:cubicBezTo>
                <a:cubicBezTo>
                  <a:pt x="276096" y="101050"/>
                  <a:pt x="273888" y="95858"/>
                  <a:pt x="271994" y="89319"/>
                </a:cubicBezTo>
                <a:cubicBezTo>
                  <a:pt x="269470" y="80599"/>
                  <a:pt x="268237" y="71535"/>
                  <a:pt x="268294" y="62127"/>
                </a:cubicBezTo>
                <a:cubicBezTo>
                  <a:pt x="268294" y="49507"/>
                  <a:pt x="270073" y="37862"/>
                  <a:pt x="273629" y="27191"/>
                </a:cubicBezTo>
                <a:cubicBezTo>
                  <a:pt x="276555" y="18472"/>
                  <a:pt x="281001" y="11731"/>
                  <a:pt x="286967" y="6970"/>
                </a:cubicBezTo>
                <a:cubicBezTo>
                  <a:pt x="292876" y="2323"/>
                  <a:pt x="299186" y="0"/>
                  <a:pt x="305898" y="0"/>
                </a:cubicBezTo>
                <a:cubicBezTo>
                  <a:pt x="312610" y="57"/>
                  <a:pt x="318948" y="2352"/>
                  <a:pt x="324915" y="6884"/>
                </a:cubicBezTo>
                <a:cubicBezTo>
                  <a:pt x="330766" y="11531"/>
                  <a:pt x="335068" y="17755"/>
                  <a:pt x="337822" y="25557"/>
                </a:cubicBezTo>
                <a:cubicBezTo>
                  <a:pt x="341665" y="36341"/>
                  <a:pt x="343587" y="48073"/>
                  <a:pt x="343587" y="60751"/>
                </a:cubicBezTo>
                <a:moveTo>
                  <a:pt x="317084" y="60578"/>
                </a:moveTo>
                <a:cubicBezTo>
                  <a:pt x="317084" y="40214"/>
                  <a:pt x="316969" y="28310"/>
                  <a:pt x="316740" y="24868"/>
                </a:cubicBezTo>
                <a:cubicBezTo>
                  <a:pt x="316109" y="16952"/>
                  <a:pt x="314732" y="11559"/>
                  <a:pt x="312610" y="8691"/>
                </a:cubicBezTo>
                <a:cubicBezTo>
                  <a:pt x="311118" y="6913"/>
                  <a:pt x="308795" y="5995"/>
                  <a:pt x="305640" y="5937"/>
                </a:cubicBezTo>
                <a:cubicBezTo>
                  <a:pt x="303115" y="5937"/>
                  <a:pt x="301165" y="6626"/>
                  <a:pt x="299788" y="8003"/>
                </a:cubicBezTo>
                <a:cubicBezTo>
                  <a:pt x="297608" y="10010"/>
                  <a:pt x="296174" y="13538"/>
                  <a:pt x="295486" y="18587"/>
                </a:cubicBezTo>
                <a:cubicBezTo>
                  <a:pt x="294683" y="23692"/>
                  <a:pt x="294310" y="41418"/>
                  <a:pt x="294367" y="71765"/>
                </a:cubicBezTo>
                <a:cubicBezTo>
                  <a:pt x="294367" y="88344"/>
                  <a:pt x="294941" y="99415"/>
                  <a:pt x="296088" y="104980"/>
                </a:cubicBezTo>
                <a:cubicBezTo>
                  <a:pt x="296891" y="109053"/>
                  <a:pt x="298125" y="111777"/>
                  <a:pt x="299788" y="113154"/>
                </a:cubicBezTo>
                <a:cubicBezTo>
                  <a:pt x="301337" y="114531"/>
                  <a:pt x="303460" y="115219"/>
                  <a:pt x="306156" y="115219"/>
                </a:cubicBezTo>
                <a:cubicBezTo>
                  <a:pt x="308967" y="115219"/>
                  <a:pt x="311118" y="114302"/>
                  <a:pt x="312610" y="112466"/>
                </a:cubicBezTo>
                <a:cubicBezTo>
                  <a:pt x="315019" y="109311"/>
                  <a:pt x="316396" y="104349"/>
                  <a:pt x="316740" y="97579"/>
                </a:cubicBezTo>
                <a:lnTo>
                  <a:pt x="317084" y="6057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BA5B0-52D9-4E7D-B1AF-47EEBE49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533" y="438790"/>
            <a:ext cx="54691" cy="1699301"/>
          </a:xfrm>
          <a:custGeom xmlns:a="http://schemas.openxmlformats.org/drawingml/2006/main">
            <a:pathLst>
              <a:path w="54691" h="1699301" fill="none">
                <a:moveTo>
                  <a:pt x="54691" y="0"/>
                </a:moveTo>
                <a:lnTo>
                  <a:pt x="0" y="0"/>
                </a:lnTo>
                <a:lnTo>
                  <a:pt x="0" y="1699301"/>
                </a:lnTo>
                <a:lnTo>
                  <a:pt x="54691" y="1699301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412E7-EE35-4D1F-B36B-EEAB8448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2755" y="438790"/>
            <a:ext cx="54691" cy="1699301"/>
          </a:xfrm>
          <a:custGeom xmlns:a="http://schemas.openxmlformats.org/drawingml/2006/main">
            <a:pathLst>
              <a:path w="54691" h="1699301" fill="none">
                <a:moveTo>
                  <a:pt x="0" y="0"/>
                </a:moveTo>
                <a:lnTo>
                  <a:pt x="54691" y="0"/>
                </a:lnTo>
                <a:lnTo>
                  <a:pt x="54691" y="1699301"/>
                </a:lnTo>
                <a:lnTo>
                  <a:pt x="0" y="1699301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000000"/>
            </a:solidFill>
            <a:round/>
          </a:ln>
        </p:spPr>
      </p:sp>
      <p:sp>
        <p:nvSpPr>
          <p:cNvPr id="76" name="Text 763">
            <a:extLst xmlns:a="http://schemas.openxmlformats.org/drawingml/2006/main">
              <a:ext uri="{FF2B5EF4-FFF2-40B4-BE49-F238E27FC236}">
                <a16:creationId xmlns:a16="http://schemas.microsoft.com/office/drawing/2014/main" id="{04B2915A-7F1E-42DA-AFBD-57335928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28" y="1942550"/>
            <a:ext cx="254328" cy="121587"/>
          </a:xfrm>
          <a:custGeom xmlns:a="http://schemas.openxmlformats.org/drawingml/2006/main">
            <a:pathLst>
              <a:path w="254328" h="121587">
                <a:moveTo>
                  <a:pt x="25298" y="121501"/>
                </a:moveTo>
                <a:lnTo>
                  <a:pt x="57050" y="25212"/>
                </a:lnTo>
                <a:lnTo>
                  <a:pt x="32871" y="25212"/>
                </a:lnTo>
                <a:cubicBezTo>
                  <a:pt x="23348" y="25212"/>
                  <a:pt x="16235" y="26446"/>
                  <a:pt x="11531" y="28912"/>
                </a:cubicBezTo>
                <a:cubicBezTo>
                  <a:pt x="8146" y="30691"/>
                  <a:pt x="5392" y="33932"/>
                  <a:pt x="3270" y="38636"/>
                </a:cubicBezTo>
                <a:lnTo>
                  <a:pt x="0" y="38636"/>
                </a:lnTo>
                <a:lnTo>
                  <a:pt x="8433" y="2409"/>
                </a:lnTo>
                <a:lnTo>
                  <a:pt x="77960" y="2409"/>
                </a:lnTo>
                <a:lnTo>
                  <a:pt x="38808" y="121501"/>
                </a:lnTo>
                <a:lnTo>
                  <a:pt x="25298" y="121501"/>
                </a:lnTo>
                <a:close/>
                <a:moveTo>
                  <a:pt x="167994" y="0"/>
                </a:moveTo>
                <a:lnTo>
                  <a:pt x="167994" y="2409"/>
                </a:lnTo>
                <a:cubicBezTo>
                  <a:pt x="157553" y="5106"/>
                  <a:pt x="149235" y="8490"/>
                  <a:pt x="143040" y="12563"/>
                </a:cubicBezTo>
                <a:cubicBezTo>
                  <a:pt x="136729" y="16808"/>
                  <a:pt x="131767" y="21856"/>
                  <a:pt x="128153" y="27708"/>
                </a:cubicBezTo>
                <a:cubicBezTo>
                  <a:pt x="124424" y="33674"/>
                  <a:pt x="121585" y="41045"/>
                  <a:pt x="119634" y="49822"/>
                </a:cubicBezTo>
                <a:cubicBezTo>
                  <a:pt x="122101" y="48101"/>
                  <a:pt x="124195" y="46983"/>
                  <a:pt x="125916" y="46466"/>
                </a:cubicBezTo>
                <a:cubicBezTo>
                  <a:pt x="129587" y="45376"/>
                  <a:pt x="133345" y="44803"/>
                  <a:pt x="137188" y="44745"/>
                </a:cubicBezTo>
                <a:cubicBezTo>
                  <a:pt x="145851" y="44803"/>
                  <a:pt x="153136" y="47958"/>
                  <a:pt x="159045" y="54211"/>
                </a:cubicBezTo>
                <a:cubicBezTo>
                  <a:pt x="164781" y="60636"/>
                  <a:pt x="167678" y="69298"/>
                  <a:pt x="167736" y="80198"/>
                </a:cubicBezTo>
                <a:cubicBezTo>
                  <a:pt x="167736" y="87885"/>
                  <a:pt x="166158" y="94941"/>
                  <a:pt x="163003" y="101366"/>
                </a:cubicBezTo>
                <a:cubicBezTo>
                  <a:pt x="159791" y="107848"/>
                  <a:pt x="155316" y="112810"/>
                  <a:pt x="149579" y="116252"/>
                </a:cubicBezTo>
                <a:cubicBezTo>
                  <a:pt x="143785" y="119809"/>
                  <a:pt x="137590" y="121558"/>
                  <a:pt x="130993" y="121501"/>
                </a:cubicBezTo>
                <a:cubicBezTo>
                  <a:pt x="123822" y="121501"/>
                  <a:pt x="117196" y="119522"/>
                  <a:pt x="111116" y="115564"/>
                </a:cubicBezTo>
                <a:cubicBezTo>
                  <a:pt x="104977" y="111720"/>
                  <a:pt x="100245" y="105984"/>
                  <a:pt x="96918" y="98354"/>
                </a:cubicBezTo>
                <a:cubicBezTo>
                  <a:pt x="93476" y="90782"/>
                  <a:pt x="91755" y="82550"/>
                  <a:pt x="91755" y="73658"/>
                </a:cubicBezTo>
                <a:cubicBezTo>
                  <a:pt x="91755" y="60578"/>
                  <a:pt x="94910" y="48388"/>
                  <a:pt x="101220" y="37087"/>
                </a:cubicBezTo>
                <a:cubicBezTo>
                  <a:pt x="107415" y="25843"/>
                  <a:pt x="116336" y="16866"/>
                  <a:pt x="127981" y="10154"/>
                </a:cubicBezTo>
                <a:cubicBezTo>
                  <a:pt x="139512" y="3557"/>
                  <a:pt x="152849" y="172"/>
                  <a:pt x="167994" y="0"/>
                </a:cubicBezTo>
                <a:moveTo>
                  <a:pt x="118516" y="56792"/>
                </a:moveTo>
                <a:cubicBezTo>
                  <a:pt x="118057" y="64709"/>
                  <a:pt x="117827" y="70503"/>
                  <a:pt x="117827" y="74174"/>
                </a:cubicBezTo>
                <a:cubicBezTo>
                  <a:pt x="117827" y="82091"/>
                  <a:pt x="118602" y="89749"/>
                  <a:pt x="120151" y="97149"/>
                </a:cubicBezTo>
                <a:cubicBezTo>
                  <a:pt x="121585" y="104549"/>
                  <a:pt x="123650" y="109741"/>
                  <a:pt x="126346" y="112724"/>
                </a:cubicBezTo>
                <a:cubicBezTo>
                  <a:pt x="128239" y="114904"/>
                  <a:pt x="130477" y="115965"/>
                  <a:pt x="133058" y="115908"/>
                </a:cubicBezTo>
                <a:cubicBezTo>
                  <a:pt x="135697" y="115908"/>
                  <a:pt x="138049" y="114359"/>
                  <a:pt x="140114" y="111261"/>
                </a:cubicBezTo>
                <a:cubicBezTo>
                  <a:pt x="142179" y="108278"/>
                  <a:pt x="143212" y="102054"/>
                  <a:pt x="143212" y="92589"/>
                </a:cubicBezTo>
                <a:cubicBezTo>
                  <a:pt x="143212" y="76756"/>
                  <a:pt x="141290" y="65827"/>
                  <a:pt x="137447" y="59804"/>
                </a:cubicBezTo>
                <a:cubicBezTo>
                  <a:pt x="134922" y="55960"/>
                  <a:pt x="131595" y="54010"/>
                  <a:pt x="127465" y="53953"/>
                </a:cubicBezTo>
                <a:cubicBezTo>
                  <a:pt x="125113" y="53953"/>
                  <a:pt x="122130" y="54899"/>
                  <a:pt x="118516" y="56792"/>
                </a:cubicBezTo>
                <a:close/>
                <a:moveTo>
                  <a:pt x="202440" y="60578"/>
                </a:moveTo>
                <a:lnTo>
                  <a:pt x="202440" y="57567"/>
                </a:lnTo>
                <a:cubicBezTo>
                  <a:pt x="208980" y="55674"/>
                  <a:pt x="213512" y="53895"/>
                  <a:pt x="216036" y="52232"/>
                </a:cubicBezTo>
                <a:cubicBezTo>
                  <a:pt x="218503" y="50625"/>
                  <a:pt x="220683" y="48130"/>
                  <a:pt x="222576" y="44745"/>
                </a:cubicBezTo>
                <a:cubicBezTo>
                  <a:pt x="224354" y="41418"/>
                  <a:pt x="225272" y="38034"/>
                  <a:pt x="225329" y="34592"/>
                </a:cubicBezTo>
                <a:cubicBezTo>
                  <a:pt x="225329" y="29888"/>
                  <a:pt x="223608" y="25786"/>
                  <a:pt x="220166" y="22287"/>
                </a:cubicBezTo>
                <a:cubicBezTo>
                  <a:pt x="216610" y="18959"/>
                  <a:pt x="212278" y="17267"/>
                  <a:pt x="207173" y="17210"/>
                </a:cubicBezTo>
                <a:cubicBezTo>
                  <a:pt x="199084" y="17210"/>
                  <a:pt x="192258" y="21455"/>
                  <a:pt x="186693" y="29945"/>
                </a:cubicBezTo>
                <a:lnTo>
                  <a:pt x="183509" y="28826"/>
                </a:lnTo>
                <a:cubicBezTo>
                  <a:pt x="187640" y="19304"/>
                  <a:pt x="192946" y="12104"/>
                  <a:pt x="199429" y="7228"/>
                </a:cubicBezTo>
                <a:cubicBezTo>
                  <a:pt x="205853" y="2409"/>
                  <a:pt x="213024" y="0"/>
                  <a:pt x="220941" y="0"/>
                </a:cubicBezTo>
                <a:cubicBezTo>
                  <a:pt x="229029" y="57"/>
                  <a:pt x="235712" y="2524"/>
                  <a:pt x="240990" y="7400"/>
                </a:cubicBezTo>
                <a:cubicBezTo>
                  <a:pt x="246210" y="12334"/>
                  <a:pt x="248821" y="18099"/>
                  <a:pt x="248821" y="24696"/>
                </a:cubicBezTo>
                <a:cubicBezTo>
                  <a:pt x="248821" y="28998"/>
                  <a:pt x="247616" y="33129"/>
                  <a:pt x="245207" y="37087"/>
                </a:cubicBezTo>
                <a:cubicBezTo>
                  <a:pt x="242682" y="41160"/>
                  <a:pt x="238839" y="44688"/>
                  <a:pt x="233676" y="47671"/>
                </a:cubicBezTo>
                <a:cubicBezTo>
                  <a:pt x="240388" y="50998"/>
                  <a:pt x="245522" y="55014"/>
                  <a:pt x="249079" y="59718"/>
                </a:cubicBezTo>
                <a:cubicBezTo>
                  <a:pt x="252578" y="64537"/>
                  <a:pt x="254328" y="70560"/>
                  <a:pt x="254328" y="77788"/>
                </a:cubicBezTo>
                <a:cubicBezTo>
                  <a:pt x="254328" y="89950"/>
                  <a:pt x="249939" y="100276"/>
                  <a:pt x="241162" y="108766"/>
                </a:cubicBezTo>
                <a:cubicBezTo>
                  <a:pt x="232270" y="117313"/>
                  <a:pt x="220453" y="121587"/>
                  <a:pt x="205710" y="121587"/>
                </a:cubicBezTo>
                <a:cubicBezTo>
                  <a:pt x="195786" y="121587"/>
                  <a:pt x="188586" y="119952"/>
                  <a:pt x="184112" y="116682"/>
                </a:cubicBezTo>
                <a:cubicBezTo>
                  <a:pt x="180842" y="114388"/>
                  <a:pt x="179207" y="111433"/>
                  <a:pt x="179207" y="107819"/>
                </a:cubicBezTo>
                <a:cubicBezTo>
                  <a:pt x="179207" y="105180"/>
                  <a:pt x="180154" y="102914"/>
                  <a:pt x="182047" y="101021"/>
                </a:cubicBezTo>
                <a:cubicBezTo>
                  <a:pt x="183882" y="99243"/>
                  <a:pt x="186062" y="98325"/>
                  <a:pt x="188586" y="98268"/>
                </a:cubicBezTo>
                <a:cubicBezTo>
                  <a:pt x="190479" y="98325"/>
                  <a:pt x="192258" y="98727"/>
                  <a:pt x="193921" y="99472"/>
                </a:cubicBezTo>
                <a:cubicBezTo>
                  <a:pt x="194839" y="99931"/>
                  <a:pt x="198109" y="102427"/>
                  <a:pt x="203731" y="106959"/>
                </a:cubicBezTo>
                <a:cubicBezTo>
                  <a:pt x="209238" y="111548"/>
                  <a:pt x="214458" y="113843"/>
                  <a:pt x="219392" y="113843"/>
                </a:cubicBezTo>
                <a:cubicBezTo>
                  <a:pt x="223580" y="113843"/>
                  <a:pt x="227222" y="112150"/>
                  <a:pt x="230320" y="108766"/>
                </a:cubicBezTo>
                <a:cubicBezTo>
                  <a:pt x="233303" y="105439"/>
                  <a:pt x="234823" y="101193"/>
                  <a:pt x="234881" y="96031"/>
                </a:cubicBezTo>
                <a:cubicBezTo>
                  <a:pt x="234881" y="88229"/>
                  <a:pt x="232127" y="80972"/>
                  <a:pt x="226620" y="74260"/>
                </a:cubicBezTo>
                <a:cubicBezTo>
                  <a:pt x="221055" y="67663"/>
                  <a:pt x="212996" y="63103"/>
                  <a:pt x="202440" y="60578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·">
            <a:extLst xmlns:a="http://schemas.openxmlformats.org/drawingml/2006/main">
              <a:ext uri="{FF2B5EF4-FFF2-40B4-BE49-F238E27FC236}">
                <a16:creationId xmlns:a16="http://schemas.microsoft.com/office/drawing/2014/main" id="{9B93C481-0CD1-4203-893B-A0643724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19" y="1580866"/>
            <a:ext cx="22717" cy="22631"/>
          </a:xfrm>
          <a:custGeom xmlns:a="http://schemas.openxmlformats.org/drawingml/2006/main">
            <a:pathLst>
              <a:path w="22717" h="22631">
                <a:moveTo>
                  <a:pt x="11358" y="0"/>
                </a:moveTo>
                <a:cubicBezTo>
                  <a:pt x="14514" y="57"/>
                  <a:pt x="17210" y="1147"/>
                  <a:pt x="19447" y="3270"/>
                </a:cubicBezTo>
                <a:cubicBezTo>
                  <a:pt x="21570" y="5507"/>
                  <a:pt x="22660" y="8175"/>
                  <a:pt x="22717" y="11272"/>
                </a:cubicBezTo>
                <a:cubicBezTo>
                  <a:pt x="22717" y="14485"/>
                  <a:pt x="21598" y="17152"/>
                  <a:pt x="19361" y="19275"/>
                </a:cubicBezTo>
                <a:cubicBezTo>
                  <a:pt x="17124" y="21512"/>
                  <a:pt x="14456" y="22631"/>
                  <a:pt x="11358" y="22631"/>
                </a:cubicBezTo>
                <a:cubicBezTo>
                  <a:pt x="8146" y="22631"/>
                  <a:pt x="5478" y="21512"/>
                  <a:pt x="3356" y="19275"/>
                </a:cubicBezTo>
                <a:cubicBezTo>
                  <a:pt x="1119" y="17152"/>
                  <a:pt x="0" y="14485"/>
                  <a:pt x="0" y="11272"/>
                </a:cubicBezTo>
                <a:cubicBezTo>
                  <a:pt x="0" y="8175"/>
                  <a:pt x="1119" y="5507"/>
                  <a:pt x="3356" y="3270"/>
                </a:cubicBezTo>
                <a:cubicBezTo>
                  <a:pt x="5478" y="1147"/>
                  <a:pt x="8146" y="57"/>
                  <a:pt x="11358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·">
            <a:extLst xmlns:a="http://schemas.openxmlformats.org/drawingml/2006/main">
              <a:ext uri="{FF2B5EF4-FFF2-40B4-BE49-F238E27FC236}">
                <a16:creationId xmlns:a16="http://schemas.microsoft.com/office/drawing/2014/main" id="{00883875-0929-4972-B262-2E2F7626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19" y="1681134"/>
            <a:ext cx="22717" cy="22631"/>
          </a:xfrm>
          <a:custGeom xmlns:a="http://schemas.openxmlformats.org/drawingml/2006/main">
            <a:pathLst>
              <a:path w="22717" h="22631">
                <a:moveTo>
                  <a:pt x="11358" y="0"/>
                </a:moveTo>
                <a:cubicBezTo>
                  <a:pt x="14514" y="57"/>
                  <a:pt x="17210" y="1147"/>
                  <a:pt x="19447" y="3270"/>
                </a:cubicBezTo>
                <a:cubicBezTo>
                  <a:pt x="21570" y="5507"/>
                  <a:pt x="22660" y="8175"/>
                  <a:pt x="22717" y="11272"/>
                </a:cubicBezTo>
                <a:cubicBezTo>
                  <a:pt x="22717" y="14485"/>
                  <a:pt x="21598" y="17152"/>
                  <a:pt x="19361" y="19275"/>
                </a:cubicBezTo>
                <a:cubicBezTo>
                  <a:pt x="17124" y="21512"/>
                  <a:pt x="14456" y="22631"/>
                  <a:pt x="11358" y="22631"/>
                </a:cubicBezTo>
                <a:cubicBezTo>
                  <a:pt x="8146" y="22631"/>
                  <a:pt x="5478" y="21512"/>
                  <a:pt x="3356" y="19275"/>
                </a:cubicBezTo>
                <a:cubicBezTo>
                  <a:pt x="1119" y="17152"/>
                  <a:pt x="0" y="14485"/>
                  <a:pt x="0" y="11272"/>
                </a:cubicBezTo>
                <a:cubicBezTo>
                  <a:pt x="0" y="8175"/>
                  <a:pt x="1119" y="5507"/>
                  <a:pt x="3356" y="3270"/>
                </a:cubicBezTo>
                <a:cubicBezTo>
                  <a:pt x="5478" y="1147"/>
                  <a:pt x="8146" y="57"/>
                  <a:pt x="11358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·">
            <a:extLst xmlns:a="http://schemas.openxmlformats.org/drawingml/2006/main">
              <a:ext uri="{FF2B5EF4-FFF2-40B4-BE49-F238E27FC236}">
                <a16:creationId xmlns:a16="http://schemas.microsoft.com/office/drawing/2014/main" id="{854FF519-8E0A-4C8E-98AC-FFCA6FE2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19" y="1781401"/>
            <a:ext cx="22717" cy="22631"/>
          </a:xfrm>
          <a:custGeom xmlns:a="http://schemas.openxmlformats.org/drawingml/2006/main">
            <a:pathLst>
              <a:path w="22717" h="22631">
                <a:moveTo>
                  <a:pt x="11358" y="0"/>
                </a:moveTo>
                <a:cubicBezTo>
                  <a:pt x="14514" y="57"/>
                  <a:pt x="17210" y="1147"/>
                  <a:pt x="19447" y="3270"/>
                </a:cubicBezTo>
                <a:cubicBezTo>
                  <a:pt x="21570" y="5507"/>
                  <a:pt x="22660" y="8175"/>
                  <a:pt x="22717" y="11272"/>
                </a:cubicBezTo>
                <a:cubicBezTo>
                  <a:pt x="22717" y="14485"/>
                  <a:pt x="21598" y="17152"/>
                  <a:pt x="19361" y="19275"/>
                </a:cubicBezTo>
                <a:cubicBezTo>
                  <a:pt x="17124" y="21512"/>
                  <a:pt x="14456" y="22631"/>
                  <a:pt x="11358" y="22631"/>
                </a:cubicBezTo>
                <a:cubicBezTo>
                  <a:pt x="8146" y="22631"/>
                  <a:pt x="5478" y="21512"/>
                  <a:pt x="3356" y="19275"/>
                </a:cubicBezTo>
                <a:cubicBezTo>
                  <a:pt x="1119" y="17152"/>
                  <a:pt x="0" y="14485"/>
                  <a:pt x="0" y="11272"/>
                </a:cubicBezTo>
                <a:cubicBezTo>
                  <a:pt x="0" y="8175"/>
                  <a:pt x="1119" y="5507"/>
                  <a:pt x="3356" y="3270"/>
                </a:cubicBezTo>
                <a:cubicBezTo>
                  <a:pt x="5478" y="1147"/>
                  <a:pt x="8146" y="57"/>
                  <a:pt x="11358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(s1)">
            <a:extLst xmlns:a="http://schemas.openxmlformats.org/drawingml/2006/main">
              <a:ext uri="{FF2B5EF4-FFF2-40B4-BE49-F238E27FC236}">
                <a16:creationId xmlns:a16="http://schemas.microsoft.com/office/drawing/2014/main" id="{C5264CBD-421D-4171-9822-F09550C2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132" y="2614865"/>
            <a:ext cx="263425" cy="154630"/>
          </a:xfrm>
          <a:custGeom xmlns:a="http://schemas.openxmlformats.org/drawingml/2006/main">
            <a:pathLst>
              <a:path w="263425" h="154630">
                <a:moveTo>
                  <a:pt x="49564" y="0"/>
                </a:moveTo>
                <a:lnTo>
                  <a:pt x="49564" y="3958"/>
                </a:lnTo>
                <a:cubicBezTo>
                  <a:pt x="43598" y="7917"/>
                  <a:pt x="39210" y="11731"/>
                  <a:pt x="36399" y="15403"/>
                </a:cubicBezTo>
                <a:cubicBezTo>
                  <a:pt x="32440" y="20566"/>
                  <a:pt x="29400" y="27191"/>
                  <a:pt x="27277" y="35280"/>
                </a:cubicBezTo>
                <a:cubicBezTo>
                  <a:pt x="24524" y="45376"/>
                  <a:pt x="23147" y="59402"/>
                  <a:pt x="23147" y="77358"/>
                </a:cubicBezTo>
                <a:cubicBezTo>
                  <a:pt x="23147" y="94396"/>
                  <a:pt x="24409" y="107590"/>
                  <a:pt x="26933" y="116940"/>
                </a:cubicBezTo>
                <a:cubicBezTo>
                  <a:pt x="29400" y="126406"/>
                  <a:pt x="32785" y="134007"/>
                  <a:pt x="37087" y="139743"/>
                </a:cubicBezTo>
                <a:cubicBezTo>
                  <a:pt x="40070" y="143816"/>
                  <a:pt x="44229" y="147344"/>
                  <a:pt x="49564" y="150327"/>
                </a:cubicBezTo>
                <a:lnTo>
                  <a:pt x="49564" y="154630"/>
                </a:lnTo>
                <a:cubicBezTo>
                  <a:pt x="35682" y="150041"/>
                  <a:pt x="23979" y="140546"/>
                  <a:pt x="14456" y="126148"/>
                </a:cubicBezTo>
                <a:cubicBezTo>
                  <a:pt x="4819" y="111864"/>
                  <a:pt x="0" y="95428"/>
                  <a:pt x="0" y="76842"/>
                </a:cubicBezTo>
                <a:cubicBezTo>
                  <a:pt x="0" y="58542"/>
                  <a:pt x="4790" y="42279"/>
                  <a:pt x="14370" y="28052"/>
                </a:cubicBezTo>
                <a:cubicBezTo>
                  <a:pt x="23893" y="13940"/>
                  <a:pt x="35624" y="4589"/>
                  <a:pt x="49564" y="0"/>
                </a:cubicBezTo>
                <a:close/>
                <a:moveTo>
                  <a:pt x="110505" y="36657"/>
                </a:moveTo>
                <a:lnTo>
                  <a:pt x="111795" y="64106"/>
                </a:lnTo>
                <a:lnTo>
                  <a:pt x="108870" y="64106"/>
                </a:lnTo>
                <a:cubicBezTo>
                  <a:pt x="105313" y="56018"/>
                  <a:pt x="101699" y="50453"/>
                  <a:pt x="98028" y="47413"/>
                </a:cubicBezTo>
                <a:cubicBezTo>
                  <a:pt x="94184" y="44430"/>
                  <a:pt x="90427" y="42938"/>
                  <a:pt x="86755" y="42938"/>
                </a:cubicBezTo>
                <a:cubicBezTo>
                  <a:pt x="84346" y="42938"/>
                  <a:pt x="82338" y="43713"/>
                  <a:pt x="80732" y="45262"/>
                </a:cubicBezTo>
                <a:cubicBezTo>
                  <a:pt x="79068" y="46925"/>
                  <a:pt x="78236" y="48761"/>
                  <a:pt x="78236" y="50769"/>
                </a:cubicBezTo>
                <a:cubicBezTo>
                  <a:pt x="78236" y="52318"/>
                  <a:pt x="78810" y="53809"/>
                  <a:pt x="79957" y="55243"/>
                </a:cubicBezTo>
                <a:cubicBezTo>
                  <a:pt x="81736" y="57595"/>
                  <a:pt x="86870" y="61611"/>
                  <a:pt x="95360" y="67290"/>
                </a:cubicBezTo>
                <a:cubicBezTo>
                  <a:pt x="103793" y="73084"/>
                  <a:pt x="109357" y="77932"/>
                  <a:pt x="112054" y="81832"/>
                </a:cubicBezTo>
                <a:cubicBezTo>
                  <a:pt x="114692" y="85905"/>
                  <a:pt x="116012" y="90380"/>
                  <a:pt x="116012" y="95256"/>
                </a:cubicBezTo>
                <a:cubicBezTo>
                  <a:pt x="116012" y="99731"/>
                  <a:pt x="114893" y="104119"/>
                  <a:pt x="112656" y="108422"/>
                </a:cubicBezTo>
                <a:cubicBezTo>
                  <a:pt x="110361" y="112724"/>
                  <a:pt x="107206" y="116023"/>
                  <a:pt x="103191" y="118317"/>
                </a:cubicBezTo>
                <a:cubicBezTo>
                  <a:pt x="99060" y="120669"/>
                  <a:pt x="94557" y="121817"/>
                  <a:pt x="89681" y="121759"/>
                </a:cubicBezTo>
                <a:cubicBezTo>
                  <a:pt x="85780" y="121759"/>
                  <a:pt x="80646" y="120554"/>
                  <a:pt x="74278" y="118145"/>
                </a:cubicBezTo>
                <a:cubicBezTo>
                  <a:pt x="72500" y="117571"/>
                  <a:pt x="71324" y="117256"/>
                  <a:pt x="70750" y="117199"/>
                </a:cubicBezTo>
                <a:cubicBezTo>
                  <a:pt x="68857" y="117256"/>
                  <a:pt x="67279" y="118690"/>
                  <a:pt x="66017" y="121501"/>
                </a:cubicBezTo>
                <a:lnTo>
                  <a:pt x="63178" y="121501"/>
                </a:lnTo>
                <a:lnTo>
                  <a:pt x="61801" y="92589"/>
                </a:lnTo>
                <a:lnTo>
                  <a:pt x="64727" y="92589"/>
                </a:lnTo>
                <a:cubicBezTo>
                  <a:pt x="67251" y="100161"/>
                  <a:pt x="70807" y="105840"/>
                  <a:pt x="75397" y="109626"/>
                </a:cubicBezTo>
                <a:cubicBezTo>
                  <a:pt x="79814" y="113412"/>
                  <a:pt x="84059" y="115305"/>
                  <a:pt x="88132" y="115305"/>
                </a:cubicBezTo>
                <a:cubicBezTo>
                  <a:pt x="90828" y="115305"/>
                  <a:pt x="93094" y="114445"/>
                  <a:pt x="94930" y="112724"/>
                </a:cubicBezTo>
                <a:cubicBezTo>
                  <a:pt x="96651" y="111118"/>
                  <a:pt x="97511" y="109081"/>
                  <a:pt x="97511" y="106615"/>
                </a:cubicBezTo>
                <a:cubicBezTo>
                  <a:pt x="97511" y="103861"/>
                  <a:pt x="96651" y="101480"/>
                  <a:pt x="94930" y="99472"/>
                </a:cubicBezTo>
                <a:cubicBezTo>
                  <a:pt x="93152" y="97522"/>
                  <a:pt x="89308" y="94482"/>
                  <a:pt x="83399" y="90351"/>
                </a:cubicBezTo>
                <a:cubicBezTo>
                  <a:pt x="74622" y="84271"/>
                  <a:pt x="68943" y="79624"/>
                  <a:pt x="66362" y="76411"/>
                </a:cubicBezTo>
                <a:cubicBezTo>
                  <a:pt x="62575" y="71707"/>
                  <a:pt x="60682" y="66516"/>
                  <a:pt x="60682" y="60837"/>
                </a:cubicBezTo>
                <a:cubicBezTo>
                  <a:pt x="60682" y="54698"/>
                  <a:pt x="62834" y="49077"/>
                  <a:pt x="67136" y="43971"/>
                </a:cubicBezTo>
                <a:cubicBezTo>
                  <a:pt x="71324" y="38980"/>
                  <a:pt x="77491" y="36485"/>
                  <a:pt x="85637" y="36485"/>
                </a:cubicBezTo>
                <a:cubicBezTo>
                  <a:pt x="89996" y="36485"/>
                  <a:pt x="94213" y="37546"/>
                  <a:pt x="98286" y="39669"/>
                </a:cubicBezTo>
                <a:cubicBezTo>
                  <a:pt x="99835" y="40529"/>
                  <a:pt x="101097" y="40959"/>
                  <a:pt x="102072" y="40959"/>
                </a:cubicBezTo>
                <a:cubicBezTo>
                  <a:pt x="103104" y="40959"/>
                  <a:pt x="103936" y="40730"/>
                  <a:pt x="104567" y="40271"/>
                </a:cubicBezTo>
                <a:cubicBezTo>
                  <a:pt x="105141" y="39869"/>
                  <a:pt x="106145" y="38665"/>
                  <a:pt x="107579" y="36657"/>
                </a:cubicBezTo>
                <a:lnTo>
                  <a:pt x="110505" y="36657"/>
                </a:lnTo>
                <a:close/>
                <a:moveTo>
                  <a:pt x="177952" y="258"/>
                </a:moveTo>
                <a:lnTo>
                  <a:pt x="177952" y="95686"/>
                </a:lnTo>
                <a:cubicBezTo>
                  <a:pt x="177952" y="102857"/>
                  <a:pt x="178267" y="107418"/>
                  <a:pt x="178899" y="109368"/>
                </a:cubicBezTo>
                <a:cubicBezTo>
                  <a:pt x="179472" y="111376"/>
                  <a:pt x="180792" y="113011"/>
                  <a:pt x="182857" y="114273"/>
                </a:cubicBezTo>
                <a:cubicBezTo>
                  <a:pt x="184807" y="115592"/>
                  <a:pt x="188020" y="116223"/>
                  <a:pt x="192494" y="116166"/>
                </a:cubicBezTo>
                <a:lnTo>
                  <a:pt x="195162" y="116166"/>
                </a:lnTo>
                <a:lnTo>
                  <a:pt x="195162" y="119350"/>
                </a:lnTo>
                <a:lnTo>
                  <a:pt x="133723" y="119350"/>
                </a:lnTo>
                <a:lnTo>
                  <a:pt x="133723" y="116166"/>
                </a:lnTo>
                <a:lnTo>
                  <a:pt x="136821" y="116166"/>
                </a:lnTo>
                <a:cubicBezTo>
                  <a:pt x="141754" y="116166"/>
                  <a:pt x="145311" y="115592"/>
                  <a:pt x="147491" y="114445"/>
                </a:cubicBezTo>
                <a:cubicBezTo>
                  <a:pt x="149556" y="113355"/>
                  <a:pt x="150990" y="111777"/>
                  <a:pt x="151793" y="109712"/>
                </a:cubicBezTo>
                <a:cubicBezTo>
                  <a:pt x="152539" y="107762"/>
                  <a:pt x="152912" y="103087"/>
                  <a:pt x="152912" y="95686"/>
                </a:cubicBezTo>
                <a:lnTo>
                  <a:pt x="152912" y="35194"/>
                </a:lnTo>
                <a:cubicBezTo>
                  <a:pt x="152912" y="29802"/>
                  <a:pt x="152654" y="26417"/>
                  <a:pt x="152137" y="25040"/>
                </a:cubicBezTo>
                <a:cubicBezTo>
                  <a:pt x="151621" y="23778"/>
                  <a:pt x="150674" y="22631"/>
                  <a:pt x="149298" y="21598"/>
                </a:cubicBezTo>
                <a:cubicBezTo>
                  <a:pt x="147806" y="20680"/>
                  <a:pt x="146171" y="20221"/>
                  <a:pt x="144393" y="20221"/>
                </a:cubicBezTo>
                <a:cubicBezTo>
                  <a:pt x="141467" y="20279"/>
                  <a:pt x="137911" y="21197"/>
                  <a:pt x="133723" y="22975"/>
                </a:cubicBezTo>
                <a:lnTo>
                  <a:pt x="132174" y="19877"/>
                </a:lnTo>
                <a:lnTo>
                  <a:pt x="175112" y="258"/>
                </a:lnTo>
                <a:lnTo>
                  <a:pt x="177952" y="258"/>
                </a:lnTo>
                <a:close/>
                <a:moveTo>
                  <a:pt x="213861" y="154630"/>
                </a:moveTo>
                <a:lnTo>
                  <a:pt x="213861" y="150672"/>
                </a:lnTo>
                <a:cubicBezTo>
                  <a:pt x="219770" y="146713"/>
                  <a:pt x="224158" y="142870"/>
                  <a:pt x="227027" y="139141"/>
                </a:cubicBezTo>
                <a:cubicBezTo>
                  <a:pt x="230870" y="133978"/>
                  <a:pt x="233911" y="127381"/>
                  <a:pt x="236148" y="119350"/>
                </a:cubicBezTo>
                <a:cubicBezTo>
                  <a:pt x="238901" y="109311"/>
                  <a:pt x="240278" y="95256"/>
                  <a:pt x="240278" y="77186"/>
                </a:cubicBezTo>
                <a:cubicBezTo>
                  <a:pt x="240278" y="60263"/>
                  <a:pt x="239045" y="47069"/>
                  <a:pt x="236578" y="37603"/>
                </a:cubicBezTo>
                <a:cubicBezTo>
                  <a:pt x="234054" y="28253"/>
                  <a:pt x="230641" y="20680"/>
                  <a:pt x="226338" y="14886"/>
                </a:cubicBezTo>
                <a:cubicBezTo>
                  <a:pt x="223298" y="10871"/>
                  <a:pt x="219139" y="7343"/>
                  <a:pt x="213861" y="4302"/>
                </a:cubicBezTo>
                <a:lnTo>
                  <a:pt x="213861" y="0"/>
                </a:lnTo>
                <a:cubicBezTo>
                  <a:pt x="227686" y="4647"/>
                  <a:pt x="239418" y="14112"/>
                  <a:pt x="249055" y="28396"/>
                </a:cubicBezTo>
                <a:cubicBezTo>
                  <a:pt x="258578" y="42795"/>
                  <a:pt x="263368" y="59259"/>
                  <a:pt x="263425" y="77788"/>
                </a:cubicBezTo>
                <a:cubicBezTo>
                  <a:pt x="263368" y="96145"/>
                  <a:pt x="258578" y="112351"/>
                  <a:pt x="249055" y="126406"/>
                </a:cubicBezTo>
                <a:cubicBezTo>
                  <a:pt x="239418" y="140633"/>
                  <a:pt x="227686" y="150041"/>
                  <a:pt x="213861" y="15463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(s2,s3)">
            <a:extLst xmlns:a="http://schemas.openxmlformats.org/drawingml/2006/main">
              <a:ext uri="{FF2B5EF4-FFF2-40B4-BE49-F238E27FC236}">
                <a16:creationId xmlns:a16="http://schemas.microsoft.com/office/drawing/2014/main" id="{4CEC6346-30B5-4C3C-88FE-CDE119E1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596" y="2965960"/>
            <a:ext cx="506499" cy="154630"/>
          </a:xfrm>
          <a:custGeom xmlns:a="http://schemas.openxmlformats.org/drawingml/2006/main">
            <a:pathLst>
              <a:path w="506499" h="154630">
                <a:moveTo>
                  <a:pt x="49564" y="0"/>
                </a:moveTo>
                <a:lnTo>
                  <a:pt x="49564" y="3958"/>
                </a:lnTo>
                <a:cubicBezTo>
                  <a:pt x="43598" y="7917"/>
                  <a:pt x="39210" y="11731"/>
                  <a:pt x="36399" y="15403"/>
                </a:cubicBezTo>
                <a:cubicBezTo>
                  <a:pt x="32440" y="20566"/>
                  <a:pt x="29400" y="27191"/>
                  <a:pt x="27277" y="35280"/>
                </a:cubicBezTo>
                <a:cubicBezTo>
                  <a:pt x="24524" y="45376"/>
                  <a:pt x="23147" y="59402"/>
                  <a:pt x="23147" y="77358"/>
                </a:cubicBezTo>
                <a:cubicBezTo>
                  <a:pt x="23147" y="94396"/>
                  <a:pt x="24409" y="107590"/>
                  <a:pt x="26933" y="116940"/>
                </a:cubicBezTo>
                <a:cubicBezTo>
                  <a:pt x="29400" y="126406"/>
                  <a:pt x="32785" y="134007"/>
                  <a:pt x="37087" y="139743"/>
                </a:cubicBezTo>
                <a:cubicBezTo>
                  <a:pt x="40070" y="143816"/>
                  <a:pt x="44229" y="147344"/>
                  <a:pt x="49564" y="150327"/>
                </a:cubicBezTo>
                <a:lnTo>
                  <a:pt x="49564" y="154630"/>
                </a:lnTo>
                <a:cubicBezTo>
                  <a:pt x="35682" y="150041"/>
                  <a:pt x="23979" y="140546"/>
                  <a:pt x="14456" y="126148"/>
                </a:cubicBezTo>
                <a:cubicBezTo>
                  <a:pt x="4819" y="111864"/>
                  <a:pt x="0" y="95428"/>
                  <a:pt x="0" y="76842"/>
                </a:cubicBezTo>
                <a:cubicBezTo>
                  <a:pt x="0" y="58542"/>
                  <a:pt x="4790" y="42279"/>
                  <a:pt x="14370" y="28052"/>
                </a:cubicBezTo>
                <a:cubicBezTo>
                  <a:pt x="23893" y="13940"/>
                  <a:pt x="35624" y="4589"/>
                  <a:pt x="49564" y="0"/>
                </a:cubicBezTo>
                <a:close/>
                <a:moveTo>
                  <a:pt x="110505" y="36657"/>
                </a:moveTo>
                <a:lnTo>
                  <a:pt x="111795" y="64106"/>
                </a:lnTo>
                <a:lnTo>
                  <a:pt x="108870" y="64106"/>
                </a:lnTo>
                <a:cubicBezTo>
                  <a:pt x="105313" y="56018"/>
                  <a:pt x="101699" y="50453"/>
                  <a:pt x="98028" y="47413"/>
                </a:cubicBezTo>
                <a:cubicBezTo>
                  <a:pt x="94184" y="44430"/>
                  <a:pt x="90427" y="42938"/>
                  <a:pt x="86755" y="42938"/>
                </a:cubicBezTo>
                <a:cubicBezTo>
                  <a:pt x="84346" y="42938"/>
                  <a:pt x="82338" y="43713"/>
                  <a:pt x="80732" y="45262"/>
                </a:cubicBezTo>
                <a:cubicBezTo>
                  <a:pt x="79068" y="46925"/>
                  <a:pt x="78236" y="48761"/>
                  <a:pt x="78236" y="50769"/>
                </a:cubicBezTo>
                <a:cubicBezTo>
                  <a:pt x="78236" y="52318"/>
                  <a:pt x="78810" y="53809"/>
                  <a:pt x="79957" y="55243"/>
                </a:cubicBezTo>
                <a:cubicBezTo>
                  <a:pt x="81736" y="57595"/>
                  <a:pt x="86870" y="61611"/>
                  <a:pt x="95360" y="67290"/>
                </a:cubicBezTo>
                <a:cubicBezTo>
                  <a:pt x="103793" y="73084"/>
                  <a:pt x="109357" y="77932"/>
                  <a:pt x="112054" y="81832"/>
                </a:cubicBezTo>
                <a:cubicBezTo>
                  <a:pt x="114692" y="85905"/>
                  <a:pt x="116012" y="90380"/>
                  <a:pt x="116012" y="95256"/>
                </a:cubicBezTo>
                <a:cubicBezTo>
                  <a:pt x="116012" y="99731"/>
                  <a:pt x="114893" y="104119"/>
                  <a:pt x="112656" y="108422"/>
                </a:cubicBezTo>
                <a:cubicBezTo>
                  <a:pt x="110361" y="112724"/>
                  <a:pt x="107206" y="116023"/>
                  <a:pt x="103191" y="118317"/>
                </a:cubicBezTo>
                <a:cubicBezTo>
                  <a:pt x="99060" y="120669"/>
                  <a:pt x="94557" y="121817"/>
                  <a:pt x="89681" y="121759"/>
                </a:cubicBezTo>
                <a:cubicBezTo>
                  <a:pt x="85780" y="121759"/>
                  <a:pt x="80646" y="120554"/>
                  <a:pt x="74278" y="118145"/>
                </a:cubicBezTo>
                <a:cubicBezTo>
                  <a:pt x="72500" y="117571"/>
                  <a:pt x="71324" y="117256"/>
                  <a:pt x="70750" y="117199"/>
                </a:cubicBezTo>
                <a:cubicBezTo>
                  <a:pt x="68857" y="117256"/>
                  <a:pt x="67279" y="118690"/>
                  <a:pt x="66017" y="121501"/>
                </a:cubicBezTo>
                <a:lnTo>
                  <a:pt x="63178" y="121501"/>
                </a:lnTo>
                <a:lnTo>
                  <a:pt x="61801" y="92589"/>
                </a:lnTo>
                <a:lnTo>
                  <a:pt x="64727" y="92589"/>
                </a:lnTo>
                <a:cubicBezTo>
                  <a:pt x="67251" y="100161"/>
                  <a:pt x="70807" y="105840"/>
                  <a:pt x="75397" y="109626"/>
                </a:cubicBezTo>
                <a:cubicBezTo>
                  <a:pt x="79814" y="113412"/>
                  <a:pt x="84059" y="115305"/>
                  <a:pt x="88132" y="115305"/>
                </a:cubicBezTo>
                <a:cubicBezTo>
                  <a:pt x="90828" y="115305"/>
                  <a:pt x="93094" y="114445"/>
                  <a:pt x="94930" y="112724"/>
                </a:cubicBezTo>
                <a:cubicBezTo>
                  <a:pt x="96651" y="111118"/>
                  <a:pt x="97511" y="109081"/>
                  <a:pt x="97511" y="106615"/>
                </a:cubicBezTo>
                <a:cubicBezTo>
                  <a:pt x="97511" y="103861"/>
                  <a:pt x="96651" y="101480"/>
                  <a:pt x="94930" y="99472"/>
                </a:cubicBezTo>
                <a:cubicBezTo>
                  <a:pt x="93152" y="97522"/>
                  <a:pt x="89308" y="94482"/>
                  <a:pt x="83399" y="90351"/>
                </a:cubicBezTo>
                <a:cubicBezTo>
                  <a:pt x="74622" y="84271"/>
                  <a:pt x="68943" y="79624"/>
                  <a:pt x="66362" y="76411"/>
                </a:cubicBezTo>
                <a:cubicBezTo>
                  <a:pt x="62575" y="71707"/>
                  <a:pt x="60682" y="66516"/>
                  <a:pt x="60682" y="60837"/>
                </a:cubicBezTo>
                <a:cubicBezTo>
                  <a:pt x="60682" y="54698"/>
                  <a:pt x="62834" y="49077"/>
                  <a:pt x="67136" y="43971"/>
                </a:cubicBezTo>
                <a:cubicBezTo>
                  <a:pt x="71324" y="38980"/>
                  <a:pt x="77491" y="36485"/>
                  <a:pt x="85637" y="36485"/>
                </a:cubicBezTo>
                <a:cubicBezTo>
                  <a:pt x="89996" y="36485"/>
                  <a:pt x="94213" y="37546"/>
                  <a:pt x="98286" y="39669"/>
                </a:cubicBezTo>
                <a:cubicBezTo>
                  <a:pt x="99835" y="40529"/>
                  <a:pt x="101097" y="40959"/>
                  <a:pt x="102072" y="40959"/>
                </a:cubicBezTo>
                <a:cubicBezTo>
                  <a:pt x="103104" y="40959"/>
                  <a:pt x="103936" y="40730"/>
                  <a:pt x="104567" y="40271"/>
                </a:cubicBezTo>
                <a:cubicBezTo>
                  <a:pt x="105141" y="39869"/>
                  <a:pt x="106145" y="38665"/>
                  <a:pt x="107579" y="36657"/>
                </a:cubicBezTo>
                <a:lnTo>
                  <a:pt x="110505" y="36657"/>
                </a:lnTo>
                <a:close/>
                <a:moveTo>
                  <a:pt x="193527" y="119350"/>
                </a:moveTo>
                <a:lnTo>
                  <a:pt x="124860" y="119350"/>
                </a:lnTo>
                <a:lnTo>
                  <a:pt x="124860" y="117457"/>
                </a:lnTo>
                <a:cubicBezTo>
                  <a:pt x="145856" y="92445"/>
                  <a:pt x="158648" y="75580"/>
                  <a:pt x="163238" y="66860"/>
                </a:cubicBezTo>
                <a:cubicBezTo>
                  <a:pt x="167712" y="58198"/>
                  <a:pt x="169949" y="49736"/>
                  <a:pt x="169949" y="41476"/>
                </a:cubicBezTo>
                <a:cubicBezTo>
                  <a:pt x="169892" y="35510"/>
                  <a:pt x="168028" y="30490"/>
                  <a:pt x="164356" y="26417"/>
                </a:cubicBezTo>
                <a:cubicBezTo>
                  <a:pt x="160627" y="22459"/>
                  <a:pt x="156067" y="20480"/>
                  <a:pt x="150674" y="20480"/>
                </a:cubicBezTo>
                <a:cubicBezTo>
                  <a:pt x="141783" y="20480"/>
                  <a:pt x="134928" y="24897"/>
                  <a:pt x="130109" y="33731"/>
                </a:cubicBezTo>
                <a:lnTo>
                  <a:pt x="126925" y="32613"/>
                </a:lnTo>
                <a:cubicBezTo>
                  <a:pt x="130023" y="21598"/>
                  <a:pt x="134727" y="13452"/>
                  <a:pt x="141037" y="8175"/>
                </a:cubicBezTo>
                <a:cubicBezTo>
                  <a:pt x="147290" y="2954"/>
                  <a:pt x="154575" y="316"/>
                  <a:pt x="162893" y="258"/>
                </a:cubicBezTo>
                <a:cubicBezTo>
                  <a:pt x="168745" y="258"/>
                  <a:pt x="174137" y="1635"/>
                  <a:pt x="179071" y="4388"/>
                </a:cubicBezTo>
                <a:cubicBezTo>
                  <a:pt x="183947" y="7199"/>
                  <a:pt x="187762" y="10957"/>
                  <a:pt x="190515" y="15661"/>
                </a:cubicBezTo>
                <a:cubicBezTo>
                  <a:pt x="193269" y="20480"/>
                  <a:pt x="194645" y="24983"/>
                  <a:pt x="194645" y="29171"/>
                </a:cubicBezTo>
                <a:cubicBezTo>
                  <a:pt x="194588" y="36858"/>
                  <a:pt x="192466" y="44602"/>
                  <a:pt x="188278" y="52404"/>
                </a:cubicBezTo>
                <a:cubicBezTo>
                  <a:pt x="182484" y="63016"/>
                  <a:pt x="169835" y="77817"/>
                  <a:pt x="150330" y="96805"/>
                </a:cubicBezTo>
                <a:lnTo>
                  <a:pt x="175543" y="96805"/>
                </a:lnTo>
                <a:cubicBezTo>
                  <a:pt x="181738" y="96805"/>
                  <a:pt x="185782" y="96547"/>
                  <a:pt x="187675" y="96031"/>
                </a:cubicBezTo>
                <a:cubicBezTo>
                  <a:pt x="189454" y="95572"/>
                  <a:pt x="190974" y="94682"/>
                  <a:pt x="192236" y="93363"/>
                </a:cubicBezTo>
                <a:cubicBezTo>
                  <a:pt x="193383" y="92158"/>
                  <a:pt x="194961" y="89577"/>
                  <a:pt x="196969" y="85619"/>
                </a:cubicBezTo>
                <a:lnTo>
                  <a:pt x="200067" y="85619"/>
                </a:lnTo>
                <a:lnTo>
                  <a:pt x="193527" y="119350"/>
                </a:lnTo>
                <a:close/>
                <a:moveTo>
                  <a:pt x="220487" y="150241"/>
                </a:moveTo>
                <a:lnTo>
                  <a:pt x="220487" y="146455"/>
                </a:lnTo>
                <a:cubicBezTo>
                  <a:pt x="227084" y="143644"/>
                  <a:pt x="231931" y="139915"/>
                  <a:pt x="235029" y="135269"/>
                </a:cubicBezTo>
                <a:cubicBezTo>
                  <a:pt x="238012" y="130737"/>
                  <a:pt x="239504" y="126090"/>
                  <a:pt x="239504" y="121329"/>
                </a:cubicBezTo>
                <a:cubicBezTo>
                  <a:pt x="239504" y="120411"/>
                  <a:pt x="239289" y="119708"/>
                  <a:pt x="238858" y="119221"/>
                </a:cubicBezTo>
                <a:cubicBezTo>
                  <a:pt x="238428" y="118733"/>
                  <a:pt x="238041" y="118461"/>
                  <a:pt x="237697" y="118403"/>
                </a:cubicBezTo>
                <a:cubicBezTo>
                  <a:pt x="237352" y="118403"/>
                  <a:pt x="236836" y="118604"/>
                  <a:pt x="236148" y="119006"/>
                </a:cubicBezTo>
                <a:cubicBezTo>
                  <a:pt x="234484" y="119981"/>
                  <a:pt x="232419" y="120468"/>
                  <a:pt x="229952" y="120468"/>
                </a:cubicBezTo>
                <a:cubicBezTo>
                  <a:pt x="226568" y="120526"/>
                  <a:pt x="223642" y="119206"/>
                  <a:pt x="221175" y="116510"/>
                </a:cubicBezTo>
                <a:cubicBezTo>
                  <a:pt x="218651" y="113871"/>
                  <a:pt x="217389" y="110774"/>
                  <a:pt x="217389" y="107217"/>
                </a:cubicBezTo>
                <a:cubicBezTo>
                  <a:pt x="217389" y="103431"/>
                  <a:pt x="218823" y="100104"/>
                  <a:pt x="221692" y="97235"/>
                </a:cubicBezTo>
                <a:cubicBezTo>
                  <a:pt x="224503" y="94424"/>
                  <a:pt x="227973" y="92990"/>
                  <a:pt x="232103" y="92933"/>
                </a:cubicBezTo>
                <a:cubicBezTo>
                  <a:pt x="236980" y="92933"/>
                  <a:pt x="241196" y="94826"/>
                  <a:pt x="244753" y="98612"/>
                </a:cubicBezTo>
                <a:cubicBezTo>
                  <a:pt x="248252" y="102513"/>
                  <a:pt x="250002" y="107762"/>
                  <a:pt x="250002" y="114359"/>
                </a:cubicBezTo>
                <a:cubicBezTo>
                  <a:pt x="249944" y="122562"/>
                  <a:pt x="247478" y="129848"/>
                  <a:pt x="242601" y="136215"/>
                </a:cubicBezTo>
                <a:cubicBezTo>
                  <a:pt x="237553" y="142583"/>
                  <a:pt x="230182" y="147258"/>
                  <a:pt x="220487" y="150241"/>
                </a:cubicBezTo>
                <a:close/>
                <a:moveTo>
                  <a:pt x="353578" y="36657"/>
                </a:moveTo>
                <a:lnTo>
                  <a:pt x="354869" y="64106"/>
                </a:lnTo>
                <a:lnTo>
                  <a:pt x="351943" y="64106"/>
                </a:lnTo>
                <a:cubicBezTo>
                  <a:pt x="348386" y="56018"/>
                  <a:pt x="344772" y="50453"/>
                  <a:pt x="341101" y="47413"/>
                </a:cubicBezTo>
                <a:cubicBezTo>
                  <a:pt x="337257" y="44430"/>
                  <a:pt x="333500" y="42938"/>
                  <a:pt x="329828" y="42938"/>
                </a:cubicBezTo>
                <a:cubicBezTo>
                  <a:pt x="327419" y="42938"/>
                  <a:pt x="325411" y="43713"/>
                  <a:pt x="323805" y="45262"/>
                </a:cubicBezTo>
                <a:cubicBezTo>
                  <a:pt x="322141" y="46925"/>
                  <a:pt x="321310" y="48761"/>
                  <a:pt x="321310" y="50769"/>
                </a:cubicBezTo>
                <a:cubicBezTo>
                  <a:pt x="321310" y="52318"/>
                  <a:pt x="321883" y="53809"/>
                  <a:pt x="323031" y="55243"/>
                </a:cubicBezTo>
                <a:cubicBezTo>
                  <a:pt x="324809" y="57595"/>
                  <a:pt x="329943" y="61611"/>
                  <a:pt x="338433" y="67290"/>
                </a:cubicBezTo>
                <a:cubicBezTo>
                  <a:pt x="346866" y="73084"/>
                  <a:pt x="352431" y="77932"/>
                  <a:pt x="355127" y="81832"/>
                </a:cubicBezTo>
                <a:cubicBezTo>
                  <a:pt x="357766" y="85905"/>
                  <a:pt x="359085" y="90380"/>
                  <a:pt x="359085" y="95256"/>
                </a:cubicBezTo>
                <a:cubicBezTo>
                  <a:pt x="359085" y="99731"/>
                  <a:pt x="357966" y="104119"/>
                  <a:pt x="355729" y="108422"/>
                </a:cubicBezTo>
                <a:cubicBezTo>
                  <a:pt x="353435" y="112724"/>
                  <a:pt x="350279" y="116023"/>
                  <a:pt x="346264" y="118317"/>
                </a:cubicBezTo>
                <a:cubicBezTo>
                  <a:pt x="342133" y="120669"/>
                  <a:pt x="337630" y="121817"/>
                  <a:pt x="332754" y="121759"/>
                </a:cubicBezTo>
                <a:cubicBezTo>
                  <a:pt x="328853" y="121759"/>
                  <a:pt x="323719" y="120554"/>
                  <a:pt x="317351" y="118145"/>
                </a:cubicBezTo>
                <a:cubicBezTo>
                  <a:pt x="315573" y="117571"/>
                  <a:pt x="314397" y="117256"/>
                  <a:pt x="313823" y="117199"/>
                </a:cubicBezTo>
                <a:cubicBezTo>
                  <a:pt x="311930" y="117256"/>
                  <a:pt x="310353" y="118690"/>
                  <a:pt x="309091" y="121501"/>
                </a:cubicBezTo>
                <a:lnTo>
                  <a:pt x="306251" y="121501"/>
                </a:lnTo>
                <a:lnTo>
                  <a:pt x="304874" y="92589"/>
                </a:lnTo>
                <a:lnTo>
                  <a:pt x="307800" y="92589"/>
                </a:lnTo>
                <a:cubicBezTo>
                  <a:pt x="310324" y="100161"/>
                  <a:pt x="313881" y="105840"/>
                  <a:pt x="318470" y="109626"/>
                </a:cubicBezTo>
                <a:cubicBezTo>
                  <a:pt x="322887" y="113412"/>
                  <a:pt x="327132" y="115305"/>
                  <a:pt x="331205" y="115305"/>
                </a:cubicBezTo>
                <a:cubicBezTo>
                  <a:pt x="333901" y="115305"/>
                  <a:pt x="336167" y="114445"/>
                  <a:pt x="338003" y="112724"/>
                </a:cubicBezTo>
                <a:cubicBezTo>
                  <a:pt x="339724" y="111118"/>
                  <a:pt x="340585" y="109081"/>
                  <a:pt x="340585" y="106615"/>
                </a:cubicBezTo>
                <a:cubicBezTo>
                  <a:pt x="340585" y="103861"/>
                  <a:pt x="339724" y="101480"/>
                  <a:pt x="338003" y="99472"/>
                </a:cubicBezTo>
                <a:cubicBezTo>
                  <a:pt x="336225" y="97522"/>
                  <a:pt x="332381" y="94482"/>
                  <a:pt x="326473" y="90351"/>
                </a:cubicBezTo>
                <a:cubicBezTo>
                  <a:pt x="317696" y="84271"/>
                  <a:pt x="312016" y="79624"/>
                  <a:pt x="309435" y="76411"/>
                </a:cubicBezTo>
                <a:cubicBezTo>
                  <a:pt x="305649" y="71707"/>
                  <a:pt x="303756" y="66516"/>
                  <a:pt x="303756" y="60837"/>
                </a:cubicBezTo>
                <a:cubicBezTo>
                  <a:pt x="303756" y="54698"/>
                  <a:pt x="305907" y="49077"/>
                  <a:pt x="310209" y="43971"/>
                </a:cubicBezTo>
                <a:cubicBezTo>
                  <a:pt x="314397" y="38980"/>
                  <a:pt x="320564" y="36485"/>
                  <a:pt x="328710" y="36485"/>
                </a:cubicBezTo>
                <a:cubicBezTo>
                  <a:pt x="333070" y="36485"/>
                  <a:pt x="337286" y="37546"/>
                  <a:pt x="341359" y="39669"/>
                </a:cubicBezTo>
                <a:cubicBezTo>
                  <a:pt x="342908" y="40529"/>
                  <a:pt x="344170" y="40959"/>
                  <a:pt x="345145" y="40959"/>
                </a:cubicBezTo>
                <a:cubicBezTo>
                  <a:pt x="346178" y="40959"/>
                  <a:pt x="347010" y="40730"/>
                  <a:pt x="347641" y="40271"/>
                </a:cubicBezTo>
                <a:cubicBezTo>
                  <a:pt x="348214" y="39869"/>
                  <a:pt x="349218" y="38665"/>
                  <a:pt x="350652" y="36657"/>
                </a:cubicBezTo>
                <a:lnTo>
                  <a:pt x="353578" y="36657"/>
                </a:lnTo>
                <a:close/>
                <a:moveTo>
                  <a:pt x="389703" y="60837"/>
                </a:moveTo>
                <a:lnTo>
                  <a:pt x="389703" y="57825"/>
                </a:lnTo>
                <a:cubicBezTo>
                  <a:pt x="396243" y="55932"/>
                  <a:pt x="400775" y="54153"/>
                  <a:pt x="403299" y="52490"/>
                </a:cubicBezTo>
                <a:cubicBezTo>
                  <a:pt x="405766" y="50884"/>
                  <a:pt x="407946" y="48388"/>
                  <a:pt x="409839" y="45004"/>
                </a:cubicBezTo>
                <a:cubicBezTo>
                  <a:pt x="411617" y="41676"/>
                  <a:pt x="412535" y="38292"/>
                  <a:pt x="412592" y="34850"/>
                </a:cubicBezTo>
                <a:cubicBezTo>
                  <a:pt x="412592" y="30146"/>
                  <a:pt x="410871" y="26044"/>
                  <a:pt x="407429" y="22545"/>
                </a:cubicBezTo>
                <a:cubicBezTo>
                  <a:pt x="403873" y="19218"/>
                  <a:pt x="399542" y="17525"/>
                  <a:pt x="394436" y="17468"/>
                </a:cubicBezTo>
                <a:cubicBezTo>
                  <a:pt x="386348" y="17468"/>
                  <a:pt x="379521" y="21713"/>
                  <a:pt x="373956" y="30203"/>
                </a:cubicBezTo>
                <a:lnTo>
                  <a:pt x="370773" y="29085"/>
                </a:lnTo>
                <a:cubicBezTo>
                  <a:pt x="374903" y="19562"/>
                  <a:pt x="380209" y="12362"/>
                  <a:pt x="386692" y="7486"/>
                </a:cubicBezTo>
                <a:cubicBezTo>
                  <a:pt x="393117" y="2668"/>
                  <a:pt x="400287" y="258"/>
                  <a:pt x="408204" y="258"/>
                </a:cubicBezTo>
                <a:cubicBezTo>
                  <a:pt x="416293" y="316"/>
                  <a:pt x="422976" y="2782"/>
                  <a:pt x="428253" y="7658"/>
                </a:cubicBezTo>
                <a:cubicBezTo>
                  <a:pt x="433474" y="12592"/>
                  <a:pt x="436084" y="18357"/>
                  <a:pt x="436084" y="24954"/>
                </a:cubicBezTo>
                <a:cubicBezTo>
                  <a:pt x="436084" y="29257"/>
                  <a:pt x="434879" y="33387"/>
                  <a:pt x="432470" y="37345"/>
                </a:cubicBezTo>
                <a:cubicBezTo>
                  <a:pt x="429946" y="41418"/>
                  <a:pt x="426102" y="44946"/>
                  <a:pt x="420939" y="47929"/>
                </a:cubicBezTo>
                <a:cubicBezTo>
                  <a:pt x="427651" y="51256"/>
                  <a:pt x="432785" y="55272"/>
                  <a:pt x="436342" y="59976"/>
                </a:cubicBezTo>
                <a:cubicBezTo>
                  <a:pt x="439841" y="64795"/>
                  <a:pt x="441591" y="70818"/>
                  <a:pt x="441591" y="78046"/>
                </a:cubicBezTo>
                <a:cubicBezTo>
                  <a:pt x="441591" y="90208"/>
                  <a:pt x="437202" y="100534"/>
                  <a:pt x="428425" y="109024"/>
                </a:cubicBezTo>
                <a:cubicBezTo>
                  <a:pt x="419534" y="117571"/>
                  <a:pt x="407716" y="121845"/>
                  <a:pt x="392973" y="121845"/>
                </a:cubicBezTo>
                <a:cubicBezTo>
                  <a:pt x="383049" y="121845"/>
                  <a:pt x="375850" y="120210"/>
                  <a:pt x="371375" y="116940"/>
                </a:cubicBezTo>
                <a:cubicBezTo>
                  <a:pt x="368105" y="114646"/>
                  <a:pt x="366470" y="111691"/>
                  <a:pt x="366470" y="108077"/>
                </a:cubicBezTo>
                <a:cubicBezTo>
                  <a:pt x="366470" y="105439"/>
                  <a:pt x="367417" y="103173"/>
                  <a:pt x="369310" y="101280"/>
                </a:cubicBezTo>
                <a:cubicBezTo>
                  <a:pt x="371146" y="99501"/>
                  <a:pt x="373325" y="98583"/>
                  <a:pt x="375850" y="98526"/>
                </a:cubicBezTo>
                <a:cubicBezTo>
                  <a:pt x="377743" y="98583"/>
                  <a:pt x="379521" y="98985"/>
                  <a:pt x="381185" y="99731"/>
                </a:cubicBezTo>
                <a:cubicBezTo>
                  <a:pt x="382102" y="100190"/>
                  <a:pt x="385372" y="102685"/>
                  <a:pt x="390994" y="107217"/>
                </a:cubicBezTo>
                <a:cubicBezTo>
                  <a:pt x="396501" y="111806"/>
                  <a:pt x="401722" y="114101"/>
                  <a:pt x="406655" y="114101"/>
                </a:cubicBezTo>
                <a:cubicBezTo>
                  <a:pt x="410843" y="114101"/>
                  <a:pt x="414485" y="112409"/>
                  <a:pt x="417583" y="109024"/>
                </a:cubicBezTo>
                <a:cubicBezTo>
                  <a:pt x="420566" y="105697"/>
                  <a:pt x="422086" y="101452"/>
                  <a:pt x="422144" y="96289"/>
                </a:cubicBezTo>
                <a:cubicBezTo>
                  <a:pt x="422144" y="88487"/>
                  <a:pt x="419390" y="81230"/>
                  <a:pt x="413883" y="74518"/>
                </a:cubicBezTo>
                <a:cubicBezTo>
                  <a:pt x="408319" y="67921"/>
                  <a:pt x="400259" y="63361"/>
                  <a:pt x="389703" y="60837"/>
                </a:cubicBezTo>
                <a:close/>
                <a:moveTo>
                  <a:pt x="456934" y="154630"/>
                </a:moveTo>
                <a:lnTo>
                  <a:pt x="456934" y="150672"/>
                </a:lnTo>
                <a:cubicBezTo>
                  <a:pt x="462843" y="146713"/>
                  <a:pt x="467232" y="142870"/>
                  <a:pt x="470100" y="139141"/>
                </a:cubicBezTo>
                <a:cubicBezTo>
                  <a:pt x="473943" y="133978"/>
                  <a:pt x="476984" y="127381"/>
                  <a:pt x="479221" y="119350"/>
                </a:cubicBezTo>
                <a:cubicBezTo>
                  <a:pt x="481975" y="109311"/>
                  <a:pt x="483351" y="95256"/>
                  <a:pt x="483351" y="77186"/>
                </a:cubicBezTo>
                <a:cubicBezTo>
                  <a:pt x="483351" y="60263"/>
                  <a:pt x="482118" y="47069"/>
                  <a:pt x="479651" y="37603"/>
                </a:cubicBezTo>
                <a:cubicBezTo>
                  <a:pt x="477127" y="28253"/>
                  <a:pt x="473714" y="20680"/>
                  <a:pt x="469411" y="14886"/>
                </a:cubicBezTo>
                <a:cubicBezTo>
                  <a:pt x="466371" y="10871"/>
                  <a:pt x="462212" y="7343"/>
                  <a:pt x="456934" y="4302"/>
                </a:cubicBezTo>
                <a:lnTo>
                  <a:pt x="456934" y="0"/>
                </a:lnTo>
                <a:cubicBezTo>
                  <a:pt x="470760" y="4647"/>
                  <a:pt x="482491" y="14112"/>
                  <a:pt x="492128" y="28396"/>
                </a:cubicBezTo>
                <a:cubicBezTo>
                  <a:pt x="501651" y="42795"/>
                  <a:pt x="506441" y="59259"/>
                  <a:pt x="506499" y="77788"/>
                </a:cubicBezTo>
                <a:cubicBezTo>
                  <a:pt x="506441" y="96145"/>
                  <a:pt x="501651" y="112351"/>
                  <a:pt x="492128" y="126406"/>
                </a:cubicBezTo>
                <a:cubicBezTo>
                  <a:pt x="482491" y="140633"/>
                  <a:pt x="470760" y="150041"/>
                  <a:pt x="456934" y="15463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(s4)">
            <a:extLst xmlns:a="http://schemas.openxmlformats.org/drawingml/2006/main">
              <a:ext uri="{FF2B5EF4-FFF2-40B4-BE49-F238E27FC236}">
                <a16:creationId xmlns:a16="http://schemas.microsoft.com/office/drawing/2014/main" id="{AE771F17-BF9A-4843-BD4E-9D06276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132" y="3317049"/>
            <a:ext cx="263425" cy="154630"/>
          </a:xfrm>
          <a:custGeom xmlns:a="http://schemas.openxmlformats.org/drawingml/2006/main">
            <a:pathLst>
              <a:path w="263425" h="154630">
                <a:moveTo>
                  <a:pt x="49564" y="0"/>
                </a:moveTo>
                <a:lnTo>
                  <a:pt x="49564" y="3958"/>
                </a:lnTo>
                <a:cubicBezTo>
                  <a:pt x="43598" y="7917"/>
                  <a:pt x="39210" y="11731"/>
                  <a:pt x="36399" y="15403"/>
                </a:cubicBezTo>
                <a:cubicBezTo>
                  <a:pt x="32440" y="20566"/>
                  <a:pt x="29400" y="27191"/>
                  <a:pt x="27277" y="35280"/>
                </a:cubicBezTo>
                <a:cubicBezTo>
                  <a:pt x="24524" y="45376"/>
                  <a:pt x="23147" y="59402"/>
                  <a:pt x="23147" y="77358"/>
                </a:cubicBezTo>
                <a:cubicBezTo>
                  <a:pt x="23147" y="94396"/>
                  <a:pt x="24409" y="107590"/>
                  <a:pt x="26933" y="116940"/>
                </a:cubicBezTo>
                <a:cubicBezTo>
                  <a:pt x="29400" y="126406"/>
                  <a:pt x="32785" y="134007"/>
                  <a:pt x="37087" y="139743"/>
                </a:cubicBezTo>
                <a:cubicBezTo>
                  <a:pt x="40070" y="143816"/>
                  <a:pt x="44229" y="147344"/>
                  <a:pt x="49564" y="150327"/>
                </a:cubicBezTo>
                <a:lnTo>
                  <a:pt x="49564" y="154630"/>
                </a:lnTo>
                <a:cubicBezTo>
                  <a:pt x="35682" y="150041"/>
                  <a:pt x="23979" y="140546"/>
                  <a:pt x="14456" y="126148"/>
                </a:cubicBezTo>
                <a:cubicBezTo>
                  <a:pt x="4819" y="111864"/>
                  <a:pt x="0" y="95428"/>
                  <a:pt x="0" y="76842"/>
                </a:cubicBezTo>
                <a:cubicBezTo>
                  <a:pt x="0" y="58542"/>
                  <a:pt x="4790" y="42279"/>
                  <a:pt x="14370" y="28052"/>
                </a:cubicBezTo>
                <a:cubicBezTo>
                  <a:pt x="23893" y="13940"/>
                  <a:pt x="35624" y="4589"/>
                  <a:pt x="49564" y="0"/>
                </a:cubicBezTo>
                <a:close/>
                <a:moveTo>
                  <a:pt x="110505" y="36657"/>
                </a:moveTo>
                <a:lnTo>
                  <a:pt x="111795" y="64106"/>
                </a:lnTo>
                <a:lnTo>
                  <a:pt x="108870" y="64106"/>
                </a:lnTo>
                <a:cubicBezTo>
                  <a:pt x="105313" y="56018"/>
                  <a:pt x="101699" y="50453"/>
                  <a:pt x="98028" y="47413"/>
                </a:cubicBezTo>
                <a:cubicBezTo>
                  <a:pt x="94184" y="44430"/>
                  <a:pt x="90427" y="42938"/>
                  <a:pt x="86755" y="42938"/>
                </a:cubicBezTo>
                <a:cubicBezTo>
                  <a:pt x="84346" y="42938"/>
                  <a:pt x="82338" y="43713"/>
                  <a:pt x="80732" y="45262"/>
                </a:cubicBezTo>
                <a:cubicBezTo>
                  <a:pt x="79068" y="46925"/>
                  <a:pt x="78236" y="48761"/>
                  <a:pt x="78236" y="50769"/>
                </a:cubicBezTo>
                <a:cubicBezTo>
                  <a:pt x="78236" y="52318"/>
                  <a:pt x="78810" y="53809"/>
                  <a:pt x="79957" y="55243"/>
                </a:cubicBezTo>
                <a:cubicBezTo>
                  <a:pt x="81736" y="57595"/>
                  <a:pt x="86870" y="61611"/>
                  <a:pt x="95360" y="67290"/>
                </a:cubicBezTo>
                <a:cubicBezTo>
                  <a:pt x="103793" y="73084"/>
                  <a:pt x="109357" y="77932"/>
                  <a:pt x="112054" y="81832"/>
                </a:cubicBezTo>
                <a:cubicBezTo>
                  <a:pt x="114692" y="85905"/>
                  <a:pt x="116012" y="90380"/>
                  <a:pt x="116012" y="95256"/>
                </a:cubicBezTo>
                <a:cubicBezTo>
                  <a:pt x="116012" y="99731"/>
                  <a:pt x="114893" y="104119"/>
                  <a:pt x="112656" y="108422"/>
                </a:cubicBezTo>
                <a:cubicBezTo>
                  <a:pt x="110361" y="112724"/>
                  <a:pt x="107206" y="116023"/>
                  <a:pt x="103191" y="118317"/>
                </a:cubicBezTo>
                <a:cubicBezTo>
                  <a:pt x="99060" y="120669"/>
                  <a:pt x="94557" y="121817"/>
                  <a:pt x="89681" y="121759"/>
                </a:cubicBezTo>
                <a:cubicBezTo>
                  <a:pt x="85780" y="121759"/>
                  <a:pt x="80646" y="120554"/>
                  <a:pt x="74278" y="118145"/>
                </a:cubicBezTo>
                <a:cubicBezTo>
                  <a:pt x="72500" y="117571"/>
                  <a:pt x="71324" y="117256"/>
                  <a:pt x="70750" y="117199"/>
                </a:cubicBezTo>
                <a:cubicBezTo>
                  <a:pt x="68857" y="117256"/>
                  <a:pt x="67279" y="118690"/>
                  <a:pt x="66017" y="121501"/>
                </a:cubicBezTo>
                <a:lnTo>
                  <a:pt x="63178" y="121501"/>
                </a:lnTo>
                <a:lnTo>
                  <a:pt x="61801" y="92589"/>
                </a:lnTo>
                <a:lnTo>
                  <a:pt x="64727" y="92589"/>
                </a:lnTo>
                <a:cubicBezTo>
                  <a:pt x="67251" y="100161"/>
                  <a:pt x="70807" y="105840"/>
                  <a:pt x="75397" y="109626"/>
                </a:cubicBezTo>
                <a:cubicBezTo>
                  <a:pt x="79814" y="113412"/>
                  <a:pt x="84059" y="115305"/>
                  <a:pt x="88132" y="115305"/>
                </a:cubicBezTo>
                <a:cubicBezTo>
                  <a:pt x="90828" y="115305"/>
                  <a:pt x="93094" y="114445"/>
                  <a:pt x="94930" y="112724"/>
                </a:cubicBezTo>
                <a:cubicBezTo>
                  <a:pt x="96651" y="111118"/>
                  <a:pt x="97511" y="109081"/>
                  <a:pt x="97511" y="106615"/>
                </a:cubicBezTo>
                <a:cubicBezTo>
                  <a:pt x="97511" y="103861"/>
                  <a:pt x="96651" y="101480"/>
                  <a:pt x="94930" y="99472"/>
                </a:cubicBezTo>
                <a:cubicBezTo>
                  <a:pt x="93152" y="97522"/>
                  <a:pt x="89308" y="94482"/>
                  <a:pt x="83399" y="90351"/>
                </a:cubicBezTo>
                <a:cubicBezTo>
                  <a:pt x="74622" y="84271"/>
                  <a:pt x="68943" y="79624"/>
                  <a:pt x="66362" y="76411"/>
                </a:cubicBezTo>
                <a:cubicBezTo>
                  <a:pt x="62575" y="71707"/>
                  <a:pt x="60682" y="66516"/>
                  <a:pt x="60682" y="60837"/>
                </a:cubicBezTo>
                <a:cubicBezTo>
                  <a:pt x="60682" y="54698"/>
                  <a:pt x="62834" y="49077"/>
                  <a:pt x="67136" y="43971"/>
                </a:cubicBezTo>
                <a:cubicBezTo>
                  <a:pt x="71324" y="38980"/>
                  <a:pt x="77491" y="36485"/>
                  <a:pt x="85637" y="36485"/>
                </a:cubicBezTo>
                <a:cubicBezTo>
                  <a:pt x="89996" y="36485"/>
                  <a:pt x="94213" y="37546"/>
                  <a:pt x="98286" y="39669"/>
                </a:cubicBezTo>
                <a:cubicBezTo>
                  <a:pt x="99835" y="40529"/>
                  <a:pt x="101097" y="40959"/>
                  <a:pt x="102072" y="40959"/>
                </a:cubicBezTo>
                <a:cubicBezTo>
                  <a:pt x="103104" y="40959"/>
                  <a:pt x="103936" y="40730"/>
                  <a:pt x="104567" y="40271"/>
                </a:cubicBezTo>
                <a:cubicBezTo>
                  <a:pt x="105141" y="39869"/>
                  <a:pt x="106145" y="38665"/>
                  <a:pt x="107579" y="36657"/>
                </a:cubicBezTo>
                <a:lnTo>
                  <a:pt x="110505" y="36657"/>
                </a:lnTo>
                <a:close/>
                <a:moveTo>
                  <a:pt x="124946" y="75379"/>
                </a:moveTo>
                <a:lnTo>
                  <a:pt x="180361" y="258"/>
                </a:lnTo>
                <a:lnTo>
                  <a:pt x="190859" y="258"/>
                </a:lnTo>
                <a:lnTo>
                  <a:pt x="190859" y="75379"/>
                </a:lnTo>
                <a:lnTo>
                  <a:pt x="201529" y="75379"/>
                </a:lnTo>
                <a:lnTo>
                  <a:pt x="201529" y="93191"/>
                </a:lnTo>
                <a:lnTo>
                  <a:pt x="190859" y="93191"/>
                </a:lnTo>
                <a:lnTo>
                  <a:pt x="190859" y="119350"/>
                </a:lnTo>
                <a:lnTo>
                  <a:pt x="167196" y="119350"/>
                </a:lnTo>
                <a:lnTo>
                  <a:pt x="167196" y="93191"/>
                </a:lnTo>
                <a:lnTo>
                  <a:pt x="124946" y="93191"/>
                </a:lnTo>
                <a:lnTo>
                  <a:pt x="124946" y="75379"/>
                </a:lnTo>
                <a:moveTo>
                  <a:pt x="133293" y="75379"/>
                </a:moveTo>
                <a:lnTo>
                  <a:pt x="167196" y="75379"/>
                </a:lnTo>
                <a:lnTo>
                  <a:pt x="167196" y="29343"/>
                </a:lnTo>
                <a:lnTo>
                  <a:pt x="133293" y="75379"/>
                </a:lnTo>
                <a:close/>
                <a:moveTo>
                  <a:pt x="213861" y="154630"/>
                </a:moveTo>
                <a:lnTo>
                  <a:pt x="213861" y="150672"/>
                </a:lnTo>
                <a:cubicBezTo>
                  <a:pt x="219770" y="146713"/>
                  <a:pt x="224158" y="142870"/>
                  <a:pt x="227027" y="139141"/>
                </a:cubicBezTo>
                <a:cubicBezTo>
                  <a:pt x="230870" y="133978"/>
                  <a:pt x="233911" y="127381"/>
                  <a:pt x="236148" y="119350"/>
                </a:cubicBezTo>
                <a:cubicBezTo>
                  <a:pt x="238901" y="109311"/>
                  <a:pt x="240278" y="95256"/>
                  <a:pt x="240278" y="77186"/>
                </a:cubicBezTo>
                <a:cubicBezTo>
                  <a:pt x="240278" y="60263"/>
                  <a:pt x="239045" y="47069"/>
                  <a:pt x="236578" y="37603"/>
                </a:cubicBezTo>
                <a:cubicBezTo>
                  <a:pt x="234054" y="28253"/>
                  <a:pt x="230641" y="20680"/>
                  <a:pt x="226338" y="14886"/>
                </a:cubicBezTo>
                <a:cubicBezTo>
                  <a:pt x="223298" y="10871"/>
                  <a:pt x="219139" y="7343"/>
                  <a:pt x="213861" y="4302"/>
                </a:cubicBezTo>
                <a:lnTo>
                  <a:pt x="213861" y="0"/>
                </a:lnTo>
                <a:cubicBezTo>
                  <a:pt x="227686" y="4647"/>
                  <a:pt x="239418" y="14112"/>
                  <a:pt x="249055" y="28396"/>
                </a:cubicBezTo>
                <a:cubicBezTo>
                  <a:pt x="258578" y="42795"/>
                  <a:pt x="263368" y="59259"/>
                  <a:pt x="263425" y="77788"/>
                </a:cubicBezTo>
                <a:cubicBezTo>
                  <a:pt x="263368" y="96145"/>
                  <a:pt x="258578" y="112351"/>
                  <a:pt x="249055" y="126406"/>
                </a:cubicBezTo>
                <a:cubicBezTo>
                  <a:pt x="239418" y="140633"/>
                  <a:pt x="227686" y="150041"/>
                  <a:pt x="213861" y="15463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BF226-B38E-42CD-B70E-655C4D75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057" y="2552707"/>
            <a:ext cx="54691" cy="1023472"/>
          </a:xfrm>
          <a:custGeom xmlns:a="http://schemas.openxmlformats.org/drawingml/2006/main">
            <a:pathLst>
              <a:path w="54691" h="1023472" fill="none">
                <a:moveTo>
                  <a:pt x="54691" y="0"/>
                </a:moveTo>
                <a:lnTo>
                  <a:pt x="0" y="0"/>
                </a:lnTo>
                <a:lnTo>
                  <a:pt x="0" y="1023472"/>
                </a:lnTo>
                <a:lnTo>
                  <a:pt x="54691" y="1023472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ADAA4-0BCB-4765-823D-3456EEF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279" y="2552707"/>
            <a:ext cx="54691" cy="1023472"/>
          </a:xfrm>
          <a:custGeom xmlns:a="http://schemas.openxmlformats.org/drawingml/2006/main">
            <a:pathLst>
              <a:path w="54691" h="1023472" fill="none">
                <a:moveTo>
                  <a:pt x="0" y="0"/>
                </a:moveTo>
                <a:lnTo>
                  <a:pt x="54691" y="0"/>
                </a:lnTo>
                <a:lnTo>
                  <a:pt x="54691" y="1023472"/>
                </a:lnTo>
                <a:lnTo>
                  <a:pt x="0" y="1023472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000000"/>
            </a:solidFill>
            <a:round/>
          </a:ln>
        </p:spPr>
      </p:sp>
      <p:sp>
        <p:nvSpPr>
          <p:cNvPr id="85" name="Text (">
            <a:extLst xmlns:a="http://schemas.openxmlformats.org/drawingml/2006/main">
              <a:ext uri="{FF2B5EF4-FFF2-40B4-BE49-F238E27FC236}">
                <a16:creationId xmlns:a16="http://schemas.microsoft.com/office/drawing/2014/main" id="{3B2F2679-2F35-49C1-8B66-0A5C5932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033" y="447888"/>
            <a:ext cx="46146" cy="143966"/>
          </a:xfrm>
          <a:custGeom xmlns:a="http://schemas.openxmlformats.org/drawingml/2006/main">
            <a:pathLst>
              <a:path w="46146" h="143966">
                <a:moveTo>
                  <a:pt x="46146" y="0"/>
                </a:moveTo>
                <a:lnTo>
                  <a:pt x="46146" y="3685"/>
                </a:lnTo>
                <a:cubicBezTo>
                  <a:pt x="40591" y="7371"/>
                  <a:pt x="36505" y="10922"/>
                  <a:pt x="33888" y="14340"/>
                </a:cubicBezTo>
                <a:cubicBezTo>
                  <a:pt x="30203" y="19147"/>
                  <a:pt x="27372" y="25316"/>
                  <a:pt x="25396" y="32847"/>
                </a:cubicBezTo>
                <a:cubicBezTo>
                  <a:pt x="22833" y="42247"/>
                  <a:pt x="21551" y="55306"/>
                  <a:pt x="21551" y="72023"/>
                </a:cubicBezTo>
                <a:cubicBezTo>
                  <a:pt x="21551" y="87886"/>
                  <a:pt x="22726" y="100170"/>
                  <a:pt x="25076" y="108876"/>
                </a:cubicBezTo>
                <a:cubicBezTo>
                  <a:pt x="27372" y="117688"/>
                  <a:pt x="30524" y="124765"/>
                  <a:pt x="34529" y="130106"/>
                </a:cubicBezTo>
                <a:cubicBezTo>
                  <a:pt x="37307" y="133898"/>
                  <a:pt x="41179" y="137183"/>
                  <a:pt x="46146" y="139960"/>
                </a:cubicBezTo>
                <a:lnTo>
                  <a:pt x="46146" y="143966"/>
                </a:lnTo>
                <a:cubicBezTo>
                  <a:pt x="33221" y="139693"/>
                  <a:pt x="22325" y="130854"/>
                  <a:pt x="13459" y="117448"/>
                </a:cubicBezTo>
                <a:cubicBezTo>
                  <a:pt x="4486" y="104149"/>
                  <a:pt x="0" y="88847"/>
                  <a:pt x="0" y="71542"/>
                </a:cubicBezTo>
                <a:cubicBezTo>
                  <a:pt x="0" y="54505"/>
                  <a:pt x="4460" y="39363"/>
                  <a:pt x="13379" y="26117"/>
                </a:cubicBezTo>
                <a:cubicBezTo>
                  <a:pt x="22245" y="12979"/>
                  <a:pt x="33167" y="4273"/>
                  <a:pt x="46146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C">
            <a:extLst xmlns:a="http://schemas.openxmlformats.org/drawingml/2006/main">
              <a:ext uri="{FF2B5EF4-FFF2-40B4-BE49-F238E27FC236}">
                <a16:creationId xmlns:a16="http://schemas.microsoft.com/office/drawing/2014/main" id="{5806D636-C162-4964-B7A4-051A280A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891" y="447888"/>
            <a:ext cx="107514" cy="113602"/>
          </a:xfrm>
          <a:custGeom xmlns:a="http://schemas.openxmlformats.org/drawingml/2006/main">
            <a:pathLst>
              <a:path w="107514" h="113602">
                <a:moveTo>
                  <a:pt x="107514" y="0"/>
                </a:moveTo>
                <a:lnTo>
                  <a:pt x="99502" y="34529"/>
                </a:lnTo>
                <a:lnTo>
                  <a:pt x="96378" y="34529"/>
                </a:lnTo>
                <a:cubicBezTo>
                  <a:pt x="95950" y="25183"/>
                  <a:pt x="93654" y="18159"/>
                  <a:pt x="89488" y="13459"/>
                </a:cubicBezTo>
                <a:cubicBezTo>
                  <a:pt x="85162" y="8919"/>
                  <a:pt x="79607" y="6623"/>
                  <a:pt x="72824" y="6569"/>
                </a:cubicBezTo>
                <a:cubicBezTo>
                  <a:pt x="65400" y="6569"/>
                  <a:pt x="58056" y="9721"/>
                  <a:pt x="50793" y="16023"/>
                </a:cubicBezTo>
                <a:cubicBezTo>
                  <a:pt x="43422" y="22379"/>
                  <a:pt x="37227" y="32019"/>
                  <a:pt x="32206" y="44944"/>
                </a:cubicBezTo>
                <a:cubicBezTo>
                  <a:pt x="28093" y="55466"/>
                  <a:pt x="26037" y="65854"/>
                  <a:pt x="26037" y="76109"/>
                </a:cubicBezTo>
                <a:cubicBezTo>
                  <a:pt x="25984" y="85349"/>
                  <a:pt x="28254" y="92345"/>
                  <a:pt x="32847" y="97099"/>
                </a:cubicBezTo>
                <a:cubicBezTo>
                  <a:pt x="37333" y="102012"/>
                  <a:pt x="43502" y="104443"/>
                  <a:pt x="51353" y="104389"/>
                </a:cubicBezTo>
                <a:cubicBezTo>
                  <a:pt x="57656" y="104443"/>
                  <a:pt x="63451" y="103054"/>
                  <a:pt x="68738" y="100223"/>
                </a:cubicBezTo>
                <a:cubicBezTo>
                  <a:pt x="73919" y="97446"/>
                  <a:pt x="79207" y="92933"/>
                  <a:pt x="84601" y="86684"/>
                </a:cubicBezTo>
                <a:lnTo>
                  <a:pt x="88446" y="86684"/>
                </a:lnTo>
                <a:cubicBezTo>
                  <a:pt x="81770" y="96618"/>
                  <a:pt x="75094" y="103588"/>
                  <a:pt x="68418" y="107594"/>
                </a:cubicBezTo>
                <a:cubicBezTo>
                  <a:pt x="61581" y="111599"/>
                  <a:pt x="53303" y="113602"/>
                  <a:pt x="43582" y="113602"/>
                </a:cubicBezTo>
                <a:cubicBezTo>
                  <a:pt x="30443" y="113602"/>
                  <a:pt x="19922" y="109623"/>
                  <a:pt x="12017" y="101665"/>
                </a:cubicBezTo>
                <a:cubicBezTo>
                  <a:pt x="4006" y="93761"/>
                  <a:pt x="0" y="83426"/>
                  <a:pt x="0" y="70661"/>
                </a:cubicBezTo>
                <a:cubicBezTo>
                  <a:pt x="0" y="58751"/>
                  <a:pt x="3178" y="47321"/>
                  <a:pt x="9534" y="36372"/>
                </a:cubicBezTo>
                <a:cubicBezTo>
                  <a:pt x="15836" y="25583"/>
                  <a:pt x="24996" y="16797"/>
                  <a:pt x="37013" y="10014"/>
                </a:cubicBezTo>
                <a:cubicBezTo>
                  <a:pt x="48923" y="3392"/>
                  <a:pt x="60780" y="53"/>
                  <a:pt x="72584" y="0"/>
                </a:cubicBezTo>
                <a:cubicBezTo>
                  <a:pt x="77070" y="0"/>
                  <a:pt x="82651" y="961"/>
                  <a:pt x="89328" y="2884"/>
                </a:cubicBezTo>
                <a:cubicBezTo>
                  <a:pt x="92692" y="3845"/>
                  <a:pt x="95069" y="4326"/>
                  <a:pt x="96458" y="4326"/>
                </a:cubicBezTo>
                <a:cubicBezTo>
                  <a:pt x="99075" y="4326"/>
                  <a:pt x="101772" y="2884"/>
                  <a:pt x="104549" y="0"/>
                </a:cubicBezTo>
                <a:lnTo>
                  <a:pt x="107514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,">
            <a:extLst xmlns:a="http://schemas.openxmlformats.org/drawingml/2006/main">
              <a:ext uri="{FF2B5EF4-FFF2-40B4-BE49-F238E27FC236}">
                <a16:creationId xmlns:a16="http://schemas.microsoft.com/office/drawing/2014/main" id="{FFBA9C4F-A38D-495C-9EBD-A059C34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826" y="534411"/>
            <a:ext cx="30363" cy="53356"/>
          </a:xfrm>
          <a:custGeom xmlns:a="http://schemas.openxmlformats.org/drawingml/2006/main">
            <a:pathLst>
              <a:path w="30363" h="53356">
                <a:moveTo>
                  <a:pt x="2884" y="53356"/>
                </a:moveTo>
                <a:lnTo>
                  <a:pt x="2884" y="49831"/>
                </a:lnTo>
                <a:cubicBezTo>
                  <a:pt x="9026" y="47214"/>
                  <a:pt x="13539" y="43742"/>
                  <a:pt x="16423" y="39416"/>
                </a:cubicBezTo>
                <a:cubicBezTo>
                  <a:pt x="19201" y="35197"/>
                  <a:pt x="20589" y="30871"/>
                  <a:pt x="20589" y="26438"/>
                </a:cubicBezTo>
                <a:cubicBezTo>
                  <a:pt x="20589" y="25583"/>
                  <a:pt x="20389" y="24929"/>
                  <a:pt x="19989" y="24475"/>
                </a:cubicBezTo>
                <a:cubicBezTo>
                  <a:pt x="19588" y="24021"/>
                  <a:pt x="19227" y="23767"/>
                  <a:pt x="18907" y="23714"/>
                </a:cubicBezTo>
                <a:cubicBezTo>
                  <a:pt x="18587" y="23714"/>
                  <a:pt x="18106" y="23901"/>
                  <a:pt x="17465" y="24275"/>
                </a:cubicBezTo>
                <a:cubicBezTo>
                  <a:pt x="15916" y="25183"/>
                  <a:pt x="13993" y="25637"/>
                  <a:pt x="11697" y="25637"/>
                </a:cubicBezTo>
                <a:cubicBezTo>
                  <a:pt x="8546" y="25690"/>
                  <a:pt x="5822" y="24462"/>
                  <a:pt x="3525" y="21951"/>
                </a:cubicBezTo>
                <a:cubicBezTo>
                  <a:pt x="1175" y="19495"/>
                  <a:pt x="0" y="16610"/>
                  <a:pt x="0" y="13299"/>
                </a:cubicBezTo>
                <a:cubicBezTo>
                  <a:pt x="0" y="9774"/>
                  <a:pt x="1335" y="6676"/>
                  <a:pt x="4006" y="4006"/>
                </a:cubicBezTo>
                <a:cubicBezTo>
                  <a:pt x="6623" y="1389"/>
                  <a:pt x="9854" y="53"/>
                  <a:pt x="13700" y="0"/>
                </a:cubicBezTo>
                <a:cubicBezTo>
                  <a:pt x="18239" y="0"/>
                  <a:pt x="22165" y="1763"/>
                  <a:pt x="25476" y="5288"/>
                </a:cubicBezTo>
                <a:cubicBezTo>
                  <a:pt x="28734" y="8919"/>
                  <a:pt x="30363" y="13806"/>
                  <a:pt x="30363" y="19949"/>
                </a:cubicBezTo>
                <a:cubicBezTo>
                  <a:pt x="30310" y="27586"/>
                  <a:pt x="28013" y="34369"/>
                  <a:pt x="23474" y="40298"/>
                </a:cubicBezTo>
                <a:cubicBezTo>
                  <a:pt x="18773" y="46226"/>
                  <a:pt x="11910" y="50579"/>
                  <a:pt x="2884" y="53356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SQLCon-">
            <a:extLst xmlns:a="http://schemas.openxmlformats.org/drawingml/2006/main">
              <a:ext uri="{FF2B5EF4-FFF2-40B4-BE49-F238E27FC236}">
                <a16:creationId xmlns:a16="http://schemas.microsoft.com/office/drawing/2014/main" id="{8275D218-BF58-4E82-9FF9-056956DA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009" y="447888"/>
            <a:ext cx="658087" cy="145301"/>
          </a:xfrm>
          <a:custGeom xmlns:a="http://schemas.openxmlformats.org/drawingml/2006/main">
            <a:pathLst>
              <a:path w="658087" h="145301">
                <a:moveTo>
                  <a:pt x="99342" y="0"/>
                </a:moveTo>
                <a:lnTo>
                  <a:pt x="90289" y="36853"/>
                </a:lnTo>
                <a:lnTo>
                  <a:pt x="87645" y="36853"/>
                </a:lnTo>
                <a:cubicBezTo>
                  <a:pt x="87058" y="31084"/>
                  <a:pt x="86016" y="26464"/>
                  <a:pt x="84521" y="22993"/>
                </a:cubicBezTo>
                <a:cubicBezTo>
                  <a:pt x="82278" y="17972"/>
                  <a:pt x="79313" y="14100"/>
                  <a:pt x="75628" y="11376"/>
                </a:cubicBezTo>
                <a:cubicBezTo>
                  <a:pt x="71836" y="8652"/>
                  <a:pt x="67804" y="7290"/>
                  <a:pt x="63531" y="7290"/>
                </a:cubicBezTo>
                <a:cubicBezTo>
                  <a:pt x="59365" y="7344"/>
                  <a:pt x="55733" y="8919"/>
                  <a:pt x="52635" y="12017"/>
                </a:cubicBezTo>
                <a:cubicBezTo>
                  <a:pt x="49484" y="15222"/>
                  <a:pt x="47908" y="18827"/>
                  <a:pt x="47908" y="22833"/>
                </a:cubicBezTo>
                <a:cubicBezTo>
                  <a:pt x="47908" y="26838"/>
                  <a:pt x="49003" y="30711"/>
                  <a:pt x="51193" y="34449"/>
                </a:cubicBezTo>
                <a:cubicBezTo>
                  <a:pt x="53276" y="38295"/>
                  <a:pt x="58377" y="44063"/>
                  <a:pt x="66495" y="51754"/>
                </a:cubicBezTo>
                <a:cubicBezTo>
                  <a:pt x="72958" y="57949"/>
                  <a:pt x="77310" y="63237"/>
                  <a:pt x="79554" y="67617"/>
                </a:cubicBezTo>
                <a:cubicBezTo>
                  <a:pt x="81690" y="72050"/>
                  <a:pt x="82785" y="76856"/>
                  <a:pt x="82838" y="82037"/>
                </a:cubicBezTo>
                <a:cubicBezTo>
                  <a:pt x="82838" y="87912"/>
                  <a:pt x="81289" y="93280"/>
                  <a:pt x="78192" y="98140"/>
                </a:cubicBezTo>
                <a:cubicBezTo>
                  <a:pt x="75041" y="103107"/>
                  <a:pt x="70554" y="106899"/>
                  <a:pt x="64732" y="109516"/>
                </a:cubicBezTo>
                <a:cubicBezTo>
                  <a:pt x="58751" y="112240"/>
                  <a:pt x="52048" y="113602"/>
                  <a:pt x="44624" y="113602"/>
                </a:cubicBezTo>
                <a:cubicBezTo>
                  <a:pt x="40031" y="113602"/>
                  <a:pt x="34262" y="112908"/>
                  <a:pt x="27319" y="111519"/>
                </a:cubicBezTo>
                <a:cubicBezTo>
                  <a:pt x="20322" y="110184"/>
                  <a:pt x="15676" y="109516"/>
                  <a:pt x="13379" y="109516"/>
                </a:cubicBezTo>
                <a:cubicBezTo>
                  <a:pt x="11510" y="109516"/>
                  <a:pt x="9881" y="109784"/>
                  <a:pt x="8492" y="110318"/>
                </a:cubicBezTo>
                <a:cubicBezTo>
                  <a:pt x="7050" y="110905"/>
                  <a:pt x="5261" y="112000"/>
                  <a:pt x="3124" y="113602"/>
                </a:cubicBezTo>
                <a:lnTo>
                  <a:pt x="0" y="113602"/>
                </a:lnTo>
                <a:lnTo>
                  <a:pt x="9694" y="72183"/>
                </a:lnTo>
                <a:lnTo>
                  <a:pt x="12738" y="72183"/>
                </a:lnTo>
                <a:cubicBezTo>
                  <a:pt x="13433" y="79500"/>
                  <a:pt x="14901" y="85669"/>
                  <a:pt x="17144" y="90690"/>
                </a:cubicBezTo>
                <a:cubicBezTo>
                  <a:pt x="19388" y="95870"/>
                  <a:pt x="22592" y="99849"/>
                  <a:pt x="26758" y="102627"/>
                </a:cubicBezTo>
                <a:cubicBezTo>
                  <a:pt x="30871" y="105511"/>
                  <a:pt x="35624" y="106953"/>
                  <a:pt x="41019" y="106953"/>
                </a:cubicBezTo>
                <a:cubicBezTo>
                  <a:pt x="46253" y="106953"/>
                  <a:pt x="50686" y="105190"/>
                  <a:pt x="54318" y="101665"/>
                </a:cubicBezTo>
                <a:cubicBezTo>
                  <a:pt x="57843" y="98247"/>
                  <a:pt x="59605" y="94161"/>
                  <a:pt x="59605" y="89408"/>
                </a:cubicBezTo>
                <a:cubicBezTo>
                  <a:pt x="59605" y="85402"/>
                  <a:pt x="58617" y="81557"/>
                  <a:pt x="56641" y="77871"/>
                </a:cubicBezTo>
                <a:cubicBezTo>
                  <a:pt x="54611" y="74186"/>
                  <a:pt x="50045" y="68818"/>
                  <a:pt x="42941" y="61768"/>
                </a:cubicBezTo>
                <a:cubicBezTo>
                  <a:pt x="35784" y="54718"/>
                  <a:pt x="30844" y="48416"/>
                  <a:pt x="28120" y="42861"/>
                </a:cubicBezTo>
                <a:cubicBezTo>
                  <a:pt x="26091" y="38802"/>
                  <a:pt x="25103" y="34423"/>
                  <a:pt x="25156" y="29722"/>
                </a:cubicBezTo>
                <a:cubicBezTo>
                  <a:pt x="25156" y="21658"/>
                  <a:pt x="28334" y="14688"/>
                  <a:pt x="34690" y="8813"/>
                </a:cubicBezTo>
                <a:cubicBezTo>
                  <a:pt x="40992" y="2991"/>
                  <a:pt x="49297" y="53"/>
                  <a:pt x="59605" y="0"/>
                </a:cubicBezTo>
                <a:cubicBezTo>
                  <a:pt x="64198" y="0"/>
                  <a:pt x="70314" y="1041"/>
                  <a:pt x="77951" y="3124"/>
                </a:cubicBezTo>
                <a:cubicBezTo>
                  <a:pt x="82331" y="4353"/>
                  <a:pt x="85455" y="4967"/>
                  <a:pt x="87325" y="4967"/>
                </a:cubicBezTo>
                <a:cubicBezTo>
                  <a:pt x="88820" y="5021"/>
                  <a:pt x="90209" y="4673"/>
                  <a:pt x="91491" y="3926"/>
                </a:cubicBezTo>
                <a:cubicBezTo>
                  <a:pt x="92666" y="3338"/>
                  <a:pt x="94108" y="2030"/>
                  <a:pt x="95817" y="0"/>
                </a:cubicBezTo>
                <a:lnTo>
                  <a:pt x="99342" y="0"/>
                </a:lnTo>
                <a:close/>
                <a:moveTo>
                  <a:pt x="143868" y="113602"/>
                </a:moveTo>
                <a:lnTo>
                  <a:pt x="129768" y="126421"/>
                </a:lnTo>
                <a:cubicBezTo>
                  <a:pt x="135055" y="125406"/>
                  <a:pt x="139381" y="124872"/>
                  <a:pt x="142746" y="124818"/>
                </a:cubicBezTo>
                <a:cubicBezTo>
                  <a:pt x="147393" y="124818"/>
                  <a:pt x="153936" y="125940"/>
                  <a:pt x="162374" y="128183"/>
                </a:cubicBezTo>
                <a:cubicBezTo>
                  <a:pt x="170760" y="130426"/>
                  <a:pt x="177409" y="131548"/>
                  <a:pt x="182323" y="131548"/>
                </a:cubicBezTo>
                <a:cubicBezTo>
                  <a:pt x="187610" y="131548"/>
                  <a:pt x="192551" y="130587"/>
                  <a:pt x="197144" y="128664"/>
                </a:cubicBezTo>
                <a:cubicBezTo>
                  <a:pt x="199921" y="127489"/>
                  <a:pt x="202832" y="125486"/>
                  <a:pt x="205876" y="122655"/>
                </a:cubicBezTo>
                <a:lnTo>
                  <a:pt x="208280" y="124898"/>
                </a:lnTo>
                <a:cubicBezTo>
                  <a:pt x="202832" y="131521"/>
                  <a:pt x="196476" y="136542"/>
                  <a:pt x="189213" y="139960"/>
                </a:cubicBezTo>
                <a:cubicBezTo>
                  <a:pt x="181896" y="143485"/>
                  <a:pt x="172682" y="145248"/>
                  <a:pt x="161573" y="145248"/>
                </a:cubicBezTo>
                <a:cubicBezTo>
                  <a:pt x="155324" y="145301"/>
                  <a:pt x="148034" y="144393"/>
                  <a:pt x="139702" y="142524"/>
                </a:cubicBezTo>
                <a:cubicBezTo>
                  <a:pt x="131317" y="140761"/>
                  <a:pt x="124694" y="139880"/>
                  <a:pt x="119834" y="139880"/>
                </a:cubicBezTo>
                <a:cubicBezTo>
                  <a:pt x="115881" y="139880"/>
                  <a:pt x="111715" y="140467"/>
                  <a:pt x="107336" y="141642"/>
                </a:cubicBezTo>
                <a:lnTo>
                  <a:pt x="105813" y="139640"/>
                </a:lnTo>
                <a:lnTo>
                  <a:pt x="135376" y="113602"/>
                </a:lnTo>
                <a:cubicBezTo>
                  <a:pt x="128379" y="112427"/>
                  <a:pt x="123065" y="110558"/>
                  <a:pt x="119433" y="107994"/>
                </a:cubicBezTo>
                <a:cubicBezTo>
                  <a:pt x="114359" y="104629"/>
                  <a:pt x="110460" y="99929"/>
                  <a:pt x="107736" y="93894"/>
                </a:cubicBezTo>
                <a:cubicBezTo>
                  <a:pt x="104906" y="88019"/>
                  <a:pt x="103517" y="81904"/>
                  <a:pt x="103570" y="75548"/>
                </a:cubicBezTo>
                <a:cubicBezTo>
                  <a:pt x="103570" y="63744"/>
                  <a:pt x="106988" y="51781"/>
                  <a:pt x="113825" y="39657"/>
                </a:cubicBezTo>
                <a:cubicBezTo>
                  <a:pt x="120608" y="27639"/>
                  <a:pt x="129741" y="18026"/>
                  <a:pt x="141224" y="10815"/>
                </a:cubicBezTo>
                <a:cubicBezTo>
                  <a:pt x="152600" y="3605"/>
                  <a:pt x="163950" y="0"/>
                  <a:pt x="175273" y="0"/>
                </a:cubicBezTo>
                <a:cubicBezTo>
                  <a:pt x="181735" y="0"/>
                  <a:pt x="187958" y="1629"/>
                  <a:pt x="193939" y="4887"/>
                </a:cubicBezTo>
                <a:cubicBezTo>
                  <a:pt x="199814" y="8198"/>
                  <a:pt x="204408" y="12792"/>
                  <a:pt x="207719" y="18667"/>
                </a:cubicBezTo>
                <a:cubicBezTo>
                  <a:pt x="210977" y="24702"/>
                  <a:pt x="212606" y="30897"/>
                  <a:pt x="212606" y="37253"/>
                </a:cubicBezTo>
                <a:cubicBezTo>
                  <a:pt x="212606" y="46867"/>
                  <a:pt x="210283" y="56668"/>
                  <a:pt x="205636" y="66655"/>
                </a:cubicBezTo>
                <a:cubicBezTo>
                  <a:pt x="200989" y="76803"/>
                  <a:pt x="194714" y="85589"/>
                  <a:pt x="186809" y="93013"/>
                </a:cubicBezTo>
                <a:cubicBezTo>
                  <a:pt x="178851" y="100490"/>
                  <a:pt x="170840" y="105911"/>
                  <a:pt x="162775" y="109276"/>
                </a:cubicBezTo>
                <a:cubicBezTo>
                  <a:pt x="157274" y="111626"/>
                  <a:pt x="150971" y="113068"/>
                  <a:pt x="143868" y="113602"/>
                </a:cubicBezTo>
                <a:moveTo>
                  <a:pt x="172629" y="6489"/>
                </a:moveTo>
                <a:cubicBezTo>
                  <a:pt x="168356" y="6489"/>
                  <a:pt x="164778" y="7237"/>
                  <a:pt x="161894" y="8732"/>
                </a:cubicBezTo>
                <a:cubicBezTo>
                  <a:pt x="158903" y="10281"/>
                  <a:pt x="155805" y="12845"/>
                  <a:pt x="152600" y="16423"/>
                </a:cubicBezTo>
                <a:cubicBezTo>
                  <a:pt x="149342" y="20055"/>
                  <a:pt x="146084" y="25156"/>
                  <a:pt x="142826" y="31725"/>
                </a:cubicBezTo>
                <a:cubicBezTo>
                  <a:pt x="139515" y="38402"/>
                  <a:pt x="136417" y="47454"/>
                  <a:pt x="133533" y="58884"/>
                </a:cubicBezTo>
                <a:cubicBezTo>
                  <a:pt x="130542" y="70367"/>
                  <a:pt x="129073" y="79901"/>
                  <a:pt x="129127" y="87485"/>
                </a:cubicBezTo>
                <a:cubicBezTo>
                  <a:pt x="129127" y="94054"/>
                  <a:pt x="130542" y="98968"/>
                  <a:pt x="133373" y="102226"/>
                </a:cubicBezTo>
                <a:cubicBezTo>
                  <a:pt x="136150" y="105591"/>
                  <a:pt x="139782" y="107273"/>
                  <a:pt x="144268" y="107273"/>
                </a:cubicBezTo>
                <a:cubicBezTo>
                  <a:pt x="150090" y="107327"/>
                  <a:pt x="155084" y="105377"/>
                  <a:pt x="159250" y="101425"/>
                </a:cubicBezTo>
                <a:cubicBezTo>
                  <a:pt x="167368" y="93681"/>
                  <a:pt x="174044" y="82304"/>
                  <a:pt x="179278" y="67296"/>
                </a:cubicBezTo>
                <a:cubicBezTo>
                  <a:pt x="184406" y="52341"/>
                  <a:pt x="186969" y="39016"/>
                  <a:pt x="186969" y="27319"/>
                </a:cubicBezTo>
                <a:cubicBezTo>
                  <a:pt x="186969" y="20055"/>
                  <a:pt x="185607" y="14741"/>
                  <a:pt x="182884" y="11376"/>
                </a:cubicBezTo>
                <a:cubicBezTo>
                  <a:pt x="180053" y="8118"/>
                  <a:pt x="176635" y="6489"/>
                  <a:pt x="172629" y="6489"/>
                </a:cubicBezTo>
                <a:close/>
                <a:moveTo>
                  <a:pt x="297771" y="111119"/>
                </a:moveTo>
                <a:lnTo>
                  <a:pt x="211007" y="111119"/>
                </a:lnTo>
                <a:lnTo>
                  <a:pt x="211888" y="108155"/>
                </a:lnTo>
                <a:cubicBezTo>
                  <a:pt x="217069" y="108155"/>
                  <a:pt x="220861" y="107140"/>
                  <a:pt x="223264" y="105110"/>
                </a:cubicBezTo>
                <a:cubicBezTo>
                  <a:pt x="225561" y="103134"/>
                  <a:pt x="227751" y="98648"/>
                  <a:pt x="229834" y="91651"/>
                </a:cubicBezTo>
                <a:lnTo>
                  <a:pt x="250022" y="21871"/>
                </a:lnTo>
                <a:cubicBezTo>
                  <a:pt x="251144" y="18026"/>
                  <a:pt x="251705" y="15008"/>
                  <a:pt x="251705" y="12818"/>
                </a:cubicBezTo>
                <a:cubicBezTo>
                  <a:pt x="251705" y="10682"/>
                  <a:pt x="250904" y="8973"/>
                  <a:pt x="249301" y="7691"/>
                </a:cubicBezTo>
                <a:cubicBezTo>
                  <a:pt x="247699" y="6463"/>
                  <a:pt x="244548" y="5715"/>
                  <a:pt x="239848" y="5448"/>
                </a:cubicBezTo>
                <a:lnTo>
                  <a:pt x="240729" y="2484"/>
                </a:lnTo>
                <a:lnTo>
                  <a:pt x="292884" y="2484"/>
                </a:lnTo>
                <a:lnTo>
                  <a:pt x="292002" y="5448"/>
                </a:lnTo>
                <a:cubicBezTo>
                  <a:pt x="286929" y="5555"/>
                  <a:pt x="283190" y="6676"/>
                  <a:pt x="280786" y="8813"/>
                </a:cubicBezTo>
                <a:cubicBezTo>
                  <a:pt x="278276" y="11002"/>
                  <a:pt x="276060" y="15355"/>
                  <a:pt x="274137" y="21871"/>
                </a:cubicBezTo>
                <a:lnTo>
                  <a:pt x="255711" y="85722"/>
                </a:lnTo>
                <a:cubicBezTo>
                  <a:pt x="253361" y="93841"/>
                  <a:pt x="252186" y="98781"/>
                  <a:pt x="252186" y="100544"/>
                </a:cubicBezTo>
                <a:cubicBezTo>
                  <a:pt x="252186" y="101665"/>
                  <a:pt x="252800" y="102653"/>
                  <a:pt x="254028" y="103508"/>
                </a:cubicBezTo>
                <a:cubicBezTo>
                  <a:pt x="255203" y="104469"/>
                  <a:pt x="257126" y="104950"/>
                  <a:pt x="259796" y="104950"/>
                </a:cubicBezTo>
                <a:cubicBezTo>
                  <a:pt x="268662" y="105003"/>
                  <a:pt x="277235" y="102974"/>
                  <a:pt x="285513" y="98861"/>
                </a:cubicBezTo>
                <a:cubicBezTo>
                  <a:pt x="293738" y="94856"/>
                  <a:pt x="300708" y="88794"/>
                  <a:pt x="306423" y="80675"/>
                </a:cubicBezTo>
                <a:lnTo>
                  <a:pt x="309788" y="80675"/>
                </a:lnTo>
                <a:lnTo>
                  <a:pt x="297771" y="111119"/>
                </a:lnTo>
                <a:close/>
                <a:moveTo>
                  <a:pt x="437849" y="0"/>
                </a:moveTo>
                <a:lnTo>
                  <a:pt x="429838" y="34529"/>
                </a:lnTo>
                <a:lnTo>
                  <a:pt x="426713" y="34529"/>
                </a:lnTo>
                <a:cubicBezTo>
                  <a:pt x="426286" y="25183"/>
                  <a:pt x="423989" y="18159"/>
                  <a:pt x="419823" y="13459"/>
                </a:cubicBezTo>
                <a:cubicBezTo>
                  <a:pt x="415497" y="8919"/>
                  <a:pt x="409942" y="6623"/>
                  <a:pt x="403159" y="6569"/>
                </a:cubicBezTo>
                <a:cubicBezTo>
                  <a:pt x="395736" y="6569"/>
                  <a:pt x="388392" y="9721"/>
                  <a:pt x="381128" y="16023"/>
                </a:cubicBezTo>
                <a:cubicBezTo>
                  <a:pt x="373757" y="22379"/>
                  <a:pt x="367562" y="32019"/>
                  <a:pt x="362541" y="44944"/>
                </a:cubicBezTo>
                <a:cubicBezTo>
                  <a:pt x="358429" y="55466"/>
                  <a:pt x="356373" y="65854"/>
                  <a:pt x="356373" y="76109"/>
                </a:cubicBezTo>
                <a:cubicBezTo>
                  <a:pt x="356319" y="85349"/>
                  <a:pt x="358589" y="92345"/>
                  <a:pt x="363182" y="97099"/>
                </a:cubicBezTo>
                <a:cubicBezTo>
                  <a:pt x="367669" y="102012"/>
                  <a:pt x="373838" y="104443"/>
                  <a:pt x="381689" y="104389"/>
                </a:cubicBezTo>
                <a:cubicBezTo>
                  <a:pt x="387991" y="104443"/>
                  <a:pt x="393786" y="103054"/>
                  <a:pt x="399074" y="100223"/>
                </a:cubicBezTo>
                <a:cubicBezTo>
                  <a:pt x="404254" y="97446"/>
                  <a:pt x="409542" y="92933"/>
                  <a:pt x="414936" y="86684"/>
                </a:cubicBezTo>
                <a:lnTo>
                  <a:pt x="418782" y="86684"/>
                </a:lnTo>
                <a:cubicBezTo>
                  <a:pt x="412106" y="96618"/>
                  <a:pt x="405429" y="103588"/>
                  <a:pt x="398753" y="107594"/>
                </a:cubicBezTo>
                <a:cubicBezTo>
                  <a:pt x="391917" y="111599"/>
                  <a:pt x="383638" y="113602"/>
                  <a:pt x="373918" y="113602"/>
                </a:cubicBezTo>
                <a:cubicBezTo>
                  <a:pt x="360779" y="113602"/>
                  <a:pt x="350257" y="109623"/>
                  <a:pt x="342353" y="101665"/>
                </a:cubicBezTo>
                <a:cubicBezTo>
                  <a:pt x="334341" y="93761"/>
                  <a:pt x="330335" y="83426"/>
                  <a:pt x="330335" y="70661"/>
                </a:cubicBezTo>
                <a:cubicBezTo>
                  <a:pt x="330335" y="58751"/>
                  <a:pt x="333513" y="47321"/>
                  <a:pt x="339869" y="36372"/>
                </a:cubicBezTo>
                <a:cubicBezTo>
                  <a:pt x="346171" y="25583"/>
                  <a:pt x="355331" y="16797"/>
                  <a:pt x="367348" y="10014"/>
                </a:cubicBezTo>
                <a:cubicBezTo>
                  <a:pt x="379259" y="3392"/>
                  <a:pt x="391116" y="53"/>
                  <a:pt x="402919" y="0"/>
                </a:cubicBezTo>
                <a:cubicBezTo>
                  <a:pt x="407406" y="0"/>
                  <a:pt x="412987" y="961"/>
                  <a:pt x="419663" y="2884"/>
                </a:cubicBezTo>
                <a:cubicBezTo>
                  <a:pt x="423028" y="3845"/>
                  <a:pt x="425405" y="4326"/>
                  <a:pt x="426793" y="4326"/>
                </a:cubicBezTo>
                <a:cubicBezTo>
                  <a:pt x="429410" y="4326"/>
                  <a:pt x="432107" y="2884"/>
                  <a:pt x="434885" y="0"/>
                </a:cubicBezTo>
                <a:lnTo>
                  <a:pt x="437849" y="0"/>
                </a:lnTo>
                <a:close/>
                <a:moveTo>
                  <a:pt x="482901" y="36853"/>
                </a:moveTo>
                <a:cubicBezTo>
                  <a:pt x="487067" y="36853"/>
                  <a:pt x="491046" y="37814"/>
                  <a:pt x="494838" y="39737"/>
                </a:cubicBezTo>
                <a:cubicBezTo>
                  <a:pt x="498523" y="41766"/>
                  <a:pt x="501327" y="44490"/>
                  <a:pt x="503250" y="47908"/>
                </a:cubicBezTo>
                <a:cubicBezTo>
                  <a:pt x="505066" y="51380"/>
                  <a:pt x="506000" y="55226"/>
                  <a:pt x="506054" y="59445"/>
                </a:cubicBezTo>
                <a:cubicBezTo>
                  <a:pt x="506054" y="68097"/>
                  <a:pt x="503650" y="76750"/>
                  <a:pt x="498844" y="85402"/>
                </a:cubicBezTo>
                <a:cubicBezTo>
                  <a:pt x="493930" y="94054"/>
                  <a:pt x="487547" y="100864"/>
                  <a:pt x="479696" y="105831"/>
                </a:cubicBezTo>
                <a:cubicBezTo>
                  <a:pt x="471738" y="110905"/>
                  <a:pt x="463780" y="113415"/>
                  <a:pt x="455822" y="113362"/>
                </a:cubicBezTo>
                <a:cubicBezTo>
                  <a:pt x="448505" y="113362"/>
                  <a:pt x="442897" y="111199"/>
                  <a:pt x="438998" y="106873"/>
                </a:cubicBezTo>
                <a:cubicBezTo>
                  <a:pt x="434992" y="102547"/>
                  <a:pt x="432989" y="97259"/>
                  <a:pt x="432989" y="91010"/>
                </a:cubicBezTo>
                <a:cubicBezTo>
                  <a:pt x="432989" y="83586"/>
                  <a:pt x="434485" y="76616"/>
                  <a:pt x="437476" y="70100"/>
                </a:cubicBezTo>
                <a:cubicBezTo>
                  <a:pt x="440413" y="63691"/>
                  <a:pt x="444179" y="58030"/>
                  <a:pt x="448772" y="53116"/>
                </a:cubicBezTo>
                <a:cubicBezTo>
                  <a:pt x="453312" y="48309"/>
                  <a:pt x="458546" y="44383"/>
                  <a:pt x="464474" y="41339"/>
                </a:cubicBezTo>
                <a:cubicBezTo>
                  <a:pt x="470403" y="38402"/>
                  <a:pt x="476545" y="36906"/>
                  <a:pt x="482901" y="36853"/>
                </a:cubicBezTo>
                <a:moveTo>
                  <a:pt x="479616" y="41099"/>
                </a:moveTo>
                <a:cubicBezTo>
                  <a:pt x="476732" y="41099"/>
                  <a:pt x="474382" y="41927"/>
                  <a:pt x="472566" y="43582"/>
                </a:cubicBezTo>
                <a:cubicBezTo>
                  <a:pt x="468774" y="46947"/>
                  <a:pt x="464555" y="54798"/>
                  <a:pt x="459908" y="67136"/>
                </a:cubicBezTo>
                <a:cubicBezTo>
                  <a:pt x="455154" y="79580"/>
                  <a:pt x="452804" y="90743"/>
                  <a:pt x="452858" y="100624"/>
                </a:cubicBezTo>
                <a:cubicBezTo>
                  <a:pt x="452804" y="103134"/>
                  <a:pt x="453552" y="105164"/>
                  <a:pt x="455101" y="106712"/>
                </a:cubicBezTo>
                <a:cubicBezTo>
                  <a:pt x="456597" y="108315"/>
                  <a:pt x="458359" y="109116"/>
                  <a:pt x="460389" y="109116"/>
                </a:cubicBezTo>
                <a:cubicBezTo>
                  <a:pt x="462472" y="109116"/>
                  <a:pt x="464314" y="108475"/>
                  <a:pt x="465917" y="107193"/>
                </a:cubicBezTo>
                <a:cubicBezTo>
                  <a:pt x="468213" y="105270"/>
                  <a:pt x="471097" y="100944"/>
                  <a:pt x="474569" y="94215"/>
                </a:cubicBezTo>
                <a:cubicBezTo>
                  <a:pt x="477987" y="87592"/>
                  <a:pt x="480791" y="80195"/>
                  <a:pt x="482981" y="72023"/>
                </a:cubicBezTo>
                <a:cubicBezTo>
                  <a:pt x="485117" y="63958"/>
                  <a:pt x="486212" y="56561"/>
                  <a:pt x="486266" y="49831"/>
                </a:cubicBezTo>
                <a:cubicBezTo>
                  <a:pt x="486266" y="47054"/>
                  <a:pt x="485598" y="44891"/>
                  <a:pt x="484263" y="43342"/>
                </a:cubicBezTo>
                <a:cubicBezTo>
                  <a:pt x="482874" y="41846"/>
                  <a:pt x="481325" y="41099"/>
                  <a:pt x="479616" y="41099"/>
                </a:cubicBezTo>
                <a:close/>
                <a:moveTo>
                  <a:pt x="557882" y="36853"/>
                </a:moveTo>
                <a:lnTo>
                  <a:pt x="547947" y="71222"/>
                </a:lnTo>
                <a:cubicBezTo>
                  <a:pt x="554570" y="61234"/>
                  <a:pt x="559564" y="54371"/>
                  <a:pt x="562929" y="50632"/>
                </a:cubicBezTo>
                <a:cubicBezTo>
                  <a:pt x="567789" y="45291"/>
                  <a:pt x="571982" y="41660"/>
                  <a:pt x="575507" y="39737"/>
                </a:cubicBezTo>
                <a:cubicBezTo>
                  <a:pt x="578978" y="37814"/>
                  <a:pt x="582290" y="36853"/>
                  <a:pt x="585441" y="36853"/>
                </a:cubicBezTo>
                <a:cubicBezTo>
                  <a:pt x="588165" y="36906"/>
                  <a:pt x="590542" y="37921"/>
                  <a:pt x="592571" y="39897"/>
                </a:cubicBezTo>
                <a:cubicBezTo>
                  <a:pt x="594547" y="42033"/>
                  <a:pt x="595535" y="44731"/>
                  <a:pt x="595535" y="47989"/>
                </a:cubicBezTo>
                <a:cubicBezTo>
                  <a:pt x="595535" y="51033"/>
                  <a:pt x="594894" y="54665"/>
                  <a:pt x="593613" y="58884"/>
                </a:cubicBezTo>
                <a:lnTo>
                  <a:pt x="583358" y="93093"/>
                </a:lnTo>
                <a:cubicBezTo>
                  <a:pt x="582450" y="96137"/>
                  <a:pt x="582023" y="98087"/>
                  <a:pt x="582076" y="98941"/>
                </a:cubicBezTo>
                <a:cubicBezTo>
                  <a:pt x="582076" y="99529"/>
                  <a:pt x="582290" y="100010"/>
                  <a:pt x="582717" y="100383"/>
                </a:cubicBezTo>
                <a:cubicBezTo>
                  <a:pt x="583091" y="100811"/>
                  <a:pt x="583491" y="101024"/>
                  <a:pt x="583919" y="101024"/>
                </a:cubicBezTo>
                <a:cubicBezTo>
                  <a:pt x="584453" y="101024"/>
                  <a:pt x="585014" y="100811"/>
                  <a:pt x="585601" y="100383"/>
                </a:cubicBezTo>
                <a:cubicBezTo>
                  <a:pt x="587417" y="98888"/>
                  <a:pt x="589313" y="96698"/>
                  <a:pt x="591289" y="93814"/>
                </a:cubicBezTo>
                <a:cubicBezTo>
                  <a:pt x="591770" y="93120"/>
                  <a:pt x="592544" y="91998"/>
                  <a:pt x="593613" y="90449"/>
                </a:cubicBezTo>
                <a:lnTo>
                  <a:pt x="596657" y="92292"/>
                </a:lnTo>
                <a:cubicBezTo>
                  <a:pt x="588806" y="105537"/>
                  <a:pt x="580554" y="112134"/>
                  <a:pt x="571902" y="112080"/>
                </a:cubicBezTo>
                <a:cubicBezTo>
                  <a:pt x="568537" y="112080"/>
                  <a:pt x="565946" y="111226"/>
                  <a:pt x="564130" y="109516"/>
                </a:cubicBezTo>
                <a:cubicBezTo>
                  <a:pt x="562261" y="107861"/>
                  <a:pt x="561326" y="105724"/>
                  <a:pt x="561326" y="103107"/>
                </a:cubicBezTo>
                <a:cubicBezTo>
                  <a:pt x="561326" y="100864"/>
                  <a:pt x="561967" y="97526"/>
                  <a:pt x="563249" y="93093"/>
                </a:cubicBezTo>
                <a:lnTo>
                  <a:pt x="573264" y="58884"/>
                </a:lnTo>
                <a:cubicBezTo>
                  <a:pt x="573958" y="56641"/>
                  <a:pt x="574305" y="54985"/>
                  <a:pt x="574305" y="53917"/>
                </a:cubicBezTo>
                <a:cubicBezTo>
                  <a:pt x="574305" y="53383"/>
                  <a:pt x="574065" y="52849"/>
                  <a:pt x="573584" y="52315"/>
                </a:cubicBezTo>
                <a:cubicBezTo>
                  <a:pt x="573103" y="51941"/>
                  <a:pt x="572543" y="51727"/>
                  <a:pt x="571902" y="51674"/>
                </a:cubicBezTo>
                <a:cubicBezTo>
                  <a:pt x="569872" y="51674"/>
                  <a:pt x="567415" y="53062"/>
                  <a:pt x="564531" y="55840"/>
                </a:cubicBezTo>
                <a:cubicBezTo>
                  <a:pt x="557161" y="62890"/>
                  <a:pt x="550030" y="73385"/>
                  <a:pt x="543141" y="87325"/>
                </a:cubicBezTo>
                <a:lnTo>
                  <a:pt x="536571" y="111119"/>
                </a:lnTo>
                <a:lnTo>
                  <a:pt x="516142" y="111119"/>
                </a:lnTo>
                <a:lnTo>
                  <a:pt x="531123" y="59685"/>
                </a:lnTo>
                <a:cubicBezTo>
                  <a:pt x="532565" y="54665"/>
                  <a:pt x="533286" y="51060"/>
                  <a:pt x="533286" y="48870"/>
                </a:cubicBezTo>
                <a:cubicBezTo>
                  <a:pt x="533233" y="48015"/>
                  <a:pt x="533019" y="47241"/>
                  <a:pt x="532646" y="46547"/>
                </a:cubicBezTo>
                <a:cubicBezTo>
                  <a:pt x="532218" y="46012"/>
                  <a:pt x="531524" y="45532"/>
                  <a:pt x="530563" y="45104"/>
                </a:cubicBezTo>
                <a:cubicBezTo>
                  <a:pt x="529548" y="44784"/>
                  <a:pt x="527732" y="44624"/>
                  <a:pt x="525115" y="44624"/>
                </a:cubicBezTo>
                <a:lnTo>
                  <a:pt x="525996" y="41579"/>
                </a:lnTo>
                <a:lnTo>
                  <a:pt x="552995" y="36853"/>
                </a:lnTo>
                <a:lnTo>
                  <a:pt x="557882" y="36853"/>
                </a:lnTo>
                <a:close/>
                <a:moveTo>
                  <a:pt x="611460" y="66815"/>
                </a:moveTo>
                <a:lnTo>
                  <a:pt x="658087" y="66815"/>
                </a:lnTo>
                <a:lnTo>
                  <a:pt x="653120" y="83479"/>
                </a:lnTo>
                <a:lnTo>
                  <a:pt x="606253" y="83479"/>
                </a:lnTo>
                <a:lnTo>
                  <a:pt x="611460" y="66815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nectionT">
            <a:extLst xmlns:a="http://schemas.openxmlformats.org/drawingml/2006/main">
              <a:ext uri="{FF2B5EF4-FFF2-40B4-BE49-F238E27FC236}">
                <a16:creationId xmlns:a16="http://schemas.microsoft.com/office/drawing/2014/main" id="{99E3172B-420A-43C6-A1F0-D13F76CF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547" y="642346"/>
            <a:ext cx="622054" cy="113415"/>
          </a:xfrm>
          <a:custGeom xmlns:a="http://schemas.openxmlformats.org/drawingml/2006/main">
            <a:pathLst>
              <a:path w="622054" h="113415">
                <a:moveTo>
                  <a:pt x="41740" y="36853"/>
                </a:moveTo>
                <a:lnTo>
                  <a:pt x="31805" y="71222"/>
                </a:lnTo>
                <a:cubicBezTo>
                  <a:pt x="38428" y="61234"/>
                  <a:pt x="43422" y="54371"/>
                  <a:pt x="46787" y="50632"/>
                </a:cubicBezTo>
                <a:cubicBezTo>
                  <a:pt x="51647" y="45291"/>
                  <a:pt x="55840" y="41660"/>
                  <a:pt x="59365" y="39737"/>
                </a:cubicBezTo>
                <a:cubicBezTo>
                  <a:pt x="62836" y="37814"/>
                  <a:pt x="66148" y="36853"/>
                  <a:pt x="69299" y="36853"/>
                </a:cubicBezTo>
                <a:cubicBezTo>
                  <a:pt x="72023" y="36906"/>
                  <a:pt x="74400" y="37921"/>
                  <a:pt x="76429" y="39897"/>
                </a:cubicBezTo>
                <a:cubicBezTo>
                  <a:pt x="78405" y="42033"/>
                  <a:pt x="79393" y="44731"/>
                  <a:pt x="79393" y="47989"/>
                </a:cubicBezTo>
                <a:cubicBezTo>
                  <a:pt x="79393" y="51033"/>
                  <a:pt x="78753" y="54665"/>
                  <a:pt x="77471" y="58884"/>
                </a:cubicBezTo>
                <a:lnTo>
                  <a:pt x="67216" y="93093"/>
                </a:lnTo>
                <a:cubicBezTo>
                  <a:pt x="66308" y="96137"/>
                  <a:pt x="65881" y="98087"/>
                  <a:pt x="65934" y="98941"/>
                </a:cubicBezTo>
                <a:cubicBezTo>
                  <a:pt x="65934" y="99529"/>
                  <a:pt x="66148" y="100010"/>
                  <a:pt x="66575" y="100383"/>
                </a:cubicBezTo>
                <a:cubicBezTo>
                  <a:pt x="66949" y="100811"/>
                  <a:pt x="67350" y="101024"/>
                  <a:pt x="67777" y="101024"/>
                </a:cubicBezTo>
                <a:cubicBezTo>
                  <a:pt x="68311" y="101024"/>
                  <a:pt x="68872" y="100811"/>
                  <a:pt x="69459" y="100383"/>
                </a:cubicBezTo>
                <a:cubicBezTo>
                  <a:pt x="71275" y="98888"/>
                  <a:pt x="73171" y="96698"/>
                  <a:pt x="75147" y="93814"/>
                </a:cubicBezTo>
                <a:cubicBezTo>
                  <a:pt x="75628" y="93120"/>
                  <a:pt x="76402" y="91998"/>
                  <a:pt x="77471" y="90449"/>
                </a:cubicBezTo>
                <a:lnTo>
                  <a:pt x="80515" y="92292"/>
                </a:lnTo>
                <a:cubicBezTo>
                  <a:pt x="72664" y="105537"/>
                  <a:pt x="64412" y="112134"/>
                  <a:pt x="55760" y="112080"/>
                </a:cubicBezTo>
                <a:cubicBezTo>
                  <a:pt x="52395" y="112080"/>
                  <a:pt x="49804" y="111226"/>
                  <a:pt x="47989" y="109516"/>
                </a:cubicBezTo>
                <a:cubicBezTo>
                  <a:pt x="46119" y="107861"/>
                  <a:pt x="45185" y="105724"/>
                  <a:pt x="45185" y="103107"/>
                </a:cubicBezTo>
                <a:cubicBezTo>
                  <a:pt x="45185" y="100864"/>
                  <a:pt x="45825" y="97526"/>
                  <a:pt x="47107" y="93093"/>
                </a:cubicBezTo>
                <a:lnTo>
                  <a:pt x="57122" y="58884"/>
                </a:lnTo>
                <a:cubicBezTo>
                  <a:pt x="57816" y="56641"/>
                  <a:pt x="58163" y="54985"/>
                  <a:pt x="58163" y="53917"/>
                </a:cubicBezTo>
                <a:cubicBezTo>
                  <a:pt x="58163" y="53383"/>
                  <a:pt x="57923" y="52849"/>
                  <a:pt x="57442" y="52315"/>
                </a:cubicBezTo>
                <a:cubicBezTo>
                  <a:pt x="56961" y="51941"/>
                  <a:pt x="56401" y="51727"/>
                  <a:pt x="55760" y="51674"/>
                </a:cubicBezTo>
                <a:cubicBezTo>
                  <a:pt x="53730" y="51674"/>
                  <a:pt x="51273" y="53062"/>
                  <a:pt x="48389" y="55840"/>
                </a:cubicBezTo>
                <a:cubicBezTo>
                  <a:pt x="41019" y="62890"/>
                  <a:pt x="33888" y="73385"/>
                  <a:pt x="26999" y="87325"/>
                </a:cubicBezTo>
                <a:lnTo>
                  <a:pt x="20429" y="111119"/>
                </a:lnTo>
                <a:lnTo>
                  <a:pt x="0" y="111119"/>
                </a:lnTo>
                <a:lnTo>
                  <a:pt x="14981" y="59685"/>
                </a:lnTo>
                <a:cubicBezTo>
                  <a:pt x="16423" y="54665"/>
                  <a:pt x="17144" y="51060"/>
                  <a:pt x="17144" y="48870"/>
                </a:cubicBezTo>
                <a:cubicBezTo>
                  <a:pt x="17091" y="48015"/>
                  <a:pt x="16877" y="47241"/>
                  <a:pt x="16504" y="46547"/>
                </a:cubicBezTo>
                <a:cubicBezTo>
                  <a:pt x="16076" y="46012"/>
                  <a:pt x="15382" y="45532"/>
                  <a:pt x="14421" y="45104"/>
                </a:cubicBezTo>
                <a:cubicBezTo>
                  <a:pt x="13406" y="44784"/>
                  <a:pt x="11590" y="44624"/>
                  <a:pt x="8973" y="44624"/>
                </a:cubicBezTo>
                <a:lnTo>
                  <a:pt x="9854" y="41579"/>
                </a:lnTo>
                <a:lnTo>
                  <a:pt x="36853" y="36853"/>
                </a:lnTo>
                <a:lnTo>
                  <a:pt x="41740" y="36853"/>
                </a:lnTo>
                <a:close/>
                <a:moveTo>
                  <a:pt x="114787" y="81076"/>
                </a:moveTo>
                <a:cubicBezTo>
                  <a:pt x="114306" y="84547"/>
                  <a:pt x="114066" y="87405"/>
                  <a:pt x="114066" y="89648"/>
                </a:cubicBezTo>
                <a:cubicBezTo>
                  <a:pt x="114066" y="93654"/>
                  <a:pt x="115241" y="96858"/>
                  <a:pt x="117591" y="99262"/>
                </a:cubicBezTo>
                <a:cubicBezTo>
                  <a:pt x="119834" y="101665"/>
                  <a:pt x="122932" y="102867"/>
                  <a:pt x="126884" y="102867"/>
                </a:cubicBezTo>
                <a:cubicBezTo>
                  <a:pt x="130623" y="102920"/>
                  <a:pt x="134388" y="102012"/>
                  <a:pt x="138180" y="100143"/>
                </a:cubicBezTo>
                <a:cubicBezTo>
                  <a:pt x="141919" y="98381"/>
                  <a:pt x="146272" y="95203"/>
                  <a:pt x="151239" y="90609"/>
                </a:cubicBezTo>
                <a:lnTo>
                  <a:pt x="153642" y="92773"/>
                </a:lnTo>
                <a:cubicBezTo>
                  <a:pt x="147447" y="100250"/>
                  <a:pt x="141465" y="105537"/>
                  <a:pt x="135696" y="108635"/>
                </a:cubicBezTo>
                <a:cubicBezTo>
                  <a:pt x="129821" y="111786"/>
                  <a:pt x="123386" y="113362"/>
                  <a:pt x="116389" y="113362"/>
                </a:cubicBezTo>
                <a:cubicBezTo>
                  <a:pt x="107469" y="113362"/>
                  <a:pt x="101301" y="111226"/>
                  <a:pt x="97882" y="106953"/>
                </a:cubicBezTo>
                <a:cubicBezTo>
                  <a:pt x="94411" y="102733"/>
                  <a:pt x="92702" y="97793"/>
                  <a:pt x="92755" y="92132"/>
                </a:cubicBezTo>
                <a:cubicBezTo>
                  <a:pt x="92755" y="83426"/>
                  <a:pt x="95319" y="74667"/>
                  <a:pt x="100446" y="65854"/>
                </a:cubicBezTo>
                <a:cubicBezTo>
                  <a:pt x="105467" y="57148"/>
                  <a:pt x="112410" y="50125"/>
                  <a:pt x="121276" y="44784"/>
                </a:cubicBezTo>
                <a:cubicBezTo>
                  <a:pt x="129982" y="39496"/>
                  <a:pt x="138794" y="36853"/>
                  <a:pt x="147714" y="36853"/>
                </a:cubicBezTo>
                <a:cubicBezTo>
                  <a:pt x="152147" y="36853"/>
                  <a:pt x="155538" y="37921"/>
                  <a:pt x="157888" y="40057"/>
                </a:cubicBezTo>
                <a:cubicBezTo>
                  <a:pt x="160185" y="42247"/>
                  <a:pt x="161333" y="44944"/>
                  <a:pt x="161333" y="48149"/>
                </a:cubicBezTo>
                <a:cubicBezTo>
                  <a:pt x="161333" y="52101"/>
                  <a:pt x="160211" y="55893"/>
                  <a:pt x="157968" y="59525"/>
                </a:cubicBezTo>
                <a:cubicBezTo>
                  <a:pt x="154817" y="64599"/>
                  <a:pt x="150918" y="68631"/>
                  <a:pt x="146272" y="71622"/>
                </a:cubicBezTo>
                <a:cubicBezTo>
                  <a:pt x="141518" y="74774"/>
                  <a:pt x="136257" y="77124"/>
                  <a:pt x="130489" y="78672"/>
                </a:cubicBezTo>
                <a:cubicBezTo>
                  <a:pt x="126537" y="79741"/>
                  <a:pt x="121303" y="80542"/>
                  <a:pt x="114787" y="81076"/>
                </a:cubicBezTo>
                <a:moveTo>
                  <a:pt x="115508" y="76910"/>
                </a:moveTo>
                <a:cubicBezTo>
                  <a:pt x="120154" y="76216"/>
                  <a:pt x="123813" y="75254"/>
                  <a:pt x="126483" y="74026"/>
                </a:cubicBezTo>
                <a:cubicBezTo>
                  <a:pt x="129047" y="72851"/>
                  <a:pt x="131584" y="70928"/>
                  <a:pt x="134094" y="68258"/>
                </a:cubicBezTo>
                <a:cubicBezTo>
                  <a:pt x="136498" y="65694"/>
                  <a:pt x="138634" y="62356"/>
                  <a:pt x="140503" y="58243"/>
                </a:cubicBezTo>
                <a:cubicBezTo>
                  <a:pt x="142319" y="54237"/>
                  <a:pt x="143227" y="50472"/>
                  <a:pt x="143227" y="46947"/>
                </a:cubicBezTo>
                <a:cubicBezTo>
                  <a:pt x="143227" y="45505"/>
                  <a:pt x="142827" y="44330"/>
                  <a:pt x="142026" y="43422"/>
                </a:cubicBezTo>
                <a:cubicBezTo>
                  <a:pt x="141118" y="42567"/>
                  <a:pt x="140049" y="42140"/>
                  <a:pt x="138821" y="42140"/>
                </a:cubicBezTo>
                <a:cubicBezTo>
                  <a:pt x="136257" y="42140"/>
                  <a:pt x="133373" y="43929"/>
                  <a:pt x="130169" y="47508"/>
                </a:cubicBezTo>
                <a:cubicBezTo>
                  <a:pt x="124294" y="54077"/>
                  <a:pt x="119407" y="63878"/>
                  <a:pt x="115508" y="76910"/>
                </a:cubicBezTo>
                <a:close/>
                <a:moveTo>
                  <a:pt x="223600" y="91811"/>
                </a:moveTo>
                <a:lnTo>
                  <a:pt x="226003" y="93974"/>
                </a:lnTo>
                <a:cubicBezTo>
                  <a:pt x="220769" y="100170"/>
                  <a:pt x="215669" y="104710"/>
                  <a:pt x="210701" y="107594"/>
                </a:cubicBezTo>
                <a:cubicBezTo>
                  <a:pt x="203972" y="111439"/>
                  <a:pt x="197055" y="113362"/>
                  <a:pt x="189952" y="113362"/>
                </a:cubicBezTo>
                <a:cubicBezTo>
                  <a:pt x="185145" y="113362"/>
                  <a:pt x="180899" y="112320"/>
                  <a:pt x="177214" y="110238"/>
                </a:cubicBezTo>
                <a:cubicBezTo>
                  <a:pt x="173421" y="108261"/>
                  <a:pt x="170671" y="105377"/>
                  <a:pt x="168962" y="101585"/>
                </a:cubicBezTo>
                <a:cubicBezTo>
                  <a:pt x="167199" y="97953"/>
                  <a:pt x="166318" y="94161"/>
                  <a:pt x="166318" y="90209"/>
                </a:cubicBezTo>
                <a:cubicBezTo>
                  <a:pt x="166318" y="81503"/>
                  <a:pt x="168695" y="72877"/>
                  <a:pt x="173448" y="64332"/>
                </a:cubicBezTo>
                <a:cubicBezTo>
                  <a:pt x="178148" y="55947"/>
                  <a:pt x="184424" y="49244"/>
                  <a:pt x="192275" y="44223"/>
                </a:cubicBezTo>
                <a:cubicBezTo>
                  <a:pt x="200019" y="39363"/>
                  <a:pt x="207684" y="36906"/>
                  <a:pt x="215268" y="36853"/>
                </a:cubicBezTo>
                <a:cubicBezTo>
                  <a:pt x="221250" y="36906"/>
                  <a:pt x="225790" y="38241"/>
                  <a:pt x="228887" y="40858"/>
                </a:cubicBezTo>
                <a:cubicBezTo>
                  <a:pt x="231932" y="43582"/>
                  <a:pt x="233454" y="46894"/>
                  <a:pt x="233454" y="50793"/>
                </a:cubicBezTo>
                <a:cubicBezTo>
                  <a:pt x="233454" y="54424"/>
                  <a:pt x="232306" y="57469"/>
                  <a:pt x="230009" y="59926"/>
                </a:cubicBezTo>
                <a:cubicBezTo>
                  <a:pt x="227659" y="62436"/>
                  <a:pt x="225095" y="63691"/>
                  <a:pt x="222318" y="63691"/>
                </a:cubicBezTo>
                <a:cubicBezTo>
                  <a:pt x="219808" y="63691"/>
                  <a:pt x="217778" y="62890"/>
                  <a:pt x="216229" y="61288"/>
                </a:cubicBezTo>
                <a:cubicBezTo>
                  <a:pt x="214520" y="59685"/>
                  <a:pt x="213692" y="57789"/>
                  <a:pt x="213746" y="55599"/>
                </a:cubicBezTo>
                <a:cubicBezTo>
                  <a:pt x="213746" y="52769"/>
                  <a:pt x="215188" y="50258"/>
                  <a:pt x="218072" y="48069"/>
                </a:cubicBezTo>
                <a:cubicBezTo>
                  <a:pt x="220048" y="46573"/>
                  <a:pt x="221036" y="45265"/>
                  <a:pt x="221036" y="44143"/>
                </a:cubicBezTo>
                <a:cubicBezTo>
                  <a:pt x="221036" y="43182"/>
                  <a:pt x="220636" y="42407"/>
                  <a:pt x="219834" y="41820"/>
                </a:cubicBezTo>
                <a:cubicBezTo>
                  <a:pt x="218713" y="40965"/>
                  <a:pt x="217324" y="40538"/>
                  <a:pt x="215669" y="40538"/>
                </a:cubicBezTo>
                <a:cubicBezTo>
                  <a:pt x="211129" y="40591"/>
                  <a:pt x="206909" y="42407"/>
                  <a:pt x="203010" y="45986"/>
                </a:cubicBezTo>
                <a:cubicBezTo>
                  <a:pt x="197776" y="50793"/>
                  <a:pt x="193771" y="56881"/>
                  <a:pt x="190993" y="64252"/>
                </a:cubicBezTo>
                <a:cubicBezTo>
                  <a:pt x="188163" y="71622"/>
                  <a:pt x="186774" y="78619"/>
                  <a:pt x="186827" y="85242"/>
                </a:cubicBezTo>
                <a:cubicBezTo>
                  <a:pt x="186827" y="90476"/>
                  <a:pt x="188243" y="94642"/>
                  <a:pt x="191073" y="97740"/>
                </a:cubicBezTo>
                <a:cubicBezTo>
                  <a:pt x="193851" y="100891"/>
                  <a:pt x="197215" y="102466"/>
                  <a:pt x="201168" y="102466"/>
                </a:cubicBezTo>
                <a:cubicBezTo>
                  <a:pt x="204586" y="102466"/>
                  <a:pt x="208298" y="101585"/>
                  <a:pt x="212304" y="99823"/>
                </a:cubicBezTo>
                <a:cubicBezTo>
                  <a:pt x="216203" y="98114"/>
                  <a:pt x="219968" y="95443"/>
                  <a:pt x="223600" y="91811"/>
                </a:cubicBezTo>
                <a:close/>
                <a:moveTo>
                  <a:pt x="281941" y="17305"/>
                </a:moveTo>
                <a:lnTo>
                  <a:pt x="275532" y="39096"/>
                </a:lnTo>
                <a:lnTo>
                  <a:pt x="286027" y="39096"/>
                </a:lnTo>
                <a:lnTo>
                  <a:pt x="283223" y="48309"/>
                </a:lnTo>
                <a:lnTo>
                  <a:pt x="272888" y="48309"/>
                </a:lnTo>
                <a:lnTo>
                  <a:pt x="259509" y="94775"/>
                </a:lnTo>
                <a:cubicBezTo>
                  <a:pt x="258601" y="97660"/>
                  <a:pt x="258173" y="99849"/>
                  <a:pt x="258227" y="101345"/>
                </a:cubicBezTo>
                <a:cubicBezTo>
                  <a:pt x="258227" y="102093"/>
                  <a:pt x="258467" y="102680"/>
                  <a:pt x="258948" y="103107"/>
                </a:cubicBezTo>
                <a:cubicBezTo>
                  <a:pt x="259429" y="103695"/>
                  <a:pt x="259963" y="103962"/>
                  <a:pt x="260550" y="103908"/>
                </a:cubicBezTo>
                <a:cubicBezTo>
                  <a:pt x="261405" y="103908"/>
                  <a:pt x="262339" y="103535"/>
                  <a:pt x="263354" y="102787"/>
                </a:cubicBezTo>
                <a:cubicBezTo>
                  <a:pt x="265758" y="100971"/>
                  <a:pt x="268615" y="97713"/>
                  <a:pt x="271926" y="93013"/>
                </a:cubicBezTo>
                <a:lnTo>
                  <a:pt x="274730" y="94775"/>
                </a:lnTo>
                <a:cubicBezTo>
                  <a:pt x="270992" y="101238"/>
                  <a:pt x="266933" y="105938"/>
                  <a:pt x="262553" y="108876"/>
                </a:cubicBezTo>
                <a:cubicBezTo>
                  <a:pt x="258067" y="111866"/>
                  <a:pt x="253714" y="113362"/>
                  <a:pt x="249494" y="113362"/>
                </a:cubicBezTo>
                <a:cubicBezTo>
                  <a:pt x="245862" y="113362"/>
                  <a:pt x="243058" y="112427"/>
                  <a:pt x="241082" y="110558"/>
                </a:cubicBezTo>
                <a:cubicBezTo>
                  <a:pt x="239053" y="108742"/>
                  <a:pt x="238038" y="106419"/>
                  <a:pt x="238038" y="103588"/>
                </a:cubicBezTo>
                <a:cubicBezTo>
                  <a:pt x="238038" y="100544"/>
                  <a:pt x="238732" y="96565"/>
                  <a:pt x="240121" y="91651"/>
                </a:cubicBezTo>
                <a:lnTo>
                  <a:pt x="252779" y="48309"/>
                </a:lnTo>
                <a:lnTo>
                  <a:pt x="241883" y="48309"/>
                </a:lnTo>
                <a:lnTo>
                  <a:pt x="243486" y="42381"/>
                </a:lnTo>
                <a:cubicBezTo>
                  <a:pt x="250269" y="39924"/>
                  <a:pt x="256037" y="36986"/>
                  <a:pt x="260790" y="33568"/>
                </a:cubicBezTo>
                <a:cubicBezTo>
                  <a:pt x="265437" y="30203"/>
                  <a:pt x="271099" y="24782"/>
                  <a:pt x="277775" y="17305"/>
                </a:cubicBezTo>
                <a:lnTo>
                  <a:pt x="281941" y="17305"/>
                </a:lnTo>
                <a:close/>
                <a:moveTo>
                  <a:pt x="320381" y="0"/>
                </a:moveTo>
                <a:cubicBezTo>
                  <a:pt x="323639" y="0"/>
                  <a:pt x="326443" y="1148"/>
                  <a:pt x="328793" y="3445"/>
                </a:cubicBezTo>
                <a:cubicBezTo>
                  <a:pt x="331036" y="5795"/>
                  <a:pt x="332158" y="8572"/>
                  <a:pt x="332158" y="11777"/>
                </a:cubicBezTo>
                <a:cubicBezTo>
                  <a:pt x="332158" y="15088"/>
                  <a:pt x="331009" y="17866"/>
                  <a:pt x="328713" y="20109"/>
                </a:cubicBezTo>
                <a:cubicBezTo>
                  <a:pt x="326363" y="22459"/>
                  <a:pt x="323585" y="23607"/>
                  <a:pt x="320381" y="23554"/>
                </a:cubicBezTo>
                <a:cubicBezTo>
                  <a:pt x="317176" y="23607"/>
                  <a:pt x="314426" y="22459"/>
                  <a:pt x="312129" y="20109"/>
                </a:cubicBezTo>
                <a:cubicBezTo>
                  <a:pt x="309779" y="17866"/>
                  <a:pt x="308631" y="15088"/>
                  <a:pt x="308684" y="11777"/>
                </a:cubicBezTo>
                <a:cubicBezTo>
                  <a:pt x="308631" y="8572"/>
                  <a:pt x="309779" y="5795"/>
                  <a:pt x="312129" y="3445"/>
                </a:cubicBezTo>
                <a:cubicBezTo>
                  <a:pt x="314319" y="1148"/>
                  <a:pt x="317069" y="0"/>
                  <a:pt x="320381" y="0"/>
                </a:cubicBezTo>
                <a:moveTo>
                  <a:pt x="325348" y="36853"/>
                </a:moveTo>
                <a:lnTo>
                  <a:pt x="308924" y="93814"/>
                </a:lnTo>
                <a:cubicBezTo>
                  <a:pt x="308016" y="97125"/>
                  <a:pt x="307562" y="99262"/>
                  <a:pt x="307562" y="100223"/>
                </a:cubicBezTo>
                <a:cubicBezTo>
                  <a:pt x="307562" y="100811"/>
                  <a:pt x="307803" y="101345"/>
                  <a:pt x="308284" y="101825"/>
                </a:cubicBezTo>
                <a:cubicBezTo>
                  <a:pt x="308711" y="102413"/>
                  <a:pt x="309218" y="102680"/>
                  <a:pt x="309806" y="102627"/>
                </a:cubicBezTo>
                <a:cubicBezTo>
                  <a:pt x="310660" y="102627"/>
                  <a:pt x="311568" y="102226"/>
                  <a:pt x="312530" y="101425"/>
                </a:cubicBezTo>
                <a:cubicBezTo>
                  <a:pt x="314933" y="99502"/>
                  <a:pt x="317817" y="95924"/>
                  <a:pt x="321182" y="90690"/>
                </a:cubicBezTo>
                <a:lnTo>
                  <a:pt x="323906" y="92292"/>
                </a:lnTo>
                <a:cubicBezTo>
                  <a:pt x="315788" y="106339"/>
                  <a:pt x="307215" y="113362"/>
                  <a:pt x="298189" y="113362"/>
                </a:cubicBezTo>
                <a:cubicBezTo>
                  <a:pt x="294664" y="113415"/>
                  <a:pt x="291913" y="112427"/>
                  <a:pt x="289937" y="110398"/>
                </a:cubicBezTo>
                <a:cubicBezTo>
                  <a:pt x="287854" y="108475"/>
                  <a:pt x="286813" y="106018"/>
                  <a:pt x="286813" y="103027"/>
                </a:cubicBezTo>
                <a:cubicBezTo>
                  <a:pt x="286813" y="101051"/>
                  <a:pt x="287267" y="98541"/>
                  <a:pt x="288175" y="95496"/>
                </a:cubicBezTo>
                <a:lnTo>
                  <a:pt x="299311" y="57202"/>
                </a:lnTo>
                <a:cubicBezTo>
                  <a:pt x="300325" y="53516"/>
                  <a:pt x="300860" y="50739"/>
                  <a:pt x="300913" y="48870"/>
                </a:cubicBezTo>
                <a:cubicBezTo>
                  <a:pt x="300913" y="47695"/>
                  <a:pt x="300406" y="46653"/>
                  <a:pt x="299391" y="45745"/>
                </a:cubicBezTo>
                <a:cubicBezTo>
                  <a:pt x="298323" y="44891"/>
                  <a:pt x="296934" y="44437"/>
                  <a:pt x="295225" y="44383"/>
                </a:cubicBezTo>
                <a:cubicBezTo>
                  <a:pt x="294424" y="44383"/>
                  <a:pt x="293462" y="44410"/>
                  <a:pt x="292341" y="44464"/>
                </a:cubicBezTo>
                <a:lnTo>
                  <a:pt x="293382" y="41259"/>
                </a:lnTo>
                <a:lnTo>
                  <a:pt x="320541" y="36853"/>
                </a:lnTo>
                <a:lnTo>
                  <a:pt x="325348" y="36853"/>
                </a:lnTo>
                <a:close/>
                <a:moveTo>
                  <a:pt x="386060" y="36853"/>
                </a:moveTo>
                <a:cubicBezTo>
                  <a:pt x="390226" y="36853"/>
                  <a:pt x="394205" y="37814"/>
                  <a:pt x="397997" y="39737"/>
                </a:cubicBezTo>
                <a:cubicBezTo>
                  <a:pt x="401682" y="41766"/>
                  <a:pt x="404486" y="44490"/>
                  <a:pt x="406409" y="47908"/>
                </a:cubicBezTo>
                <a:cubicBezTo>
                  <a:pt x="408225" y="51380"/>
                  <a:pt x="409160" y="55226"/>
                  <a:pt x="409213" y="59445"/>
                </a:cubicBezTo>
                <a:cubicBezTo>
                  <a:pt x="409213" y="68097"/>
                  <a:pt x="406810" y="76750"/>
                  <a:pt x="402003" y="85402"/>
                </a:cubicBezTo>
                <a:cubicBezTo>
                  <a:pt x="397089" y="94054"/>
                  <a:pt x="390707" y="100864"/>
                  <a:pt x="382856" y="105831"/>
                </a:cubicBezTo>
                <a:cubicBezTo>
                  <a:pt x="374898" y="110905"/>
                  <a:pt x="366939" y="113415"/>
                  <a:pt x="358981" y="113362"/>
                </a:cubicBezTo>
                <a:cubicBezTo>
                  <a:pt x="351664" y="113362"/>
                  <a:pt x="346056" y="111199"/>
                  <a:pt x="342157" y="106873"/>
                </a:cubicBezTo>
                <a:cubicBezTo>
                  <a:pt x="338152" y="102547"/>
                  <a:pt x="336149" y="97259"/>
                  <a:pt x="336149" y="91010"/>
                </a:cubicBezTo>
                <a:cubicBezTo>
                  <a:pt x="336149" y="83586"/>
                  <a:pt x="337644" y="76616"/>
                  <a:pt x="340635" y="70100"/>
                </a:cubicBezTo>
                <a:cubicBezTo>
                  <a:pt x="343573" y="63691"/>
                  <a:pt x="347338" y="58030"/>
                  <a:pt x="351931" y="53116"/>
                </a:cubicBezTo>
                <a:cubicBezTo>
                  <a:pt x="356471" y="48309"/>
                  <a:pt x="361705" y="44383"/>
                  <a:pt x="367634" y="41339"/>
                </a:cubicBezTo>
                <a:cubicBezTo>
                  <a:pt x="373562" y="38402"/>
                  <a:pt x="379704" y="36906"/>
                  <a:pt x="386060" y="36853"/>
                </a:cubicBezTo>
                <a:moveTo>
                  <a:pt x="382775" y="41099"/>
                </a:moveTo>
                <a:cubicBezTo>
                  <a:pt x="379891" y="41099"/>
                  <a:pt x="377541" y="41927"/>
                  <a:pt x="375725" y="43582"/>
                </a:cubicBezTo>
                <a:cubicBezTo>
                  <a:pt x="371933" y="46947"/>
                  <a:pt x="367714" y="54798"/>
                  <a:pt x="363067" y="67136"/>
                </a:cubicBezTo>
                <a:cubicBezTo>
                  <a:pt x="358314" y="79580"/>
                  <a:pt x="355964" y="90743"/>
                  <a:pt x="356017" y="100624"/>
                </a:cubicBezTo>
                <a:cubicBezTo>
                  <a:pt x="355964" y="103134"/>
                  <a:pt x="356712" y="105164"/>
                  <a:pt x="358260" y="106712"/>
                </a:cubicBezTo>
                <a:cubicBezTo>
                  <a:pt x="359756" y="108315"/>
                  <a:pt x="361518" y="109116"/>
                  <a:pt x="363548" y="109116"/>
                </a:cubicBezTo>
                <a:cubicBezTo>
                  <a:pt x="365631" y="109116"/>
                  <a:pt x="367474" y="108475"/>
                  <a:pt x="369076" y="107193"/>
                </a:cubicBezTo>
                <a:cubicBezTo>
                  <a:pt x="371372" y="105270"/>
                  <a:pt x="374257" y="100944"/>
                  <a:pt x="377728" y="94215"/>
                </a:cubicBezTo>
                <a:cubicBezTo>
                  <a:pt x="381146" y="87592"/>
                  <a:pt x="383950" y="80195"/>
                  <a:pt x="386140" y="72023"/>
                </a:cubicBezTo>
                <a:cubicBezTo>
                  <a:pt x="388277" y="63958"/>
                  <a:pt x="389372" y="56561"/>
                  <a:pt x="389425" y="49831"/>
                </a:cubicBezTo>
                <a:cubicBezTo>
                  <a:pt x="389425" y="47054"/>
                  <a:pt x="388757" y="44891"/>
                  <a:pt x="387422" y="43342"/>
                </a:cubicBezTo>
                <a:cubicBezTo>
                  <a:pt x="386033" y="41846"/>
                  <a:pt x="384485" y="41099"/>
                  <a:pt x="382775" y="41099"/>
                </a:cubicBezTo>
                <a:close/>
                <a:moveTo>
                  <a:pt x="461041" y="36853"/>
                </a:moveTo>
                <a:lnTo>
                  <a:pt x="451107" y="71222"/>
                </a:lnTo>
                <a:cubicBezTo>
                  <a:pt x="457730" y="61234"/>
                  <a:pt x="462724" y="54371"/>
                  <a:pt x="466089" y="50632"/>
                </a:cubicBezTo>
                <a:cubicBezTo>
                  <a:pt x="470949" y="45291"/>
                  <a:pt x="475142" y="41660"/>
                  <a:pt x="478667" y="39737"/>
                </a:cubicBezTo>
                <a:cubicBezTo>
                  <a:pt x="482138" y="37814"/>
                  <a:pt x="485450" y="36853"/>
                  <a:pt x="488601" y="36853"/>
                </a:cubicBezTo>
                <a:cubicBezTo>
                  <a:pt x="491325" y="36906"/>
                  <a:pt x="493701" y="37921"/>
                  <a:pt x="495731" y="39897"/>
                </a:cubicBezTo>
                <a:cubicBezTo>
                  <a:pt x="497707" y="42033"/>
                  <a:pt x="498695" y="44731"/>
                  <a:pt x="498695" y="47989"/>
                </a:cubicBezTo>
                <a:cubicBezTo>
                  <a:pt x="498695" y="51033"/>
                  <a:pt x="498054" y="54665"/>
                  <a:pt x="496773" y="58884"/>
                </a:cubicBezTo>
                <a:lnTo>
                  <a:pt x="486518" y="93093"/>
                </a:lnTo>
                <a:cubicBezTo>
                  <a:pt x="485610" y="96137"/>
                  <a:pt x="485183" y="98087"/>
                  <a:pt x="485236" y="98941"/>
                </a:cubicBezTo>
                <a:cubicBezTo>
                  <a:pt x="485236" y="99529"/>
                  <a:pt x="485450" y="100010"/>
                  <a:pt x="485877" y="100383"/>
                </a:cubicBezTo>
                <a:cubicBezTo>
                  <a:pt x="486251" y="100811"/>
                  <a:pt x="486651" y="101024"/>
                  <a:pt x="487079" y="101024"/>
                </a:cubicBezTo>
                <a:cubicBezTo>
                  <a:pt x="487613" y="101024"/>
                  <a:pt x="488174" y="100811"/>
                  <a:pt x="488761" y="100383"/>
                </a:cubicBezTo>
                <a:cubicBezTo>
                  <a:pt x="490577" y="98888"/>
                  <a:pt x="492473" y="96698"/>
                  <a:pt x="494449" y="93814"/>
                </a:cubicBezTo>
                <a:cubicBezTo>
                  <a:pt x="494930" y="93120"/>
                  <a:pt x="495704" y="91998"/>
                  <a:pt x="496773" y="90449"/>
                </a:cubicBezTo>
                <a:lnTo>
                  <a:pt x="499817" y="92292"/>
                </a:lnTo>
                <a:cubicBezTo>
                  <a:pt x="491966" y="105537"/>
                  <a:pt x="483714" y="112134"/>
                  <a:pt x="475062" y="112080"/>
                </a:cubicBezTo>
                <a:cubicBezTo>
                  <a:pt x="471697" y="112080"/>
                  <a:pt x="469106" y="111226"/>
                  <a:pt x="467290" y="109516"/>
                </a:cubicBezTo>
                <a:cubicBezTo>
                  <a:pt x="465421" y="107861"/>
                  <a:pt x="464486" y="105724"/>
                  <a:pt x="464486" y="103107"/>
                </a:cubicBezTo>
                <a:cubicBezTo>
                  <a:pt x="464486" y="100864"/>
                  <a:pt x="465127" y="97526"/>
                  <a:pt x="466409" y="93093"/>
                </a:cubicBezTo>
                <a:lnTo>
                  <a:pt x="476423" y="58884"/>
                </a:lnTo>
                <a:cubicBezTo>
                  <a:pt x="477118" y="56641"/>
                  <a:pt x="477465" y="54985"/>
                  <a:pt x="477465" y="53917"/>
                </a:cubicBezTo>
                <a:cubicBezTo>
                  <a:pt x="477465" y="53383"/>
                  <a:pt x="477225" y="52849"/>
                  <a:pt x="476744" y="52315"/>
                </a:cubicBezTo>
                <a:cubicBezTo>
                  <a:pt x="476263" y="51941"/>
                  <a:pt x="475702" y="51727"/>
                  <a:pt x="475062" y="51674"/>
                </a:cubicBezTo>
                <a:cubicBezTo>
                  <a:pt x="473032" y="51674"/>
                  <a:pt x="470575" y="53062"/>
                  <a:pt x="467691" y="55840"/>
                </a:cubicBezTo>
                <a:cubicBezTo>
                  <a:pt x="460320" y="62890"/>
                  <a:pt x="453190" y="73385"/>
                  <a:pt x="446300" y="87325"/>
                </a:cubicBezTo>
                <a:lnTo>
                  <a:pt x="439731" y="111119"/>
                </a:lnTo>
                <a:lnTo>
                  <a:pt x="419302" y="111119"/>
                </a:lnTo>
                <a:lnTo>
                  <a:pt x="434283" y="59685"/>
                </a:lnTo>
                <a:cubicBezTo>
                  <a:pt x="435725" y="54665"/>
                  <a:pt x="436446" y="51060"/>
                  <a:pt x="436446" y="48870"/>
                </a:cubicBezTo>
                <a:cubicBezTo>
                  <a:pt x="436393" y="48015"/>
                  <a:pt x="436179" y="47241"/>
                  <a:pt x="435805" y="46547"/>
                </a:cubicBezTo>
                <a:cubicBezTo>
                  <a:pt x="435378" y="46012"/>
                  <a:pt x="434684" y="45532"/>
                  <a:pt x="433722" y="45104"/>
                </a:cubicBezTo>
                <a:cubicBezTo>
                  <a:pt x="432708" y="44784"/>
                  <a:pt x="430892" y="44624"/>
                  <a:pt x="428275" y="44624"/>
                </a:cubicBezTo>
                <a:lnTo>
                  <a:pt x="429156" y="41579"/>
                </a:lnTo>
                <a:lnTo>
                  <a:pt x="456154" y="36853"/>
                </a:lnTo>
                <a:lnTo>
                  <a:pt x="461041" y="36853"/>
                </a:lnTo>
                <a:close/>
                <a:moveTo>
                  <a:pt x="534649" y="2484"/>
                </a:moveTo>
                <a:lnTo>
                  <a:pt x="622054" y="2484"/>
                </a:lnTo>
                <a:lnTo>
                  <a:pt x="613802" y="31725"/>
                </a:lnTo>
                <a:lnTo>
                  <a:pt x="610918" y="31725"/>
                </a:lnTo>
                <a:cubicBezTo>
                  <a:pt x="610971" y="30230"/>
                  <a:pt x="611025" y="28868"/>
                  <a:pt x="611078" y="27639"/>
                </a:cubicBezTo>
                <a:cubicBezTo>
                  <a:pt x="611078" y="22138"/>
                  <a:pt x="609449" y="17812"/>
                  <a:pt x="606191" y="14661"/>
                </a:cubicBezTo>
                <a:cubicBezTo>
                  <a:pt x="602880" y="11617"/>
                  <a:pt x="597379" y="9881"/>
                  <a:pt x="589688" y="9454"/>
                </a:cubicBezTo>
                <a:lnTo>
                  <a:pt x="565493" y="91250"/>
                </a:lnTo>
                <a:cubicBezTo>
                  <a:pt x="564104" y="95844"/>
                  <a:pt x="563437" y="99208"/>
                  <a:pt x="563490" y="101345"/>
                </a:cubicBezTo>
                <a:cubicBezTo>
                  <a:pt x="563437" y="103374"/>
                  <a:pt x="564265" y="104977"/>
                  <a:pt x="565974" y="106152"/>
                </a:cubicBezTo>
                <a:cubicBezTo>
                  <a:pt x="567629" y="107433"/>
                  <a:pt x="570994" y="108101"/>
                  <a:pt x="576068" y="108155"/>
                </a:cubicBezTo>
                <a:lnTo>
                  <a:pt x="575347" y="111119"/>
                </a:lnTo>
                <a:lnTo>
                  <a:pt x="521430" y="111119"/>
                </a:lnTo>
                <a:lnTo>
                  <a:pt x="522391" y="108155"/>
                </a:lnTo>
                <a:cubicBezTo>
                  <a:pt x="527893" y="108155"/>
                  <a:pt x="531898" y="107113"/>
                  <a:pt x="534409" y="105030"/>
                </a:cubicBezTo>
                <a:cubicBezTo>
                  <a:pt x="536865" y="103054"/>
                  <a:pt x="539162" y="98461"/>
                  <a:pt x="541298" y="91250"/>
                </a:cubicBezTo>
                <a:lnTo>
                  <a:pt x="565493" y="9454"/>
                </a:lnTo>
                <a:cubicBezTo>
                  <a:pt x="557161" y="9721"/>
                  <a:pt x="550191" y="11536"/>
                  <a:pt x="544583" y="14901"/>
                </a:cubicBezTo>
                <a:cubicBezTo>
                  <a:pt x="538975" y="18266"/>
                  <a:pt x="533848" y="23874"/>
                  <a:pt x="529201" y="31725"/>
                </a:cubicBezTo>
                <a:lnTo>
                  <a:pt x="526077" y="31725"/>
                </a:lnTo>
                <a:lnTo>
                  <a:pt x="534649" y="2484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ime">
            <a:extLst xmlns:a="http://schemas.openxmlformats.org/drawingml/2006/main">
              <a:ext uri="{FF2B5EF4-FFF2-40B4-BE49-F238E27FC236}">
                <a16:creationId xmlns:a16="http://schemas.microsoft.com/office/drawing/2014/main" id="{A41A2F02-A496-498A-9966-46E52629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432" y="642346"/>
            <a:ext cx="245207" cy="113415"/>
          </a:xfrm>
          <a:custGeom xmlns:a="http://schemas.openxmlformats.org/drawingml/2006/main">
            <a:pathLst>
              <a:path w="245207" h="113415">
                <a:moveTo>
                  <a:pt x="33568" y="0"/>
                </a:moveTo>
                <a:cubicBezTo>
                  <a:pt x="36826" y="0"/>
                  <a:pt x="39630" y="1148"/>
                  <a:pt x="41980" y="3445"/>
                </a:cubicBezTo>
                <a:cubicBezTo>
                  <a:pt x="44223" y="5795"/>
                  <a:pt x="45345" y="8572"/>
                  <a:pt x="45345" y="11777"/>
                </a:cubicBezTo>
                <a:cubicBezTo>
                  <a:pt x="45345" y="15088"/>
                  <a:pt x="44196" y="17866"/>
                  <a:pt x="41900" y="20109"/>
                </a:cubicBezTo>
                <a:cubicBezTo>
                  <a:pt x="39550" y="22459"/>
                  <a:pt x="36773" y="23607"/>
                  <a:pt x="33568" y="23554"/>
                </a:cubicBezTo>
                <a:cubicBezTo>
                  <a:pt x="30363" y="23607"/>
                  <a:pt x="27613" y="22459"/>
                  <a:pt x="25316" y="20109"/>
                </a:cubicBezTo>
                <a:cubicBezTo>
                  <a:pt x="22966" y="17866"/>
                  <a:pt x="21818" y="15088"/>
                  <a:pt x="21871" y="11777"/>
                </a:cubicBezTo>
                <a:cubicBezTo>
                  <a:pt x="21818" y="8572"/>
                  <a:pt x="22966" y="5795"/>
                  <a:pt x="25316" y="3445"/>
                </a:cubicBezTo>
                <a:cubicBezTo>
                  <a:pt x="27506" y="1148"/>
                  <a:pt x="30257" y="0"/>
                  <a:pt x="33568" y="0"/>
                </a:cubicBezTo>
                <a:moveTo>
                  <a:pt x="38535" y="36853"/>
                </a:moveTo>
                <a:lnTo>
                  <a:pt x="22112" y="93814"/>
                </a:lnTo>
                <a:cubicBezTo>
                  <a:pt x="21204" y="97125"/>
                  <a:pt x="20750" y="99262"/>
                  <a:pt x="20750" y="100223"/>
                </a:cubicBezTo>
                <a:cubicBezTo>
                  <a:pt x="20750" y="100811"/>
                  <a:pt x="20990" y="101345"/>
                  <a:pt x="21471" y="101825"/>
                </a:cubicBezTo>
                <a:cubicBezTo>
                  <a:pt x="21898" y="102413"/>
                  <a:pt x="22405" y="102680"/>
                  <a:pt x="22993" y="102627"/>
                </a:cubicBezTo>
                <a:cubicBezTo>
                  <a:pt x="23847" y="102627"/>
                  <a:pt x="24755" y="102226"/>
                  <a:pt x="25717" y="101425"/>
                </a:cubicBezTo>
                <a:cubicBezTo>
                  <a:pt x="28120" y="99502"/>
                  <a:pt x="31004" y="95924"/>
                  <a:pt x="34369" y="90690"/>
                </a:cubicBezTo>
                <a:lnTo>
                  <a:pt x="37093" y="92292"/>
                </a:lnTo>
                <a:cubicBezTo>
                  <a:pt x="28975" y="106339"/>
                  <a:pt x="20402" y="113362"/>
                  <a:pt x="11376" y="113362"/>
                </a:cubicBezTo>
                <a:cubicBezTo>
                  <a:pt x="7851" y="113415"/>
                  <a:pt x="5101" y="112427"/>
                  <a:pt x="3124" y="110398"/>
                </a:cubicBezTo>
                <a:cubicBezTo>
                  <a:pt x="1041" y="108475"/>
                  <a:pt x="0" y="106018"/>
                  <a:pt x="0" y="103027"/>
                </a:cubicBezTo>
                <a:cubicBezTo>
                  <a:pt x="0" y="101051"/>
                  <a:pt x="454" y="98541"/>
                  <a:pt x="1362" y="95496"/>
                </a:cubicBezTo>
                <a:lnTo>
                  <a:pt x="12498" y="57202"/>
                </a:lnTo>
                <a:cubicBezTo>
                  <a:pt x="13513" y="53516"/>
                  <a:pt x="14047" y="50739"/>
                  <a:pt x="14100" y="48870"/>
                </a:cubicBezTo>
                <a:cubicBezTo>
                  <a:pt x="14100" y="47695"/>
                  <a:pt x="13593" y="46653"/>
                  <a:pt x="12578" y="45745"/>
                </a:cubicBezTo>
                <a:cubicBezTo>
                  <a:pt x="11510" y="44891"/>
                  <a:pt x="10121" y="44437"/>
                  <a:pt x="8412" y="44383"/>
                </a:cubicBezTo>
                <a:cubicBezTo>
                  <a:pt x="7611" y="44383"/>
                  <a:pt x="6650" y="44410"/>
                  <a:pt x="5528" y="44464"/>
                </a:cubicBezTo>
                <a:lnTo>
                  <a:pt x="6569" y="41259"/>
                </a:lnTo>
                <a:lnTo>
                  <a:pt x="33728" y="36853"/>
                </a:lnTo>
                <a:lnTo>
                  <a:pt x="38535" y="36853"/>
                </a:lnTo>
                <a:close/>
                <a:moveTo>
                  <a:pt x="88912" y="36853"/>
                </a:moveTo>
                <a:lnTo>
                  <a:pt x="78658" y="71302"/>
                </a:lnTo>
                <a:cubicBezTo>
                  <a:pt x="85547" y="60727"/>
                  <a:pt x="90568" y="53597"/>
                  <a:pt x="93719" y="49911"/>
                </a:cubicBezTo>
                <a:cubicBezTo>
                  <a:pt x="98366" y="44570"/>
                  <a:pt x="102211" y="41045"/>
                  <a:pt x="105256" y="39336"/>
                </a:cubicBezTo>
                <a:cubicBezTo>
                  <a:pt x="108193" y="37680"/>
                  <a:pt x="111211" y="36853"/>
                  <a:pt x="114309" y="36853"/>
                </a:cubicBezTo>
                <a:cubicBezTo>
                  <a:pt x="117727" y="36853"/>
                  <a:pt x="120237" y="37894"/>
                  <a:pt x="121839" y="39977"/>
                </a:cubicBezTo>
                <a:cubicBezTo>
                  <a:pt x="123335" y="42114"/>
                  <a:pt x="124109" y="44410"/>
                  <a:pt x="124163" y="46867"/>
                </a:cubicBezTo>
                <a:cubicBezTo>
                  <a:pt x="124163" y="49537"/>
                  <a:pt x="123442" y="53383"/>
                  <a:pt x="121999" y="58403"/>
                </a:cubicBezTo>
                <a:lnTo>
                  <a:pt x="118394" y="71302"/>
                </a:lnTo>
                <a:cubicBezTo>
                  <a:pt x="125338" y="60673"/>
                  <a:pt x="130331" y="53570"/>
                  <a:pt x="133376" y="49991"/>
                </a:cubicBezTo>
                <a:cubicBezTo>
                  <a:pt x="138076" y="44544"/>
                  <a:pt x="142162" y="40858"/>
                  <a:pt x="145633" y="38936"/>
                </a:cubicBezTo>
                <a:cubicBezTo>
                  <a:pt x="148037" y="37600"/>
                  <a:pt x="150600" y="36906"/>
                  <a:pt x="153324" y="36853"/>
                </a:cubicBezTo>
                <a:cubicBezTo>
                  <a:pt x="156102" y="36906"/>
                  <a:pt x="158478" y="37841"/>
                  <a:pt x="160454" y="39657"/>
                </a:cubicBezTo>
                <a:cubicBezTo>
                  <a:pt x="162270" y="41579"/>
                  <a:pt x="163205" y="44063"/>
                  <a:pt x="163258" y="47107"/>
                </a:cubicBezTo>
                <a:cubicBezTo>
                  <a:pt x="163258" y="50579"/>
                  <a:pt x="162457" y="55012"/>
                  <a:pt x="160855" y="60406"/>
                </a:cubicBezTo>
                <a:lnTo>
                  <a:pt x="151962" y="90289"/>
                </a:lnTo>
                <a:cubicBezTo>
                  <a:pt x="150574" y="94722"/>
                  <a:pt x="149906" y="97579"/>
                  <a:pt x="149959" y="98861"/>
                </a:cubicBezTo>
                <a:cubicBezTo>
                  <a:pt x="149906" y="99289"/>
                  <a:pt x="150093" y="99689"/>
                  <a:pt x="150520" y="100063"/>
                </a:cubicBezTo>
                <a:cubicBezTo>
                  <a:pt x="150841" y="100490"/>
                  <a:pt x="151215" y="100677"/>
                  <a:pt x="151642" y="100624"/>
                </a:cubicBezTo>
                <a:cubicBezTo>
                  <a:pt x="152176" y="100677"/>
                  <a:pt x="152683" y="100490"/>
                  <a:pt x="153164" y="100063"/>
                </a:cubicBezTo>
                <a:cubicBezTo>
                  <a:pt x="155033" y="98567"/>
                  <a:pt x="157063" y="96298"/>
                  <a:pt x="159253" y="93253"/>
                </a:cubicBezTo>
                <a:cubicBezTo>
                  <a:pt x="159733" y="92666"/>
                  <a:pt x="160454" y="91678"/>
                  <a:pt x="161416" y="90289"/>
                </a:cubicBezTo>
                <a:lnTo>
                  <a:pt x="164140" y="92052"/>
                </a:lnTo>
                <a:cubicBezTo>
                  <a:pt x="160454" y="98941"/>
                  <a:pt x="156422" y="103989"/>
                  <a:pt x="152042" y="107193"/>
                </a:cubicBezTo>
                <a:cubicBezTo>
                  <a:pt x="147609" y="110398"/>
                  <a:pt x="143524" y="112000"/>
                  <a:pt x="139785" y="112000"/>
                </a:cubicBezTo>
                <a:cubicBezTo>
                  <a:pt x="136474" y="112053"/>
                  <a:pt x="133856" y="111145"/>
                  <a:pt x="131934" y="109276"/>
                </a:cubicBezTo>
                <a:cubicBezTo>
                  <a:pt x="129904" y="107514"/>
                  <a:pt x="128916" y="105431"/>
                  <a:pt x="128969" y="103027"/>
                </a:cubicBezTo>
                <a:cubicBezTo>
                  <a:pt x="128916" y="100731"/>
                  <a:pt x="129584" y="97259"/>
                  <a:pt x="130972" y="92612"/>
                </a:cubicBezTo>
                <a:lnTo>
                  <a:pt x="140025" y="61368"/>
                </a:lnTo>
                <a:cubicBezTo>
                  <a:pt x="141200" y="57041"/>
                  <a:pt x="141814" y="54344"/>
                  <a:pt x="141868" y="53276"/>
                </a:cubicBezTo>
                <a:cubicBezTo>
                  <a:pt x="141868" y="52956"/>
                  <a:pt x="141681" y="52582"/>
                  <a:pt x="141307" y="52155"/>
                </a:cubicBezTo>
                <a:cubicBezTo>
                  <a:pt x="140880" y="51834"/>
                  <a:pt x="140506" y="51674"/>
                  <a:pt x="140185" y="51674"/>
                </a:cubicBezTo>
                <a:cubicBezTo>
                  <a:pt x="139438" y="51674"/>
                  <a:pt x="138743" y="51834"/>
                  <a:pt x="138103" y="52155"/>
                </a:cubicBezTo>
                <a:cubicBezTo>
                  <a:pt x="137034" y="52742"/>
                  <a:pt x="135485" y="54131"/>
                  <a:pt x="133456" y="56320"/>
                </a:cubicBezTo>
                <a:cubicBezTo>
                  <a:pt x="131266" y="58564"/>
                  <a:pt x="128222" y="62569"/>
                  <a:pt x="124323" y="68338"/>
                </a:cubicBezTo>
                <a:cubicBezTo>
                  <a:pt x="120371" y="74213"/>
                  <a:pt x="117647" y="78753"/>
                  <a:pt x="116151" y="81957"/>
                </a:cubicBezTo>
                <a:cubicBezTo>
                  <a:pt x="114602" y="85268"/>
                  <a:pt x="113080" y="89488"/>
                  <a:pt x="111585" y="94615"/>
                </a:cubicBezTo>
                <a:lnTo>
                  <a:pt x="106698" y="111119"/>
                </a:lnTo>
                <a:lnTo>
                  <a:pt x="86429" y="111119"/>
                </a:lnTo>
                <a:lnTo>
                  <a:pt x="101410" y="58804"/>
                </a:lnTo>
                <a:cubicBezTo>
                  <a:pt x="102211" y="56027"/>
                  <a:pt x="102612" y="54077"/>
                  <a:pt x="102612" y="52956"/>
                </a:cubicBezTo>
                <a:cubicBezTo>
                  <a:pt x="102612" y="52582"/>
                  <a:pt x="102452" y="52235"/>
                  <a:pt x="102131" y="51914"/>
                </a:cubicBezTo>
                <a:cubicBezTo>
                  <a:pt x="101704" y="51594"/>
                  <a:pt x="101330" y="51433"/>
                  <a:pt x="101010" y="51433"/>
                </a:cubicBezTo>
                <a:cubicBezTo>
                  <a:pt x="98980" y="51433"/>
                  <a:pt x="95855" y="54024"/>
                  <a:pt x="91636" y="59205"/>
                </a:cubicBezTo>
                <a:cubicBezTo>
                  <a:pt x="85120" y="67216"/>
                  <a:pt x="79192" y="76856"/>
                  <a:pt x="73851" y="88126"/>
                </a:cubicBezTo>
                <a:lnTo>
                  <a:pt x="67361" y="111119"/>
                </a:lnTo>
                <a:lnTo>
                  <a:pt x="46932" y="111119"/>
                </a:lnTo>
                <a:lnTo>
                  <a:pt x="61994" y="59605"/>
                </a:lnTo>
                <a:cubicBezTo>
                  <a:pt x="63489" y="54585"/>
                  <a:pt x="64237" y="50980"/>
                  <a:pt x="64237" y="48790"/>
                </a:cubicBezTo>
                <a:cubicBezTo>
                  <a:pt x="64184" y="47935"/>
                  <a:pt x="63970" y="47187"/>
                  <a:pt x="63596" y="46547"/>
                </a:cubicBezTo>
                <a:cubicBezTo>
                  <a:pt x="63169" y="46012"/>
                  <a:pt x="62474" y="45532"/>
                  <a:pt x="61513" y="45104"/>
                </a:cubicBezTo>
                <a:cubicBezTo>
                  <a:pt x="60552" y="44784"/>
                  <a:pt x="58709" y="44624"/>
                  <a:pt x="55985" y="44624"/>
                </a:cubicBezTo>
                <a:lnTo>
                  <a:pt x="56786" y="41579"/>
                </a:lnTo>
                <a:lnTo>
                  <a:pt x="84105" y="36853"/>
                </a:lnTo>
                <a:lnTo>
                  <a:pt x="88912" y="36853"/>
                </a:lnTo>
                <a:close/>
                <a:moveTo>
                  <a:pt x="198660" y="81076"/>
                </a:moveTo>
                <a:cubicBezTo>
                  <a:pt x="198179" y="84547"/>
                  <a:pt x="197939" y="87405"/>
                  <a:pt x="197939" y="89648"/>
                </a:cubicBezTo>
                <a:cubicBezTo>
                  <a:pt x="197939" y="93654"/>
                  <a:pt x="199114" y="96858"/>
                  <a:pt x="201464" y="99262"/>
                </a:cubicBezTo>
                <a:cubicBezTo>
                  <a:pt x="203707" y="101665"/>
                  <a:pt x="206805" y="102867"/>
                  <a:pt x="210757" y="102867"/>
                </a:cubicBezTo>
                <a:cubicBezTo>
                  <a:pt x="214496" y="102920"/>
                  <a:pt x="218261" y="102012"/>
                  <a:pt x="222053" y="100143"/>
                </a:cubicBezTo>
                <a:cubicBezTo>
                  <a:pt x="225792" y="98381"/>
                  <a:pt x="230145" y="95203"/>
                  <a:pt x="235112" y="90609"/>
                </a:cubicBezTo>
                <a:lnTo>
                  <a:pt x="237516" y="92773"/>
                </a:lnTo>
                <a:cubicBezTo>
                  <a:pt x="231320" y="100250"/>
                  <a:pt x="225338" y="105537"/>
                  <a:pt x="219570" y="108635"/>
                </a:cubicBezTo>
                <a:cubicBezTo>
                  <a:pt x="213695" y="111786"/>
                  <a:pt x="207259" y="113362"/>
                  <a:pt x="200262" y="113362"/>
                </a:cubicBezTo>
                <a:cubicBezTo>
                  <a:pt x="191343" y="113362"/>
                  <a:pt x="185174" y="111226"/>
                  <a:pt x="181756" y="106953"/>
                </a:cubicBezTo>
                <a:cubicBezTo>
                  <a:pt x="178284" y="102733"/>
                  <a:pt x="176575" y="97793"/>
                  <a:pt x="176629" y="92132"/>
                </a:cubicBezTo>
                <a:cubicBezTo>
                  <a:pt x="176629" y="83426"/>
                  <a:pt x="179192" y="74667"/>
                  <a:pt x="184320" y="65854"/>
                </a:cubicBezTo>
                <a:cubicBezTo>
                  <a:pt x="189340" y="57148"/>
                  <a:pt x="196283" y="50125"/>
                  <a:pt x="205149" y="44784"/>
                </a:cubicBezTo>
                <a:cubicBezTo>
                  <a:pt x="213855" y="39496"/>
                  <a:pt x="222668" y="36853"/>
                  <a:pt x="231587" y="36853"/>
                </a:cubicBezTo>
                <a:cubicBezTo>
                  <a:pt x="236020" y="36853"/>
                  <a:pt x="239412" y="37921"/>
                  <a:pt x="241762" y="40057"/>
                </a:cubicBezTo>
                <a:cubicBezTo>
                  <a:pt x="244058" y="42247"/>
                  <a:pt x="245207" y="44944"/>
                  <a:pt x="245207" y="48149"/>
                </a:cubicBezTo>
                <a:cubicBezTo>
                  <a:pt x="245207" y="52101"/>
                  <a:pt x="244085" y="55893"/>
                  <a:pt x="241842" y="59525"/>
                </a:cubicBezTo>
                <a:cubicBezTo>
                  <a:pt x="238691" y="64599"/>
                  <a:pt x="234792" y="68631"/>
                  <a:pt x="230145" y="71622"/>
                </a:cubicBezTo>
                <a:cubicBezTo>
                  <a:pt x="225392" y="74774"/>
                  <a:pt x="220131" y="77124"/>
                  <a:pt x="214363" y="78672"/>
                </a:cubicBezTo>
                <a:cubicBezTo>
                  <a:pt x="210410" y="79741"/>
                  <a:pt x="205176" y="80542"/>
                  <a:pt x="198660" y="81076"/>
                </a:cubicBezTo>
                <a:moveTo>
                  <a:pt x="199381" y="76910"/>
                </a:moveTo>
                <a:cubicBezTo>
                  <a:pt x="204028" y="76216"/>
                  <a:pt x="207686" y="75254"/>
                  <a:pt x="210357" y="74026"/>
                </a:cubicBezTo>
                <a:cubicBezTo>
                  <a:pt x="212920" y="72851"/>
                  <a:pt x="215457" y="70928"/>
                  <a:pt x="217968" y="68258"/>
                </a:cubicBezTo>
                <a:cubicBezTo>
                  <a:pt x="220371" y="65694"/>
                  <a:pt x="222507" y="62356"/>
                  <a:pt x="224377" y="58243"/>
                </a:cubicBezTo>
                <a:cubicBezTo>
                  <a:pt x="226193" y="54237"/>
                  <a:pt x="227101" y="50472"/>
                  <a:pt x="227101" y="46947"/>
                </a:cubicBezTo>
                <a:cubicBezTo>
                  <a:pt x="227101" y="45505"/>
                  <a:pt x="226700" y="44330"/>
                  <a:pt x="225899" y="43422"/>
                </a:cubicBezTo>
                <a:cubicBezTo>
                  <a:pt x="224991" y="42567"/>
                  <a:pt x="223923" y="42140"/>
                  <a:pt x="222694" y="42140"/>
                </a:cubicBezTo>
                <a:cubicBezTo>
                  <a:pt x="220131" y="42140"/>
                  <a:pt x="217247" y="43929"/>
                  <a:pt x="214042" y="47508"/>
                </a:cubicBezTo>
                <a:cubicBezTo>
                  <a:pt x="208167" y="54077"/>
                  <a:pt x="203280" y="63878"/>
                  <a:pt x="199381" y="76910"/>
                </a:cubicBez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)">
            <a:extLst xmlns:a="http://schemas.openxmlformats.org/drawingml/2006/main">
              <a:ext uri="{FF2B5EF4-FFF2-40B4-BE49-F238E27FC236}">
                <a16:creationId xmlns:a16="http://schemas.microsoft.com/office/drawing/2014/main" id="{9A78C8B4-84C5-43DA-BAA1-ACCEDFF0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00" y="642346"/>
            <a:ext cx="46146" cy="143966"/>
          </a:xfrm>
          <a:custGeom xmlns:a="http://schemas.openxmlformats.org/drawingml/2006/main">
            <a:pathLst>
              <a:path w="46146" h="143966">
                <a:moveTo>
                  <a:pt x="0" y="143966"/>
                </a:moveTo>
                <a:lnTo>
                  <a:pt x="0" y="140280"/>
                </a:lnTo>
                <a:cubicBezTo>
                  <a:pt x="5501" y="136595"/>
                  <a:pt x="9587" y="133017"/>
                  <a:pt x="12258" y="129545"/>
                </a:cubicBezTo>
                <a:cubicBezTo>
                  <a:pt x="15836" y="124738"/>
                  <a:pt x="18667" y="118596"/>
                  <a:pt x="20750" y="111119"/>
                </a:cubicBezTo>
                <a:cubicBezTo>
                  <a:pt x="23313" y="101772"/>
                  <a:pt x="24595" y="88687"/>
                  <a:pt x="24595" y="71863"/>
                </a:cubicBezTo>
                <a:cubicBezTo>
                  <a:pt x="24595" y="56107"/>
                  <a:pt x="23447" y="43823"/>
                  <a:pt x="21150" y="35010"/>
                </a:cubicBezTo>
                <a:cubicBezTo>
                  <a:pt x="18800" y="26304"/>
                  <a:pt x="15622" y="19254"/>
                  <a:pt x="11617" y="13860"/>
                </a:cubicBezTo>
                <a:cubicBezTo>
                  <a:pt x="8786" y="10121"/>
                  <a:pt x="4914" y="6836"/>
                  <a:pt x="0" y="4006"/>
                </a:cubicBezTo>
                <a:lnTo>
                  <a:pt x="0" y="0"/>
                </a:lnTo>
                <a:cubicBezTo>
                  <a:pt x="12872" y="4326"/>
                  <a:pt x="23794" y="13139"/>
                  <a:pt x="32767" y="26438"/>
                </a:cubicBezTo>
                <a:cubicBezTo>
                  <a:pt x="41633" y="39844"/>
                  <a:pt x="46093" y="55172"/>
                  <a:pt x="46146" y="72423"/>
                </a:cubicBezTo>
                <a:cubicBezTo>
                  <a:pt x="46093" y="89515"/>
                  <a:pt x="41633" y="104603"/>
                  <a:pt x="32767" y="117688"/>
                </a:cubicBezTo>
                <a:cubicBezTo>
                  <a:pt x="23794" y="130934"/>
                  <a:pt x="12872" y="139693"/>
                  <a:pt x="0" y="143966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m">
            <a:extLst xmlns:a="http://schemas.openxmlformats.org/drawingml/2006/main">
              <a:ext uri="{FF2B5EF4-FFF2-40B4-BE49-F238E27FC236}">
                <a16:creationId xmlns:a16="http://schemas.microsoft.com/office/drawing/2014/main" id="{5A5A23F3-FEA9-4F38-A8E7-259E86F4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029" y="886308"/>
            <a:ext cx="135699" cy="82865"/>
          </a:xfrm>
          <a:custGeom xmlns:a="http://schemas.openxmlformats.org/drawingml/2006/main">
            <a:pathLst>
              <a:path w="135699" h="82865">
                <a:moveTo>
                  <a:pt x="32785" y="2409"/>
                </a:moveTo>
                <a:lnTo>
                  <a:pt x="32785" y="12993"/>
                </a:lnTo>
                <a:cubicBezTo>
                  <a:pt x="37144" y="8232"/>
                  <a:pt x="41246" y="4847"/>
                  <a:pt x="45090" y="2840"/>
                </a:cubicBezTo>
                <a:cubicBezTo>
                  <a:pt x="48761" y="947"/>
                  <a:pt x="52863" y="0"/>
                  <a:pt x="57395" y="0"/>
                </a:cubicBezTo>
                <a:cubicBezTo>
                  <a:pt x="62500" y="0"/>
                  <a:pt x="66831" y="1205"/>
                  <a:pt x="70388" y="3614"/>
                </a:cubicBezTo>
                <a:cubicBezTo>
                  <a:pt x="73887" y="6081"/>
                  <a:pt x="76583" y="9752"/>
                  <a:pt x="78477" y="14628"/>
                </a:cubicBezTo>
                <a:cubicBezTo>
                  <a:pt x="83008" y="9523"/>
                  <a:pt x="87426" y="5794"/>
                  <a:pt x="91728" y="3442"/>
                </a:cubicBezTo>
                <a:cubicBezTo>
                  <a:pt x="95916" y="1147"/>
                  <a:pt x="100304" y="0"/>
                  <a:pt x="104894" y="0"/>
                </a:cubicBezTo>
                <a:cubicBezTo>
                  <a:pt x="110401" y="57"/>
                  <a:pt x="114847" y="1319"/>
                  <a:pt x="118231" y="3786"/>
                </a:cubicBezTo>
                <a:cubicBezTo>
                  <a:pt x="121501" y="6425"/>
                  <a:pt x="123796" y="9666"/>
                  <a:pt x="125115" y="13510"/>
                </a:cubicBezTo>
                <a:cubicBezTo>
                  <a:pt x="126377" y="17468"/>
                  <a:pt x="127008" y="23749"/>
                  <a:pt x="127008" y="32354"/>
                </a:cubicBezTo>
                <a:lnTo>
                  <a:pt x="127008" y="65311"/>
                </a:lnTo>
                <a:cubicBezTo>
                  <a:pt x="127008" y="71564"/>
                  <a:pt x="127582" y="75407"/>
                  <a:pt x="128729" y="76842"/>
                </a:cubicBezTo>
                <a:cubicBezTo>
                  <a:pt x="129819" y="78391"/>
                  <a:pt x="132142" y="79366"/>
                  <a:pt x="135699" y="79767"/>
                </a:cubicBezTo>
                <a:lnTo>
                  <a:pt x="135699" y="82865"/>
                </a:lnTo>
                <a:lnTo>
                  <a:pt x="94137" y="82865"/>
                </a:lnTo>
                <a:lnTo>
                  <a:pt x="94137" y="79767"/>
                </a:lnTo>
                <a:cubicBezTo>
                  <a:pt x="97407" y="79538"/>
                  <a:pt x="99817" y="78276"/>
                  <a:pt x="101366" y="75981"/>
                </a:cubicBezTo>
                <a:cubicBezTo>
                  <a:pt x="102398" y="74490"/>
                  <a:pt x="102914" y="70933"/>
                  <a:pt x="102914" y="65311"/>
                </a:cubicBezTo>
                <a:lnTo>
                  <a:pt x="102914" y="30719"/>
                </a:lnTo>
                <a:cubicBezTo>
                  <a:pt x="102914" y="23606"/>
                  <a:pt x="102628" y="19045"/>
                  <a:pt x="102054" y="17038"/>
                </a:cubicBezTo>
                <a:cubicBezTo>
                  <a:pt x="101423" y="15087"/>
                  <a:pt x="100534" y="13624"/>
                  <a:pt x="99386" y="12649"/>
                </a:cubicBezTo>
                <a:cubicBezTo>
                  <a:pt x="98067" y="11731"/>
                  <a:pt x="96604" y="11272"/>
                  <a:pt x="94998" y="11272"/>
                </a:cubicBezTo>
                <a:cubicBezTo>
                  <a:pt x="92474" y="11272"/>
                  <a:pt x="89978" y="12162"/>
                  <a:pt x="87512" y="13940"/>
                </a:cubicBezTo>
                <a:cubicBezTo>
                  <a:pt x="84988" y="15776"/>
                  <a:pt x="82435" y="18501"/>
                  <a:pt x="79853" y="22115"/>
                </a:cubicBezTo>
                <a:lnTo>
                  <a:pt x="79853" y="65311"/>
                </a:lnTo>
                <a:cubicBezTo>
                  <a:pt x="79853" y="71162"/>
                  <a:pt x="80341" y="74805"/>
                  <a:pt x="81316" y="76239"/>
                </a:cubicBezTo>
                <a:cubicBezTo>
                  <a:pt x="82578" y="78419"/>
                  <a:pt x="85102" y="79595"/>
                  <a:pt x="88888" y="79767"/>
                </a:cubicBezTo>
                <a:lnTo>
                  <a:pt x="88888" y="82865"/>
                </a:lnTo>
                <a:lnTo>
                  <a:pt x="47241" y="82865"/>
                </a:lnTo>
                <a:lnTo>
                  <a:pt x="47241" y="79767"/>
                </a:lnTo>
                <a:cubicBezTo>
                  <a:pt x="49478" y="79710"/>
                  <a:pt x="51256" y="79136"/>
                  <a:pt x="52576" y="78046"/>
                </a:cubicBezTo>
                <a:cubicBezTo>
                  <a:pt x="53838" y="77128"/>
                  <a:pt x="54698" y="75924"/>
                  <a:pt x="55157" y="74432"/>
                </a:cubicBezTo>
                <a:cubicBezTo>
                  <a:pt x="55559" y="73113"/>
                  <a:pt x="55760" y="70072"/>
                  <a:pt x="55760" y="65311"/>
                </a:cubicBezTo>
                <a:lnTo>
                  <a:pt x="55760" y="30719"/>
                </a:lnTo>
                <a:cubicBezTo>
                  <a:pt x="55760" y="23434"/>
                  <a:pt x="55473" y="18873"/>
                  <a:pt x="54899" y="17038"/>
                </a:cubicBezTo>
                <a:cubicBezTo>
                  <a:pt x="54268" y="15259"/>
                  <a:pt x="53322" y="13825"/>
                  <a:pt x="52060" y="12735"/>
                </a:cubicBezTo>
                <a:cubicBezTo>
                  <a:pt x="50683" y="11703"/>
                  <a:pt x="49220" y="11186"/>
                  <a:pt x="47671" y="11186"/>
                </a:cubicBezTo>
                <a:cubicBezTo>
                  <a:pt x="45319" y="11186"/>
                  <a:pt x="43225" y="11789"/>
                  <a:pt x="41390" y="12993"/>
                </a:cubicBezTo>
                <a:cubicBezTo>
                  <a:pt x="38636" y="14829"/>
                  <a:pt x="35768" y="17869"/>
                  <a:pt x="32785" y="22115"/>
                </a:cubicBezTo>
                <a:lnTo>
                  <a:pt x="32785" y="65311"/>
                </a:lnTo>
                <a:cubicBezTo>
                  <a:pt x="32785" y="70990"/>
                  <a:pt x="33358" y="74719"/>
                  <a:pt x="34506" y="76497"/>
                </a:cubicBezTo>
                <a:cubicBezTo>
                  <a:pt x="35596" y="78333"/>
                  <a:pt x="37919" y="79423"/>
                  <a:pt x="41476" y="79767"/>
                </a:cubicBezTo>
                <a:lnTo>
                  <a:pt x="41476" y="82865"/>
                </a:lnTo>
                <a:lnTo>
                  <a:pt x="0" y="82865"/>
                </a:lnTo>
                <a:lnTo>
                  <a:pt x="0" y="79767"/>
                </a:lnTo>
                <a:cubicBezTo>
                  <a:pt x="3327" y="79423"/>
                  <a:pt x="5737" y="78333"/>
                  <a:pt x="7228" y="76497"/>
                </a:cubicBezTo>
                <a:cubicBezTo>
                  <a:pt x="8146" y="75235"/>
                  <a:pt x="8634" y="71507"/>
                  <a:pt x="8691" y="65311"/>
                </a:cubicBezTo>
                <a:lnTo>
                  <a:pt x="8691" y="19877"/>
                </a:lnTo>
                <a:cubicBezTo>
                  <a:pt x="8691" y="13797"/>
                  <a:pt x="8146" y="10010"/>
                  <a:pt x="7056" y="8519"/>
                </a:cubicBezTo>
                <a:cubicBezTo>
                  <a:pt x="5851" y="7085"/>
                  <a:pt x="3499" y="6109"/>
                  <a:pt x="0" y="5593"/>
                </a:cubicBezTo>
                <a:lnTo>
                  <a:pt x="0" y="2409"/>
                </a:lnTo>
                <a:lnTo>
                  <a:pt x="32785" y="240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2">
            <a:extLst xmlns:a="http://schemas.openxmlformats.org/drawingml/2006/main">
              <a:ext uri="{FF2B5EF4-FFF2-40B4-BE49-F238E27FC236}">
                <a16:creationId xmlns:a16="http://schemas.microsoft.com/office/drawing/2014/main" id="{9532B235-A15C-48D9-A863-C076F4B2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301" y="910304"/>
            <a:ext cx="51867" cy="82132"/>
          </a:xfrm>
          <a:custGeom xmlns:a="http://schemas.openxmlformats.org/drawingml/2006/main">
            <a:pathLst>
              <a:path w="51867" h="82132">
                <a:moveTo>
                  <a:pt x="47357" y="82132"/>
                </a:moveTo>
                <a:lnTo>
                  <a:pt x="0" y="82132"/>
                </a:lnTo>
                <a:lnTo>
                  <a:pt x="0" y="80827"/>
                </a:lnTo>
                <a:cubicBezTo>
                  <a:pt x="14480" y="63577"/>
                  <a:pt x="23302" y="51946"/>
                  <a:pt x="26467" y="45932"/>
                </a:cubicBezTo>
                <a:cubicBezTo>
                  <a:pt x="29553" y="39958"/>
                  <a:pt x="31096" y="34123"/>
                  <a:pt x="31096" y="28426"/>
                </a:cubicBezTo>
                <a:cubicBezTo>
                  <a:pt x="31057" y="24311"/>
                  <a:pt x="29771" y="20850"/>
                  <a:pt x="27239" y="18041"/>
                </a:cubicBezTo>
                <a:cubicBezTo>
                  <a:pt x="24667" y="15311"/>
                  <a:pt x="21522" y="13946"/>
                  <a:pt x="17803" y="13946"/>
                </a:cubicBezTo>
                <a:cubicBezTo>
                  <a:pt x="11671" y="13946"/>
                  <a:pt x="6943" y="16992"/>
                  <a:pt x="3620" y="23085"/>
                </a:cubicBezTo>
                <a:lnTo>
                  <a:pt x="1424" y="22313"/>
                </a:lnTo>
                <a:cubicBezTo>
                  <a:pt x="3561" y="14717"/>
                  <a:pt x="6805" y="9099"/>
                  <a:pt x="11157" y="5460"/>
                </a:cubicBezTo>
                <a:cubicBezTo>
                  <a:pt x="15469" y="1859"/>
                  <a:pt x="20493" y="40"/>
                  <a:pt x="26230" y="0"/>
                </a:cubicBezTo>
                <a:cubicBezTo>
                  <a:pt x="30265" y="0"/>
                  <a:pt x="33984" y="950"/>
                  <a:pt x="37387" y="2849"/>
                </a:cubicBezTo>
                <a:cubicBezTo>
                  <a:pt x="40750" y="4787"/>
                  <a:pt x="43381" y="7378"/>
                  <a:pt x="45280" y="10623"/>
                </a:cubicBezTo>
                <a:cubicBezTo>
                  <a:pt x="47179" y="13946"/>
                  <a:pt x="48128" y="17052"/>
                  <a:pt x="48128" y="19940"/>
                </a:cubicBezTo>
                <a:cubicBezTo>
                  <a:pt x="48088" y="25241"/>
                  <a:pt x="46625" y="30582"/>
                  <a:pt x="43737" y="35962"/>
                </a:cubicBezTo>
                <a:cubicBezTo>
                  <a:pt x="39741" y="43282"/>
                  <a:pt x="31017" y="53489"/>
                  <a:pt x="17566" y="66584"/>
                </a:cubicBezTo>
                <a:lnTo>
                  <a:pt x="34954" y="66584"/>
                </a:lnTo>
                <a:cubicBezTo>
                  <a:pt x="39226" y="66584"/>
                  <a:pt x="42016" y="66406"/>
                  <a:pt x="43321" y="66050"/>
                </a:cubicBezTo>
                <a:cubicBezTo>
                  <a:pt x="44548" y="65733"/>
                  <a:pt x="45596" y="65120"/>
                  <a:pt x="46466" y="64210"/>
                </a:cubicBezTo>
                <a:cubicBezTo>
                  <a:pt x="47258" y="63379"/>
                  <a:pt x="48346" y="61599"/>
                  <a:pt x="49730" y="58869"/>
                </a:cubicBezTo>
                <a:lnTo>
                  <a:pt x="51867" y="58869"/>
                </a:lnTo>
                <a:lnTo>
                  <a:pt x="47357" y="8213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m">
            <a:extLst xmlns:a="http://schemas.openxmlformats.org/drawingml/2006/main">
              <a:ext uri="{FF2B5EF4-FFF2-40B4-BE49-F238E27FC236}">
                <a16:creationId xmlns:a16="http://schemas.microsoft.com/office/drawing/2014/main" id="{FF24D201-1725-4AC7-BFB6-1B1E9601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029" y="1205020"/>
            <a:ext cx="135699" cy="82865"/>
          </a:xfrm>
          <a:custGeom xmlns:a="http://schemas.openxmlformats.org/drawingml/2006/main">
            <a:pathLst>
              <a:path w="135699" h="82865">
                <a:moveTo>
                  <a:pt x="32785" y="2409"/>
                </a:moveTo>
                <a:lnTo>
                  <a:pt x="32785" y="12993"/>
                </a:lnTo>
                <a:cubicBezTo>
                  <a:pt x="37144" y="8232"/>
                  <a:pt x="41246" y="4847"/>
                  <a:pt x="45090" y="2840"/>
                </a:cubicBezTo>
                <a:cubicBezTo>
                  <a:pt x="48761" y="947"/>
                  <a:pt x="52863" y="0"/>
                  <a:pt x="57395" y="0"/>
                </a:cubicBezTo>
                <a:cubicBezTo>
                  <a:pt x="62500" y="0"/>
                  <a:pt x="66831" y="1205"/>
                  <a:pt x="70388" y="3614"/>
                </a:cubicBezTo>
                <a:cubicBezTo>
                  <a:pt x="73887" y="6081"/>
                  <a:pt x="76583" y="9752"/>
                  <a:pt x="78477" y="14628"/>
                </a:cubicBezTo>
                <a:cubicBezTo>
                  <a:pt x="83008" y="9523"/>
                  <a:pt x="87426" y="5794"/>
                  <a:pt x="91728" y="3442"/>
                </a:cubicBezTo>
                <a:cubicBezTo>
                  <a:pt x="95916" y="1147"/>
                  <a:pt x="100304" y="0"/>
                  <a:pt x="104894" y="0"/>
                </a:cubicBezTo>
                <a:cubicBezTo>
                  <a:pt x="110401" y="57"/>
                  <a:pt x="114847" y="1319"/>
                  <a:pt x="118231" y="3786"/>
                </a:cubicBezTo>
                <a:cubicBezTo>
                  <a:pt x="121501" y="6425"/>
                  <a:pt x="123796" y="9666"/>
                  <a:pt x="125115" y="13510"/>
                </a:cubicBezTo>
                <a:cubicBezTo>
                  <a:pt x="126377" y="17468"/>
                  <a:pt x="127008" y="23749"/>
                  <a:pt x="127008" y="32354"/>
                </a:cubicBezTo>
                <a:lnTo>
                  <a:pt x="127008" y="65311"/>
                </a:lnTo>
                <a:cubicBezTo>
                  <a:pt x="127008" y="71564"/>
                  <a:pt x="127582" y="75407"/>
                  <a:pt x="128729" y="76842"/>
                </a:cubicBezTo>
                <a:cubicBezTo>
                  <a:pt x="129819" y="78391"/>
                  <a:pt x="132142" y="79366"/>
                  <a:pt x="135699" y="79767"/>
                </a:cubicBezTo>
                <a:lnTo>
                  <a:pt x="135699" y="82865"/>
                </a:lnTo>
                <a:lnTo>
                  <a:pt x="94137" y="82865"/>
                </a:lnTo>
                <a:lnTo>
                  <a:pt x="94137" y="79767"/>
                </a:lnTo>
                <a:cubicBezTo>
                  <a:pt x="97407" y="79538"/>
                  <a:pt x="99817" y="78276"/>
                  <a:pt x="101366" y="75981"/>
                </a:cubicBezTo>
                <a:cubicBezTo>
                  <a:pt x="102398" y="74490"/>
                  <a:pt x="102914" y="70933"/>
                  <a:pt x="102914" y="65311"/>
                </a:cubicBezTo>
                <a:lnTo>
                  <a:pt x="102914" y="30719"/>
                </a:lnTo>
                <a:cubicBezTo>
                  <a:pt x="102914" y="23606"/>
                  <a:pt x="102628" y="19045"/>
                  <a:pt x="102054" y="17038"/>
                </a:cubicBezTo>
                <a:cubicBezTo>
                  <a:pt x="101423" y="15087"/>
                  <a:pt x="100534" y="13624"/>
                  <a:pt x="99386" y="12649"/>
                </a:cubicBezTo>
                <a:cubicBezTo>
                  <a:pt x="98067" y="11731"/>
                  <a:pt x="96604" y="11272"/>
                  <a:pt x="94998" y="11272"/>
                </a:cubicBezTo>
                <a:cubicBezTo>
                  <a:pt x="92474" y="11272"/>
                  <a:pt x="89978" y="12162"/>
                  <a:pt x="87512" y="13940"/>
                </a:cubicBezTo>
                <a:cubicBezTo>
                  <a:pt x="84988" y="15776"/>
                  <a:pt x="82435" y="18501"/>
                  <a:pt x="79853" y="22115"/>
                </a:cubicBezTo>
                <a:lnTo>
                  <a:pt x="79853" y="65311"/>
                </a:lnTo>
                <a:cubicBezTo>
                  <a:pt x="79853" y="71162"/>
                  <a:pt x="80341" y="74805"/>
                  <a:pt x="81316" y="76239"/>
                </a:cubicBezTo>
                <a:cubicBezTo>
                  <a:pt x="82578" y="78419"/>
                  <a:pt x="85102" y="79595"/>
                  <a:pt x="88888" y="79767"/>
                </a:cubicBezTo>
                <a:lnTo>
                  <a:pt x="88888" y="82865"/>
                </a:lnTo>
                <a:lnTo>
                  <a:pt x="47241" y="82865"/>
                </a:lnTo>
                <a:lnTo>
                  <a:pt x="47241" y="79767"/>
                </a:lnTo>
                <a:cubicBezTo>
                  <a:pt x="49478" y="79710"/>
                  <a:pt x="51256" y="79136"/>
                  <a:pt x="52576" y="78046"/>
                </a:cubicBezTo>
                <a:cubicBezTo>
                  <a:pt x="53838" y="77128"/>
                  <a:pt x="54698" y="75924"/>
                  <a:pt x="55157" y="74432"/>
                </a:cubicBezTo>
                <a:cubicBezTo>
                  <a:pt x="55559" y="73113"/>
                  <a:pt x="55760" y="70072"/>
                  <a:pt x="55760" y="65311"/>
                </a:cubicBezTo>
                <a:lnTo>
                  <a:pt x="55760" y="30719"/>
                </a:lnTo>
                <a:cubicBezTo>
                  <a:pt x="55760" y="23434"/>
                  <a:pt x="55473" y="18873"/>
                  <a:pt x="54899" y="17038"/>
                </a:cubicBezTo>
                <a:cubicBezTo>
                  <a:pt x="54268" y="15259"/>
                  <a:pt x="53322" y="13825"/>
                  <a:pt x="52060" y="12735"/>
                </a:cubicBezTo>
                <a:cubicBezTo>
                  <a:pt x="50683" y="11703"/>
                  <a:pt x="49220" y="11186"/>
                  <a:pt x="47671" y="11186"/>
                </a:cubicBezTo>
                <a:cubicBezTo>
                  <a:pt x="45319" y="11186"/>
                  <a:pt x="43225" y="11789"/>
                  <a:pt x="41390" y="12993"/>
                </a:cubicBezTo>
                <a:cubicBezTo>
                  <a:pt x="38636" y="14829"/>
                  <a:pt x="35768" y="17869"/>
                  <a:pt x="32785" y="22115"/>
                </a:cubicBezTo>
                <a:lnTo>
                  <a:pt x="32785" y="65311"/>
                </a:lnTo>
                <a:cubicBezTo>
                  <a:pt x="32785" y="70990"/>
                  <a:pt x="33358" y="74719"/>
                  <a:pt x="34506" y="76497"/>
                </a:cubicBezTo>
                <a:cubicBezTo>
                  <a:pt x="35596" y="78333"/>
                  <a:pt x="37919" y="79423"/>
                  <a:pt x="41476" y="79767"/>
                </a:cubicBezTo>
                <a:lnTo>
                  <a:pt x="41476" y="82865"/>
                </a:lnTo>
                <a:lnTo>
                  <a:pt x="0" y="82865"/>
                </a:lnTo>
                <a:lnTo>
                  <a:pt x="0" y="79767"/>
                </a:lnTo>
                <a:cubicBezTo>
                  <a:pt x="3327" y="79423"/>
                  <a:pt x="5737" y="78333"/>
                  <a:pt x="7228" y="76497"/>
                </a:cubicBezTo>
                <a:cubicBezTo>
                  <a:pt x="8146" y="75235"/>
                  <a:pt x="8634" y="71507"/>
                  <a:pt x="8691" y="65311"/>
                </a:cubicBezTo>
                <a:lnTo>
                  <a:pt x="8691" y="19877"/>
                </a:lnTo>
                <a:cubicBezTo>
                  <a:pt x="8691" y="13797"/>
                  <a:pt x="8146" y="10010"/>
                  <a:pt x="7056" y="8519"/>
                </a:cubicBezTo>
                <a:cubicBezTo>
                  <a:pt x="5851" y="7085"/>
                  <a:pt x="3499" y="6109"/>
                  <a:pt x="0" y="5593"/>
                </a:cubicBezTo>
                <a:lnTo>
                  <a:pt x="0" y="2409"/>
                </a:lnTo>
                <a:lnTo>
                  <a:pt x="32785" y="240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3">
            <a:extLst xmlns:a="http://schemas.openxmlformats.org/drawingml/2006/main">
              <a:ext uri="{FF2B5EF4-FFF2-40B4-BE49-F238E27FC236}">
                <a16:creationId xmlns:a16="http://schemas.microsoft.com/office/drawing/2014/main" id="{4A2512EF-1185-4657-9C5B-6F1A95C4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92" y="1229016"/>
            <a:ext cx="51807" cy="83853"/>
          </a:xfrm>
          <a:custGeom xmlns:a="http://schemas.openxmlformats.org/drawingml/2006/main">
            <a:pathLst>
              <a:path w="51807" h="83853">
                <a:moveTo>
                  <a:pt x="16023" y="41778"/>
                </a:moveTo>
                <a:lnTo>
                  <a:pt x="16023" y="39701"/>
                </a:lnTo>
                <a:cubicBezTo>
                  <a:pt x="20533" y="38396"/>
                  <a:pt x="23658" y="37169"/>
                  <a:pt x="25399" y="36022"/>
                </a:cubicBezTo>
                <a:cubicBezTo>
                  <a:pt x="27100" y="34914"/>
                  <a:pt x="28604" y="33193"/>
                  <a:pt x="29909" y="30859"/>
                </a:cubicBezTo>
                <a:cubicBezTo>
                  <a:pt x="31136" y="28564"/>
                  <a:pt x="31769" y="26230"/>
                  <a:pt x="31808" y="23856"/>
                </a:cubicBezTo>
                <a:cubicBezTo>
                  <a:pt x="31808" y="20612"/>
                  <a:pt x="30622" y="17783"/>
                  <a:pt x="28248" y="15370"/>
                </a:cubicBezTo>
                <a:cubicBezTo>
                  <a:pt x="25795" y="13075"/>
                  <a:pt x="22808" y="11908"/>
                  <a:pt x="19287" y="11869"/>
                </a:cubicBezTo>
                <a:cubicBezTo>
                  <a:pt x="13708" y="11869"/>
                  <a:pt x="9001" y="14796"/>
                  <a:pt x="5163" y="20652"/>
                </a:cubicBezTo>
                <a:lnTo>
                  <a:pt x="2967" y="19880"/>
                </a:lnTo>
                <a:cubicBezTo>
                  <a:pt x="5816" y="13313"/>
                  <a:pt x="9475" y="8348"/>
                  <a:pt x="13946" y="4985"/>
                </a:cubicBezTo>
                <a:cubicBezTo>
                  <a:pt x="18377" y="1662"/>
                  <a:pt x="23322" y="0"/>
                  <a:pt x="28782" y="0"/>
                </a:cubicBezTo>
                <a:cubicBezTo>
                  <a:pt x="34360" y="40"/>
                  <a:pt x="38969" y="1741"/>
                  <a:pt x="42609" y="5104"/>
                </a:cubicBezTo>
                <a:cubicBezTo>
                  <a:pt x="46209" y="8506"/>
                  <a:pt x="48009" y="12482"/>
                  <a:pt x="48009" y="17032"/>
                </a:cubicBezTo>
                <a:cubicBezTo>
                  <a:pt x="48009" y="19999"/>
                  <a:pt x="47179" y="22847"/>
                  <a:pt x="45517" y="25577"/>
                </a:cubicBezTo>
                <a:cubicBezTo>
                  <a:pt x="43776" y="28386"/>
                  <a:pt x="41125" y="30819"/>
                  <a:pt x="37565" y="32877"/>
                </a:cubicBezTo>
                <a:cubicBezTo>
                  <a:pt x="42194" y="35171"/>
                  <a:pt x="45734" y="37941"/>
                  <a:pt x="48187" y="41185"/>
                </a:cubicBezTo>
                <a:cubicBezTo>
                  <a:pt x="50601" y="44508"/>
                  <a:pt x="51807" y="48662"/>
                  <a:pt x="51807" y="53647"/>
                </a:cubicBezTo>
                <a:cubicBezTo>
                  <a:pt x="51807" y="62034"/>
                  <a:pt x="48781" y="69156"/>
                  <a:pt x="42728" y="75011"/>
                </a:cubicBezTo>
                <a:cubicBezTo>
                  <a:pt x="36595" y="80906"/>
                  <a:pt x="28446" y="83853"/>
                  <a:pt x="18278" y="83853"/>
                </a:cubicBezTo>
                <a:cubicBezTo>
                  <a:pt x="11434" y="83853"/>
                  <a:pt x="6469" y="82726"/>
                  <a:pt x="3383" y="80471"/>
                </a:cubicBezTo>
                <a:cubicBezTo>
                  <a:pt x="1128" y="78888"/>
                  <a:pt x="0" y="76851"/>
                  <a:pt x="0" y="74358"/>
                </a:cubicBezTo>
                <a:cubicBezTo>
                  <a:pt x="0" y="72538"/>
                  <a:pt x="653" y="70975"/>
                  <a:pt x="1958" y="69670"/>
                </a:cubicBezTo>
                <a:cubicBezTo>
                  <a:pt x="3224" y="68443"/>
                  <a:pt x="4728" y="67810"/>
                  <a:pt x="6469" y="67771"/>
                </a:cubicBezTo>
                <a:cubicBezTo>
                  <a:pt x="7774" y="67810"/>
                  <a:pt x="9001" y="68087"/>
                  <a:pt x="10148" y="68602"/>
                </a:cubicBezTo>
                <a:cubicBezTo>
                  <a:pt x="10781" y="68918"/>
                  <a:pt x="13036" y="70639"/>
                  <a:pt x="16913" y="73765"/>
                </a:cubicBezTo>
                <a:cubicBezTo>
                  <a:pt x="20711" y="76930"/>
                  <a:pt x="24311" y="78512"/>
                  <a:pt x="27714" y="78512"/>
                </a:cubicBezTo>
                <a:cubicBezTo>
                  <a:pt x="30602" y="78512"/>
                  <a:pt x="33114" y="77345"/>
                  <a:pt x="35250" y="75011"/>
                </a:cubicBezTo>
                <a:cubicBezTo>
                  <a:pt x="37308" y="72716"/>
                  <a:pt x="38356" y="69789"/>
                  <a:pt x="38396" y="66228"/>
                </a:cubicBezTo>
                <a:cubicBezTo>
                  <a:pt x="38396" y="60847"/>
                  <a:pt x="36497" y="55843"/>
                  <a:pt x="32699" y="51214"/>
                </a:cubicBezTo>
                <a:cubicBezTo>
                  <a:pt x="28861" y="46664"/>
                  <a:pt x="23302" y="43519"/>
                  <a:pt x="16023" y="41778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·">
            <a:extLst xmlns:a="http://schemas.openxmlformats.org/drawingml/2006/main">
              <a:ext uri="{FF2B5EF4-FFF2-40B4-BE49-F238E27FC236}">
                <a16:creationId xmlns:a16="http://schemas.microsoft.com/office/drawing/2014/main" id="{0DE92C49-0F53-41D0-8DE6-570D2B74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138" y="1578072"/>
            <a:ext cx="22717" cy="22631"/>
          </a:xfrm>
          <a:custGeom xmlns:a="http://schemas.openxmlformats.org/drawingml/2006/main">
            <a:pathLst>
              <a:path w="22717" h="22631">
                <a:moveTo>
                  <a:pt x="11358" y="0"/>
                </a:moveTo>
                <a:cubicBezTo>
                  <a:pt x="14514" y="57"/>
                  <a:pt x="17210" y="1147"/>
                  <a:pt x="19447" y="3270"/>
                </a:cubicBezTo>
                <a:cubicBezTo>
                  <a:pt x="21570" y="5507"/>
                  <a:pt x="22660" y="8175"/>
                  <a:pt x="22717" y="11272"/>
                </a:cubicBezTo>
                <a:cubicBezTo>
                  <a:pt x="22717" y="14485"/>
                  <a:pt x="21598" y="17152"/>
                  <a:pt x="19361" y="19275"/>
                </a:cubicBezTo>
                <a:cubicBezTo>
                  <a:pt x="17124" y="21512"/>
                  <a:pt x="14456" y="22631"/>
                  <a:pt x="11358" y="22631"/>
                </a:cubicBezTo>
                <a:cubicBezTo>
                  <a:pt x="8146" y="22631"/>
                  <a:pt x="5478" y="21512"/>
                  <a:pt x="3356" y="19275"/>
                </a:cubicBezTo>
                <a:cubicBezTo>
                  <a:pt x="1119" y="17152"/>
                  <a:pt x="0" y="14485"/>
                  <a:pt x="0" y="11272"/>
                </a:cubicBezTo>
                <a:cubicBezTo>
                  <a:pt x="0" y="8175"/>
                  <a:pt x="1119" y="5507"/>
                  <a:pt x="3356" y="3270"/>
                </a:cubicBezTo>
                <a:cubicBezTo>
                  <a:pt x="5478" y="1147"/>
                  <a:pt x="8146" y="57"/>
                  <a:pt x="11358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·">
            <a:extLst xmlns:a="http://schemas.openxmlformats.org/drawingml/2006/main">
              <a:ext uri="{FF2B5EF4-FFF2-40B4-BE49-F238E27FC236}">
                <a16:creationId xmlns:a16="http://schemas.microsoft.com/office/drawing/2014/main" id="{1AE7E341-4F1D-46C4-87DD-F81C7BC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138" y="1678340"/>
            <a:ext cx="22717" cy="22631"/>
          </a:xfrm>
          <a:custGeom xmlns:a="http://schemas.openxmlformats.org/drawingml/2006/main">
            <a:pathLst>
              <a:path w="22717" h="22631">
                <a:moveTo>
                  <a:pt x="11358" y="0"/>
                </a:moveTo>
                <a:cubicBezTo>
                  <a:pt x="14514" y="57"/>
                  <a:pt x="17210" y="1147"/>
                  <a:pt x="19447" y="3270"/>
                </a:cubicBezTo>
                <a:cubicBezTo>
                  <a:pt x="21570" y="5507"/>
                  <a:pt x="22660" y="8175"/>
                  <a:pt x="22717" y="11272"/>
                </a:cubicBezTo>
                <a:cubicBezTo>
                  <a:pt x="22717" y="14485"/>
                  <a:pt x="21598" y="17152"/>
                  <a:pt x="19361" y="19275"/>
                </a:cubicBezTo>
                <a:cubicBezTo>
                  <a:pt x="17124" y="21512"/>
                  <a:pt x="14456" y="22631"/>
                  <a:pt x="11358" y="22631"/>
                </a:cubicBezTo>
                <a:cubicBezTo>
                  <a:pt x="8146" y="22631"/>
                  <a:pt x="5478" y="21512"/>
                  <a:pt x="3356" y="19275"/>
                </a:cubicBezTo>
                <a:cubicBezTo>
                  <a:pt x="1119" y="17152"/>
                  <a:pt x="0" y="14485"/>
                  <a:pt x="0" y="11272"/>
                </a:cubicBezTo>
                <a:cubicBezTo>
                  <a:pt x="0" y="8175"/>
                  <a:pt x="1119" y="5507"/>
                  <a:pt x="3356" y="3270"/>
                </a:cubicBezTo>
                <a:cubicBezTo>
                  <a:pt x="5478" y="1147"/>
                  <a:pt x="8146" y="57"/>
                  <a:pt x="11358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·">
            <a:extLst xmlns:a="http://schemas.openxmlformats.org/drawingml/2006/main">
              <a:ext uri="{FF2B5EF4-FFF2-40B4-BE49-F238E27FC236}">
                <a16:creationId xmlns:a16="http://schemas.microsoft.com/office/drawing/2014/main" id="{87F0D1B1-2391-4A1D-90FD-7A7B8B2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138" y="1778608"/>
            <a:ext cx="22717" cy="22631"/>
          </a:xfrm>
          <a:custGeom xmlns:a="http://schemas.openxmlformats.org/drawingml/2006/main">
            <a:pathLst>
              <a:path w="22717" h="22631">
                <a:moveTo>
                  <a:pt x="11358" y="0"/>
                </a:moveTo>
                <a:cubicBezTo>
                  <a:pt x="14514" y="57"/>
                  <a:pt x="17210" y="1147"/>
                  <a:pt x="19447" y="3270"/>
                </a:cubicBezTo>
                <a:cubicBezTo>
                  <a:pt x="21570" y="5507"/>
                  <a:pt x="22660" y="8175"/>
                  <a:pt x="22717" y="11272"/>
                </a:cubicBezTo>
                <a:cubicBezTo>
                  <a:pt x="22717" y="14485"/>
                  <a:pt x="21598" y="17152"/>
                  <a:pt x="19361" y="19275"/>
                </a:cubicBezTo>
                <a:cubicBezTo>
                  <a:pt x="17124" y="21512"/>
                  <a:pt x="14456" y="22631"/>
                  <a:pt x="11358" y="22631"/>
                </a:cubicBezTo>
                <a:cubicBezTo>
                  <a:pt x="8146" y="22631"/>
                  <a:pt x="5478" y="21512"/>
                  <a:pt x="3356" y="19275"/>
                </a:cubicBezTo>
                <a:cubicBezTo>
                  <a:pt x="1119" y="17152"/>
                  <a:pt x="0" y="14485"/>
                  <a:pt x="0" y="11272"/>
                </a:cubicBezTo>
                <a:cubicBezTo>
                  <a:pt x="0" y="8175"/>
                  <a:pt x="1119" y="5507"/>
                  <a:pt x="3356" y="3270"/>
                </a:cubicBezTo>
                <a:cubicBezTo>
                  <a:pt x="5478" y="1147"/>
                  <a:pt x="8146" y="57"/>
                  <a:pt x="11358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m">
            <a:extLst xmlns:a="http://schemas.openxmlformats.org/drawingml/2006/main">
              <a:ext uri="{FF2B5EF4-FFF2-40B4-BE49-F238E27FC236}">
                <a16:creationId xmlns:a16="http://schemas.microsoft.com/office/drawing/2014/main" id="{7E34B806-79E3-4EA4-8E43-A5D12F46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029" y="1978777"/>
            <a:ext cx="135699" cy="82865"/>
          </a:xfrm>
          <a:custGeom xmlns:a="http://schemas.openxmlformats.org/drawingml/2006/main">
            <a:pathLst>
              <a:path w="135699" h="82865">
                <a:moveTo>
                  <a:pt x="32785" y="2409"/>
                </a:moveTo>
                <a:lnTo>
                  <a:pt x="32785" y="12993"/>
                </a:lnTo>
                <a:cubicBezTo>
                  <a:pt x="37144" y="8232"/>
                  <a:pt x="41246" y="4847"/>
                  <a:pt x="45090" y="2840"/>
                </a:cubicBezTo>
                <a:cubicBezTo>
                  <a:pt x="48761" y="947"/>
                  <a:pt x="52863" y="0"/>
                  <a:pt x="57395" y="0"/>
                </a:cubicBezTo>
                <a:cubicBezTo>
                  <a:pt x="62500" y="0"/>
                  <a:pt x="66831" y="1205"/>
                  <a:pt x="70388" y="3614"/>
                </a:cubicBezTo>
                <a:cubicBezTo>
                  <a:pt x="73887" y="6081"/>
                  <a:pt x="76583" y="9752"/>
                  <a:pt x="78477" y="14628"/>
                </a:cubicBezTo>
                <a:cubicBezTo>
                  <a:pt x="83008" y="9523"/>
                  <a:pt x="87426" y="5794"/>
                  <a:pt x="91728" y="3442"/>
                </a:cubicBezTo>
                <a:cubicBezTo>
                  <a:pt x="95916" y="1147"/>
                  <a:pt x="100304" y="0"/>
                  <a:pt x="104894" y="0"/>
                </a:cubicBezTo>
                <a:cubicBezTo>
                  <a:pt x="110401" y="57"/>
                  <a:pt x="114847" y="1319"/>
                  <a:pt x="118231" y="3786"/>
                </a:cubicBezTo>
                <a:cubicBezTo>
                  <a:pt x="121501" y="6425"/>
                  <a:pt x="123796" y="9666"/>
                  <a:pt x="125115" y="13510"/>
                </a:cubicBezTo>
                <a:cubicBezTo>
                  <a:pt x="126377" y="17468"/>
                  <a:pt x="127008" y="23749"/>
                  <a:pt x="127008" y="32354"/>
                </a:cubicBezTo>
                <a:lnTo>
                  <a:pt x="127008" y="65311"/>
                </a:lnTo>
                <a:cubicBezTo>
                  <a:pt x="127008" y="71564"/>
                  <a:pt x="127582" y="75407"/>
                  <a:pt x="128729" y="76842"/>
                </a:cubicBezTo>
                <a:cubicBezTo>
                  <a:pt x="129819" y="78391"/>
                  <a:pt x="132142" y="79366"/>
                  <a:pt x="135699" y="79767"/>
                </a:cubicBezTo>
                <a:lnTo>
                  <a:pt x="135699" y="82865"/>
                </a:lnTo>
                <a:lnTo>
                  <a:pt x="94137" y="82865"/>
                </a:lnTo>
                <a:lnTo>
                  <a:pt x="94137" y="79767"/>
                </a:lnTo>
                <a:cubicBezTo>
                  <a:pt x="97407" y="79538"/>
                  <a:pt x="99817" y="78276"/>
                  <a:pt x="101366" y="75981"/>
                </a:cubicBezTo>
                <a:cubicBezTo>
                  <a:pt x="102398" y="74490"/>
                  <a:pt x="102914" y="70933"/>
                  <a:pt x="102914" y="65311"/>
                </a:cubicBezTo>
                <a:lnTo>
                  <a:pt x="102914" y="30719"/>
                </a:lnTo>
                <a:cubicBezTo>
                  <a:pt x="102914" y="23606"/>
                  <a:pt x="102628" y="19045"/>
                  <a:pt x="102054" y="17038"/>
                </a:cubicBezTo>
                <a:cubicBezTo>
                  <a:pt x="101423" y="15087"/>
                  <a:pt x="100534" y="13624"/>
                  <a:pt x="99386" y="12649"/>
                </a:cubicBezTo>
                <a:cubicBezTo>
                  <a:pt x="98067" y="11731"/>
                  <a:pt x="96604" y="11272"/>
                  <a:pt x="94998" y="11272"/>
                </a:cubicBezTo>
                <a:cubicBezTo>
                  <a:pt x="92474" y="11272"/>
                  <a:pt x="89978" y="12162"/>
                  <a:pt x="87512" y="13940"/>
                </a:cubicBezTo>
                <a:cubicBezTo>
                  <a:pt x="84988" y="15776"/>
                  <a:pt x="82435" y="18501"/>
                  <a:pt x="79853" y="22115"/>
                </a:cubicBezTo>
                <a:lnTo>
                  <a:pt x="79853" y="65311"/>
                </a:lnTo>
                <a:cubicBezTo>
                  <a:pt x="79853" y="71162"/>
                  <a:pt x="80341" y="74805"/>
                  <a:pt x="81316" y="76239"/>
                </a:cubicBezTo>
                <a:cubicBezTo>
                  <a:pt x="82578" y="78419"/>
                  <a:pt x="85102" y="79595"/>
                  <a:pt x="88888" y="79767"/>
                </a:cubicBezTo>
                <a:lnTo>
                  <a:pt x="88888" y="82865"/>
                </a:lnTo>
                <a:lnTo>
                  <a:pt x="47241" y="82865"/>
                </a:lnTo>
                <a:lnTo>
                  <a:pt x="47241" y="79767"/>
                </a:lnTo>
                <a:cubicBezTo>
                  <a:pt x="49478" y="79710"/>
                  <a:pt x="51256" y="79136"/>
                  <a:pt x="52576" y="78046"/>
                </a:cubicBezTo>
                <a:cubicBezTo>
                  <a:pt x="53838" y="77128"/>
                  <a:pt x="54698" y="75924"/>
                  <a:pt x="55157" y="74432"/>
                </a:cubicBezTo>
                <a:cubicBezTo>
                  <a:pt x="55559" y="73113"/>
                  <a:pt x="55760" y="70072"/>
                  <a:pt x="55760" y="65311"/>
                </a:cubicBezTo>
                <a:lnTo>
                  <a:pt x="55760" y="30719"/>
                </a:lnTo>
                <a:cubicBezTo>
                  <a:pt x="55760" y="23434"/>
                  <a:pt x="55473" y="18873"/>
                  <a:pt x="54899" y="17038"/>
                </a:cubicBezTo>
                <a:cubicBezTo>
                  <a:pt x="54268" y="15259"/>
                  <a:pt x="53322" y="13825"/>
                  <a:pt x="52060" y="12735"/>
                </a:cubicBezTo>
                <a:cubicBezTo>
                  <a:pt x="50683" y="11703"/>
                  <a:pt x="49220" y="11186"/>
                  <a:pt x="47671" y="11186"/>
                </a:cubicBezTo>
                <a:cubicBezTo>
                  <a:pt x="45319" y="11186"/>
                  <a:pt x="43225" y="11789"/>
                  <a:pt x="41390" y="12993"/>
                </a:cubicBezTo>
                <a:cubicBezTo>
                  <a:pt x="38636" y="14829"/>
                  <a:pt x="35768" y="17869"/>
                  <a:pt x="32785" y="22115"/>
                </a:cubicBezTo>
                <a:lnTo>
                  <a:pt x="32785" y="65311"/>
                </a:lnTo>
                <a:cubicBezTo>
                  <a:pt x="32785" y="70990"/>
                  <a:pt x="33358" y="74719"/>
                  <a:pt x="34506" y="76497"/>
                </a:cubicBezTo>
                <a:cubicBezTo>
                  <a:pt x="35596" y="78333"/>
                  <a:pt x="37919" y="79423"/>
                  <a:pt x="41476" y="79767"/>
                </a:cubicBezTo>
                <a:lnTo>
                  <a:pt x="41476" y="82865"/>
                </a:lnTo>
                <a:lnTo>
                  <a:pt x="0" y="82865"/>
                </a:lnTo>
                <a:lnTo>
                  <a:pt x="0" y="79767"/>
                </a:lnTo>
                <a:cubicBezTo>
                  <a:pt x="3327" y="79423"/>
                  <a:pt x="5737" y="78333"/>
                  <a:pt x="7228" y="76497"/>
                </a:cubicBezTo>
                <a:cubicBezTo>
                  <a:pt x="8146" y="75235"/>
                  <a:pt x="8634" y="71507"/>
                  <a:pt x="8691" y="65311"/>
                </a:cubicBezTo>
                <a:lnTo>
                  <a:pt x="8691" y="19877"/>
                </a:lnTo>
                <a:cubicBezTo>
                  <a:pt x="8691" y="13797"/>
                  <a:pt x="8146" y="10010"/>
                  <a:pt x="7056" y="8519"/>
                </a:cubicBezTo>
                <a:cubicBezTo>
                  <a:pt x="5851" y="7085"/>
                  <a:pt x="3499" y="6109"/>
                  <a:pt x="0" y="5593"/>
                </a:cubicBezTo>
                <a:lnTo>
                  <a:pt x="0" y="2409"/>
                </a:lnTo>
                <a:lnTo>
                  <a:pt x="32785" y="240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n">
            <a:extLst xmlns:a="http://schemas.openxmlformats.org/drawingml/2006/main">
              <a:ext uri="{FF2B5EF4-FFF2-40B4-BE49-F238E27FC236}">
                <a16:creationId xmlns:a16="http://schemas.microsoft.com/office/drawing/2014/main" id="{9F6A0EE7-3B09-4E5D-ACAB-61501090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487" y="2027756"/>
            <a:ext cx="59878" cy="57148"/>
          </a:xfrm>
          <a:custGeom xmlns:a="http://schemas.openxmlformats.org/drawingml/2006/main">
            <a:pathLst>
              <a:path w="59878" h="57148">
                <a:moveTo>
                  <a:pt x="22610" y="1662"/>
                </a:moveTo>
                <a:lnTo>
                  <a:pt x="22610" y="8842"/>
                </a:lnTo>
                <a:cubicBezTo>
                  <a:pt x="25459" y="5756"/>
                  <a:pt x="28188" y="3501"/>
                  <a:pt x="30800" y="2077"/>
                </a:cubicBezTo>
                <a:cubicBezTo>
                  <a:pt x="33371" y="732"/>
                  <a:pt x="36180" y="40"/>
                  <a:pt x="39226" y="0"/>
                </a:cubicBezTo>
                <a:cubicBezTo>
                  <a:pt x="42827" y="40"/>
                  <a:pt x="45814" y="1029"/>
                  <a:pt x="48187" y="2967"/>
                </a:cubicBezTo>
                <a:cubicBezTo>
                  <a:pt x="50561" y="4985"/>
                  <a:pt x="52144" y="7477"/>
                  <a:pt x="52935" y="10445"/>
                </a:cubicBezTo>
                <a:cubicBezTo>
                  <a:pt x="53568" y="12700"/>
                  <a:pt x="53884" y="17032"/>
                  <a:pt x="53884" y="23441"/>
                </a:cubicBezTo>
                <a:lnTo>
                  <a:pt x="53884" y="45042"/>
                </a:lnTo>
                <a:cubicBezTo>
                  <a:pt x="53884" y="49354"/>
                  <a:pt x="54280" y="52005"/>
                  <a:pt x="55071" y="52994"/>
                </a:cubicBezTo>
                <a:cubicBezTo>
                  <a:pt x="55823" y="54062"/>
                  <a:pt x="57425" y="54735"/>
                  <a:pt x="59878" y="55012"/>
                </a:cubicBezTo>
                <a:lnTo>
                  <a:pt x="59878" y="57148"/>
                </a:lnTo>
                <a:lnTo>
                  <a:pt x="31808" y="57148"/>
                </a:lnTo>
                <a:lnTo>
                  <a:pt x="31808" y="55012"/>
                </a:lnTo>
                <a:cubicBezTo>
                  <a:pt x="33866" y="54775"/>
                  <a:pt x="35369" y="53904"/>
                  <a:pt x="36319" y="52401"/>
                </a:cubicBezTo>
                <a:cubicBezTo>
                  <a:pt x="36952" y="51412"/>
                  <a:pt x="37268" y="48959"/>
                  <a:pt x="37268" y="45042"/>
                </a:cubicBezTo>
                <a:lnTo>
                  <a:pt x="37268" y="20355"/>
                </a:lnTo>
                <a:cubicBezTo>
                  <a:pt x="37268" y="15805"/>
                  <a:pt x="37090" y="12937"/>
                  <a:pt x="36734" y="11750"/>
                </a:cubicBezTo>
                <a:cubicBezTo>
                  <a:pt x="36378" y="10563"/>
                  <a:pt x="35784" y="9634"/>
                  <a:pt x="34954" y="8961"/>
                </a:cubicBezTo>
                <a:cubicBezTo>
                  <a:pt x="34044" y="8328"/>
                  <a:pt x="33094" y="8011"/>
                  <a:pt x="32105" y="8011"/>
                </a:cubicBezTo>
                <a:cubicBezTo>
                  <a:pt x="28663" y="8011"/>
                  <a:pt x="25498" y="10445"/>
                  <a:pt x="22610" y="15311"/>
                </a:cubicBezTo>
                <a:lnTo>
                  <a:pt x="22610" y="45042"/>
                </a:lnTo>
                <a:cubicBezTo>
                  <a:pt x="22610" y="49196"/>
                  <a:pt x="23006" y="51827"/>
                  <a:pt x="23797" y="52935"/>
                </a:cubicBezTo>
                <a:cubicBezTo>
                  <a:pt x="24549" y="54082"/>
                  <a:pt x="25973" y="54775"/>
                  <a:pt x="28070" y="55012"/>
                </a:cubicBezTo>
                <a:lnTo>
                  <a:pt x="28070" y="57148"/>
                </a:lnTo>
                <a:lnTo>
                  <a:pt x="0" y="57148"/>
                </a:lnTo>
                <a:lnTo>
                  <a:pt x="0" y="55012"/>
                </a:lnTo>
                <a:cubicBezTo>
                  <a:pt x="2295" y="54775"/>
                  <a:pt x="3956" y="54023"/>
                  <a:pt x="4985" y="52757"/>
                </a:cubicBezTo>
                <a:cubicBezTo>
                  <a:pt x="5618" y="51886"/>
                  <a:pt x="5954" y="49315"/>
                  <a:pt x="5994" y="45042"/>
                </a:cubicBezTo>
                <a:lnTo>
                  <a:pt x="5994" y="13708"/>
                </a:lnTo>
                <a:cubicBezTo>
                  <a:pt x="5994" y="9515"/>
                  <a:pt x="5618" y="6904"/>
                  <a:pt x="4866" y="5875"/>
                </a:cubicBezTo>
                <a:cubicBezTo>
                  <a:pt x="4035" y="4886"/>
                  <a:pt x="2413" y="4213"/>
                  <a:pt x="0" y="3857"/>
                </a:cubicBezTo>
                <a:lnTo>
                  <a:pt x="0" y="1662"/>
                </a:lnTo>
                <a:lnTo>
                  <a:pt x="22610" y="166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depth1">
            <a:extLst xmlns:a="http://schemas.openxmlformats.org/drawingml/2006/main">
              <a:ext uri="{FF2B5EF4-FFF2-40B4-BE49-F238E27FC236}">
                <a16:creationId xmlns:a16="http://schemas.microsoft.com/office/drawing/2014/main" id="{4A277ED2-3CCA-4279-993A-E4989524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316" y="2600050"/>
            <a:ext cx="541771" cy="156781"/>
          </a:xfrm>
          <a:custGeom xmlns:a="http://schemas.openxmlformats.org/drawingml/2006/main">
            <a:pathLst>
              <a:path w="541771" h="156781">
                <a:moveTo>
                  <a:pt x="77415" y="2409"/>
                </a:moveTo>
                <a:lnTo>
                  <a:pt x="77415" y="94998"/>
                </a:lnTo>
                <a:cubicBezTo>
                  <a:pt x="77415" y="101308"/>
                  <a:pt x="77587" y="105008"/>
                  <a:pt x="77932" y="106098"/>
                </a:cubicBezTo>
                <a:cubicBezTo>
                  <a:pt x="78333" y="107991"/>
                  <a:pt x="79222" y="109397"/>
                  <a:pt x="80599" y="110315"/>
                </a:cubicBezTo>
                <a:cubicBezTo>
                  <a:pt x="81861" y="111290"/>
                  <a:pt x="84098" y="111864"/>
                  <a:pt x="87311" y="112036"/>
                </a:cubicBezTo>
                <a:lnTo>
                  <a:pt x="87311" y="114875"/>
                </a:lnTo>
                <a:lnTo>
                  <a:pt x="53322" y="121501"/>
                </a:lnTo>
                <a:lnTo>
                  <a:pt x="53322" y="108766"/>
                </a:lnTo>
                <a:cubicBezTo>
                  <a:pt x="49249" y="113699"/>
                  <a:pt x="45635" y="117055"/>
                  <a:pt x="42479" y="118833"/>
                </a:cubicBezTo>
                <a:cubicBezTo>
                  <a:pt x="39267" y="120669"/>
                  <a:pt x="35653" y="121558"/>
                  <a:pt x="31637" y="121501"/>
                </a:cubicBezTo>
                <a:cubicBezTo>
                  <a:pt x="21311" y="121558"/>
                  <a:pt x="13194" y="116969"/>
                  <a:pt x="7285" y="107733"/>
                </a:cubicBezTo>
                <a:cubicBezTo>
                  <a:pt x="2467" y="100276"/>
                  <a:pt x="57" y="91126"/>
                  <a:pt x="57" y="80284"/>
                </a:cubicBezTo>
                <a:cubicBezTo>
                  <a:pt x="0" y="71621"/>
                  <a:pt x="1492" y="63848"/>
                  <a:pt x="4532" y="56964"/>
                </a:cubicBezTo>
                <a:cubicBezTo>
                  <a:pt x="7458" y="50195"/>
                  <a:pt x="11559" y="45032"/>
                  <a:pt x="16837" y="41476"/>
                </a:cubicBezTo>
                <a:cubicBezTo>
                  <a:pt x="22000" y="37976"/>
                  <a:pt x="27564" y="36227"/>
                  <a:pt x="33530" y="36227"/>
                </a:cubicBezTo>
                <a:cubicBezTo>
                  <a:pt x="37317" y="36284"/>
                  <a:pt x="40730" y="37030"/>
                  <a:pt x="43770" y="38464"/>
                </a:cubicBezTo>
                <a:cubicBezTo>
                  <a:pt x="46753" y="40013"/>
                  <a:pt x="49937" y="42623"/>
                  <a:pt x="53322" y="46294"/>
                </a:cubicBezTo>
                <a:lnTo>
                  <a:pt x="53322" y="22029"/>
                </a:lnTo>
                <a:cubicBezTo>
                  <a:pt x="53322" y="15948"/>
                  <a:pt x="53063" y="12248"/>
                  <a:pt x="52547" y="10928"/>
                </a:cubicBezTo>
                <a:cubicBezTo>
                  <a:pt x="51859" y="9322"/>
                  <a:pt x="50826" y="8089"/>
                  <a:pt x="49449" y="7228"/>
                </a:cubicBezTo>
                <a:cubicBezTo>
                  <a:pt x="48073" y="6482"/>
                  <a:pt x="45491" y="6081"/>
                  <a:pt x="41705" y="6023"/>
                </a:cubicBezTo>
                <a:lnTo>
                  <a:pt x="41705" y="2409"/>
                </a:lnTo>
                <a:lnTo>
                  <a:pt x="77415" y="2409"/>
                </a:lnTo>
                <a:moveTo>
                  <a:pt x="53322" y="56964"/>
                </a:moveTo>
                <a:cubicBezTo>
                  <a:pt x="49019" y="48818"/>
                  <a:pt x="43828" y="44745"/>
                  <a:pt x="37747" y="44745"/>
                </a:cubicBezTo>
                <a:cubicBezTo>
                  <a:pt x="35567" y="44803"/>
                  <a:pt x="33817" y="45376"/>
                  <a:pt x="32498" y="46466"/>
                </a:cubicBezTo>
                <a:cubicBezTo>
                  <a:pt x="30318" y="48302"/>
                  <a:pt x="28597" y="51429"/>
                  <a:pt x="27335" y="55846"/>
                </a:cubicBezTo>
                <a:cubicBezTo>
                  <a:pt x="25958" y="60378"/>
                  <a:pt x="25270" y="67233"/>
                  <a:pt x="25270" y="76411"/>
                </a:cubicBezTo>
                <a:cubicBezTo>
                  <a:pt x="25270" y="86565"/>
                  <a:pt x="26015" y="94080"/>
                  <a:pt x="27507" y="98956"/>
                </a:cubicBezTo>
                <a:cubicBezTo>
                  <a:pt x="28941" y="103890"/>
                  <a:pt x="30978" y="107418"/>
                  <a:pt x="33616" y="109540"/>
                </a:cubicBezTo>
                <a:cubicBezTo>
                  <a:pt x="34878" y="110688"/>
                  <a:pt x="36686" y="111233"/>
                  <a:pt x="39038" y="111175"/>
                </a:cubicBezTo>
                <a:cubicBezTo>
                  <a:pt x="44086" y="111175"/>
                  <a:pt x="48847" y="107217"/>
                  <a:pt x="53322" y="99300"/>
                </a:cubicBezTo>
                <a:lnTo>
                  <a:pt x="53322" y="56964"/>
                </a:lnTo>
                <a:close/>
                <a:moveTo>
                  <a:pt x="164577" y="75981"/>
                </a:moveTo>
                <a:lnTo>
                  <a:pt x="120434" y="75981"/>
                </a:lnTo>
                <a:cubicBezTo>
                  <a:pt x="120950" y="86651"/>
                  <a:pt x="123790" y="95084"/>
                  <a:pt x="128953" y="101280"/>
                </a:cubicBezTo>
                <a:cubicBezTo>
                  <a:pt x="132854" y="106041"/>
                  <a:pt x="137615" y="108422"/>
                  <a:pt x="143237" y="108422"/>
                </a:cubicBezTo>
                <a:cubicBezTo>
                  <a:pt x="146622" y="108479"/>
                  <a:pt x="149748" y="107504"/>
                  <a:pt x="152616" y="105496"/>
                </a:cubicBezTo>
                <a:cubicBezTo>
                  <a:pt x="155427" y="103603"/>
                  <a:pt x="158439" y="100161"/>
                  <a:pt x="161652" y="95170"/>
                </a:cubicBezTo>
                <a:lnTo>
                  <a:pt x="164577" y="97063"/>
                </a:lnTo>
                <a:cubicBezTo>
                  <a:pt x="160160" y="105955"/>
                  <a:pt x="155341" y="112236"/>
                  <a:pt x="150121" y="115908"/>
                </a:cubicBezTo>
                <a:cubicBezTo>
                  <a:pt x="144843" y="119637"/>
                  <a:pt x="138734" y="121501"/>
                  <a:pt x="131793" y="121501"/>
                </a:cubicBezTo>
                <a:cubicBezTo>
                  <a:pt x="119803" y="121558"/>
                  <a:pt x="110768" y="116969"/>
                  <a:pt x="104687" y="107733"/>
                </a:cubicBezTo>
                <a:cubicBezTo>
                  <a:pt x="99754" y="100333"/>
                  <a:pt x="97287" y="91154"/>
                  <a:pt x="97287" y="80198"/>
                </a:cubicBezTo>
                <a:cubicBezTo>
                  <a:pt x="97230" y="66831"/>
                  <a:pt x="100872" y="56133"/>
                  <a:pt x="108215" y="48101"/>
                </a:cubicBezTo>
                <a:cubicBezTo>
                  <a:pt x="115443" y="40185"/>
                  <a:pt x="123933" y="36227"/>
                  <a:pt x="133686" y="36227"/>
                </a:cubicBezTo>
                <a:cubicBezTo>
                  <a:pt x="141832" y="36284"/>
                  <a:pt x="148916" y="39611"/>
                  <a:pt x="154940" y="46208"/>
                </a:cubicBezTo>
                <a:cubicBezTo>
                  <a:pt x="160848" y="52920"/>
                  <a:pt x="164061" y="62844"/>
                  <a:pt x="164577" y="75981"/>
                </a:cubicBezTo>
                <a:moveTo>
                  <a:pt x="143409" y="70216"/>
                </a:moveTo>
                <a:cubicBezTo>
                  <a:pt x="143352" y="61037"/>
                  <a:pt x="142864" y="54698"/>
                  <a:pt x="141946" y="51199"/>
                </a:cubicBezTo>
                <a:cubicBezTo>
                  <a:pt x="140914" y="47814"/>
                  <a:pt x="139336" y="45204"/>
                  <a:pt x="137214" y="43369"/>
                </a:cubicBezTo>
                <a:cubicBezTo>
                  <a:pt x="135952" y="42336"/>
                  <a:pt x="134345" y="41820"/>
                  <a:pt x="132395" y="41820"/>
                </a:cubicBezTo>
                <a:cubicBezTo>
                  <a:pt x="129354" y="41820"/>
                  <a:pt x="126916" y="43283"/>
                  <a:pt x="125081" y="46208"/>
                </a:cubicBezTo>
                <a:cubicBezTo>
                  <a:pt x="121696" y="51371"/>
                  <a:pt x="120004" y="58370"/>
                  <a:pt x="120004" y="67204"/>
                </a:cubicBezTo>
                <a:lnTo>
                  <a:pt x="120004" y="70216"/>
                </a:lnTo>
                <a:lnTo>
                  <a:pt x="143409" y="70216"/>
                </a:lnTo>
                <a:close/>
                <a:moveTo>
                  <a:pt x="206489" y="110917"/>
                </a:moveTo>
                <a:lnTo>
                  <a:pt x="206489" y="140862"/>
                </a:lnTo>
                <a:cubicBezTo>
                  <a:pt x="206489" y="145050"/>
                  <a:pt x="206833" y="147861"/>
                  <a:pt x="207522" y="149295"/>
                </a:cubicBezTo>
                <a:cubicBezTo>
                  <a:pt x="208095" y="150786"/>
                  <a:pt x="209099" y="151876"/>
                  <a:pt x="210533" y="152565"/>
                </a:cubicBezTo>
                <a:cubicBezTo>
                  <a:pt x="211853" y="153253"/>
                  <a:pt x="214549" y="153597"/>
                  <a:pt x="218622" y="153597"/>
                </a:cubicBezTo>
                <a:lnTo>
                  <a:pt x="218622" y="156781"/>
                </a:lnTo>
                <a:lnTo>
                  <a:pt x="172758" y="156781"/>
                </a:lnTo>
                <a:lnTo>
                  <a:pt x="172758" y="153597"/>
                </a:lnTo>
                <a:cubicBezTo>
                  <a:pt x="176257" y="153540"/>
                  <a:pt x="178896" y="152536"/>
                  <a:pt x="180674" y="150586"/>
                </a:cubicBezTo>
                <a:cubicBezTo>
                  <a:pt x="181764" y="149323"/>
                  <a:pt x="182338" y="145910"/>
                  <a:pt x="182395" y="140346"/>
                </a:cubicBezTo>
                <a:lnTo>
                  <a:pt x="182395" y="55415"/>
                </a:lnTo>
                <a:cubicBezTo>
                  <a:pt x="182338" y="49794"/>
                  <a:pt x="181678" y="46151"/>
                  <a:pt x="180416" y="44487"/>
                </a:cubicBezTo>
                <a:cubicBezTo>
                  <a:pt x="179097" y="42996"/>
                  <a:pt x="176544" y="42107"/>
                  <a:pt x="172758" y="41820"/>
                </a:cubicBezTo>
                <a:lnTo>
                  <a:pt x="172758" y="38636"/>
                </a:lnTo>
                <a:lnTo>
                  <a:pt x="206489" y="38636"/>
                </a:lnTo>
                <a:lnTo>
                  <a:pt x="206489" y="49220"/>
                </a:lnTo>
                <a:cubicBezTo>
                  <a:pt x="209300" y="45090"/>
                  <a:pt x="212168" y="42107"/>
                  <a:pt x="215094" y="40271"/>
                </a:cubicBezTo>
                <a:cubicBezTo>
                  <a:pt x="219282" y="37632"/>
                  <a:pt x="223842" y="36284"/>
                  <a:pt x="228776" y="36227"/>
                </a:cubicBezTo>
                <a:cubicBezTo>
                  <a:pt x="234627" y="36284"/>
                  <a:pt x="240019" y="38148"/>
                  <a:pt x="244953" y="41820"/>
                </a:cubicBezTo>
                <a:cubicBezTo>
                  <a:pt x="249772" y="45549"/>
                  <a:pt x="253443" y="50683"/>
                  <a:pt x="255967" y="57222"/>
                </a:cubicBezTo>
                <a:cubicBezTo>
                  <a:pt x="258434" y="63877"/>
                  <a:pt x="259696" y="70962"/>
                  <a:pt x="259753" y="78477"/>
                </a:cubicBezTo>
                <a:cubicBezTo>
                  <a:pt x="259753" y="86680"/>
                  <a:pt x="258463" y="94109"/>
                  <a:pt x="255881" y="100763"/>
                </a:cubicBezTo>
                <a:cubicBezTo>
                  <a:pt x="253185" y="107590"/>
                  <a:pt x="249399" y="112724"/>
                  <a:pt x="244523" y="116166"/>
                </a:cubicBezTo>
                <a:cubicBezTo>
                  <a:pt x="239532" y="119723"/>
                  <a:pt x="233996" y="121501"/>
                  <a:pt x="227915" y="121501"/>
                </a:cubicBezTo>
                <a:cubicBezTo>
                  <a:pt x="223498" y="121558"/>
                  <a:pt x="219368" y="120583"/>
                  <a:pt x="215524" y="118575"/>
                </a:cubicBezTo>
                <a:cubicBezTo>
                  <a:pt x="212656" y="117141"/>
                  <a:pt x="209644" y="114588"/>
                  <a:pt x="206489" y="110917"/>
                </a:cubicBezTo>
                <a:moveTo>
                  <a:pt x="206489" y="102226"/>
                </a:moveTo>
                <a:cubicBezTo>
                  <a:pt x="211365" y="109225"/>
                  <a:pt x="216643" y="112724"/>
                  <a:pt x="222322" y="112724"/>
                </a:cubicBezTo>
                <a:cubicBezTo>
                  <a:pt x="225420" y="112724"/>
                  <a:pt x="227973" y="111089"/>
                  <a:pt x="229980" y="107819"/>
                </a:cubicBezTo>
                <a:cubicBezTo>
                  <a:pt x="232963" y="103000"/>
                  <a:pt x="234455" y="93822"/>
                  <a:pt x="234455" y="80284"/>
                </a:cubicBezTo>
                <a:cubicBezTo>
                  <a:pt x="234455" y="66458"/>
                  <a:pt x="232820" y="56964"/>
                  <a:pt x="229550" y="51801"/>
                </a:cubicBezTo>
                <a:cubicBezTo>
                  <a:pt x="227370" y="48474"/>
                  <a:pt x="224445" y="46782"/>
                  <a:pt x="220773" y="46725"/>
                </a:cubicBezTo>
                <a:cubicBezTo>
                  <a:pt x="214922" y="46782"/>
                  <a:pt x="210161" y="50970"/>
                  <a:pt x="206489" y="59288"/>
                </a:cubicBezTo>
                <a:lnTo>
                  <a:pt x="206489" y="102226"/>
                </a:lnTo>
                <a:close/>
                <a:moveTo>
                  <a:pt x="304492" y="9207"/>
                </a:moveTo>
                <a:lnTo>
                  <a:pt x="304492" y="38636"/>
                </a:lnTo>
                <a:lnTo>
                  <a:pt x="323595" y="38636"/>
                </a:lnTo>
                <a:lnTo>
                  <a:pt x="323595" y="47155"/>
                </a:lnTo>
                <a:lnTo>
                  <a:pt x="304492" y="47155"/>
                </a:lnTo>
                <a:lnTo>
                  <a:pt x="304492" y="96805"/>
                </a:lnTo>
                <a:cubicBezTo>
                  <a:pt x="304492" y="101509"/>
                  <a:pt x="304722" y="104492"/>
                  <a:pt x="305181" y="105754"/>
                </a:cubicBezTo>
                <a:cubicBezTo>
                  <a:pt x="305525" y="107188"/>
                  <a:pt x="306271" y="108278"/>
                  <a:pt x="307418" y="109024"/>
                </a:cubicBezTo>
                <a:cubicBezTo>
                  <a:pt x="308451" y="109884"/>
                  <a:pt x="309454" y="110315"/>
                  <a:pt x="310430" y="110315"/>
                </a:cubicBezTo>
                <a:cubicBezTo>
                  <a:pt x="314101" y="110315"/>
                  <a:pt x="317629" y="107475"/>
                  <a:pt x="321014" y="101796"/>
                </a:cubicBezTo>
                <a:lnTo>
                  <a:pt x="323595" y="103689"/>
                </a:lnTo>
                <a:cubicBezTo>
                  <a:pt x="318891" y="114703"/>
                  <a:pt x="311348" y="120210"/>
                  <a:pt x="300964" y="120210"/>
                </a:cubicBezTo>
                <a:cubicBezTo>
                  <a:pt x="295859" y="120210"/>
                  <a:pt x="291556" y="118776"/>
                  <a:pt x="288057" y="115908"/>
                </a:cubicBezTo>
                <a:cubicBezTo>
                  <a:pt x="284443" y="113154"/>
                  <a:pt x="282177" y="109999"/>
                  <a:pt x="281259" y="106442"/>
                </a:cubicBezTo>
                <a:cubicBezTo>
                  <a:pt x="280628" y="104492"/>
                  <a:pt x="280341" y="99214"/>
                  <a:pt x="280399" y="90609"/>
                </a:cubicBezTo>
                <a:lnTo>
                  <a:pt x="280399" y="47155"/>
                </a:lnTo>
                <a:lnTo>
                  <a:pt x="269901" y="47155"/>
                </a:lnTo>
                <a:lnTo>
                  <a:pt x="269901" y="44143"/>
                </a:lnTo>
                <a:cubicBezTo>
                  <a:pt x="277129" y="39095"/>
                  <a:pt x="283296" y="33731"/>
                  <a:pt x="288401" y="28052"/>
                </a:cubicBezTo>
                <a:cubicBezTo>
                  <a:pt x="293449" y="22487"/>
                  <a:pt x="297867" y="16206"/>
                  <a:pt x="301653" y="9207"/>
                </a:cubicBezTo>
                <a:lnTo>
                  <a:pt x="304492" y="9207"/>
                </a:lnTo>
                <a:close/>
                <a:moveTo>
                  <a:pt x="366207" y="2409"/>
                </a:moveTo>
                <a:lnTo>
                  <a:pt x="366207" y="48962"/>
                </a:lnTo>
                <a:cubicBezTo>
                  <a:pt x="370567" y="44373"/>
                  <a:pt x="374611" y="41074"/>
                  <a:pt x="378340" y="39066"/>
                </a:cubicBezTo>
                <a:cubicBezTo>
                  <a:pt x="382012" y="37173"/>
                  <a:pt x="385826" y="36227"/>
                  <a:pt x="389785" y="36227"/>
                </a:cubicBezTo>
                <a:cubicBezTo>
                  <a:pt x="394833" y="36284"/>
                  <a:pt x="399164" y="37718"/>
                  <a:pt x="402778" y="40529"/>
                </a:cubicBezTo>
                <a:cubicBezTo>
                  <a:pt x="406277" y="43397"/>
                  <a:pt x="408658" y="46753"/>
                  <a:pt x="409920" y="50597"/>
                </a:cubicBezTo>
                <a:cubicBezTo>
                  <a:pt x="411010" y="54498"/>
                  <a:pt x="411584" y="61037"/>
                  <a:pt x="411641" y="70216"/>
                </a:cubicBezTo>
                <a:lnTo>
                  <a:pt x="411641" y="101624"/>
                </a:lnTo>
                <a:cubicBezTo>
                  <a:pt x="411641" y="107819"/>
                  <a:pt x="412215" y="111634"/>
                  <a:pt x="413362" y="113068"/>
                </a:cubicBezTo>
                <a:cubicBezTo>
                  <a:pt x="414452" y="114617"/>
                  <a:pt x="416775" y="115592"/>
                  <a:pt x="420332" y="115994"/>
                </a:cubicBezTo>
                <a:lnTo>
                  <a:pt x="420332" y="119092"/>
                </a:lnTo>
                <a:lnTo>
                  <a:pt x="379545" y="119092"/>
                </a:lnTo>
                <a:lnTo>
                  <a:pt x="379545" y="115994"/>
                </a:lnTo>
                <a:cubicBezTo>
                  <a:pt x="382356" y="115592"/>
                  <a:pt x="384507" y="114445"/>
                  <a:pt x="385999" y="112552"/>
                </a:cubicBezTo>
                <a:cubicBezTo>
                  <a:pt x="387031" y="111118"/>
                  <a:pt x="387547" y="107475"/>
                  <a:pt x="387547" y="101624"/>
                </a:cubicBezTo>
                <a:lnTo>
                  <a:pt x="387547" y="65741"/>
                </a:lnTo>
                <a:cubicBezTo>
                  <a:pt x="387547" y="59144"/>
                  <a:pt x="387289" y="54957"/>
                  <a:pt x="386773" y="53178"/>
                </a:cubicBezTo>
                <a:cubicBezTo>
                  <a:pt x="386257" y="51572"/>
                  <a:pt x="385396" y="50253"/>
                  <a:pt x="384191" y="49220"/>
                </a:cubicBezTo>
                <a:cubicBezTo>
                  <a:pt x="382872" y="48302"/>
                  <a:pt x="381467" y="47843"/>
                  <a:pt x="379975" y="47843"/>
                </a:cubicBezTo>
                <a:cubicBezTo>
                  <a:pt x="377623" y="47843"/>
                  <a:pt x="375386" y="48618"/>
                  <a:pt x="373263" y="50166"/>
                </a:cubicBezTo>
                <a:cubicBezTo>
                  <a:pt x="371026" y="51830"/>
                  <a:pt x="368674" y="54612"/>
                  <a:pt x="366207" y="58513"/>
                </a:cubicBezTo>
                <a:lnTo>
                  <a:pt x="366207" y="101624"/>
                </a:lnTo>
                <a:cubicBezTo>
                  <a:pt x="366207" y="107418"/>
                  <a:pt x="366638" y="111003"/>
                  <a:pt x="367498" y="112380"/>
                </a:cubicBezTo>
                <a:cubicBezTo>
                  <a:pt x="368588" y="114388"/>
                  <a:pt x="370825" y="115592"/>
                  <a:pt x="374210" y="115994"/>
                </a:cubicBezTo>
                <a:lnTo>
                  <a:pt x="374210" y="119092"/>
                </a:lnTo>
                <a:lnTo>
                  <a:pt x="333423" y="119092"/>
                </a:lnTo>
                <a:lnTo>
                  <a:pt x="333423" y="115994"/>
                </a:lnTo>
                <a:cubicBezTo>
                  <a:pt x="336750" y="115650"/>
                  <a:pt x="339159" y="114560"/>
                  <a:pt x="340651" y="112724"/>
                </a:cubicBezTo>
                <a:cubicBezTo>
                  <a:pt x="341569" y="111462"/>
                  <a:pt x="342056" y="107762"/>
                  <a:pt x="342114" y="101624"/>
                </a:cubicBezTo>
                <a:lnTo>
                  <a:pt x="342114" y="19877"/>
                </a:lnTo>
                <a:cubicBezTo>
                  <a:pt x="342114" y="13797"/>
                  <a:pt x="341569" y="10010"/>
                  <a:pt x="340479" y="8519"/>
                </a:cubicBezTo>
                <a:cubicBezTo>
                  <a:pt x="339274" y="7085"/>
                  <a:pt x="336922" y="6109"/>
                  <a:pt x="333423" y="5593"/>
                </a:cubicBezTo>
                <a:lnTo>
                  <a:pt x="333423" y="2409"/>
                </a:lnTo>
                <a:lnTo>
                  <a:pt x="366207" y="2409"/>
                </a:lnTo>
                <a:close/>
                <a:moveTo>
                  <a:pt x="524561" y="0"/>
                </a:moveTo>
                <a:lnTo>
                  <a:pt x="524561" y="95428"/>
                </a:lnTo>
                <a:cubicBezTo>
                  <a:pt x="524561" y="102599"/>
                  <a:pt x="524877" y="107160"/>
                  <a:pt x="525508" y="109110"/>
                </a:cubicBezTo>
                <a:cubicBezTo>
                  <a:pt x="526081" y="111118"/>
                  <a:pt x="527401" y="112753"/>
                  <a:pt x="529466" y="114015"/>
                </a:cubicBezTo>
                <a:cubicBezTo>
                  <a:pt x="531416" y="115334"/>
                  <a:pt x="534629" y="115965"/>
                  <a:pt x="539103" y="115908"/>
                </a:cubicBezTo>
                <a:lnTo>
                  <a:pt x="541771" y="115908"/>
                </a:lnTo>
                <a:lnTo>
                  <a:pt x="541771" y="119092"/>
                </a:lnTo>
                <a:lnTo>
                  <a:pt x="480332" y="119092"/>
                </a:lnTo>
                <a:lnTo>
                  <a:pt x="480332" y="115908"/>
                </a:lnTo>
                <a:lnTo>
                  <a:pt x="483430" y="115908"/>
                </a:lnTo>
                <a:cubicBezTo>
                  <a:pt x="488363" y="115908"/>
                  <a:pt x="491920" y="115334"/>
                  <a:pt x="494100" y="114187"/>
                </a:cubicBezTo>
                <a:cubicBezTo>
                  <a:pt x="496165" y="113097"/>
                  <a:pt x="497599" y="111519"/>
                  <a:pt x="498402" y="109454"/>
                </a:cubicBezTo>
                <a:cubicBezTo>
                  <a:pt x="499148" y="107504"/>
                  <a:pt x="499521" y="102828"/>
                  <a:pt x="499521" y="95428"/>
                </a:cubicBezTo>
                <a:lnTo>
                  <a:pt x="499521" y="34936"/>
                </a:lnTo>
                <a:cubicBezTo>
                  <a:pt x="499521" y="29543"/>
                  <a:pt x="499263" y="26159"/>
                  <a:pt x="498746" y="24782"/>
                </a:cubicBezTo>
                <a:cubicBezTo>
                  <a:pt x="498230" y="23520"/>
                  <a:pt x="497284" y="22373"/>
                  <a:pt x="495907" y="21340"/>
                </a:cubicBezTo>
                <a:cubicBezTo>
                  <a:pt x="494415" y="20422"/>
                  <a:pt x="492780" y="19963"/>
                  <a:pt x="491002" y="19963"/>
                </a:cubicBezTo>
                <a:cubicBezTo>
                  <a:pt x="488076" y="20021"/>
                  <a:pt x="484520" y="20939"/>
                  <a:pt x="480332" y="22717"/>
                </a:cubicBezTo>
                <a:lnTo>
                  <a:pt x="478783" y="19619"/>
                </a:lnTo>
                <a:lnTo>
                  <a:pt x="521721" y="0"/>
                </a:lnTo>
                <a:lnTo>
                  <a:pt x="524561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depth2">
            <a:extLst xmlns:a="http://schemas.openxmlformats.org/drawingml/2006/main">
              <a:ext uri="{FF2B5EF4-FFF2-40B4-BE49-F238E27FC236}">
                <a16:creationId xmlns:a16="http://schemas.microsoft.com/office/drawing/2014/main" id="{F6A55712-D103-4193-9A67-BFA08FE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316" y="2951145"/>
            <a:ext cx="546676" cy="156781"/>
          </a:xfrm>
          <a:custGeom xmlns:a="http://schemas.openxmlformats.org/drawingml/2006/main">
            <a:pathLst>
              <a:path w="546676" h="156781">
                <a:moveTo>
                  <a:pt x="77415" y="2409"/>
                </a:moveTo>
                <a:lnTo>
                  <a:pt x="77415" y="94998"/>
                </a:lnTo>
                <a:cubicBezTo>
                  <a:pt x="77415" y="101308"/>
                  <a:pt x="77587" y="105008"/>
                  <a:pt x="77932" y="106098"/>
                </a:cubicBezTo>
                <a:cubicBezTo>
                  <a:pt x="78333" y="107991"/>
                  <a:pt x="79222" y="109397"/>
                  <a:pt x="80599" y="110315"/>
                </a:cubicBezTo>
                <a:cubicBezTo>
                  <a:pt x="81861" y="111290"/>
                  <a:pt x="84098" y="111864"/>
                  <a:pt x="87311" y="112036"/>
                </a:cubicBezTo>
                <a:lnTo>
                  <a:pt x="87311" y="114875"/>
                </a:lnTo>
                <a:lnTo>
                  <a:pt x="53322" y="121501"/>
                </a:lnTo>
                <a:lnTo>
                  <a:pt x="53322" y="108766"/>
                </a:lnTo>
                <a:cubicBezTo>
                  <a:pt x="49249" y="113699"/>
                  <a:pt x="45635" y="117055"/>
                  <a:pt x="42479" y="118833"/>
                </a:cubicBezTo>
                <a:cubicBezTo>
                  <a:pt x="39267" y="120669"/>
                  <a:pt x="35653" y="121558"/>
                  <a:pt x="31637" y="121501"/>
                </a:cubicBezTo>
                <a:cubicBezTo>
                  <a:pt x="21311" y="121558"/>
                  <a:pt x="13194" y="116969"/>
                  <a:pt x="7285" y="107733"/>
                </a:cubicBezTo>
                <a:cubicBezTo>
                  <a:pt x="2467" y="100276"/>
                  <a:pt x="57" y="91126"/>
                  <a:pt x="57" y="80284"/>
                </a:cubicBezTo>
                <a:cubicBezTo>
                  <a:pt x="0" y="71621"/>
                  <a:pt x="1492" y="63848"/>
                  <a:pt x="4532" y="56964"/>
                </a:cubicBezTo>
                <a:cubicBezTo>
                  <a:pt x="7458" y="50195"/>
                  <a:pt x="11559" y="45032"/>
                  <a:pt x="16837" y="41476"/>
                </a:cubicBezTo>
                <a:cubicBezTo>
                  <a:pt x="22000" y="37976"/>
                  <a:pt x="27564" y="36227"/>
                  <a:pt x="33530" y="36227"/>
                </a:cubicBezTo>
                <a:cubicBezTo>
                  <a:pt x="37317" y="36284"/>
                  <a:pt x="40730" y="37030"/>
                  <a:pt x="43770" y="38464"/>
                </a:cubicBezTo>
                <a:cubicBezTo>
                  <a:pt x="46753" y="40013"/>
                  <a:pt x="49937" y="42623"/>
                  <a:pt x="53322" y="46294"/>
                </a:cubicBezTo>
                <a:lnTo>
                  <a:pt x="53322" y="22029"/>
                </a:lnTo>
                <a:cubicBezTo>
                  <a:pt x="53322" y="15948"/>
                  <a:pt x="53063" y="12248"/>
                  <a:pt x="52547" y="10928"/>
                </a:cubicBezTo>
                <a:cubicBezTo>
                  <a:pt x="51859" y="9322"/>
                  <a:pt x="50826" y="8089"/>
                  <a:pt x="49449" y="7228"/>
                </a:cubicBezTo>
                <a:cubicBezTo>
                  <a:pt x="48073" y="6482"/>
                  <a:pt x="45491" y="6081"/>
                  <a:pt x="41705" y="6023"/>
                </a:cubicBezTo>
                <a:lnTo>
                  <a:pt x="41705" y="2409"/>
                </a:lnTo>
                <a:lnTo>
                  <a:pt x="77415" y="2409"/>
                </a:lnTo>
                <a:moveTo>
                  <a:pt x="53322" y="56964"/>
                </a:moveTo>
                <a:cubicBezTo>
                  <a:pt x="49019" y="48818"/>
                  <a:pt x="43828" y="44745"/>
                  <a:pt x="37747" y="44745"/>
                </a:cubicBezTo>
                <a:cubicBezTo>
                  <a:pt x="35567" y="44803"/>
                  <a:pt x="33817" y="45376"/>
                  <a:pt x="32498" y="46466"/>
                </a:cubicBezTo>
                <a:cubicBezTo>
                  <a:pt x="30318" y="48302"/>
                  <a:pt x="28597" y="51429"/>
                  <a:pt x="27335" y="55846"/>
                </a:cubicBezTo>
                <a:cubicBezTo>
                  <a:pt x="25958" y="60378"/>
                  <a:pt x="25270" y="67233"/>
                  <a:pt x="25270" y="76411"/>
                </a:cubicBezTo>
                <a:cubicBezTo>
                  <a:pt x="25270" y="86565"/>
                  <a:pt x="26015" y="94080"/>
                  <a:pt x="27507" y="98956"/>
                </a:cubicBezTo>
                <a:cubicBezTo>
                  <a:pt x="28941" y="103890"/>
                  <a:pt x="30978" y="107418"/>
                  <a:pt x="33616" y="109540"/>
                </a:cubicBezTo>
                <a:cubicBezTo>
                  <a:pt x="34878" y="110688"/>
                  <a:pt x="36686" y="111233"/>
                  <a:pt x="39038" y="111175"/>
                </a:cubicBezTo>
                <a:cubicBezTo>
                  <a:pt x="44086" y="111175"/>
                  <a:pt x="48847" y="107217"/>
                  <a:pt x="53322" y="99300"/>
                </a:cubicBezTo>
                <a:lnTo>
                  <a:pt x="53322" y="56964"/>
                </a:lnTo>
                <a:close/>
                <a:moveTo>
                  <a:pt x="164577" y="75981"/>
                </a:moveTo>
                <a:lnTo>
                  <a:pt x="120434" y="75981"/>
                </a:lnTo>
                <a:cubicBezTo>
                  <a:pt x="120950" y="86651"/>
                  <a:pt x="123790" y="95084"/>
                  <a:pt x="128953" y="101280"/>
                </a:cubicBezTo>
                <a:cubicBezTo>
                  <a:pt x="132854" y="106041"/>
                  <a:pt x="137615" y="108422"/>
                  <a:pt x="143237" y="108422"/>
                </a:cubicBezTo>
                <a:cubicBezTo>
                  <a:pt x="146622" y="108479"/>
                  <a:pt x="149748" y="107504"/>
                  <a:pt x="152616" y="105496"/>
                </a:cubicBezTo>
                <a:cubicBezTo>
                  <a:pt x="155427" y="103603"/>
                  <a:pt x="158439" y="100161"/>
                  <a:pt x="161652" y="95170"/>
                </a:cubicBezTo>
                <a:lnTo>
                  <a:pt x="164577" y="97063"/>
                </a:lnTo>
                <a:cubicBezTo>
                  <a:pt x="160160" y="105955"/>
                  <a:pt x="155341" y="112236"/>
                  <a:pt x="150121" y="115908"/>
                </a:cubicBezTo>
                <a:cubicBezTo>
                  <a:pt x="144843" y="119637"/>
                  <a:pt x="138734" y="121501"/>
                  <a:pt x="131793" y="121501"/>
                </a:cubicBezTo>
                <a:cubicBezTo>
                  <a:pt x="119803" y="121558"/>
                  <a:pt x="110768" y="116969"/>
                  <a:pt x="104687" y="107733"/>
                </a:cubicBezTo>
                <a:cubicBezTo>
                  <a:pt x="99754" y="100333"/>
                  <a:pt x="97287" y="91154"/>
                  <a:pt x="97287" y="80198"/>
                </a:cubicBezTo>
                <a:cubicBezTo>
                  <a:pt x="97230" y="66831"/>
                  <a:pt x="100872" y="56133"/>
                  <a:pt x="108215" y="48101"/>
                </a:cubicBezTo>
                <a:cubicBezTo>
                  <a:pt x="115443" y="40185"/>
                  <a:pt x="123933" y="36227"/>
                  <a:pt x="133686" y="36227"/>
                </a:cubicBezTo>
                <a:cubicBezTo>
                  <a:pt x="141832" y="36284"/>
                  <a:pt x="148916" y="39611"/>
                  <a:pt x="154940" y="46208"/>
                </a:cubicBezTo>
                <a:cubicBezTo>
                  <a:pt x="160848" y="52920"/>
                  <a:pt x="164061" y="62844"/>
                  <a:pt x="164577" y="75981"/>
                </a:cubicBezTo>
                <a:moveTo>
                  <a:pt x="143409" y="70216"/>
                </a:moveTo>
                <a:cubicBezTo>
                  <a:pt x="143352" y="61037"/>
                  <a:pt x="142864" y="54698"/>
                  <a:pt x="141946" y="51199"/>
                </a:cubicBezTo>
                <a:cubicBezTo>
                  <a:pt x="140914" y="47814"/>
                  <a:pt x="139336" y="45204"/>
                  <a:pt x="137214" y="43369"/>
                </a:cubicBezTo>
                <a:cubicBezTo>
                  <a:pt x="135952" y="42336"/>
                  <a:pt x="134345" y="41820"/>
                  <a:pt x="132395" y="41820"/>
                </a:cubicBezTo>
                <a:cubicBezTo>
                  <a:pt x="129354" y="41820"/>
                  <a:pt x="126916" y="43283"/>
                  <a:pt x="125081" y="46208"/>
                </a:cubicBezTo>
                <a:cubicBezTo>
                  <a:pt x="121696" y="51371"/>
                  <a:pt x="120004" y="58370"/>
                  <a:pt x="120004" y="67204"/>
                </a:cubicBezTo>
                <a:lnTo>
                  <a:pt x="120004" y="70216"/>
                </a:lnTo>
                <a:lnTo>
                  <a:pt x="143409" y="70216"/>
                </a:lnTo>
                <a:close/>
                <a:moveTo>
                  <a:pt x="206489" y="110917"/>
                </a:moveTo>
                <a:lnTo>
                  <a:pt x="206489" y="140862"/>
                </a:lnTo>
                <a:cubicBezTo>
                  <a:pt x="206489" y="145050"/>
                  <a:pt x="206833" y="147861"/>
                  <a:pt x="207522" y="149295"/>
                </a:cubicBezTo>
                <a:cubicBezTo>
                  <a:pt x="208095" y="150786"/>
                  <a:pt x="209099" y="151876"/>
                  <a:pt x="210533" y="152565"/>
                </a:cubicBezTo>
                <a:cubicBezTo>
                  <a:pt x="211853" y="153253"/>
                  <a:pt x="214549" y="153597"/>
                  <a:pt x="218622" y="153597"/>
                </a:cubicBezTo>
                <a:lnTo>
                  <a:pt x="218622" y="156781"/>
                </a:lnTo>
                <a:lnTo>
                  <a:pt x="172758" y="156781"/>
                </a:lnTo>
                <a:lnTo>
                  <a:pt x="172758" y="153597"/>
                </a:lnTo>
                <a:cubicBezTo>
                  <a:pt x="176257" y="153540"/>
                  <a:pt x="178896" y="152536"/>
                  <a:pt x="180674" y="150586"/>
                </a:cubicBezTo>
                <a:cubicBezTo>
                  <a:pt x="181764" y="149323"/>
                  <a:pt x="182338" y="145910"/>
                  <a:pt x="182395" y="140346"/>
                </a:cubicBezTo>
                <a:lnTo>
                  <a:pt x="182395" y="55415"/>
                </a:lnTo>
                <a:cubicBezTo>
                  <a:pt x="182338" y="49794"/>
                  <a:pt x="181678" y="46151"/>
                  <a:pt x="180416" y="44487"/>
                </a:cubicBezTo>
                <a:cubicBezTo>
                  <a:pt x="179097" y="42996"/>
                  <a:pt x="176544" y="42107"/>
                  <a:pt x="172758" y="41820"/>
                </a:cubicBezTo>
                <a:lnTo>
                  <a:pt x="172758" y="38636"/>
                </a:lnTo>
                <a:lnTo>
                  <a:pt x="206489" y="38636"/>
                </a:lnTo>
                <a:lnTo>
                  <a:pt x="206489" y="49220"/>
                </a:lnTo>
                <a:cubicBezTo>
                  <a:pt x="209300" y="45090"/>
                  <a:pt x="212168" y="42107"/>
                  <a:pt x="215094" y="40271"/>
                </a:cubicBezTo>
                <a:cubicBezTo>
                  <a:pt x="219282" y="37632"/>
                  <a:pt x="223842" y="36284"/>
                  <a:pt x="228776" y="36227"/>
                </a:cubicBezTo>
                <a:cubicBezTo>
                  <a:pt x="234627" y="36284"/>
                  <a:pt x="240019" y="38148"/>
                  <a:pt x="244953" y="41820"/>
                </a:cubicBezTo>
                <a:cubicBezTo>
                  <a:pt x="249772" y="45549"/>
                  <a:pt x="253443" y="50683"/>
                  <a:pt x="255967" y="57222"/>
                </a:cubicBezTo>
                <a:cubicBezTo>
                  <a:pt x="258434" y="63877"/>
                  <a:pt x="259696" y="70962"/>
                  <a:pt x="259753" y="78477"/>
                </a:cubicBezTo>
                <a:cubicBezTo>
                  <a:pt x="259753" y="86680"/>
                  <a:pt x="258463" y="94109"/>
                  <a:pt x="255881" y="100763"/>
                </a:cubicBezTo>
                <a:cubicBezTo>
                  <a:pt x="253185" y="107590"/>
                  <a:pt x="249399" y="112724"/>
                  <a:pt x="244523" y="116166"/>
                </a:cubicBezTo>
                <a:cubicBezTo>
                  <a:pt x="239532" y="119723"/>
                  <a:pt x="233996" y="121501"/>
                  <a:pt x="227915" y="121501"/>
                </a:cubicBezTo>
                <a:cubicBezTo>
                  <a:pt x="223498" y="121558"/>
                  <a:pt x="219368" y="120583"/>
                  <a:pt x="215524" y="118575"/>
                </a:cubicBezTo>
                <a:cubicBezTo>
                  <a:pt x="212656" y="117141"/>
                  <a:pt x="209644" y="114588"/>
                  <a:pt x="206489" y="110917"/>
                </a:cubicBezTo>
                <a:moveTo>
                  <a:pt x="206489" y="102226"/>
                </a:moveTo>
                <a:cubicBezTo>
                  <a:pt x="211365" y="109225"/>
                  <a:pt x="216643" y="112724"/>
                  <a:pt x="222322" y="112724"/>
                </a:cubicBezTo>
                <a:cubicBezTo>
                  <a:pt x="225420" y="112724"/>
                  <a:pt x="227973" y="111089"/>
                  <a:pt x="229980" y="107819"/>
                </a:cubicBezTo>
                <a:cubicBezTo>
                  <a:pt x="232963" y="103000"/>
                  <a:pt x="234455" y="93822"/>
                  <a:pt x="234455" y="80284"/>
                </a:cubicBezTo>
                <a:cubicBezTo>
                  <a:pt x="234455" y="66458"/>
                  <a:pt x="232820" y="56964"/>
                  <a:pt x="229550" y="51801"/>
                </a:cubicBezTo>
                <a:cubicBezTo>
                  <a:pt x="227370" y="48474"/>
                  <a:pt x="224445" y="46782"/>
                  <a:pt x="220773" y="46725"/>
                </a:cubicBezTo>
                <a:cubicBezTo>
                  <a:pt x="214922" y="46782"/>
                  <a:pt x="210161" y="50970"/>
                  <a:pt x="206489" y="59288"/>
                </a:cubicBezTo>
                <a:lnTo>
                  <a:pt x="206489" y="102226"/>
                </a:lnTo>
                <a:close/>
                <a:moveTo>
                  <a:pt x="304492" y="9207"/>
                </a:moveTo>
                <a:lnTo>
                  <a:pt x="304492" y="38636"/>
                </a:lnTo>
                <a:lnTo>
                  <a:pt x="323595" y="38636"/>
                </a:lnTo>
                <a:lnTo>
                  <a:pt x="323595" y="47155"/>
                </a:lnTo>
                <a:lnTo>
                  <a:pt x="304492" y="47155"/>
                </a:lnTo>
                <a:lnTo>
                  <a:pt x="304492" y="96805"/>
                </a:lnTo>
                <a:cubicBezTo>
                  <a:pt x="304492" y="101509"/>
                  <a:pt x="304722" y="104492"/>
                  <a:pt x="305181" y="105754"/>
                </a:cubicBezTo>
                <a:cubicBezTo>
                  <a:pt x="305525" y="107188"/>
                  <a:pt x="306271" y="108278"/>
                  <a:pt x="307418" y="109024"/>
                </a:cubicBezTo>
                <a:cubicBezTo>
                  <a:pt x="308451" y="109884"/>
                  <a:pt x="309454" y="110315"/>
                  <a:pt x="310430" y="110315"/>
                </a:cubicBezTo>
                <a:cubicBezTo>
                  <a:pt x="314101" y="110315"/>
                  <a:pt x="317629" y="107475"/>
                  <a:pt x="321014" y="101796"/>
                </a:cubicBezTo>
                <a:lnTo>
                  <a:pt x="323595" y="103689"/>
                </a:lnTo>
                <a:cubicBezTo>
                  <a:pt x="318891" y="114703"/>
                  <a:pt x="311348" y="120210"/>
                  <a:pt x="300964" y="120210"/>
                </a:cubicBezTo>
                <a:cubicBezTo>
                  <a:pt x="295859" y="120210"/>
                  <a:pt x="291556" y="118776"/>
                  <a:pt x="288057" y="115908"/>
                </a:cubicBezTo>
                <a:cubicBezTo>
                  <a:pt x="284443" y="113154"/>
                  <a:pt x="282177" y="109999"/>
                  <a:pt x="281259" y="106442"/>
                </a:cubicBezTo>
                <a:cubicBezTo>
                  <a:pt x="280628" y="104492"/>
                  <a:pt x="280341" y="99214"/>
                  <a:pt x="280399" y="90609"/>
                </a:cubicBezTo>
                <a:lnTo>
                  <a:pt x="280399" y="47155"/>
                </a:lnTo>
                <a:lnTo>
                  <a:pt x="269901" y="47155"/>
                </a:lnTo>
                <a:lnTo>
                  <a:pt x="269901" y="44143"/>
                </a:lnTo>
                <a:cubicBezTo>
                  <a:pt x="277129" y="39095"/>
                  <a:pt x="283296" y="33731"/>
                  <a:pt x="288401" y="28052"/>
                </a:cubicBezTo>
                <a:cubicBezTo>
                  <a:pt x="293449" y="22487"/>
                  <a:pt x="297867" y="16206"/>
                  <a:pt x="301653" y="9207"/>
                </a:cubicBezTo>
                <a:lnTo>
                  <a:pt x="304492" y="9207"/>
                </a:lnTo>
                <a:close/>
                <a:moveTo>
                  <a:pt x="366207" y="2409"/>
                </a:moveTo>
                <a:lnTo>
                  <a:pt x="366207" y="48962"/>
                </a:lnTo>
                <a:cubicBezTo>
                  <a:pt x="370567" y="44373"/>
                  <a:pt x="374611" y="41074"/>
                  <a:pt x="378340" y="39066"/>
                </a:cubicBezTo>
                <a:cubicBezTo>
                  <a:pt x="382012" y="37173"/>
                  <a:pt x="385826" y="36227"/>
                  <a:pt x="389785" y="36227"/>
                </a:cubicBezTo>
                <a:cubicBezTo>
                  <a:pt x="394833" y="36284"/>
                  <a:pt x="399164" y="37718"/>
                  <a:pt x="402778" y="40529"/>
                </a:cubicBezTo>
                <a:cubicBezTo>
                  <a:pt x="406277" y="43397"/>
                  <a:pt x="408658" y="46753"/>
                  <a:pt x="409920" y="50597"/>
                </a:cubicBezTo>
                <a:cubicBezTo>
                  <a:pt x="411010" y="54498"/>
                  <a:pt x="411584" y="61037"/>
                  <a:pt x="411641" y="70216"/>
                </a:cubicBezTo>
                <a:lnTo>
                  <a:pt x="411641" y="101624"/>
                </a:lnTo>
                <a:cubicBezTo>
                  <a:pt x="411641" y="107819"/>
                  <a:pt x="412215" y="111634"/>
                  <a:pt x="413362" y="113068"/>
                </a:cubicBezTo>
                <a:cubicBezTo>
                  <a:pt x="414452" y="114617"/>
                  <a:pt x="416775" y="115592"/>
                  <a:pt x="420332" y="115994"/>
                </a:cubicBezTo>
                <a:lnTo>
                  <a:pt x="420332" y="119092"/>
                </a:lnTo>
                <a:lnTo>
                  <a:pt x="379545" y="119092"/>
                </a:lnTo>
                <a:lnTo>
                  <a:pt x="379545" y="115994"/>
                </a:lnTo>
                <a:cubicBezTo>
                  <a:pt x="382356" y="115592"/>
                  <a:pt x="384507" y="114445"/>
                  <a:pt x="385999" y="112552"/>
                </a:cubicBezTo>
                <a:cubicBezTo>
                  <a:pt x="387031" y="111118"/>
                  <a:pt x="387547" y="107475"/>
                  <a:pt x="387547" y="101624"/>
                </a:cubicBezTo>
                <a:lnTo>
                  <a:pt x="387547" y="65741"/>
                </a:lnTo>
                <a:cubicBezTo>
                  <a:pt x="387547" y="59144"/>
                  <a:pt x="387289" y="54957"/>
                  <a:pt x="386773" y="53178"/>
                </a:cubicBezTo>
                <a:cubicBezTo>
                  <a:pt x="386257" y="51572"/>
                  <a:pt x="385396" y="50253"/>
                  <a:pt x="384191" y="49220"/>
                </a:cubicBezTo>
                <a:cubicBezTo>
                  <a:pt x="382872" y="48302"/>
                  <a:pt x="381467" y="47843"/>
                  <a:pt x="379975" y="47843"/>
                </a:cubicBezTo>
                <a:cubicBezTo>
                  <a:pt x="377623" y="47843"/>
                  <a:pt x="375386" y="48618"/>
                  <a:pt x="373263" y="50166"/>
                </a:cubicBezTo>
                <a:cubicBezTo>
                  <a:pt x="371026" y="51830"/>
                  <a:pt x="368674" y="54612"/>
                  <a:pt x="366207" y="58513"/>
                </a:cubicBezTo>
                <a:lnTo>
                  <a:pt x="366207" y="101624"/>
                </a:lnTo>
                <a:cubicBezTo>
                  <a:pt x="366207" y="107418"/>
                  <a:pt x="366638" y="111003"/>
                  <a:pt x="367498" y="112380"/>
                </a:cubicBezTo>
                <a:cubicBezTo>
                  <a:pt x="368588" y="114388"/>
                  <a:pt x="370825" y="115592"/>
                  <a:pt x="374210" y="115994"/>
                </a:cubicBezTo>
                <a:lnTo>
                  <a:pt x="374210" y="119092"/>
                </a:lnTo>
                <a:lnTo>
                  <a:pt x="333423" y="119092"/>
                </a:lnTo>
                <a:lnTo>
                  <a:pt x="333423" y="115994"/>
                </a:lnTo>
                <a:cubicBezTo>
                  <a:pt x="336750" y="115650"/>
                  <a:pt x="339159" y="114560"/>
                  <a:pt x="340651" y="112724"/>
                </a:cubicBezTo>
                <a:cubicBezTo>
                  <a:pt x="341569" y="111462"/>
                  <a:pt x="342056" y="107762"/>
                  <a:pt x="342114" y="101624"/>
                </a:cubicBezTo>
                <a:lnTo>
                  <a:pt x="342114" y="19877"/>
                </a:lnTo>
                <a:cubicBezTo>
                  <a:pt x="342114" y="13797"/>
                  <a:pt x="341569" y="10010"/>
                  <a:pt x="340479" y="8519"/>
                </a:cubicBezTo>
                <a:cubicBezTo>
                  <a:pt x="339274" y="7085"/>
                  <a:pt x="336922" y="6109"/>
                  <a:pt x="333423" y="5593"/>
                </a:cubicBezTo>
                <a:lnTo>
                  <a:pt x="333423" y="2409"/>
                </a:lnTo>
                <a:lnTo>
                  <a:pt x="366207" y="2409"/>
                </a:lnTo>
                <a:close/>
                <a:moveTo>
                  <a:pt x="540136" y="119092"/>
                </a:moveTo>
                <a:lnTo>
                  <a:pt x="471469" y="119092"/>
                </a:lnTo>
                <a:lnTo>
                  <a:pt x="471469" y="117199"/>
                </a:lnTo>
                <a:cubicBezTo>
                  <a:pt x="492465" y="92187"/>
                  <a:pt x="505257" y="75321"/>
                  <a:pt x="509847" y="66602"/>
                </a:cubicBezTo>
                <a:cubicBezTo>
                  <a:pt x="514321" y="57940"/>
                  <a:pt x="516558" y="49478"/>
                  <a:pt x="516558" y="41217"/>
                </a:cubicBezTo>
                <a:cubicBezTo>
                  <a:pt x="516501" y="35251"/>
                  <a:pt x="514637" y="30232"/>
                  <a:pt x="510965" y="26159"/>
                </a:cubicBezTo>
                <a:cubicBezTo>
                  <a:pt x="507237" y="22201"/>
                  <a:pt x="502676" y="20221"/>
                  <a:pt x="497284" y="20221"/>
                </a:cubicBezTo>
                <a:cubicBezTo>
                  <a:pt x="488392" y="20221"/>
                  <a:pt x="481537" y="24639"/>
                  <a:pt x="476718" y="33473"/>
                </a:cubicBezTo>
                <a:lnTo>
                  <a:pt x="473534" y="32354"/>
                </a:lnTo>
                <a:cubicBezTo>
                  <a:pt x="476632" y="21340"/>
                  <a:pt x="481336" y="13194"/>
                  <a:pt x="487646" y="7916"/>
                </a:cubicBezTo>
                <a:cubicBezTo>
                  <a:pt x="493899" y="2696"/>
                  <a:pt x="501184" y="57"/>
                  <a:pt x="509502" y="0"/>
                </a:cubicBezTo>
                <a:cubicBezTo>
                  <a:pt x="515354" y="0"/>
                  <a:pt x="520746" y="1377"/>
                  <a:pt x="525680" y="4130"/>
                </a:cubicBezTo>
                <a:cubicBezTo>
                  <a:pt x="530556" y="6941"/>
                  <a:pt x="534371" y="10699"/>
                  <a:pt x="537124" y="15403"/>
                </a:cubicBezTo>
                <a:cubicBezTo>
                  <a:pt x="539878" y="20221"/>
                  <a:pt x="541254" y="24725"/>
                  <a:pt x="541254" y="28912"/>
                </a:cubicBezTo>
                <a:cubicBezTo>
                  <a:pt x="541197" y="36599"/>
                  <a:pt x="539075" y="44344"/>
                  <a:pt x="534887" y="52146"/>
                </a:cubicBezTo>
                <a:cubicBezTo>
                  <a:pt x="529093" y="62758"/>
                  <a:pt x="516444" y="77559"/>
                  <a:pt x="496939" y="96547"/>
                </a:cubicBezTo>
                <a:lnTo>
                  <a:pt x="522152" y="96547"/>
                </a:lnTo>
                <a:cubicBezTo>
                  <a:pt x="528347" y="96547"/>
                  <a:pt x="532391" y="96289"/>
                  <a:pt x="534285" y="95772"/>
                </a:cubicBezTo>
                <a:cubicBezTo>
                  <a:pt x="536063" y="95313"/>
                  <a:pt x="537583" y="94424"/>
                  <a:pt x="538845" y="93105"/>
                </a:cubicBezTo>
                <a:cubicBezTo>
                  <a:pt x="539992" y="91900"/>
                  <a:pt x="541570" y="89319"/>
                  <a:pt x="543578" y="85360"/>
                </a:cubicBezTo>
                <a:lnTo>
                  <a:pt x="546676" y="85360"/>
                </a:lnTo>
                <a:lnTo>
                  <a:pt x="540136" y="11909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depth3">
            <a:extLst xmlns:a="http://schemas.openxmlformats.org/drawingml/2006/main">
              <a:ext uri="{FF2B5EF4-FFF2-40B4-BE49-F238E27FC236}">
                <a16:creationId xmlns:a16="http://schemas.microsoft.com/office/drawing/2014/main" id="{9E4F82D2-5B4A-4B9D-B343-8527301C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316" y="3302234"/>
            <a:ext cx="545127" cy="156781"/>
          </a:xfrm>
          <a:custGeom xmlns:a="http://schemas.openxmlformats.org/drawingml/2006/main">
            <a:pathLst>
              <a:path w="545127" h="156781">
                <a:moveTo>
                  <a:pt x="77415" y="2409"/>
                </a:moveTo>
                <a:lnTo>
                  <a:pt x="77415" y="94998"/>
                </a:lnTo>
                <a:cubicBezTo>
                  <a:pt x="77415" y="101308"/>
                  <a:pt x="77587" y="105008"/>
                  <a:pt x="77932" y="106098"/>
                </a:cubicBezTo>
                <a:cubicBezTo>
                  <a:pt x="78333" y="107991"/>
                  <a:pt x="79222" y="109397"/>
                  <a:pt x="80599" y="110315"/>
                </a:cubicBezTo>
                <a:cubicBezTo>
                  <a:pt x="81861" y="111290"/>
                  <a:pt x="84098" y="111864"/>
                  <a:pt x="87311" y="112036"/>
                </a:cubicBezTo>
                <a:lnTo>
                  <a:pt x="87311" y="114875"/>
                </a:lnTo>
                <a:lnTo>
                  <a:pt x="53322" y="121501"/>
                </a:lnTo>
                <a:lnTo>
                  <a:pt x="53322" y="108766"/>
                </a:lnTo>
                <a:cubicBezTo>
                  <a:pt x="49249" y="113699"/>
                  <a:pt x="45635" y="117055"/>
                  <a:pt x="42479" y="118833"/>
                </a:cubicBezTo>
                <a:cubicBezTo>
                  <a:pt x="39267" y="120669"/>
                  <a:pt x="35653" y="121558"/>
                  <a:pt x="31637" y="121501"/>
                </a:cubicBezTo>
                <a:cubicBezTo>
                  <a:pt x="21311" y="121558"/>
                  <a:pt x="13194" y="116969"/>
                  <a:pt x="7285" y="107733"/>
                </a:cubicBezTo>
                <a:cubicBezTo>
                  <a:pt x="2467" y="100276"/>
                  <a:pt x="57" y="91126"/>
                  <a:pt x="57" y="80284"/>
                </a:cubicBezTo>
                <a:cubicBezTo>
                  <a:pt x="0" y="71621"/>
                  <a:pt x="1492" y="63848"/>
                  <a:pt x="4532" y="56964"/>
                </a:cubicBezTo>
                <a:cubicBezTo>
                  <a:pt x="7458" y="50195"/>
                  <a:pt x="11559" y="45032"/>
                  <a:pt x="16837" y="41476"/>
                </a:cubicBezTo>
                <a:cubicBezTo>
                  <a:pt x="22000" y="37976"/>
                  <a:pt x="27564" y="36227"/>
                  <a:pt x="33530" y="36227"/>
                </a:cubicBezTo>
                <a:cubicBezTo>
                  <a:pt x="37317" y="36284"/>
                  <a:pt x="40730" y="37030"/>
                  <a:pt x="43770" y="38464"/>
                </a:cubicBezTo>
                <a:cubicBezTo>
                  <a:pt x="46753" y="40013"/>
                  <a:pt x="49937" y="42623"/>
                  <a:pt x="53322" y="46294"/>
                </a:cubicBezTo>
                <a:lnTo>
                  <a:pt x="53322" y="22029"/>
                </a:lnTo>
                <a:cubicBezTo>
                  <a:pt x="53322" y="15948"/>
                  <a:pt x="53063" y="12248"/>
                  <a:pt x="52547" y="10928"/>
                </a:cubicBezTo>
                <a:cubicBezTo>
                  <a:pt x="51859" y="9322"/>
                  <a:pt x="50826" y="8089"/>
                  <a:pt x="49449" y="7228"/>
                </a:cubicBezTo>
                <a:cubicBezTo>
                  <a:pt x="48073" y="6482"/>
                  <a:pt x="45491" y="6081"/>
                  <a:pt x="41705" y="6023"/>
                </a:cubicBezTo>
                <a:lnTo>
                  <a:pt x="41705" y="2409"/>
                </a:lnTo>
                <a:lnTo>
                  <a:pt x="77415" y="2409"/>
                </a:lnTo>
                <a:moveTo>
                  <a:pt x="53322" y="56964"/>
                </a:moveTo>
                <a:cubicBezTo>
                  <a:pt x="49019" y="48818"/>
                  <a:pt x="43828" y="44745"/>
                  <a:pt x="37747" y="44745"/>
                </a:cubicBezTo>
                <a:cubicBezTo>
                  <a:pt x="35567" y="44803"/>
                  <a:pt x="33817" y="45376"/>
                  <a:pt x="32498" y="46466"/>
                </a:cubicBezTo>
                <a:cubicBezTo>
                  <a:pt x="30318" y="48302"/>
                  <a:pt x="28597" y="51429"/>
                  <a:pt x="27335" y="55846"/>
                </a:cubicBezTo>
                <a:cubicBezTo>
                  <a:pt x="25958" y="60378"/>
                  <a:pt x="25270" y="67233"/>
                  <a:pt x="25270" y="76411"/>
                </a:cubicBezTo>
                <a:cubicBezTo>
                  <a:pt x="25270" y="86565"/>
                  <a:pt x="26015" y="94080"/>
                  <a:pt x="27507" y="98956"/>
                </a:cubicBezTo>
                <a:cubicBezTo>
                  <a:pt x="28941" y="103890"/>
                  <a:pt x="30978" y="107418"/>
                  <a:pt x="33616" y="109540"/>
                </a:cubicBezTo>
                <a:cubicBezTo>
                  <a:pt x="34878" y="110688"/>
                  <a:pt x="36686" y="111233"/>
                  <a:pt x="39038" y="111175"/>
                </a:cubicBezTo>
                <a:cubicBezTo>
                  <a:pt x="44086" y="111175"/>
                  <a:pt x="48847" y="107217"/>
                  <a:pt x="53322" y="99300"/>
                </a:cubicBezTo>
                <a:lnTo>
                  <a:pt x="53322" y="56964"/>
                </a:lnTo>
                <a:close/>
                <a:moveTo>
                  <a:pt x="164577" y="75981"/>
                </a:moveTo>
                <a:lnTo>
                  <a:pt x="120434" y="75981"/>
                </a:lnTo>
                <a:cubicBezTo>
                  <a:pt x="120950" y="86651"/>
                  <a:pt x="123790" y="95084"/>
                  <a:pt x="128953" y="101280"/>
                </a:cubicBezTo>
                <a:cubicBezTo>
                  <a:pt x="132854" y="106041"/>
                  <a:pt x="137615" y="108422"/>
                  <a:pt x="143237" y="108422"/>
                </a:cubicBezTo>
                <a:cubicBezTo>
                  <a:pt x="146622" y="108479"/>
                  <a:pt x="149748" y="107504"/>
                  <a:pt x="152616" y="105496"/>
                </a:cubicBezTo>
                <a:cubicBezTo>
                  <a:pt x="155427" y="103603"/>
                  <a:pt x="158439" y="100161"/>
                  <a:pt x="161652" y="95170"/>
                </a:cubicBezTo>
                <a:lnTo>
                  <a:pt x="164577" y="97063"/>
                </a:lnTo>
                <a:cubicBezTo>
                  <a:pt x="160160" y="105955"/>
                  <a:pt x="155341" y="112236"/>
                  <a:pt x="150121" y="115908"/>
                </a:cubicBezTo>
                <a:cubicBezTo>
                  <a:pt x="144843" y="119637"/>
                  <a:pt x="138734" y="121501"/>
                  <a:pt x="131793" y="121501"/>
                </a:cubicBezTo>
                <a:cubicBezTo>
                  <a:pt x="119803" y="121558"/>
                  <a:pt x="110768" y="116969"/>
                  <a:pt x="104687" y="107733"/>
                </a:cubicBezTo>
                <a:cubicBezTo>
                  <a:pt x="99754" y="100333"/>
                  <a:pt x="97287" y="91154"/>
                  <a:pt x="97287" y="80198"/>
                </a:cubicBezTo>
                <a:cubicBezTo>
                  <a:pt x="97230" y="66831"/>
                  <a:pt x="100872" y="56133"/>
                  <a:pt x="108215" y="48101"/>
                </a:cubicBezTo>
                <a:cubicBezTo>
                  <a:pt x="115443" y="40185"/>
                  <a:pt x="123933" y="36227"/>
                  <a:pt x="133686" y="36227"/>
                </a:cubicBezTo>
                <a:cubicBezTo>
                  <a:pt x="141832" y="36284"/>
                  <a:pt x="148916" y="39611"/>
                  <a:pt x="154940" y="46208"/>
                </a:cubicBezTo>
                <a:cubicBezTo>
                  <a:pt x="160848" y="52920"/>
                  <a:pt x="164061" y="62844"/>
                  <a:pt x="164577" y="75981"/>
                </a:cubicBezTo>
                <a:moveTo>
                  <a:pt x="143409" y="70216"/>
                </a:moveTo>
                <a:cubicBezTo>
                  <a:pt x="143352" y="61037"/>
                  <a:pt x="142864" y="54698"/>
                  <a:pt x="141946" y="51199"/>
                </a:cubicBezTo>
                <a:cubicBezTo>
                  <a:pt x="140914" y="47814"/>
                  <a:pt x="139336" y="45204"/>
                  <a:pt x="137214" y="43369"/>
                </a:cubicBezTo>
                <a:cubicBezTo>
                  <a:pt x="135952" y="42336"/>
                  <a:pt x="134345" y="41820"/>
                  <a:pt x="132395" y="41820"/>
                </a:cubicBezTo>
                <a:cubicBezTo>
                  <a:pt x="129354" y="41820"/>
                  <a:pt x="126916" y="43283"/>
                  <a:pt x="125081" y="46208"/>
                </a:cubicBezTo>
                <a:cubicBezTo>
                  <a:pt x="121696" y="51371"/>
                  <a:pt x="120004" y="58370"/>
                  <a:pt x="120004" y="67204"/>
                </a:cubicBezTo>
                <a:lnTo>
                  <a:pt x="120004" y="70216"/>
                </a:lnTo>
                <a:lnTo>
                  <a:pt x="143409" y="70216"/>
                </a:lnTo>
                <a:close/>
                <a:moveTo>
                  <a:pt x="206489" y="110917"/>
                </a:moveTo>
                <a:lnTo>
                  <a:pt x="206489" y="140862"/>
                </a:lnTo>
                <a:cubicBezTo>
                  <a:pt x="206489" y="145050"/>
                  <a:pt x="206833" y="147861"/>
                  <a:pt x="207522" y="149295"/>
                </a:cubicBezTo>
                <a:cubicBezTo>
                  <a:pt x="208095" y="150786"/>
                  <a:pt x="209099" y="151876"/>
                  <a:pt x="210533" y="152565"/>
                </a:cubicBezTo>
                <a:cubicBezTo>
                  <a:pt x="211853" y="153253"/>
                  <a:pt x="214549" y="153597"/>
                  <a:pt x="218622" y="153597"/>
                </a:cubicBezTo>
                <a:lnTo>
                  <a:pt x="218622" y="156781"/>
                </a:lnTo>
                <a:lnTo>
                  <a:pt x="172758" y="156781"/>
                </a:lnTo>
                <a:lnTo>
                  <a:pt x="172758" y="153597"/>
                </a:lnTo>
                <a:cubicBezTo>
                  <a:pt x="176257" y="153540"/>
                  <a:pt x="178896" y="152536"/>
                  <a:pt x="180674" y="150586"/>
                </a:cubicBezTo>
                <a:cubicBezTo>
                  <a:pt x="181764" y="149323"/>
                  <a:pt x="182338" y="145910"/>
                  <a:pt x="182395" y="140346"/>
                </a:cubicBezTo>
                <a:lnTo>
                  <a:pt x="182395" y="55415"/>
                </a:lnTo>
                <a:cubicBezTo>
                  <a:pt x="182338" y="49794"/>
                  <a:pt x="181678" y="46151"/>
                  <a:pt x="180416" y="44487"/>
                </a:cubicBezTo>
                <a:cubicBezTo>
                  <a:pt x="179097" y="42996"/>
                  <a:pt x="176544" y="42107"/>
                  <a:pt x="172758" y="41820"/>
                </a:cubicBezTo>
                <a:lnTo>
                  <a:pt x="172758" y="38636"/>
                </a:lnTo>
                <a:lnTo>
                  <a:pt x="206489" y="38636"/>
                </a:lnTo>
                <a:lnTo>
                  <a:pt x="206489" y="49220"/>
                </a:lnTo>
                <a:cubicBezTo>
                  <a:pt x="209300" y="45090"/>
                  <a:pt x="212168" y="42107"/>
                  <a:pt x="215094" y="40271"/>
                </a:cubicBezTo>
                <a:cubicBezTo>
                  <a:pt x="219282" y="37632"/>
                  <a:pt x="223842" y="36284"/>
                  <a:pt x="228776" y="36227"/>
                </a:cubicBezTo>
                <a:cubicBezTo>
                  <a:pt x="234627" y="36284"/>
                  <a:pt x="240019" y="38148"/>
                  <a:pt x="244953" y="41820"/>
                </a:cubicBezTo>
                <a:cubicBezTo>
                  <a:pt x="249772" y="45549"/>
                  <a:pt x="253443" y="50683"/>
                  <a:pt x="255967" y="57222"/>
                </a:cubicBezTo>
                <a:cubicBezTo>
                  <a:pt x="258434" y="63877"/>
                  <a:pt x="259696" y="70962"/>
                  <a:pt x="259753" y="78477"/>
                </a:cubicBezTo>
                <a:cubicBezTo>
                  <a:pt x="259753" y="86680"/>
                  <a:pt x="258463" y="94109"/>
                  <a:pt x="255881" y="100763"/>
                </a:cubicBezTo>
                <a:cubicBezTo>
                  <a:pt x="253185" y="107590"/>
                  <a:pt x="249399" y="112724"/>
                  <a:pt x="244523" y="116166"/>
                </a:cubicBezTo>
                <a:cubicBezTo>
                  <a:pt x="239532" y="119723"/>
                  <a:pt x="233996" y="121501"/>
                  <a:pt x="227915" y="121501"/>
                </a:cubicBezTo>
                <a:cubicBezTo>
                  <a:pt x="223498" y="121558"/>
                  <a:pt x="219368" y="120583"/>
                  <a:pt x="215524" y="118575"/>
                </a:cubicBezTo>
                <a:cubicBezTo>
                  <a:pt x="212656" y="117141"/>
                  <a:pt x="209644" y="114588"/>
                  <a:pt x="206489" y="110917"/>
                </a:cubicBezTo>
                <a:moveTo>
                  <a:pt x="206489" y="102226"/>
                </a:moveTo>
                <a:cubicBezTo>
                  <a:pt x="211365" y="109225"/>
                  <a:pt x="216643" y="112724"/>
                  <a:pt x="222322" y="112724"/>
                </a:cubicBezTo>
                <a:cubicBezTo>
                  <a:pt x="225420" y="112724"/>
                  <a:pt x="227973" y="111089"/>
                  <a:pt x="229980" y="107819"/>
                </a:cubicBezTo>
                <a:cubicBezTo>
                  <a:pt x="232963" y="103000"/>
                  <a:pt x="234455" y="93822"/>
                  <a:pt x="234455" y="80284"/>
                </a:cubicBezTo>
                <a:cubicBezTo>
                  <a:pt x="234455" y="66458"/>
                  <a:pt x="232820" y="56964"/>
                  <a:pt x="229550" y="51801"/>
                </a:cubicBezTo>
                <a:cubicBezTo>
                  <a:pt x="227370" y="48474"/>
                  <a:pt x="224445" y="46782"/>
                  <a:pt x="220773" y="46725"/>
                </a:cubicBezTo>
                <a:cubicBezTo>
                  <a:pt x="214922" y="46782"/>
                  <a:pt x="210161" y="50970"/>
                  <a:pt x="206489" y="59288"/>
                </a:cubicBezTo>
                <a:lnTo>
                  <a:pt x="206489" y="102226"/>
                </a:lnTo>
                <a:close/>
                <a:moveTo>
                  <a:pt x="304492" y="9207"/>
                </a:moveTo>
                <a:lnTo>
                  <a:pt x="304492" y="38636"/>
                </a:lnTo>
                <a:lnTo>
                  <a:pt x="323595" y="38636"/>
                </a:lnTo>
                <a:lnTo>
                  <a:pt x="323595" y="47155"/>
                </a:lnTo>
                <a:lnTo>
                  <a:pt x="304492" y="47155"/>
                </a:lnTo>
                <a:lnTo>
                  <a:pt x="304492" y="96805"/>
                </a:lnTo>
                <a:cubicBezTo>
                  <a:pt x="304492" y="101509"/>
                  <a:pt x="304722" y="104492"/>
                  <a:pt x="305181" y="105754"/>
                </a:cubicBezTo>
                <a:cubicBezTo>
                  <a:pt x="305525" y="107188"/>
                  <a:pt x="306271" y="108278"/>
                  <a:pt x="307418" y="109024"/>
                </a:cubicBezTo>
                <a:cubicBezTo>
                  <a:pt x="308451" y="109884"/>
                  <a:pt x="309454" y="110315"/>
                  <a:pt x="310430" y="110315"/>
                </a:cubicBezTo>
                <a:cubicBezTo>
                  <a:pt x="314101" y="110315"/>
                  <a:pt x="317629" y="107475"/>
                  <a:pt x="321014" y="101796"/>
                </a:cubicBezTo>
                <a:lnTo>
                  <a:pt x="323595" y="103689"/>
                </a:lnTo>
                <a:cubicBezTo>
                  <a:pt x="318891" y="114703"/>
                  <a:pt x="311348" y="120210"/>
                  <a:pt x="300964" y="120210"/>
                </a:cubicBezTo>
                <a:cubicBezTo>
                  <a:pt x="295859" y="120210"/>
                  <a:pt x="291556" y="118776"/>
                  <a:pt x="288057" y="115908"/>
                </a:cubicBezTo>
                <a:cubicBezTo>
                  <a:pt x="284443" y="113154"/>
                  <a:pt x="282177" y="109999"/>
                  <a:pt x="281259" y="106442"/>
                </a:cubicBezTo>
                <a:cubicBezTo>
                  <a:pt x="280628" y="104492"/>
                  <a:pt x="280341" y="99214"/>
                  <a:pt x="280399" y="90609"/>
                </a:cubicBezTo>
                <a:lnTo>
                  <a:pt x="280399" y="47155"/>
                </a:lnTo>
                <a:lnTo>
                  <a:pt x="269901" y="47155"/>
                </a:lnTo>
                <a:lnTo>
                  <a:pt x="269901" y="44143"/>
                </a:lnTo>
                <a:cubicBezTo>
                  <a:pt x="277129" y="39095"/>
                  <a:pt x="283296" y="33731"/>
                  <a:pt x="288401" y="28052"/>
                </a:cubicBezTo>
                <a:cubicBezTo>
                  <a:pt x="293449" y="22487"/>
                  <a:pt x="297867" y="16206"/>
                  <a:pt x="301653" y="9207"/>
                </a:cubicBezTo>
                <a:lnTo>
                  <a:pt x="304492" y="9207"/>
                </a:lnTo>
                <a:close/>
                <a:moveTo>
                  <a:pt x="366207" y="2409"/>
                </a:moveTo>
                <a:lnTo>
                  <a:pt x="366207" y="48962"/>
                </a:lnTo>
                <a:cubicBezTo>
                  <a:pt x="370567" y="44373"/>
                  <a:pt x="374611" y="41074"/>
                  <a:pt x="378340" y="39066"/>
                </a:cubicBezTo>
                <a:cubicBezTo>
                  <a:pt x="382012" y="37173"/>
                  <a:pt x="385826" y="36227"/>
                  <a:pt x="389785" y="36227"/>
                </a:cubicBezTo>
                <a:cubicBezTo>
                  <a:pt x="394833" y="36284"/>
                  <a:pt x="399164" y="37718"/>
                  <a:pt x="402778" y="40529"/>
                </a:cubicBezTo>
                <a:cubicBezTo>
                  <a:pt x="406277" y="43397"/>
                  <a:pt x="408658" y="46753"/>
                  <a:pt x="409920" y="50597"/>
                </a:cubicBezTo>
                <a:cubicBezTo>
                  <a:pt x="411010" y="54498"/>
                  <a:pt x="411584" y="61037"/>
                  <a:pt x="411641" y="70216"/>
                </a:cubicBezTo>
                <a:lnTo>
                  <a:pt x="411641" y="101624"/>
                </a:lnTo>
                <a:cubicBezTo>
                  <a:pt x="411641" y="107819"/>
                  <a:pt x="412215" y="111634"/>
                  <a:pt x="413362" y="113068"/>
                </a:cubicBezTo>
                <a:cubicBezTo>
                  <a:pt x="414452" y="114617"/>
                  <a:pt x="416775" y="115592"/>
                  <a:pt x="420332" y="115994"/>
                </a:cubicBezTo>
                <a:lnTo>
                  <a:pt x="420332" y="119092"/>
                </a:lnTo>
                <a:lnTo>
                  <a:pt x="379545" y="119092"/>
                </a:lnTo>
                <a:lnTo>
                  <a:pt x="379545" y="115994"/>
                </a:lnTo>
                <a:cubicBezTo>
                  <a:pt x="382356" y="115592"/>
                  <a:pt x="384507" y="114445"/>
                  <a:pt x="385999" y="112552"/>
                </a:cubicBezTo>
                <a:cubicBezTo>
                  <a:pt x="387031" y="111118"/>
                  <a:pt x="387547" y="107475"/>
                  <a:pt x="387547" y="101624"/>
                </a:cubicBezTo>
                <a:lnTo>
                  <a:pt x="387547" y="65741"/>
                </a:lnTo>
                <a:cubicBezTo>
                  <a:pt x="387547" y="59144"/>
                  <a:pt x="387289" y="54957"/>
                  <a:pt x="386773" y="53178"/>
                </a:cubicBezTo>
                <a:cubicBezTo>
                  <a:pt x="386257" y="51572"/>
                  <a:pt x="385396" y="50253"/>
                  <a:pt x="384191" y="49220"/>
                </a:cubicBezTo>
                <a:cubicBezTo>
                  <a:pt x="382872" y="48302"/>
                  <a:pt x="381467" y="47843"/>
                  <a:pt x="379975" y="47843"/>
                </a:cubicBezTo>
                <a:cubicBezTo>
                  <a:pt x="377623" y="47843"/>
                  <a:pt x="375386" y="48618"/>
                  <a:pt x="373263" y="50166"/>
                </a:cubicBezTo>
                <a:cubicBezTo>
                  <a:pt x="371026" y="51830"/>
                  <a:pt x="368674" y="54612"/>
                  <a:pt x="366207" y="58513"/>
                </a:cubicBezTo>
                <a:lnTo>
                  <a:pt x="366207" y="101624"/>
                </a:lnTo>
                <a:cubicBezTo>
                  <a:pt x="366207" y="107418"/>
                  <a:pt x="366638" y="111003"/>
                  <a:pt x="367498" y="112380"/>
                </a:cubicBezTo>
                <a:cubicBezTo>
                  <a:pt x="368588" y="114388"/>
                  <a:pt x="370825" y="115592"/>
                  <a:pt x="374210" y="115994"/>
                </a:cubicBezTo>
                <a:lnTo>
                  <a:pt x="374210" y="119092"/>
                </a:lnTo>
                <a:lnTo>
                  <a:pt x="333423" y="119092"/>
                </a:lnTo>
                <a:lnTo>
                  <a:pt x="333423" y="115994"/>
                </a:lnTo>
                <a:cubicBezTo>
                  <a:pt x="336750" y="115650"/>
                  <a:pt x="339159" y="114560"/>
                  <a:pt x="340651" y="112724"/>
                </a:cubicBezTo>
                <a:cubicBezTo>
                  <a:pt x="341569" y="111462"/>
                  <a:pt x="342056" y="107762"/>
                  <a:pt x="342114" y="101624"/>
                </a:cubicBezTo>
                <a:lnTo>
                  <a:pt x="342114" y="19877"/>
                </a:lnTo>
                <a:cubicBezTo>
                  <a:pt x="342114" y="13797"/>
                  <a:pt x="341569" y="10010"/>
                  <a:pt x="340479" y="8519"/>
                </a:cubicBezTo>
                <a:cubicBezTo>
                  <a:pt x="339274" y="7085"/>
                  <a:pt x="336922" y="6109"/>
                  <a:pt x="333423" y="5593"/>
                </a:cubicBezTo>
                <a:lnTo>
                  <a:pt x="333423" y="2409"/>
                </a:lnTo>
                <a:lnTo>
                  <a:pt x="366207" y="2409"/>
                </a:lnTo>
                <a:close/>
                <a:moveTo>
                  <a:pt x="493239" y="60578"/>
                </a:moveTo>
                <a:lnTo>
                  <a:pt x="493239" y="57567"/>
                </a:lnTo>
                <a:cubicBezTo>
                  <a:pt x="499779" y="55674"/>
                  <a:pt x="504311" y="53895"/>
                  <a:pt x="506835" y="52232"/>
                </a:cubicBezTo>
                <a:cubicBezTo>
                  <a:pt x="509302" y="50625"/>
                  <a:pt x="511482" y="48130"/>
                  <a:pt x="513375" y="44745"/>
                </a:cubicBezTo>
                <a:cubicBezTo>
                  <a:pt x="515153" y="41418"/>
                  <a:pt x="516071" y="38034"/>
                  <a:pt x="516128" y="34592"/>
                </a:cubicBezTo>
                <a:cubicBezTo>
                  <a:pt x="516128" y="29888"/>
                  <a:pt x="514407" y="25786"/>
                  <a:pt x="510965" y="22287"/>
                </a:cubicBezTo>
                <a:cubicBezTo>
                  <a:pt x="507409" y="18959"/>
                  <a:pt x="503077" y="17267"/>
                  <a:pt x="497972" y="17210"/>
                </a:cubicBezTo>
                <a:cubicBezTo>
                  <a:pt x="489883" y="17210"/>
                  <a:pt x="483057" y="21455"/>
                  <a:pt x="477492" y="29945"/>
                </a:cubicBezTo>
                <a:lnTo>
                  <a:pt x="474308" y="28826"/>
                </a:lnTo>
                <a:cubicBezTo>
                  <a:pt x="478439" y="19304"/>
                  <a:pt x="483745" y="12104"/>
                  <a:pt x="490228" y="7228"/>
                </a:cubicBezTo>
                <a:cubicBezTo>
                  <a:pt x="496652" y="2409"/>
                  <a:pt x="503823" y="0"/>
                  <a:pt x="511740" y="0"/>
                </a:cubicBezTo>
                <a:cubicBezTo>
                  <a:pt x="519828" y="57"/>
                  <a:pt x="526511" y="2524"/>
                  <a:pt x="531789" y="7400"/>
                </a:cubicBezTo>
                <a:cubicBezTo>
                  <a:pt x="537009" y="12334"/>
                  <a:pt x="539620" y="18099"/>
                  <a:pt x="539620" y="24696"/>
                </a:cubicBezTo>
                <a:cubicBezTo>
                  <a:pt x="539620" y="28998"/>
                  <a:pt x="538415" y="33129"/>
                  <a:pt x="536006" y="37087"/>
                </a:cubicBezTo>
                <a:cubicBezTo>
                  <a:pt x="533481" y="41160"/>
                  <a:pt x="529638" y="44688"/>
                  <a:pt x="524475" y="47671"/>
                </a:cubicBezTo>
                <a:cubicBezTo>
                  <a:pt x="531187" y="50998"/>
                  <a:pt x="536321" y="55014"/>
                  <a:pt x="539878" y="59718"/>
                </a:cubicBezTo>
                <a:cubicBezTo>
                  <a:pt x="543377" y="64537"/>
                  <a:pt x="545127" y="70560"/>
                  <a:pt x="545127" y="77788"/>
                </a:cubicBezTo>
                <a:cubicBezTo>
                  <a:pt x="545127" y="89950"/>
                  <a:pt x="540738" y="100276"/>
                  <a:pt x="531961" y="108766"/>
                </a:cubicBezTo>
                <a:cubicBezTo>
                  <a:pt x="523069" y="117313"/>
                  <a:pt x="511252" y="121587"/>
                  <a:pt x="496509" y="121587"/>
                </a:cubicBezTo>
                <a:cubicBezTo>
                  <a:pt x="486585" y="121587"/>
                  <a:pt x="479385" y="119952"/>
                  <a:pt x="474911" y="116682"/>
                </a:cubicBezTo>
                <a:cubicBezTo>
                  <a:pt x="471641" y="114388"/>
                  <a:pt x="470006" y="111433"/>
                  <a:pt x="470006" y="107819"/>
                </a:cubicBezTo>
                <a:cubicBezTo>
                  <a:pt x="470006" y="105180"/>
                  <a:pt x="470953" y="102914"/>
                  <a:pt x="472846" y="101021"/>
                </a:cubicBezTo>
                <a:cubicBezTo>
                  <a:pt x="474681" y="99243"/>
                  <a:pt x="476861" y="98325"/>
                  <a:pt x="479385" y="98268"/>
                </a:cubicBezTo>
                <a:cubicBezTo>
                  <a:pt x="481278" y="98325"/>
                  <a:pt x="483057" y="98727"/>
                  <a:pt x="484720" y="99472"/>
                </a:cubicBezTo>
                <a:cubicBezTo>
                  <a:pt x="485638" y="99931"/>
                  <a:pt x="488908" y="102427"/>
                  <a:pt x="494530" y="106959"/>
                </a:cubicBezTo>
                <a:cubicBezTo>
                  <a:pt x="500037" y="111548"/>
                  <a:pt x="505257" y="113843"/>
                  <a:pt x="510191" y="113843"/>
                </a:cubicBezTo>
                <a:cubicBezTo>
                  <a:pt x="514379" y="113843"/>
                  <a:pt x="518021" y="112150"/>
                  <a:pt x="521119" y="108766"/>
                </a:cubicBezTo>
                <a:cubicBezTo>
                  <a:pt x="524102" y="105439"/>
                  <a:pt x="525622" y="101193"/>
                  <a:pt x="525680" y="96031"/>
                </a:cubicBezTo>
                <a:cubicBezTo>
                  <a:pt x="525680" y="88229"/>
                  <a:pt x="522926" y="80972"/>
                  <a:pt x="517419" y="74260"/>
                </a:cubicBezTo>
                <a:cubicBezTo>
                  <a:pt x="511854" y="67663"/>
                  <a:pt x="503795" y="63103"/>
                  <a:pt x="493239" y="60578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F7D06-5ED5-491A-B206-B32B4720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668" y="2552700"/>
            <a:ext cx="533329" cy="257947"/>
          </a:xfrm>
          <a:custGeom xmlns:a="http://schemas.openxmlformats.org/drawingml/2006/main">
            <a:pathLst>
              <a:path w="533329" h="257947" fill="none">
                <a:moveTo>
                  <a:pt x="0" y="257947"/>
                </a:moveTo>
                <a:lnTo>
                  <a:pt x="5333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AFAFAF"/>
            </a:solidFill>
            <a:custDash>
              <a:ds d="250000" sp="250000"/>
            </a:custDash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AE895-892B-4806-BD1A-AC16391F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100" y="3302292"/>
            <a:ext cx="529927" cy="273886"/>
          </a:xfrm>
          <a:custGeom xmlns:a="http://schemas.openxmlformats.org/drawingml/2006/main">
            <a:pathLst>
              <a:path w="529927" h="273886" fill="none">
                <a:moveTo>
                  <a:pt x="0" y="0"/>
                </a:moveTo>
                <a:lnTo>
                  <a:pt x="529927" y="273886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AFAFAF"/>
            </a:solidFill>
            <a:custDash>
              <a:ds d="250000" sp="250000"/>
            </a:custDash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B31E7-0C56-468A-8433-383C07C1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032" y="1422287"/>
            <a:ext cx="337174" cy="337174"/>
          </a:xfrm>
          <a:custGeom xmlns:a="http://schemas.openxmlformats.org/drawingml/2006/main">
            <a:pathLst>
              <a:path w="337174" h="337174">
                <a:moveTo>
                  <a:pt x="0" y="254673"/>
                </a:moveTo>
                <a:lnTo>
                  <a:pt x="192796" y="61876"/>
                </a:lnTo>
                <a:lnTo>
                  <a:pt x="130920" y="0"/>
                </a:lnTo>
                <a:lnTo>
                  <a:pt x="326862" y="10313"/>
                </a:lnTo>
                <a:lnTo>
                  <a:pt x="337174" y="206254"/>
                </a:lnTo>
                <a:lnTo>
                  <a:pt x="275298" y="144378"/>
                </a:lnTo>
                <a:lnTo>
                  <a:pt x="82501" y="337174"/>
                </a:lnTo>
                <a:lnTo>
                  <a:pt x="0" y="254673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1B1AF-27BF-44C4-B62A-3019CF0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032" y="1422287"/>
            <a:ext cx="337174" cy="337174"/>
          </a:xfrm>
          <a:custGeom xmlns:a="http://schemas.openxmlformats.org/drawingml/2006/main">
            <a:pathLst>
              <a:path w="337174" h="337174" fill="none">
                <a:moveTo>
                  <a:pt x="0" y="254673"/>
                </a:moveTo>
                <a:lnTo>
                  <a:pt x="192796" y="61876"/>
                </a:lnTo>
                <a:lnTo>
                  <a:pt x="130920" y="0"/>
                </a:lnTo>
                <a:lnTo>
                  <a:pt x="326862" y="10313"/>
                </a:lnTo>
                <a:lnTo>
                  <a:pt x="337174" y="206254"/>
                </a:lnTo>
                <a:lnTo>
                  <a:pt x="275298" y="144378"/>
                </a:lnTo>
                <a:lnTo>
                  <a:pt x="82501" y="337174"/>
                </a:lnTo>
                <a:lnTo>
                  <a:pt x="0" y="2546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flat">
            <a:solidFill>
              <a:srgbClr val="AFAFAF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67817-5366-48B7-9609-9BCDA2CC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648" y="2564177"/>
            <a:ext cx="337174" cy="337174"/>
          </a:xfrm>
          <a:custGeom xmlns:a="http://schemas.openxmlformats.org/drawingml/2006/main">
            <a:pathLst>
              <a:path w="337174" h="337174">
                <a:moveTo>
                  <a:pt x="82501" y="0"/>
                </a:moveTo>
                <a:lnTo>
                  <a:pt x="275298" y="192796"/>
                </a:lnTo>
                <a:lnTo>
                  <a:pt x="337174" y="130920"/>
                </a:lnTo>
                <a:lnTo>
                  <a:pt x="326862" y="326862"/>
                </a:lnTo>
                <a:lnTo>
                  <a:pt x="130920" y="337174"/>
                </a:lnTo>
                <a:lnTo>
                  <a:pt x="192796" y="275298"/>
                </a:lnTo>
                <a:lnTo>
                  <a:pt x="0" y="82502"/>
                </a:lnTo>
                <a:lnTo>
                  <a:pt x="82501" y="0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4DCEB-8F6E-4B30-A35F-C24FB86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648" y="2564177"/>
            <a:ext cx="337174" cy="337174"/>
          </a:xfrm>
          <a:custGeom xmlns:a="http://schemas.openxmlformats.org/drawingml/2006/main">
            <a:pathLst>
              <a:path w="337174" h="337174" fill="none">
                <a:moveTo>
                  <a:pt x="82501" y="0"/>
                </a:moveTo>
                <a:lnTo>
                  <a:pt x="275298" y="192796"/>
                </a:lnTo>
                <a:lnTo>
                  <a:pt x="337174" y="130920"/>
                </a:lnTo>
                <a:lnTo>
                  <a:pt x="326862" y="326862"/>
                </a:lnTo>
                <a:lnTo>
                  <a:pt x="130920" y="337174"/>
                </a:lnTo>
                <a:lnTo>
                  <a:pt x="192796" y="275298"/>
                </a:lnTo>
                <a:lnTo>
                  <a:pt x="0" y="82502"/>
                </a:lnTo>
                <a:lnTo>
                  <a:pt x="8250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flat">
            <a:solidFill>
              <a:srgbClr val="AFAFAF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EEA9B-F99B-4917-9CAF-F9D72738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046" y="605987"/>
            <a:ext cx="2139044" cy="577299"/>
          </a:xfrm>
          <a:custGeom xmlns:a="http://schemas.openxmlformats.org/drawingml/2006/main">
            <a:pathLst>
              <a:path w="2139044" h="577299">
                <a:moveTo>
                  <a:pt x="2139044" y="577299"/>
                </a:moveTo>
                <a:lnTo>
                  <a:pt x="2139044" y="0"/>
                </a:lnTo>
                <a:lnTo>
                  <a:pt x="0" y="0"/>
                </a:lnTo>
                <a:lnTo>
                  <a:pt x="0" y="577299"/>
                </a:lnTo>
                <a:lnTo>
                  <a:pt x="2139044" y="577299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CE9AB-FC5B-430A-A472-C0932DF2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046" y="605987"/>
            <a:ext cx="2139044" cy="577299"/>
          </a:xfrm>
          <a:custGeom xmlns:a="http://schemas.openxmlformats.org/drawingml/2006/main">
            <a:pathLst>
              <a:path w="2139044" h="577299" fill="none">
                <a:moveTo>
                  <a:pt x="2139044" y="577299"/>
                </a:moveTo>
                <a:lnTo>
                  <a:pt x="2139044" y="0"/>
                </a:lnTo>
                <a:lnTo>
                  <a:pt x="0" y="0"/>
                </a:lnTo>
                <a:lnTo>
                  <a:pt x="0" y="577299"/>
                </a:lnTo>
                <a:lnTo>
                  <a:pt x="2139044" y="5772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round/>
          </a:ln>
        </p:spPr>
      </p:sp>
      <p:sp>
        <p:nvSpPr>
          <p:cNvPr id="112" name="Text Span:3">
            <a:extLst xmlns:a="http://schemas.openxmlformats.org/drawingml/2006/main">
              <a:ext uri="{FF2B5EF4-FFF2-40B4-BE49-F238E27FC236}">
                <a16:creationId xmlns:a16="http://schemas.microsoft.com/office/drawing/2014/main" id="{07702667-F040-4ADD-B225-6E67A833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317" y="687314"/>
            <a:ext cx="449590" cy="124548"/>
          </a:xfrm>
          <a:custGeom xmlns:a="http://schemas.openxmlformats.org/drawingml/2006/main">
            <a:pathLst>
              <a:path w="449590" h="124548">
                <a:moveTo>
                  <a:pt x="58418" y="0"/>
                </a:moveTo>
                <a:lnTo>
                  <a:pt x="59169" y="30847"/>
                </a:lnTo>
                <a:lnTo>
                  <a:pt x="56371" y="30847"/>
                </a:lnTo>
                <a:cubicBezTo>
                  <a:pt x="55006" y="23158"/>
                  <a:pt x="51776" y="16925"/>
                  <a:pt x="46680" y="12148"/>
                </a:cubicBezTo>
                <a:cubicBezTo>
                  <a:pt x="41493" y="7462"/>
                  <a:pt x="35897" y="5118"/>
                  <a:pt x="29892" y="5118"/>
                </a:cubicBezTo>
                <a:cubicBezTo>
                  <a:pt x="25205" y="5118"/>
                  <a:pt x="21543" y="6347"/>
                  <a:pt x="18904" y="8804"/>
                </a:cubicBezTo>
                <a:cubicBezTo>
                  <a:pt x="16174" y="11352"/>
                  <a:pt x="14809" y="14218"/>
                  <a:pt x="14809" y="17403"/>
                </a:cubicBezTo>
                <a:cubicBezTo>
                  <a:pt x="14809" y="19496"/>
                  <a:pt x="15287" y="21315"/>
                  <a:pt x="16242" y="22862"/>
                </a:cubicBezTo>
                <a:cubicBezTo>
                  <a:pt x="17516" y="25001"/>
                  <a:pt x="19632" y="27116"/>
                  <a:pt x="22589" y="29209"/>
                </a:cubicBezTo>
                <a:cubicBezTo>
                  <a:pt x="24682" y="30711"/>
                  <a:pt x="29619" y="33372"/>
                  <a:pt x="37399" y="37194"/>
                </a:cubicBezTo>
                <a:cubicBezTo>
                  <a:pt x="48227" y="42563"/>
                  <a:pt x="55529" y="47590"/>
                  <a:pt x="59305" y="52276"/>
                </a:cubicBezTo>
                <a:cubicBezTo>
                  <a:pt x="63036" y="57053"/>
                  <a:pt x="64902" y="62468"/>
                  <a:pt x="64902" y="68519"/>
                </a:cubicBezTo>
                <a:cubicBezTo>
                  <a:pt x="64902" y="76299"/>
                  <a:pt x="61899" y="82941"/>
                  <a:pt x="55893" y="88446"/>
                </a:cubicBezTo>
                <a:cubicBezTo>
                  <a:pt x="49797" y="94043"/>
                  <a:pt x="42130" y="96841"/>
                  <a:pt x="32894" y="96841"/>
                </a:cubicBezTo>
                <a:cubicBezTo>
                  <a:pt x="29937" y="96886"/>
                  <a:pt x="27185" y="96590"/>
                  <a:pt x="24637" y="95953"/>
                </a:cubicBezTo>
                <a:cubicBezTo>
                  <a:pt x="21998" y="95362"/>
                  <a:pt x="18745" y="94247"/>
                  <a:pt x="14878" y="92609"/>
                </a:cubicBezTo>
                <a:cubicBezTo>
                  <a:pt x="12694" y="91745"/>
                  <a:pt x="10897" y="91290"/>
                  <a:pt x="9486" y="91244"/>
                </a:cubicBezTo>
                <a:cubicBezTo>
                  <a:pt x="8258" y="91290"/>
                  <a:pt x="7007" y="91745"/>
                  <a:pt x="5733" y="92609"/>
                </a:cubicBezTo>
                <a:cubicBezTo>
                  <a:pt x="4413" y="93565"/>
                  <a:pt x="3344" y="94952"/>
                  <a:pt x="2525" y="96772"/>
                </a:cubicBezTo>
                <a:lnTo>
                  <a:pt x="0" y="96772"/>
                </a:lnTo>
                <a:lnTo>
                  <a:pt x="0" y="61831"/>
                </a:lnTo>
                <a:lnTo>
                  <a:pt x="2525" y="61831"/>
                </a:lnTo>
                <a:cubicBezTo>
                  <a:pt x="4481" y="71703"/>
                  <a:pt x="8349" y="79188"/>
                  <a:pt x="14127" y="84283"/>
                </a:cubicBezTo>
                <a:cubicBezTo>
                  <a:pt x="19768" y="89470"/>
                  <a:pt x="25911" y="92063"/>
                  <a:pt x="32553" y="92063"/>
                </a:cubicBezTo>
                <a:cubicBezTo>
                  <a:pt x="37603" y="92109"/>
                  <a:pt x="41675" y="90721"/>
                  <a:pt x="44769" y="87900"/>
                </a:cubicBezTo>
                <a:cubicBezTo>
                  <a:pt x="47772" y="85125"/>
                  <a:pt x="49273" y="81895"/>
                  <a:pt x="49273" y="78210"/>
                </a:cubicBezTo>
                <a:cubicBezTo>
                  <a:pt x="49273" y="76026"/>
                  <a:pt x="48705" y="73910"/>
                  <a:pt x="47567" y="71863"/>
                </a:cubicBezTo>
                <a:cubicBezTo>
                  <a:pt x="46384" y="69815"/>
                  <a:pt x="44610" y="67859"/>
                  <a:pt x="42244" y="65994"/>
                </a:cubicBezTo>
                <a:cubicBezTo>
                  <a:pt x="39833" y="64174"/>
                  <a:pt x="35647" y="61785"/>
                  <a:pt x="29687" y="58828"/>
                </a:cubicBezTo>
                <a:cubicBezTo>
                  <a:pt x="21270" y="54733"/>
                  <a:pt x="15219" y="51207"/>
                  <a:pt x="11534" y="48250"/>
                </a:cubicBezTo>
                <a:cubicBezTo>
                  <a:pt x="7848" y="45383"/>
                  <a:pt x="5027" y="42130"/>
                  <a:pt x="3071" y="38491"/>
                </a:cubicBezTo>
                <a:cubicBezTo>
                  <a:pt x="1069" y="34896"/>
                  <a:pt x="68" y="30938"/>
                  <a:pt x="68" y="26616"/>
                </a:cubicBezTo>
                <a:cubicBezTo>
                  <a:pt x="68" y="19245"/>
                  <a:pt x="2775" y="12967"/>
                  <a:pt x="8189" y="7780"/>
                </a:cubicBezTo>
                <a:cubicBezTo>
                  <a:pt x="13558" y="2593"/>
                  <a:pt x="20383" y="0"/>
                  <a:pt x="28663" y="0"/>
                </a:cubicBezTo>
                <a:cubicBezTo>
                  <a:pt x="31666" y="0"/>
                  <a:pt x="34578" y="364"/>
                  <a:pt x="37399" y="1092"/>
                </a:cubicBezTo>
                <a:cubicBezTo>
                  <a:pt x="39491" y="1683"/>
                  <a:pt x="42108" y="2684"/>
                  <a:pt x="45247" y="4095"/>
                </a:cubicBezTo>
                <a:cubicBezTo>
                  <a:pt x="48295" y="5596"/>
                  <a:pt x="50434" y="6347"/>
                  <a:pt x="51662" y="6347"/>
                </a:cubicBezTo>
                <a:cubicBezTo>
                  <a:pt x="52799" y="6392"/>
                  <a:pt x="53732" y="6028"/>
                  <a:pt x="54460" y="5255"/>
                </a:cubicBezTo>
                <a:cubicBezTo>
                  <a:pt x="55097" y="4572"/>
                  <a:pt x="55734" y="2821"/>
                  <a:pt x="56371" y="0"/>
                </a:cubicBezTo>
                <a:lnTo>
                  <a:pt x="58418" y="0"/>
                </a:lnTo>
                <a:close/>
                <a:moveTo>
                  <a:pt x="101179" y="88173"/>
                </a:moveTo>
                <a:lnTo>
                  <a:pt x="101179" y="111923"/>
                </a:lnTo>
                <a:cubicBezTo>
                  <a:pt x="101179" y="115244"/>
                  <a:pt x="101452" y="117474"/>
                  <a:pt x="101998" y="118611"/>
                </a:cubicBezTo>
                <a:cubicBezTo>
                  <a:pt x="102453" y="119794"/>
                  <a:pt x="103249" y="120658"/>
                  <a:pt x="104386" y="121204"/>
                </a:cubicBezTo>
                <a:cubicBezTo>
                  <a:pt x="105433" y="121750"/>
                  <a:pt x="107571" y="122023"/>
                  <a:pt x="110801" y="122023"/>
                </a:cubicBezTo>
                <a:lnTo>
                  <a:pt x="110801" y="124548"/>
                </a:lnTo>
                <a:lnTo>
                  <a:pt x="74427" y="124548"/>
                </a:lnTo>
                <a:lnTo>
                  <a:pt x="74427" y="122023"/>
                </a:lnTo>
                <a:cubicBezTo>
                  <a:pt x="77202" y="121978"/>
                  <a:pt x="79295" y="121182"/>
                  <a:pt x="80705" y="119635"/>
                </a:cubicBezTo>
                <a:cubicBezTo>
                  <a:pt x="81570" y="118634"/>
                  <a:pt x="82025" y="115927"/>
                  <a:pt x="82070" y="111513"/>
                </a:cubicBezTo>
                <a:lnTo>
                  <a:pt x="82070" y="44155"/>
                </a:lnTo>
                <a:cubicBezTo>
                  <a:pt x="82025" y="39696"/>
                  <a:pt x="81501" y="36807"/>
                  <a:pt x="80500" y="35488"/>
                </a:cubicBezTo>
                <a:cubicBezTo>
                  <a:pt x="79454" y="34305"/>
                  <a:pt x="77429" y="33600"/>
                  <a:pt x="74427" y="33372"/>
                </a:cubicBezTo>
                <a:lnTo>
                  <a:pt x="74427" y="30847"/>
                </a:lnTo>
                <a:lnTo>
                  <a:pt x="101179" y="30847"/>
                </a:lnTo>
                <a:lnTo>
                  <a:pt x="101179" y="39241"/>
                </a:lnTo>
                <a:cubicBezTo>
                  <a:pt x="103408" y="35965"/>
                  <a:pt x="105683" y="33600"/>
                  <a:pt x="108003" y="32144"/>
                </a:cubicBezTo>
                <a:cubicBezTo>
                  <a:pt x="111325" y="30051"/>
                  <a:pt x="114942" y="28982"/>
                  <a:pt x="118854" y="28936"/>
                </a:cubicBezTo>
                <a:cubicBezTo>
                  <a:pt x="123495" y="28982"/>
                  <a:pt x="127772" y="30460"/>
                  <a:pt x="131685" y="33372"/>
                </a:cubicBezTo>
                <a:cubicBezTo>
                  <a:pt x="135506" y="36329"/>
                  <a:pt x="138418" y="40401"/>
                  <a:pt x="140420" y="45588"/>
                </a:cubicBezTo>
                <a:cubicBezTo>
                  <a:pt x="142376" y="50866"/>
                  <a:pt x="143377" y="56485"/>
                  <a:pt x="143423" y="62445"/>
                </a:cubicBezTo>
                <a:cubicBezTo>
                  <a:pt x="143423" y="68951"/>
                  <a:pt x="142399" y="74843"/>
                  <a:pt x="140352" y="80120"/>
                </a:cubicBezTo>
                <a:cubicBezTo>
                  <a:pt x="138214" y="85535"/>
                  <a:pt x="135211" y="89607"/>
                  <a:pt x="131343" y="92336"/>
                </a:cubicBezTo>
                <a:cubicBezTo>
                  <a:pt x="127385" y="95157"/>
                  <a:pt x="122995" y="96568"/>
                  <a:pt x="118172" y="96568"/>
                </a:cubicBezTo>
                <a:cubicBezTo>
                  <a:pt x="114669" y="96613"/>
                  <a:pt x="111393" y="95840"/>
                  <a:pt x="108345" y="94247"/>
                </a:cubicBezTo>
                <a:cubicBezTo>
                  <a:pt x="106070" y="93110"/>
                  <a:pt x="103681" y="91085"/>
                  <a:pt x="101179" y="88173"/>
                </a:cubicBezTo>
                <a:moveTo>
                  <a:pt x="101179" y="81281"/>
                </a:moveTo>
                <a:cubicBezTo>
                  <a:pt x="105046" y="86831"/>
                  <a:pt x="109232" y="89607"/>
                  <a:pt x="113736" y="89607"/>
                </a:cubicBezTo>
                <a:cubicBezTo>
                  <a:pt x="116193" y="89607"/>
                  <a:pt x="118218" y="88310"/>
                  <a:pt x="119810" y="85717"/>
                </a:cubicBezTo>
                <a:cubicBezTo>
                  <a:pt x="122176" y="81895"/>
                  <a:pt x="123359" y="74615"/>
                  <a:pt x="123359" y="63878"/>
                </a:cubicBezTo>
                <a:cubicBezTo>
                  <a:pt x="123359" y="52913"/>
                  <a:pt x="122062" y="45383"/>
                  <a:pt x="119469" y="41289"/>
                </a:cubicBezTo>
                <a:cubicBezTo>
                  <a:pt x="117740" y="38650"/>
                  <a:pt x="115419" y="37308"/>
                  <a:pt x="112508" y="37262"/>
                </a:cubicBezTo>
                <a:cubicBezTo>
                  <a:pt x="107867" y="37308"/>
                  <a:pt x="104091" y="40629"/>
                  <a:pt x="101179" y="47226"/>
                </a:cubicBezTo>
                <a:lnTo>
                  <a:pt x="101179" y="81281"/>
                </a:lnTo>
                <a:close/>
                <a:moveTo>
                  <a:pt x="190688" y="85239"/>
                </a:moveTo>
                <a:cubicBezTo>
                  <a:pt x="182908" y="92154"/>
                  <a:pt x="175924" y="95589"/>
                  <a:pt x="169736" y="95544"/>
                </a:cubicBezTo>
                <a:cubicBezTo>
                  <a:pt x="166051" y="95544"/>
                  <a:pt x="163025" y="94338"/>
                  <a:pt x="160660" y="91927"/>
                </a:cubicBezTo>
                <a:cubicBezTo>
                  <a:pt x="158248" y="89607"/>
                  <a:pt x="157043" y="86626"/>
                  <a:pt x="157043" y="82987"/>
                </a:cubicBezTo>
                <a:cubicBezTo>
                  <a:pt x="157043" y="78164"/>
                  <a:pt x="159135" y="73774"/>
                  <a:pt x="163321" y="69815"/>
                </a:cubicBezTo>
                <a:cubicBezTo>
                  <a:pt x="167461" y="65994"/>
                  <a:pt x="176584" y="60830"/>
                  <a:pt x="190688" y="54324"/>
                </a:cubicBezTo>
                <a:lnTo>
                  <a:pt x="190688" y="47908"/>
                </a:lnTo>
                <a:cubicBezTo>
                  <a:pt x="190642" y="43131"/>
                  <a:pt x="190392" y="40083"/>
                  <a:pt x="189937" y="38764"/>
                </a:cubicBezTo>
                <a:cubicBezTo>
                  <a:pt x="189346" y="37535"/>
                  <a:pt x="188345" y="36443"/>
                  <a:pt x="186934" y="35488"/>
                </a:cubicBezTo>
                <a:cubicBezTo>
                  <a:pt x="185478" y="34623"/>
                  <a:pt x="183840" y="34168"/>
                  <a:pt x="182021" y="34123"/>
                </a:cubicBezTo>
                <a:cubicBezTo>
                  <a:pt x="179063" y="34168"/>
                  <a:pt x="176629" y="34828"/>
                  <a:pt x="174718" y="36102"/>
                </a:cubicBezTo>
                <a:cubicBezTo>
                  <a:pt x="173535" y="36921"/>
                  <a:pt x="172944" y="37876"/>
                  <a:pt x="172944" y="38968"/>
                </a:cubicBezTo>
                <a:cubicBezTo>
                  <a:pt x="172898" y="39924"/>
                  <a:pt x="173535" y="41107"/>
                  <a:pt x="174855" y="42517"/>
                </a:cubicBezTo>
                <a:cubicBezTo>
                  <a:pt x="176538" y="44519"/>
                  <a:pt x="177403" y="46407"/>
                  <a:pt x="177448" y="48181"/>
                </a:cubicBezTo>
                <a:cubicBezTo>
                  <a:pt x="177448" y="50456"/>
                  <a:pt x="176629" y="52344"/>
                  <a:pt x="174991" y="53846"/>
                </a:cubicBezTo>
                <a:cubicBezTo>
                  <a:pt x="173262" y="55438"/>
                  <a:pt x="171078" y="56234"/>
                  <a:pt x="168440" y="56234"/>
                </a:cubicBezTo>
                <a:cubicBezTo>
                  <a:pt x="165573" y="56234"/>
                  <a:pt x="163185" y="55370"/>
                  <a:pt x="161274" y="53641"/>
                </a:cubicBezTo>
                <a:cubicBezTo>
                  <a:pt x="159272" y="51958"/>
                  <a:pt x="158294" y="49933"/>
                  <a:pt x="158339" y="47567"/>
                </a:cubicBezTo>
                <a:cubicBezTo>
                  <a:pt x="158339" y="44291"/>
                  <a:pt x="159636" y="41152"/>
                  <a:pt x="162229" y="38149"/>
                </a:cubicBezTo>
                <a:cubicBezTo>
                  <a:pt x="164823" y="35238"/>
                  <a:pt x="168440" y="32963"/>
                  <a:pt x="173080" y="31325"/>
                </a:cubicBezTo>
                <a:cubicBezTo>
                  <a:pt x="177721" y="29778"/>
                  <a:pt x="182544" y="28982"/>
                  <a:pt x="187548" y="28936"/>
                </a:cubicBezTo>
                <a:cubicBezTo>
                  <a:pt x="193600" y="28982"/>
                  <a:pt x="198399" y="30256"/>
                  <a:pt x="201948" y="32758"/>
                </a:cubicBezTo>
                <a:cubicBezTo>
                  <a:pt x="205406" y="35351"/>
                  <a:pt x="207681" y="38149"/>
                  <a:pt x="208773" y="41152"/>
                </a:cubicBezTo>
                <a:cubicBezTo>
                  <a:pt x="209364" y="43063"/>
                  <a:pt x="209683" y="47453"/>
                  <a:pt x="209728" y="54324"/>
                </a:cubicBezTo>
                <a:lnTo>
                  <a:pt x="209728" y="79097"/>
                </a:lnTo>
                <a:cubicBezTo>
                  <a:pt x="209728" y="82054"/>
                  <a:pt x="209842" y="83874"/>
                  <a:pt x="210069" y="84556"/>
                </a:cubicBezTo>
                <a:cubicBezTo>
                  <a:pt x="210251" y="85375"/>
                  <a:pt x="210593" y="85944"/>
                  <a:pt x="211093" y="86263"/>
                </a:cubicBezTo>
                <a:cubicBezTo>
                  <a:pt x="211503" y="86626"/>
                  <a:pt x="212026" y="86808"/>
                  <a:pt x="212663" y="86808"/>
                </a:cubicBezTo>
                <a:cubicBezTo>
                  <a:pt x="213800" y="86854"/>
                  <a:pt x="215006" y="86012"/>
                  <a:pt x="216280" y="84283"/>
                </a:cubicBezTo>
                <a:lnTo>
                  <a:pt x="218327" y="85921"/>
                </a:lnTo>
                <a:cubicBezTo>
                  <a:pt x="216007" y="89288"/>
                  <a:pt x="213664" y="91722"/>
                  <a:pt x="211298" y="93224"/>
                </a:cubicBezTo>
                <a:cubicBezTo>
                  <a:pt x="208796" y="94816"/>
                  <a:pt x="206020" y="95589"/>
                  <a:pt x="202972" y="95544"/>
                </a:cubicBezTo>
                <a:cubicBezTo>
                  <a:pt x="199332" y="95544"/>
                  <a:pt x="196489" y="94679"/>
                  <a:pt x="194441" y="92951"/>
                </a:cubicBezTo>
                <a:cubicBezTo>
                  <a:pt x="192394" y="91313"/>
                  <a:pt x="191143" y="88742"/>
                  <a:pt x="190688" y="85239"/>
                </a:cubicBezTo>
                <a:moveTo>
                  <a:pt x="190688" y="80257"/>
                </a:moveTo>
                <a:lnTo>
                  <a:pt x="190688" y="58896"/>
                </a:lnTo>
                <a:cubicBezTo>
                  <a:pt x="185137" y="62126"/>
                  <a:pt x="181042" y="65584"/>
                  <a:pt x="178403" y="69269"/>
                </a:cubicBezTo>
                <a:cubicBezTo>
                  <a:pt x="176629" y="71726"/>
                  <a:pt x="175742" y="74206"/>
                  <a:pt x="175742" y="76708"/>
                </a:cubicBezTo>
                <a:cubicBezTo>
                  <a:pt x="175742" y="78846"/>
                  <a:pt x="176493" y="80689"/>
                  <a:pt x="177994" y="82236"/>
                </a:cubicBezTo>
                <a:cubicBezTo>
                  <a:pt x="179131" y="83464"/>
                  <a:pt x="180724" y="84079"/>
                  <a:pt x="182771" y="84079"/>
                </a:cubicBezTo>
                <a:cubicBezTo>
                  <a:pt x="185001" y="84079"/>
                  <a:pt x="187639" y="82805"/>
                  <a:pt x="190688" y="80257"/>
                </a:cubicBezTo>
                <a:close/>
                <a:moveTo>
                  <a:pt x="254464" y="30847"/>
                </a:moveTo>
                <a:lnTo>
                  <a:pt x="254464" y="39105"/>
                </a:lnTo>
                <a:cubicBezTo>
                  <a:pt x="257740" y="35556"/>
                  <a:pt x="260879" y="32963"/>
                  <a:pt x="263882" y="31325"/>
                </a:cubicBezTo>
                <a:cubicBezTo>
                  <a:pt x="266839" y="29778"/>
                  <a:pt x="270070" y="28982"/>
                  <a:pt x="273573" y="28936"/>
                </a:cubicBezTo>
                <a:cubicBezTo>
                  <a:pt x="277713" y="28982"/>
                  <a:pt x="281148" y="30119"/>
                  <a:pt x="283878" y="32348"/>
                </a:cubicBezTo>
                <a:cubicBezTo>
                  <a:pt x="286608" y="34669"/>
                  <a:pt x="288428" y="37535"/>
                  <a:pt x="289338" y="40947"/>
                </a:cubicBezTo>
                <a:cubicBezTo>
                  <a:pt x="290066" y="43541"/>
                  <a:pt x="290430" y="48523"/>
                  <a:pt x="290430" y="55893"/>
                </a:cubicBezTo>
                <a:lnTo>
                  <a:pt x="290430" y="80735"/>
                </a:lnTo>
                <a:cubicBezTo>
                  <a:pt x="290430" y="85694"/>
                  <a:pt x="290885" y="88742"/>
                  <a:pt x="291795" y="89880"/>
                </a:cubicBezTo>
                <a:cubicBezTo>
                  <a:pt x="292659" y="91108"/>
                  <a:pt x="294502" y="91881"/>
                  <a:pt x="297322" y="92200"/>
                </a:cubicBezTo>
                <a:lnTo>
                  <a:pt x="297322" y="94657"/>
                </a:lnTo>
                <a:lnTo>
                  <a:pt x="265042" y="94657"/>
                </a:lnTo>
                <a:lnTo>
                  <a:pt x="265042" y="92200"/>
                </a:lnTo>
                <a:cubicBezTo>
                  <a:pt x="267408" y="91927"/>
                  <a:pt x="269137" y="90926"/>
                  <a:pt x="270229" y="89197"/>
                </a:cubicBezTo>
                <a:cubicBezTo>
                  <a:pt x="270957" y="88060"/>
                  <a:pt x="271321" y="85239"/>
                  <a:pt x="271321" y="80735"/>
                </a:cubicBezTo>
                <a:lnTo>
                  <a:pt x="271321" y="52344"/>
                </a:lnTo>
                <a:cubicBezTo>
                  <a:pt x="271321" y="47112"/>
                  <a:pt x="271116" y="43814"/>
                  <a:pt x="270707" y="42449"/>
                </a:cubicBezTo>
                <a:cubicBezTo>
                  <a:pt x="270297" y="41084"/>
                  <a:pt x="269615" y="40015"/>
                  <a:pt x="268659" y="39241"/>
                </a:cubicBezTo>
                <a:cubicBezTo>
                  <a:pt x="267613" y="38513"/>
                  <a:pt x="266521" y="38149"/>
                  <a:pt x="265383" y="38149"/>
                </a:cubicBezTo>
                <a:cubicBezTo>
                  <a:pt x="261425" y="38149"/>
                  <a:pt x="257785" y="40947"/>
                  <a:pt x="254464" y="46544"/>
                </a:cubicBezTo>
                <a:lnTo>
                  <a:pt x="254464" y="80735"/>
                </a:lnTo>
                <a:cubicBezTo>
                  <a:pt x="254464" y="85512"/>
                  <a:pt x="254919" y="88537"/>
                  <a:pt x="255829" y="89811"/>
                </a:cubicBezTo>
                <a:cubicBezTo>
                  <a:pt x="256694" y="91131"/>
                  <a:pt x="258331" y="91927"/>
                  <a:pt x="260743" y="92200"/>
                </a:cubicBezTo>
                <a:lnTo>
                  <a:pt x="260743" y="94657"/>
                </a:lnTo>
                <a:lnTo>
                  <a:pt x="228463" y="94657"/>
                </a:lnTo>
                <a:lnTo>
                  <a:pt x="228463" y="92200"/>
                </a:lnTo>
                <a:cubicBezTo>
                  <a:pt x="231101" y="91927"/>
                  <a:pt x="233012" y="91062"/>
                  <a:pt x="234195" y="89607"/>
                </a:cubicBezTo>
                <a:cubicBezTo>
                  <a:pt x="234923" y="88606"/>
                  <a:pt x="235310" y="85648"/>
                  <a:pt x="235355" y="80735"/>
                </a:cubicBezTo>
                <a:lnTo>
                  <a:pt x="235355" y="44701"/>
                </a:lnTo>
                <a:cubicBezTo>
                  <a:pt x="235355" y="39878"/>
                  <a:pt x="234923" y="36875"/>
                  <a:pt x="234059" y="35692"/>
                </a:cubicBezTo>
                <a:cubicBezTo>
                  <a:pt x="233103" y="34555"/>
                  <a:pt x="231238" y="33782"/>
                  <a:pt x="228463" y="33372"/>
                </a:cubicBezTo>
                <a:lnTo>
                  <a:pt x="228463" y="30847"/>
                </a:lnTo>
                <a:lnTo>
                  <a:pt x="254464" y="30847"/>
                </a:lnTo>
                <a:close/>
                <a:moveTo>
                  <a:pt x="326093" y="29004"/>
                </a:moveTo>
                <a:cubicBezTo>
                  <a:pt x="329187" y="29004"/>
                  <a:pt x="331871" y="30096"/>
                  <a:pt x="334146" y="32280"/>
                </a:cubicBezTo>
                <a:cubicBezTo>
                  <a:pt x="336330" y="34555"/>
                  <a:pt x="337422" y="37239"/>
                  <a:pt x="337422" y="40333"/>
                </a:cubicBezTo>
                <a:cubicBezTo>
                  <a:pt x="337422" y="43472"/>
                  <a:pt x="336330" y="46134"/>
                  <a:pt x="334146" y="48318"/>
                </a:cubicBezTo>
                <a:cubicBezTo>
                  <a:pt x="331871" y="50593"/>
                  <a:pt x="329187" y="51707"/>
                  <a:pt x="326093" y="51662"/>
                </a:cubicBezTo>
                <a:cubicBezTo>
                  <a:pt x="322954" y="51707"/>
                  <a:pt x="320292" y="50593"/>
                  <a:pt x="318108" y="48318"/>
                </a:cubicBezTo>
                <a:cubicBezTo>
                  <a:pt x="315833" y="46134"/>
                  <a:pt x="314719" y="43472"/>
                  <a:pt x="314764" y="40333"/>
                </a:cubicBezTo>
                <a:cubicBezTo>
                  <a:pt x="314719" y="37239"/>
                  <a:pt x="315833" y="34555"/>
                  <a:pt x="318108" y="32280"/>
                </a:cubicBezTo>
                <a:cubicBezTo>
                  <a:pt x="320292" y="30096"/>
                  <a:pt x="322954" y="29004"/>
                  <a:pt x="326093" y="29004"/>
                </a:cubicBezTo>
                <a:moveTo>
                  <a:pt x="326025" y="73637"/>
                </a:moveTo>
                <a:cubicBezTo>
                  <a:pt x="329164" y="73637"/>
                  <a:pt x="331871" y="74752"/>
                  <a:pt x="334146" y="76981"/>
                </a:cubicBezTo>
                <a:cubicBezTo>
                  <a:pt x="336330" y="79256"/>
                  <a:pt x="337422" y="81940"/>
                  <a:pt x="337422" y="85034"/>
                </a:cubicBezTo>
                <a:cubicBezTo>
                  <a:pt x="337422" y="88173"/>
                  <a:pt x="336307" y="90835"/>
                  <a:pt x="334078" y="93019"/>
                </a:cubicBezTo>
                <a:cubicBezTo>
                  <a:pt x="331803" y="95294"/>
                  <a:pt x="329119" y="96408"/>
                  <a:pt x="326025" y="96363"/>
                </a:cubicBezTo>
                <a:cubicBezTo>
                  <a:pt x="322885" y="96408"/>
                  <a:pt x="320224" y="95294"/>
                  <a:pt x="318040" y="93019"/>
                </a:cubicBezTo>
                <a:cubicBezTo>
                  <a:pt x="315765" y="90835"/>
                  <a:pt x="314650" y="88173"/>
                  <a:pt x="314696" y="85034"/>
                </a:cubicBezTo>
                <a:cubicBezTo>
                  <a:pt x="314650" y="81940"/>
                  <a:pt x="315765" y="79256"/>
                  <a:pt x="318040" y="76981"/>
                </a:cubicBezTo>
                <a:cubicBezTo>
                  <a:pt x="320224" y="74752"/>
                  <a:pt x="322885" y="73637"/>
                  <a:pt x="326025" y="73637"/>
                </a:cubicBezTo>
                <a:close/>
                <a:moveTo>
                  <a:pt x="408438" y="48250"/>
                </a:moveTo>
                <a:lnTo>
                  <a:pt x="408438" y="45861"/>
                </a:lnTo>
                <a:cubicBezTo>
                  <a:pt x="413625" y="44360"/>
                  <a:pt x="417219" y="42949"/>
                  <a:pt x="419221" y="41630"/>
                </a:cubicBezTo>
                <a:cubicBezTo>
                  <a:pt x="421178" y="40356"/>
                  <a:pt x="422906" y="38377"/>
                  <a:pt x="424408" y="35692"/>
                </a:cubicBezTo>
                <a:cubicBezTo>
                  <a:pt x="425818" y="33054"/>
                  <a:pt x="426546" y="30369"/>
                  <a:pt x="426592" y="27639"/>
                </a:cubicBezTo>
                <a:cubicBezTo>
                  <a:pt x="426592" y="23909"/>
                  <a:pt x="425227" y="20656"/>
                  <a:pt x="422497" y="17880"/>
                </a:cubicBezTo>
                <a:cubicBezTo>
                  <a:pt x="419676" y="15242"/>
                  <a:pt x="416241" y="13899"/>
                  <a:pt x="412192" y="13854"/>
                </a:cubicBezTo>
                <a:cubicBezTo>
                  <a:pt x="405777" y="13854"/>
                  <a:pt x="400363" y="17221"/>
                  <a:pt x="395949" y="23954"/>
                </a:cubicBezTo>
                <a:lnTo>
                  <a:pt x="393424" y="23067"/>
                </a:lnTo>
                <a:cubicBezTo>
                  <a:pt x="396700" y="15515"/>
                  <a:pt x="400909" y="9805"/>
                  <a:pt x="406050" y="5937"/>
                </a:cubicBezTo>
                <a:cubicBezTo>
                  <a:pt x="411145" y="2116"/>
                  <a:pt x="416833" y="205"/>
                  <a:pt x="423111" y="205"/>
                </a:cubicBezTo>
                <a:cubicBezTo>
                  <a:pt x="429526" y="250"/>
                  <a:pt x="434827" y="2207"/>
                  <a:pt x="439012" y="6074"/>
                </a:cubicBezTo>
                <a:cubicBezTo>
                  <a:pt x="443153" y="9987"/>
                  <a:pt x="445223" y="14559"/>
                  <a:pt x="445223" y="19791"/>
                </a:cubicBezTo>
                <a:cubicBezTo>
                  <a:pt x="445223" y="23204"/>
                  <a:pt x="444267" y="26479"/>
                  <a:pt x="442356" y="29619"/>
                </a:cubicBezTo>
                <a:cubicBezTo>
                  <a:pt x="440355" y="32849"/>
                  <a:pt x="437306" y="35647"/>
                  <a:pt x="433212" y="38013"/>
                </a:cubicBezTo>
                <a:cubicBezTo>
                  <a:pt x="438535" y="40652"/>
                  <a:pt x="442607" y="43836"/>
                  <a:pt x="445427" y="47567"/>
                </a:cubicBezTo>
                <a:cubicBezTo>
                  <a:pt x="448203" y="51389"/>
                  <a:pt x="449590" y="56166"/>
                  <a:pt x="449590" y="61899"/>
                </a:cubicBezTo>
                <a:cubicBezTo>
                  <a:pt x="449590" y="71544"/>
                  <a:pt x="446110" y="79734"/>
                  <a:pt x="439149" y="86467"/>
                </a:cubicBezTo>
                <a:cubicBezTo>
                  <a:pt x="432097" y="93246"/>
                  <a:pt x="422724" y="96636"/>
                  <a:pt x="411032" y="96636"/>
                </a:cubicBezTo>
                <a:cubicBezTo>
                  <a:pt x="403161" y="96636"/>
                  <a:pt x="397451" y="95339"/>
                  <a:pt x="393902" y="92746"/>
                </a:cubicBezTo>
                <a:cubicBezTo>
                  <a:pt x="391309" y="90926"/>
                  <a:pt x="390012" y="88583"/>
                  <a:pt x="390012" y="85717"/>
                </a:cubicBezTo>
                <a:cubicBezTo>
                  <a:pt x="390012" y="83624"/>
                  <a:pt x="390763" y="81827"/>
                  <a:pt x="392264" y="80325"/>
                </a:cubicBezTo>
                <a:cubicBezTo>
                  <a:pt x="393720" y="78915"/>
                  <a:pt x="395449" y="78187"/>
                  <a:pt x="397451" y="78141"/>
                </a:cubicBezTo>
                <a:cubicBezTo>
                  <a:pt x="398952" y="78187"/>
                  <a:pt x="400363" y="78505"/>
                  <a:pt x="401682" y="79097"/>
                </a:cubicBezTo>
                <a:cubicBezTo>
                  <a:pt x="402410" y="79461"/>
                  <a:pt x="405003" y="81440"/>
                  <a:pt x="409462" y="85034"/>
                </a:cubicBezTo>
                <a:cubicBezTo>
                  <a:pt x="413830" y="88674"/>
                  <a:pt x="417970" y="90494"/>
                  <a:pt x="421883" y="90494"/>
                </a:cubicBezTo>
                <a:cubicBezTo>
                  <a:pt x="425204" y="90494"/>
                  <a:pt x="428093" y="89152"/>
                  <a:pt x="430550" y="86467"/>
                </a:cubicBezTo>
                <a:cubicBezTo>
                  <a:pt x="432916" y="83828"/>
                  <a:pt x="434121" y="80462"/>
                  <a:pt x="434167" y="76367"/>
                </a:cubicBezTo>
                <a:cubicBezTo>
                  <a:pt x="434167" y="70179"/>
                  <a:pt x="431983" y="64424"/>
                  <a:pt x="427615" y="59101"/>
                </a:cubicBezTo>
                <a:cubicBezTo>
                  <a:pt x="423202" y="53869"/>
                  <a:pt x="416810" y="50252"/>
                  <a:pt x="408438" y="4825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Node:">
            <a:extLst xmlns:a="http://schemas.openxmlformats.org/drawingml/2006/main">
              <a:ext uri="{FF2B5EF4-FFF2-40B4-BE49-F238E27FC236}">
                <a16:creationId xmlns:a16="http://schemas.microsoft.com/office/drawing/2014/main" id="{5C004CEC-D9FF-464D-99AC-2000E15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744" y="689430"/>
            <a:ext cx="354830" cy="94657"/>
          </a:xfrm>
          <a:custGeom xmlns:a="http://schemas.openxmlformats.org/drawingml/2006/main">
            <a:pathLst>
              <a:path w="354830" h="94657">
                <a:moveTo>
                  <a:pt x="32826" y="0"/>
                </a:moveTo>
                <a:lnTo>
                  <a:pt x="78483" y="57395"/>
                </a:lnTo>
                <a:lnTo>
                  <a:pt x="78483" y="17607"/>
                </a:lnTo>
                <a:cubicBezTo>
                  <a:pt x="78437" y="12102"/>
                  <a:pt x="77641" y="8349"/>
                  <a:pt x="76094" y="6347"/>
                </a:cubicBezTo>
                <a:cubicBezTo>
                  <a:pt x="73865" y="3754"/>
                  <a:pt x="70202" y="2480"/>
                  <a:pt x="65106" y="2525"/>
                </a:cubicBezTo>
                <a:lnTo>
                  <a:pt x="65106" y="0"/>
                </a:lnTo>
                <a:lnTo>
                  <a:pt x="95680" y="0"/>
                </a:lnTo>
                <a:lnTo>
                  <a:pt x="95680" y="2525"/>
                </a:lnTo>
                <a:cubicBezTo>
                  <a:pt x="91722" y="3071"/>
                  <a:pt x="89106" y="3708"/>
                  <a:pt x="87832" y="4436"/>
                </a:cubicBezTo>
                <a:cubicBezTo>
                  <a:pt x="86467" y="5255"/>
                  <a:pt x="85421" y="6552"/>
                  <a:pt x="84693" y="8326"/>
                </a:cubicBezTo>
                <a:cubicBezTo>
                  <a:pt x="83919" y="10191"/>
                  <a:pt x="83533" y="13285"/>
                  <a:pt x="83533" y="17607"/>
                </a:cubicBezTo>
                <a:lnTo>
                  <a:pt x="83533" y="94657"/>
                </a:lnTo>
                <a:lnTo>
                  <a:pt x="81212" y="94657"/>
                </a:lnTo>
                <a:lnTo>
                  <a:pt x="18631" y="17607"/>
                </a:lnTo>
                <a:lnTo>
                  <a:pt x="18631" y="76435"/>
                </a:lnTo>
                <a:cubicBezTo>
                  <a:pt x="18631" y="81804"/>
                  <a:pt x="19859" y="85398"/>
                  <a:pt x="22316" y="87218"/>
                </a:cubicBezTo>
                <a:cubicBezTo>
                  <a:pt x="24682" y="89083"/>
                  <a:pt x="27458" y="90016"/>
                  <a:pt x="30642" y="90016"/>
                </a:cubicBezTo>
                <a:lnTo>
                  <a:pt x="32826" y="90016"/>
                </a:lnTo>
                <a:lnTo>
                  <a:pt x="32826" y="92541"/>
                </a:lnTo>
                <a:lnTo>
                  <a:pt x="0" y="92541"/>
                </a:lnTo>
                <a:lnTo>
                  <a:pt x="0" y="90016"/>
                </a:lnTo>
                <a:cubicBezTo>
                  <a:pt x="5096" y="89971"/>
                  <a:pt x="8644" y="88924"/>
                  <a:pt x="10646" y="86877"/>
                </a:cubicBezTo>
                <a:cubicBezTo>
                  <a:pt x="12603" y="84829"/>
                  <a:pt x="13604" y="81349"/>
                  <a:pt x="13649" y="76435"/>
                </a:cubicBezTo>
                <a:lnTo>
                  <a:pt x="13649" y="11124"/>
                </a:lnTo>
                <a:lnTo>
                  <a:pt x="11670" y="8667"/>
                </a:lnTo>
                <a:cubicBezTo>
                  <a:pt x="9668" y="6210"/>
                  <a:pt x="7939" y="4595"/>
                  <a:pt x="6483" y="3822"/>
                </a:cubicBezTo>
                <a:cubicBezTo>
                  <a:pt x="4936" y="3094"/>
                  <a:pt x="2775" y="2662"/>
                  <a:pt x="0" y="2525"/>
                </a:cubicBezTo>
                <a:lnTo>
                  <a:pt x="0" y="0"/>
                </a:lnTo>
                <a:lnTo>
                  <a:pt x="32826" y="0"/>
                </a:lnTo>
                <a:close/>
                <a:moveTo>
                  <a:pt x="136132" y="26821"/>
                </a:moveTo>
                <a:cubicBezTo>
                  <a:pt x="141637" y="26821"/>
                  <a:pt x="146801" y="28254"/>
                  <a:pt x="151624" y="31120"/>
                </a:cubicBezTo>
                <a:cubicBezTo>
                  <a:pt x="156356" y="34032"/>
                  <a:pt x="159995" y="38104"/>
                  <a:pt x="162543" y="43336"/>
                </a:cubicBezTo>
                <a:cubicBezTo>
                  <a:pt x="165000" y="48614"/>
                  <a:pt x="166229" y="54392"/>
                  <a:pt x="166229" y="60670"/>
                </a:cubicBezTo>
                <a:cubicBezTo>
                  <a:pt x="166183" y="69770"/>
                  <a:pt x="163885" y="77345"/>
                  <a:pt x="159336" y="83396"/>
                </a:cubicBezTo>
                <a:cubicBezTo>
                  <a:pt x="153740" y="90767"/>
                  <a:pt x="146073" y="94452"/>
                  <a:pt x="136337" y="94452"/>
                </a:cubicBezTo>
                <a:cubicBezTo>
                  <a:pt x="126692" y="94497"/>
                  <a:pt x="119298" y="91131"/>
                  <a:pt x="114157" y="84352"/>
                </a:cubicBezTo>
                <a:cubicBezTo>
                  <a:pt x="108970" y="77618"/>
                  <a:pt x="106377" y="69815"/>
                  <a:pt x="106377" y="60943"/>
                </a:cubicBezTo>
                <a:cubicBezTo>
                  <a:pt x="106377" y="51798"/>
                  <a:pt x="109039" y="43814"/>
                  <a:pt x="114362" y="36989"/>
                </a:cubicBezTo>
                <a:cubicBezTo>
                  <a:pt x="119594" y="30256"/>
                  <a:pt x="126851" y="26866"/>
                  <a:pt x="136132" y="26821"/>
                </a:cubicBezTo>
                <a:moveTo>
                  <a:pt x="136405" y="31666"/>
                </a:moveTo>
                <a:cubicBezTo>
                  <a:pt x="134085" y="31711"/>
                  <a:pt x="132106" y="32576"/>
                  <a:pt x="130468" y="34259"/>
                </a:cubicBezTo>
                <a:cubicBezTo>
                  <a:pt x="128739" y="36079"/>
                  <a:pt x="127647" y="39537"/>
                  <a:pt x="127192" y="44633"/>
                </a:cubicBezTo>
                <a:cubicBezTo>
                  <a:pt x="126646" y="49819"/>
                  <a:pt x="126373" y="57008"/>
                  <a:pt x="126373" y="66198"/>
                </a:cubicBezTo>
                <a:cubicBezTo>
                  <a:pt x="126373" y="71066"/>
                  <a:pt x="126692" y="75616"/>
                  <a:pt x="127329" y="79847"/>
                </a:cubicBezTo>
                <a:cubicBezTo>
                  <a:pt x="127783" y="83078"/>
                  <a:pt x="128853" y="85535"/>
                  <a:pt x="130536" y="87218"/>
                </a:cubicBezTo>
                <a:cubicBezTo>
                  <a:pt x="132128" y="88947"/>
                  <a:pt x="133994" y="89789"/>
                  <a:pt x="136132" y="89743"/>
                </a:cubicBezTo>
                <a:cubicBezTo>
                  <a:pt x="138180" y="89789"/>
                  <a:pt x="139886" y="89220"/>
                  <a:pt x="141251" y="88037"/>
                </a:cubicBezTo>
                <a:cubicBezTo>
                  <a:pt x="142980" y="86535"/>
                  <a:pt x="144162" y="84374"/>
                  <a:pt x="144799" y="81554"/>
                </a:cubicBezTo>
                <a:cubicBezTo>
                  <a:pt x="145664" y="77277"/>
                  <a:pt x="146119" y="68541"/>
                  <a:pt x="146164" y="55347"/>
                </a:cubicBezTo>
                <a:cubicBezTo>
                  <a:pt x="146164" y="47658"/>
                  <a:pt x="145732" y="42335"/>
                  <a:pt x="144868" y="39378"/>
                </a:cubicBezTo>
                <a:cubicBezTo>
                  <a:pt x="143958" y="36511"/>
                  <a:pt x="142684" y="34419"/>
                  <a:pt x="141046" y="33099"/>
                </a:cubicBezTo>
                <a:cubicBezTo>
                  <a:pt x="139863" y="32144"/>
                  <a:pt x="138316" y="31666"/>
                  <a:pt x="136405" y="31666"/>
                </a:cubicBezTo>
                <a:close/>
                <a:moveTo>
                  <a:pt x="241061" y="0"/>
                </a:moveTo>
                <a:lnTo>
                  <a:pt x="241061" y="73432"/>
                </a:lnTo>
                <a:cubicBezTo>
                  <a:pt x="241061" y="78437"/>
                  <a:pt x="241198" y="81372"/>
                  <a:pt x="241471" y="82236"/>
                </a:cubicBezTo>
                <a:cubicBezTo>
                  <a:pt x="241789" y="83737"/>
                  <a:pt x="242495" y="84852"/>
                  <a:pt x="243586" y="85580"/>
                </a:cubicBezTo>
                <a:cubicBezTo>
                  <a:pt x="244587" y="86354"/>
                  <a:pt x="246362" y="86808"/>
                  <a:pt x="248910" y="86945"/>
                </a:cubicBezTo>
                <a:lnTo>
                  <a:pt x="248910" y="89197"/>
                </a:lnTo>
                <a:lnTo>
                  <a:pt x="221953" y="94452"/>
                </a:lnTo>
                <a:lnTo>
                  <a:pt x="221953" y="84352"/>
                </a:lnTo>
                <a:cubicBezTo>
                  <a:pt x="218722" y="88264"/>
                  <a:pt x="215856" y="90926"/>
                  <a:pt x="213354" y="92336"/>
                </a:cubicBezTo>
                <a:cubicBezTo>
                  <a:pt x="210806" y="93792"/>
                  <a:pt x="207940" y="94497"/>
                  <a:pt x="204755" y="94452"/>
                </a:cubicBezTo>
                <a:cubicBezTo>
                  <a:pt x="196565" y="94497"/>
                  <a:pt x="190127" y="90858"/>
                  <a:pt x="185441" y="83533"/>
                </a:cubicBezTo>
                <a:cubicBezTo>
                  <a:pt x="181619" y="77618"/>
                  <a:pt x="179709" y="70361"/>
                  <a:pt x="179709" y="61762"/>
                </a:cubicBezTo>
                <a:cubicBezTo>
                  <a:pt x="179663" y="54892"/>
                  <a:pt x="180846" y="48727"/>
                  <a:pt x="183257" y="43268"/>
                </a:cubicBezTo>
                <a:cubicBezTo>
                  <a:pt x="185578" y="37899"/>
                  <a:pt x="188831" y="33804"/>
                  <a:pt x="193016" y="30984"/>
                </a:cubicBezTo>
                <a:cubicBezTo>
                  <a:pt x="197111" y="28208"/>
                  <a:pt x="201524" y="26821"/>
                  <a:pt x="206256" y="26821"/>
                </a:cubicBezTo>
                <a:cubicBezTo>
                  <a:pt x="209259" y="26866"/>
                  <a:pt x="211966" y="27458"/>
                  <a:pt x="214377" y="28595"/>
                </a:cubicBezTo>
                <a:cubicBezTo>
                  <a:pt x="216743" y="29823"/>
                  <a:pt x="219268" y="31893"/>
                  <a:pt x="221953" y="34805"/>
                </a:cubicBezTo>
                <a:lnTo>
                  <a:pt x="221953" y="15560"/>
                </a:lnTo>
                <a:cubicBezTo>
                  <a:pt x="221953" y="10737"/>
                  <a:pt x="221748" y="7803"/>
                  <a:pt x="221338" y="6756"/>
                </a:cubicBezTo>
                <a:cubicBezTo>
                  <a:pt x="220792" y="5482"/>
                  <a:pt x="219973" y="4504"/>
                  <a:pt x="218882" y="3822"/>
                </a:cubicBezTo>
                <a:cubicBezTo>
                  <a:pt x="217790" y="3230"/>
                  <a:pt x="215742" y="2912"/>
                  <a:pt x="212739" y="2866"/>
                </a:cubicBezTo>
                <a:lnTo>
                  <a:pt x="212739" y="0"/>
                </a:lnTo>
                <a:lnTo>
                  <a:pt x="241061" y="0"/>
                </a:lnTo>
                <a:moveTo>
                  <a:pt x="221953" y="43268"/>
                </a:moveTo>
                <a:cubicBezTo>
                  <a:pt x="218540" y="36807"/>
                  <a:pt x="214423" y="33577"/>
                  <a:pt x="209600" y="33577"/>
                </a:cubicBezTo>
                <a:cubicBezTo>
                  <a:pt x="207871" y="33622"/>
                  <a:pt x="206484" y="34077"/>
                  <a:pt x="205437" y="34942"/>
                </a:cubicBezTo>
                <a:cubicBezTo>
                  <a:pt x="203708" y="36398"/>
                  <a:pt x="202343" y="38877"/>
                  <a:pt x="201342" y="42381"/>
                </a:cubicBezTo>
                <a:cubicBezTo>
                  <a:pt x="200250" y="45975"/>
                  <a:pt x="199705" y="51412"/>
                  <a:pt x="199705" y="58691"/>
                </a:cubicBezTo>
                <a:cubicBezTo>
                  <a:pt x="199705" y="66744"/>
                  <a:pt x="200296" y="72704"/>
                  <a:pt x="201479" y="76572"/>
                </a:cubicBezTo>
                <a:cubicBezTo>
                  <a:pt x="202616" y="80484"/>
                  <a:pt x="204231" y="83282"/>
                  <a:pt x="206324" y="84966"/>
                </a:cubicBezTo>
                <a:cubicBezTo>
                  <a:pt x="207325" y="85876"/>
                  <a:pt x="208758" y="86308"/>
                  <a:pt x="210624" y="86263"/>
                </a:cubicBezTo>
                <a:cubicBezTo>
                  <a:pt x="214628" y="86263"/>
                  <a:pt x="218404" y="83123"/>
                  <a:pt x="221953" y="76845"/>
                </a:cubicBezTo>
                <a:lnTo>
                  <a:pt x="221953" y="43268"/>
                </a:lnTo>
                <a:close/>
                <a:moveTo>
                  <a:pt x="312075" y="58350"/>
                </a:moveTo>
                <a:lnTo>
                  <a:pt x="277065" y="58350"/>
                </a:lnTo>
                <a:cubicBezTo>
                  <a:pt x="277475" y="66813"/>
                  <a:pt x="279727" y="73501"/>
                  <a:pt x="283821" y="78414"/>
                </a:cubicBezTo>
                <a:cubicBezTo>
                  <a:pt x="286915" y="82191"/>
                  <a:pt x="290691" y="84079"/>
                  <a:pt x="295150" y="84079"/>
                </a:cubicBezTo>
                <a:cubicBezTo>
                  <a:pt x="297835" y="84124"/>
                  <a:pt x="300314" y="83351"/>
                  <a:pt x="302589" y="81758"/>
                </a:cubicBezTo>
                <a:cubicBezTo>
                  <a:pt x="304818" y="80257"/>
                  <a:pt x="307207" y="77527"/>
                  <a:pt x="309755" y="73569"/>
                </a:cubicBezTo>
                <a:lnTo>
                  <a:pt x="312075" y="75070"/>
                </a:lnTo>
                <a:cubicBezTo>
                  <a:pt x="308572" y="82122"/>
                  <a:pt x="304750" y="87104"/>
                  <a:pt x="300610" y="90016"/>
                </a:cubicBezTo>
                <a:cubicBezTo>
                  <a:pt x="296424" y="92973"/>
                  <a:pt x="291579" y="94452"/>
                  <a:pt x="286074" y="94452"/>
                </a:cubicBezTo>
                <a:cubicBezTo>
                  <a:pt x="276565" y="94497"/>
                  <a:pt x="269399" y="90858"/>
                  <a:pt x="264576" y="83533"/>
                </a:cubicBezTo>
                <a:cubicBezTo>
                  <a:pt x="260663" y="77664"/>
                  <a:pt x="258707" y="70384"/>
                  <a:pt x="258707" y="61694"/>
                </a:cubicBezTo>
                <a:cubicBezTo>
                  <a:pt x="258662" y="51093"/>
                  <a:pt x="261551" y="42608"/>
                  <a:pt x="267374" y="36238"/>
                </a:cubicBezTo>
                <a:cubicBezTo>
                  <a:pt x="273107" y="29960"/>
                  <a:pt x="279840" y="26821"/>
                  <a:pt x="287575" y="26821"/>
                </a:cubicBezTo>
                <a:cubicBezTo>
                  <a:pt x="294036" y="26866"/>
                  <a:pt x="299654" y="29505"/>
                  <a:pt x="304432" y="34737"/>
                </a:cubicBezTo>
                <a:cubicBezTo>
                  <a:pt x="309118" y="40060"/>
                  <a:pt x="311666" y="47931"/>
                  <a:pt x="312075" y="58350"/>
                </a:cubicBezTo>
                <a:moveTo>
                  <a:pt x="295287" y="53778"/>
                </a:moveTo>
                <a:cubicBezTo>
                  <a:pt x="295241" y="46498"/>
                  <a:pt x="294854" y="41471"/>
                  <a:pt x="294126" y="38695"/>
                </a:cubicBezTo>
                <a:cubicBezTo>
                  <a:pt x="293308" y="36011"/>
                  <a:pt x="292056" y="33941"/>
                  <a:pt x="290373" y="32485"/>
                </a:cubicBezTo>
                <a:cubicBezTo>
                  <a:pt x="289372" y="31666"/>
                  <a:pt x="288098" y="31257"/>
                  <a:pt x="286551" y="31257"/>
                </a:cubicBezTo>
                <a:cubicBezTo>
                  <a:pt x="284140" y="31257"/>
                  <a:pt x="282206" y="32417"/>
                  <a:pt x="280750" y="34737"/>
                </a:cubicBezTo>
                <a:cubicBezTo>
                  <a:pt x="278066" y="38832"/>
                  <a:pt x="276724" y="44382"/>
                  <a:pt x="276724" y="51389"/>
                </a:cubicBezTo>
                <a:lnTo>
                  <a:pt x="276724" y="53778"/>
                </a:lnTo>
                <a:lnTo>
                  <a:pt x="295287" y="53778"/>
                </a:lnTo>
                <a:close/>
                <a:moveTo>
                  <a:pt x="343501" y="26889"/>
                </a:moveTo>
                <a:cubicBezTo>
                  <a:pt x="346595" y="26889"/>
                  <a:pt x="349279" y="27981"/>
                  <a:pt x="351554" y="30165"/>
                </a:cubicBezTo>
                <a:cubicBezTo>
                  <a:pt x="353738" y="32439"/>
                  <a:pt x="354830" y="35124"/>
                  <a:pt x="354830" y="38218"/>
                </a:cubicBezTo>
                <a:cubicBezTo>
                  <a:pt x="354830" y="41357"/>
                  <a:pt x="353738" y="44018"/>
                  <a:pt x="351554" y="46202"/>
                </a:cubicBezTo>
                <a:cubicBezTo>
                  <a:pt x="349279" y="48477"/>
                  <a:pt x="346595" y="49592"/>
                  <a:pt x="343501" y="49546"/>
                </a:cubicBezTo>
                <a:cubicBezTo>
                  <a:pt x="340362" y="49592"/>
                  <a:pt x="337700" y="48477"/>
                  <a:pt x="335516" y="46202"/>
                </a:cubicBezTo>
                <a:cubicBezTo>
                  <a:pt x="333242" y="44018"/>
                  <a:pt x="332127" y="41357"/>
                  <a:pt x="332172" y="38218"/>
                </a:cubicBezTo>
                <a:cubicBezTo>
                  <a:pt x="332127" y="35124"/>
                  <a:pt x="333242" y="32439"/>
                  <a:pt x="335516" y="30165"/>
                </a:cubicBezTo>
                <a:cubicBezTo>
                  <a:pt x="337700" y="27981"/>
                  <a:pt x="340362" y="26889"/>
                  <a:pt x="343501" y="26889"/>
                </a:cubicBezTo>
                <a:moveTo>
                  <a:pt x="343433" y="71521"/>
                </a:moveTo>
                <a:cubicBezTo>
                  <a:pt x="346572" y="71521"/>
                  <a:pt x="349279" y="72636"/>
                  <a:pt x="351554" y="74865"/>
                </a:cubicBezTo>
                <a:cubicBezTo>
                  <a:pt x="353738" y="77140"/>
                  <a:pt x="354830" y="79825"/>
                  <a:pt x="354830" y="82918"/>
                </a:cubicBezTo>
                <a:cubicBezTo>
                  <a:pt x="354830" y="86058"/>
                  <a:pt x="353715" y="88719"/>
                  <a:pt x="351486" y="90903"/>
                </a:cubicBezTo>
                <a:cubicBezTo>
                  <a:pt x="349211" y="93178"/>
                  <a:pt x="346527" y="94293"/>
                  <a:pt x="343433" y="94247"/>
                </a:cubicBezTo>
                <a:cubicBezTo>
                  <a:pt x="340294" y="94293"/>
                  <a:pt x="337632" y="93178"/>
                  <a:pt x="335448" y="90903"/>
                </a:cubicBezTo>
                <a:cubicBezTo>
                  <a:pt x="333173" y="88719"/>
                  <a:pt x="332059" y="86058"/>
                  <a:pt x="332104" y="82918"/>
                </a:cubicBezTo>
                <a:cubicBezTo>
                  <a:pt x="332059" y="79825"/>
                  <a:pt x="333173" y="77140"/>
                  <a:pt x="335448" y="74865"/>
                </a:cubicBezTo>
                <a:cubicBezTo>
                  <a:pt x="337632" y="72636"/>
                  <a:pt x="340294" y="71521"/>
                  <a:pt x="343433" y="71521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C">
            <a:extLst xmlns:a="http://schemas.openxmlformats.org/drawingml/2006/main">
              <a:ext uri="{FF2B5EF4-FFF2-40B4-BE49-F238E27FC236}">
                <a16:creationId xmlns:a16="http://schemas.microsoft.com/office/drawing/2014/main" id="{8FF023B0-201B-452D-B505-6B14E0FF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41" y="687314"/>
            <a:ext cx="87764" cy="96772"/>
          </a:xfrm>
          <a:custGeom xmlns:a="http://schemas.openxmlformats.org/drawingml/2006/main">
            <a:pathLst>
              <a:path w="87764" h="96772">
                <a:moveTo>
                  <a:pt x="87764" y="0"/>
                </a:moveTo>
                <a:lnTo>
                  <a:pt x="87764" y="32075"/>
                </a:lnTo>
                <a:lnTo>
                  <a:pt x="85102" y="32075"/>
                </a:lnTo>
                <a:cubicBezTo>
                  <a:pt x="83100" y="23704"/>
                  <a:pt x="79370" y="17289"/>
                  <a:pt x="73910" y="12830"/>
                </a:cubicBezTo>
                <a:cubicBezTo>
                  <a:pt x="68405" y="8417"/>
                  <a:pt x="62217" y="6188"/>
                  <a:pt x="55347" y="6142"/>
                </a:cubicBezTo>
                <a:cubicBezTo>
                  <a:pt x="49524" y="6142"/>
                  <a:pt x="44223" y="7803"/>
                  <a:pt x="39446" y="11124"/>
                </a:cubicBezTo>
                <a:cubicBezTo>
                  <a:pt x="34578" y="14491"/>
                  <a:pt x="31052" y="18836"/>
                  <a:pt x="28868" y="24159"/>
                </a:cubicBezTo>
                <a:cubicBezTo>
                  <a:pt x="26002" y="31075"/>
                  <a:pt x="24568" y="38718"/>
                  <a:pt x="24568" y="47090"/>
                </a:cubicBezTo>
                <a:cubicBezTo>
                  <a:pt x="24523" y="55415"/>
                  <a:pt x="25569" y="62945"/>
                  <a:pt x="27708" y="69679"/>
                </a:cubicBezTo>
                <a:cubicBezTo>
                  <a:pt x="29801" y="76503"/>
                  <a:pt x="33076" y="81645"/>
                  <a:pt x="37535" y="85102"/>
                </a:cubicBezTo>
                <a:cubicBezTo>
                  <a:pt x="41948" y="88606"/>
                  <a:pt x="47726" y="90357"/>
                  <a:pt x="54870" y="90357"/>
                </a:cubicBezTo>
                <a:cubicBezTo>
                  <a:pt x="60648" y="90357"/>
                  <a:pt x="65994" y="89083"/>
                  <a:pt x="70907" y="86535"/>
                </a:cubicBezTo>
                <a:cubicBezTo>
                  <a:pt x="75684" y="84033"/>
                  <a:pt x="80780" y="79643"/>
                  <a:pt x="86194" y="73364"/>
                </a:cubicBezTo>
                <a:lnTo>
                  <a:pt x="86194" y="81349"/>
                </a:lnTo>
                <a:cubicBezTo>
                  <a:pt x="81008" y="86808"/>
                  <a:pt x="75616" y="90721"/>
                  <a:pt x="70020" y="93087"/>
                </a:cubicBezTo>
                <a:cubicBezTo>
                  <a:pt x="64333" y="95544"/>
                  <a:pt x="57759" y="96772"/>
                  <a:pt x="50297" y="96772"/>
                </a:cubicBezTo>
                <a:cubicBezTo>
                  <a:pt x="40379" y="96772"/>
                  <a:pt x="31620" y="94793"/>
                  <a:pt x="24022" y="90835"/>
                </a:cubicBezTo>
                <a:cubicBezTo>
                  <a:pt x="16288" y="86922"/>
                  <a:pt x="10373" y="81235"/>
                  <a:pt x="6279" y="73774"/>
                </a:cubicBezTo>
                <a:cubicBezTo>
                  <a:pt x="2093" y="66403"/>
                  <a:pt x="0" y="58509"/>
                  <a:pt x="0" y="50092"/>
                </a:cubicBezTo>
                <a:cubicBezTo>
                  <a:pt x="0" y="41311"/>
                  <a:pt x="2320" y="32940"/>
                  <a:pt x="6961" y="24978"/>
                </a:cubicBezTo>
                <a:cubicBezTo>
                  <a:pt x="11511" y="17061"/>
                  <a:pt x="17744" y="10919"/>
                  <a:pt x="25660" y="6552"/>
                </a:cubicBezTo>
                <a:cubicBezTo>
                  <a:pt x="33486" y="2184"/>
                  <a:pt x="41812" y="0"/>
                  <a:pt x="50638" y="0"/>
                </a:cubicBezTo>
                <a:cubicBezTo>
                  <a:pt x="57099" y="45"/>
                  <a:pt x="63969" y="1456"/>
                  <a:pt x="71248" y="4231"/>
                </a:cubicBezTo>
                <a:cubicBezTo>
                  <a:pt x="75389" y="5869"/>
                  <a:pt x="78050" y="6688"/>
                  <a:pt x="79233" y="6688"/>
                </a:cubicBezTo>
                <a:cubicBezTo>
                  <a:pt x="80644" y="6688"/>
                  <a:pt x="81918" y="6142"/>
                  <a:pt x="83055" y="5050"/>
                </a:cubicBezTo>
                <a:cubicBezTo>
                  <a:pt x="84056" y="4049"/>
                  <a:pt x="84738" y="2366"/>
                  <a:pt x="85102" y="0"/>
                </a:cubicBezTo>
                <a:lnTo>
                  <a:pt x="87764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Duration:">
            <a:extLst xmlns:a="http://schemas.openxmlformats.org/drawingml/2006/main">
              <a:ext uri="{FF2B5EF4-FFF2-40B4-BE49-F238E27FC236}">
                <a16:creationId xmlns:a16="http://schemas.microsoft.com/office/drawing/2014/main" id="{9AC98789-7147-4E89-A93E-2668C3E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926" y="845243"/>
            <a:ext cx="579809" cy="96681"/>
          </a:xfrm>
          <a:custGeom xmlns:a="http://schemas.openxmlformats.org/drawingml/2006/main">
            <a:pathLst>
              <a:path w="579809" h="96681">
                <a:moveTo>
                  <a:pt x="0" y="94725"/>
                </a:moveTo>
                <a:lnTo>
                  <a:pt x="0" y="92200"/>
                </a:lnTo>
                <a:lnTo>
                  <a:pt x="3071" y="92200"/>
                </a:lnTo>
                <a:cubicBezTo>
                  <a:pt x="5710" y="92245"/>
                  <a:pt x="7780" y="91813"/>
                  <a:pt x="9281" y="90903"/>
                </a:cubicBezTo>
                <a:cubicBezTo>
                  <a:pt x="10692" y="90084"/>
                  <a:pt x="11738" y="88947"/>
                  <a:pt x="12421" y="87491"/>
                </a:cubicBezTo>
                <a:cubicBezTo>
                  <a:pt x="12830" y="86535"/>
                  <a:pt x="13035" y="83669"/>
                  <a:pt x="13035" y="78892"/>
                </a:cubicBezTo>
                <a:lnTo>
                  <a:pt x="13035" y="18017"/>
                </a:lnTo>
                <a:cubicBezTo>
                  <a:pt x="12989" y="13331"/>
                  <a:pt x="12739" y="10373"/>
                  <a:pt x="12284" y="9145"/>
                </a:cubicBezTo>
                <a:cubicBezTo>
                  <a:pt x="11784" y="8007"/>
                  <a:pt x="10783" y="6961"/>
                  <a:pt x="9281" y="6006"/>
                </a:cubicBezTo>
                <a:cubicBezTo>
                  <a:pt x="7689" y="5141"/>
                  <a:pt x="5619" y="4709"/>
                  <a:pt x="3071" y="4709"/>
                </a:cubicBezTo>
                <a:lnTo>
                  <a:pt x="0" y="4709"/>
                </a:lnTo>
                <a:lnTo>
                  <a:pt x="0" y="2184"/>
                </a:lnTo>
                <a:lnTo>
                  <a:pt x="41425" y="2184"/>
                </a:lnTo>
                <a:cubicBezTo>
                  <a:pt x="52435" y="2184"/>
                  <a:pt x="61330" y="3685"/>
                  <a:pt x="68109" y="6688"/>
                </a:cubicBezTo>
                <a:cubicBezTo>
                  <a:pt x="76299" y="10419"/>
                  <a:pt x="82554" y="15992"/>
                  <a:pt x="86877" y="23408"/>
                </a:cubicBezTo>
                <a:cubicBezTo>
                  <a:pt x="91108" y="30870"/>
                  <a:pt x="93224" y="39310"/>
                  <a:pt x="93224" y="48727"/>
                </a:cubicBezTo>
                <a:cubicBezTo>
                  <a:pt x="93224" y="55233"/>
                  <a:pt x="92177" y="61216"/>
                  <a:pt x="90084" y="66676"/>
                </a:cubicBezTo>
                <a:cubicBezTo>
                  <a:pt x="87946" y="72227"/>
                  <a:pt x="85239" y="76754"/>
                  <a:pt x="81963" y="80257"/>
                </a:cubicBezTo>
                <a:cubicBezTo>
                  <a:pt x="78596" y="83897"/>
                  <a:pt x="74774" y="86763"/>
                  <a:pt x="70498" y="88856"/>
                </a:cubicBezTo>
                <a:cubicBezTo>
                  <a:pt x="66130" y="91085"/>
                  <a:pt x="60807" y="92769"/>
                  <a:pt x="54528" y="93906"/>
                </a:cubicBezTo>
                <a:cubicBezTo>
                  <a:pt x="51707" y="94452"/>
                  <a:pt x="47340" y="94725"/>
                  <a:pt x="41425" y="94725"/>
                </a:cubicBezTo>
                <a:lnTo>
                  <a:pt x="0" y="94725"/>
                </a:lnTo>
                <a:moveTo>
                  <a:pt x="35283" y="7439"/>
                </a:moveTo>
                <a:lnTo>
                  <a:pt x="35283" y="79643"/>
                </a:lnTo>
                <a:cubicBezTo>
                  <a:pt x="35283" y="83464"/>
                  <a:pt x="35465" y="85808"/>
                  <a:pt x="35829" y="86672"/>
                </a:cubicBezTo>
                <a:cubicBezTo>
                  <a:pt x="36147" y="87582"/>
                  <a:pt x="36762" y="88242"/>
                  <a:pt x="37672" y="88651"/>
                </a:cubicBezTo>
                <a:cubicBezTo>
                  <a:pt x="38900" y="89334"/>
                  <a:pt x="40674" y="89675"/>
                  <a:pt x="42995" y="89675"/>
                </a:cubicBezTo>
                <a:cubicBezTo>
                  <a:pt x="50547" y="89675"/>
                  <a:pt x="56348" y="87081"/>
                  <a:pt x="60397" y="81895"/>
                </a:cubicBezTo>
                <a:cubicBezTo>
                  <a:pt x="65857" y="74888"/>
                  <a:pt x="68587" y="64014"/>
                  <a:pt x="68587" y="49273"/>
                </a:cubicBezTo>
                <a:cubicBezTo>
                  <a:pt x="68587" y="37399"/>
                  <a:pt x="66722" y="27912"/>
                  <a:pt x="62991" y="20815"/>
                </a:cubicBezTo>
                <a:cubicBezTo>
                  <a:pt x="60033" y="15310"/>
                  <a:pt x="56234" y="11534"/>
                  <a:pt x="51594" y="9486"/>
                </a:cubicBezTo>
                <a:cubicBezTo>
                  <a:pt x="48272" y="8076"/>
                  <a:pt x="42836" y="7393"/>
                  <a:pt x="35283" y="7439"/>
                </a:cubicBezTo>
                <a:close/>
                <a:moveTo>
                  <a:pt x="167798" y="30915"/>
                </a:moveTo>
                <a:lnTo>
                  <a:pt x="167798" y="80871"/>
                </a:lnTo>
                <a:cubicBezTo>
                  <a:pt x="167798" y="85785"/>
                  <a:pt x="168253" y="88810"/>
                  <a:pt x="169163" y="89948"/>
                </a:cubicBezTo>
                <a:cubicBezTo>
                  <a:pt x="170028" y="91176"/>
                  <a:pt x="171870" y="91950"/>
                  <a:pt x="174691" y="92268"/>
                </a:cubicBezTo>
                <a:lnTo>
                  <a:pt x="174691" y="94725"/>
                </a:lnTo>
                <a:lnTo>
                  <a:pt x="148690" y="94725"/>
                </a:lnTo>
                <a:lnTo>
                  <a:pt x="148690" y="86194"/>
                </a:lnTo>
                <a:cubicBezTo>
                  <a:pt x="145596" y="89834"/>
                  <a:pt x="142548" y="92473"/>
                  <a:pt x="139545" y="94111"/>
                </a:cubicBezTo>
                <a:cubicBezTo>
                  <a:pt x="136451" y="95840"/>
                  <a:pt x="133039" y="96681"/>
                  <a:pt x="129308" y="96636"/>
                </a:cubicBezTo>
                <a:cubicBezTo>
                  <a:pt x="125668" y="96681"/>
                  <a:pt x="122483" y="95567"/>
                  <a:pt x="119754" y="93292"/>
                </a:cubicBezTo>
                <a:cubicBezTo>
                  <a:pt x="116933" y="91108"/>
                  <a:pt x="115045" y="88537"/>
                  <a:pt x="114089" y="85580"/>
                </a:cubicBezTo>
                <a:cubicBezTo>
                  <a:pt x="113134" y="82668"/>
                  <a:pt x="112656" y="77504"/>
                  <a:pt x="112656" y="70088"/>
                </a:cubicBezTo>
                <a:lnTo>
                  <a:pt x="112656" y="44769"/>
                </a:lnTo>
                <a:cubicBezTo>
                  <a:pt x="112656" y="39946"/>
                  <a:pt x="112224" y="36944"/>
                  <a:pt x="111359" y="35761"/>
                </a:cubicBezTo>
                <a:cubicBezTo>
                  <a:pt x="110404" y="34623"/>
                  <a:pt x="108539" y="33850"/>
                  <a:pt x="105763" y="33440"/>
                </a:cubicBezTo>
                <a:lnTo>
                  <a:pt x="105763" y="30915"/>
                </a:lnTo>
                <a:lnTo>
                  <a:pt x="131765" y="30915"/>
                </a:lnTo>
                <a:lnTo>
                  <a:pt x="131765" y="74524"/>
                </a:lnTo>
                <a:cubicBezTo>
                  <a:pt x="131719" y="79119"/>
                  <a:pt x="131947" y="82054"/>
                  <a:pt x="132447" y="83328"/>
                </a:cubicBezTo>
                <a:cubicBezTo>
                  <a:pt x="132857" y="84647"/>
                  <a:pt x="133539" y="85648"/>
                  <a:pt x="134495" y="86331"/>
                </a:cubicBezTo>
                <a:cubicBezTo>
                  <a:pt x="135359" y="87013"/>
                  <a:pt x="136428" y="87354"/>
                  <a:pt x="137702" y="87354"/>
                </a:cubicBezTo>
                <a:cubicBezTo>
                  <a:pt x="139340" y="87400"/>
                  <a:pt x="140819" y="86968"/>
                  <a:pt x="142138" y="86058"/>
                </a:cubicBezTo>
                <a:cubicBezTo>
                  <a:pt x="143958" y="84920"/>
                  <a:pt x="146142" y="82532"/>
                  <a:pt x="148690" y="78892"/>
                </a:cubicBezTo>
                <a:lnTo>
                  <a:pt x="148690" y="44769"/>
                </a:lnTo>
                <a:cubicBezTo>
                  <a:pt x="148690" y="39946"/>
                  <a:pt x="148257" y="36944"/>
                  <a:pt x="147393" y="35761"/>
                </a:cubicBezTo>
                <a:cubicBezTo>
                  <a:pt x="146438" y="34623"/>
                  <a:pt x="144572" y="33850"/>
                  <a:pt x="141797" y="33440"/>
                </a:cubicBezTo>
                <a:lnTo>
                  <a:pt x="141797" y="30915"/>
                </a:lnTo>
                <a:lnTo>
                  <a:pt x="167798" y="30915"/>
                </a:lnTo>
                <a:close/>
                <a:moveTo>
                  <a:pt x="211650" y="30915"/>
                </a:moveTo>
                <a:lnTo>
                  <a:pt x="211650" y="45383"/>
                </a:lnTo>
                <a:cubicBezTo>
                  <a:pt x="215836" y="38786"/>
                  <a:pt x="219544" y="34396"/>
                  <a:pt x="222774" y="32212"/>
                </a:cubicBezTo>
                <a:cubicBezTo>
                  <a:pt x="225959" y="30119"/>
                  <a:pt x="229030" y="29050"/>
                  <a:pt x="231988" y="29004"/>
                </a:cubicBezTo>
                <a:cubicBezTo>
                  <a:pt x="234490" y="29004"/>
                  <a:pt x="236537" y="29778"/>
                  <a:pt x="238130" y="31325"/>
                </a:cubicBezTo>
                <a:cubicBezTo>
                  <a:pt x="239631" y="32917"/>
                  <a:pt x="240382" y="35147"/>
                  <a:pt x="240382" y="38013"/>
                </a:cubicBezTo>
                <a:cubicBezTo>
                  <a:pt x="240336" y="41107"/>
                  <a:pt x="239608" y="43472"/>
                  <a:pt x="238198" y="45110"/>
                </a:cubicBezTo>
                <a:cubicBezTo>
                  <a:pt x="236697" y="46839"/>
                  <a:pt x="234899" y="47681"/>
                  <a:pt x="232807" y="47635"/>
                </a:cubicBezTo>
                <a:cubicBezTo>
                  <a:pt x="230395" y="47681"/>
                  <a:pt x="228302" y="46908"/>
                  <a:pt x="226528" y="45315"/>
                </a:cubicBezTo>
                <a:cubicBezTo>
                  <a:pt x="224754" y="43814"/>
                  <a:pt x="223707" y="42949"/>
                  <a:pt x="223389" y="42722"/>
                </a:cubicBezTo>
                <a:cubicBezTo>
                  <a:pt x="222888" y="42449"/>
                  <a:pt x="222365" y="42312"/>
                  <a:pt x="221819" y="42312"/>
                </a:cubicBezTo>
                <a:cubicBezTo>
                  <a:pt x="220454" y="42312"/>
                  <a:pt x="219203" y="42813"/>
                  <a:pt x="218066" y="43814"/>
                </a:cubicBezTo>
                <a:cubicBezTo>
                  <a:pt x="216200" y="45406"/>
                  <a:pt x="214790" y="47613"/>
                  <a:pt x="213834" y="50434"/>
                </a:cubicBezTo>
                <a:cubicBezTo>
                  <a:pt x="212378" y="54892"/>
                  <a:pt x="211650" y="59760"/>
                  <a:pt x="211650" y="65038"/>
                </a:cubicBezTo>
                <a:lnTo>
                  <a:pt x="211650" y="79711"/>
                </a:lnTo>
                <a:lnTo>
                  <a:pt x="211719" y="83533"/>
                </a:lnTo>
                <a:cubicBezTo>
                  <a:pt x="211673" y="86126"/>
                  <a:pt x="211832" y="87787"/>
                  <a:pt x="212196" y="88515"/>
                </a:cubicBezTo>
                <a:cubicBezTo>
                  <a:pt x="212742" y="89743"/>
                  <a:pt x="213561" y="90630"/>
                  <a:pt x="214653" y="91176"/>
                </a:cubicBezTo>
                <a:cubicBezTo>
                  <a:pt x="215654" y="91813"/>
                  <a:pt x="217451" y="92177"/>
                  <a:pt x="220045" y="92268"/>
                </a:cubicBezTo>
                <a:lnTo>
                  <a:pt x="220045" y="94725"/>
                </a:lnTo>
                <a:lnTo>
                  <a:pt x="185581" y="94725"/>
                </a:lnTo>
                <a:lnTo>
                  <a:pt x="185581" y="92268"/>
                </a:lnTo>
                <a:cubicBezTo>
                  <a:pt x="188310" y="92086"/>
                  <a:pt x="190199" y="91313"/>
                  <a:pt x="191245" y="89948"/>
                </a:cubicBezTo>
                <a:cubicBezTo>
                  <a:pt x="192200" y="88674"/>
                  <a:pt x="192678" y="85262"/>
                  <a:pt x="192678" y="79711"/>
                </a:cubicBezTo>
                <a:lnTo>
                  <a:pt x="192678" y="44428"/>
                </a:lnTo>
                <a:cubicBezTo>
                  <a:pt x="192633" y="40834"/>
                  <a:pt x="192451" y="38513"/>
                  <a:pt x="192132" y="37467"/>
                </a:cubicBezTo>
                <a:cubicBezTo>
                  <a:pt x="191632" y="36238"/>
                  <a:pt x="190972" y="35306"/>
                  <a:pt x="190153" y="34669"/>
                </a:cubicBezTo>
                <a:cubicBezTo>
                  <a:pt x="189243" y="34077"/>
                  <a:pt x="187719" y="33668"/>
                  <a:pt x="185581" y="33440"/>
                </a:cubicBezTo>
                <a:lnTo>
                  <a:pt x="185581" y="30915"/>
                </a:lnTo>
                <a:lnTo>
                  <a:pt x="211650" y="30915"/>
                </a:lnTo>
                <a:close/>
                <a:moveTo>
                  <a:pt x="281154" y="85307"/>
                </a:moveTo>
                <a:cubicBezTo>
                  <a:pt x="273374" y="92223"/>
                  <a:pt x="266391" y="95658"/>
                  <a:pt x="260203" y="95612"/>
                </a:cubicBezTo>
                <a:cubicBezTo>
                  <a:pt x="256518" y="95612"/>
                  <a:pt x="253492" y="94406"/>
                  <a:pt x="251126" y="91995"/>
                </a:cubicBezTo>
                <a:cubicBezTo>
                  <a:pt x="248715" y="89675"/>
                  <a:pt x="247509" y="86695"/>
                  <a:pt x="247509" y="83055"/>
                </a:cubicBezTo>
                <a:cubicBezTo>
                  <a:pt x="247509" y="78232"/>
                  <a:pt x="249602" y="73842"/>
                  <a:pt x="253788" y="69884"/>
                </a:cubicBezTo>
                <a:cubicBezTo>
                  <a:pt x="257928" y="66062"/>
                  <a:pt x="267050" y="60898"/>
                  <a:pt x="281154" y="54392"/>
                </a:cubicBezTo>
                <a:lnTo>
                  <a:pt x="281154" y="47977"/>
                </a:lnTo>
                <a:cubicBezTo>
                  <a:pt x="281109" y="43200"/>
                  <a:pt x="280859" y="40151"/>
                  <a:pt x="280404" y="38832"/>
                </a:cubicBezTo>
                <a:cubicBezTo>
                  <a:pt x="279812" y="37603"/>
                  <a:pt x="278811" y="36511"/>
                  <a:pt x="277401" y="35556"/>
                </a:cubicBezTo>
                <a:cubicBezTo>
                  <a:pt x="275945" y="34692"/>
                  <a:pt x="274307" y="34237"/>
                  <a:pt x="272487" y="34191"/>
                </a:cubicBezTo>
                <a:cubicBezTo>
                  <a:pt x="269530" y="34237"/>
                  <a:pt x="267096" y="34896"/>
                  <a:pt x="265185" y="36170"/>
                </a:cubicBezTo>
                <a:cubicBezTo>
                  <a:pt x="264002" y="36989"/>
                  <a:pt x="263410" y="37945"/>
                  <a:pt x="263410" y="39037"/>
                </a:cubicBezTo>
                <a:cubicBezTo>
                  <a:pt x="263365" y="39992"/>
                  <a:pt x="264002" y="41175"/>
                  <a:pt x="265321" y="42585"/>
                </a:cubicBezTo>
                <a:cubicBezTo>
                  <a:pt x="267005" y="44587"/>
                  <a:pt x="267869" y="46475"/>
                  <a:pt x="267915" y="48250"/>
                </a:cubicBezTo>
                <a:cubicBezTo>
                  <a:pt x="267915" y="50525"/>
                  <a:pt x="267096" y="52413"/>
                  <a:pt x="265458" y="53914"/>
                </a:cubicBezTo>
                <a:cubicBezTo>
                  <a:pt x="263729" y="55506"/>
                  <a:pt x="261545" y="56303"/>
                  <a:pt x="258906" y="56303"/>
                </a:cubicBezTo>
                <a:cubicBezTo>
                  <a:pt x="256040" y="56303"/>
                  <a:pt x="253651" y="55438"/>
                  <a:pt x="251740" y="53709"/>
                </a:cubicBezTo>
                <a:cubicBezTo>
                  <a:pt x="249739" y="52026"/>
                  <a:pt x="248760" y="50001"/>
                  <a:pt x="248806" y="47635"/>
                </a:cubicBezTo>
                <a:cubicBezTo>
                  <a:pt x="248806" y="44360"/>
                  <a:pt x="250103" y="41220"/>
                  <a:pt x="252696" y="38218"/>
                </a:cubicBezTo>
                <a:cubicBezTo>
                  <a:pt x="255289" y="35306"/>
                  <a:pt x="258906" y="33031"/>
                  <a:pt x="263547" y="31393"/>
                </a:cubicBezTo>
                <a:cubicBezTo>
                  <a:pt x="268188" y="29846"/>
                  <a:pt x="273010" y="29050"/>
                  <a:pt x="278015" y="29004"/>
                </a:cubicBezTo>
                <a:cubicBezTo>
                  <a:pt x="284066" y="29050"/>
                  <a:pt x="288866" y="30324"/>
                  <a:pt x="292415" y="32826"/>
                </a:cubicBezTo>
                <a:cubicBezTo>
                  <a:pt x="295873" y="35420"/>
                  <a:pt x="298147" y="38218"/>
                  <a:pt x="299239" y="41220"/>
                </a:cubicBezTo>
                <a:cubicBezTo>
                  <a:pt x="299831" y="43131"/>
                  <a:pt x="300149" y="47522"/>
                  <a:pt x="300195" y="54392"/>
                </a:cubicBezTo>
                <a:lnTo>
                  <a:pt x="300195" y="79165"/>
                </a:lnTo>
                <a:cubicBezTo>
                  <a:pt x="300195" y="82122"/>
                  <a:pt x="300309" y="83942"/>
                  <a:pt x="300536" y="84625"/>
                </a:cubicBezTo>
                <a:cubicBezTo>
                  <a:pt x="300718" y="85444"/>
                  <a:pt x="301059" y="86012"/>
                  <a:pt x="301560" y="86331"/>
                </a:cubicBezTo>
                <a:cubicBezTo>
                  <a:pt x="301969" y="86695"/>
                  <a:pt x="302492" y="86877"/>
                  <a:pt x="303129" y="86877"/>
                </a:cubicBezTo>
                <a:cubicBezTo>
                  <a:pt x="304267" y="86922"/>
                  <a:pt x="305473" y="86081"/>
                  <a:pt x="306746" y="84352"/>
                </a:cubicBezTo>
                <a:lnTo>
                  <a:pt x="308794" y="85990"/>
                </a:lnTo>
                <a:cubicBezTo>
                  <a:pt x="306473" y="89356"/>
                  <a:pt x="304130" y="91790"/>
                  <a:pt x="301765" y="93292"/>
                </a:cubicBezTo>
                <a:cubicBezTo>
                  <a:pt x="299262" y="94884"/>
                  <a:pt x="296487" y="95658"/>
                  <a:pt x="293439" y="95612"/>
                </a:cubicBezTo>
                <a:cubicBezTo>
                  <a:pt x="289799" y="95612"/>
                  <a:pt x="286955" y="94748"/>
                  <a:pt x="284908" y="93019"/>
                </a:cubicBezTo>
                <a:cubicBezTo>
                  <a:pt x="282860" y="91381"/>
                  <a:pt x="281609" y="88810"/>
                  <a:pt x="281154" y="85307"/>
                </a:cubicBezTo>
                <a:moveTo>
                  <a:pt x="281154" y="80325"/>
                </a:moveTo>
                <a:lnTo>
                  <a:pt x="281154" y="58964"/>
                </a:lnTo>
                <a:cubicBezTo>
                  <a:pt x="275604" y="62195"/>
                  <a:pt x="271509" y="65652"/>
                  <a:pt x="268870" y="69338"/>
                </a:cubicBezTo>
                <a:cubicBezTo>
                  <a:pt x="267096" y="71794"/>
                  <a:pt x="266209" y="74274"/>
                  <a:pt x="266209" y="76776"/>
                </a:cubicBezTo>
                <a:cubicBezTo>
                  <a:pt x="266209" y="78915"/>
                  <a:pt x="266959" y="80757"/>
                  <a:pt x="268461" y="82304"/>
                </a:cubicBezTo>
                <a:cubicBezTo>
                  <a:pt x="269598" y="83533"/>
                  <a:pt x="271190" y="84147"/>
                  <a:pt x="273238" y="84147"/>
                </a:cubicBezTo>
                <a:cubicBezTo>
                  <a:pt x="275467" y="84147"/>
                  <a:pt x="278106" y="82873"/>
                  <a:pt x="281154" y="80325"/>
                </a:cubicBezTo>
                <a:close/>
                <a:moveTo>
                  <a:pt x="344180" y="7575"/>
                </a:moveTo>
                <a:lnTo>
                  <a:pt x="344180" y="30915"/>
                </a:lnTo>
                <a:lnTo>
                  <a:pt x="359331" y="30915"/>
                </a:lnTo>
                <a:lnTo>
                  <a:pt x="359331" y="37672"/>
                </a:lnTo>
                <a:lnTo>
                  <a:pt x="344180" y="37672"/>
                </a:lnTo>
                <a:lnTo>
                  <a:pt x="344180" y="77049"/>
                </a:lnTo>
                <a:cubicBezTo>
                  <a:pt x="344180" y="80780"/>
                  <a:pt x="344362" y="83146"/>
                  <a:pt x="344726" y="84147"/>
                </a:cubicBezTo>
                <a:cubicBezTo>
                  <a:pt x="344999" y="85284"/>
                  <a:pt x="345591" y="86149"/>
                  <a:pt x="346501" y="86740"/>
                </a:cubicBezTo>
                <a:cubicBezTo>
                  <a:pt x="347320" y="87423"/>
                  <a:pt x="348116" y="87764"/>
                  <a:pt x="348889" y="87764"/>
                </a:cubicBezTo>
                <a:cubicBezTo>
                  <a:pt x="351801" y="87764"/>
                  <a:pt x="354599" y="85512"/>
                  <a:pt x="357284" y="81008"/>
                </a:cubicBezTo>
                <a:lnTo>
                  <a:pt x="359331" y="82509"/>
                </a:lnTo>
                <a:cubicBezTo>
                  <a:pt x="355600" y="91244"/>
                  <a:pt x="349617" y="95612"/>
                  <a:pt x="341382" y="95612"/>
                </a:cubicBezTo>
                <a:cubicBezTo>
                  <a:pt x="337333" y="95612"/>
                  <a:pt x="333921" y="94475"/>
                  <a:pt x="331145" y="92200"/>
                </a:cubicBezTo>
                <a:cubicBezTo>
                  <a:pt x="328279" y="90016"/>
                  <a:pt x="326482" y="87514"/>
                  <a:pt x="325754" y="84693"/>
                </a:cubicBezTo>
                <a:cubicBezTo>
                  <a:pt x="325254" y="83146"/>
                  <a:pt x="325026" y="78960"/>
                  <a:pt x="325072" y="72136"/>
                </a:cubicBezTo>
                <a:lnTo>
                  <a:pt x="325072" y="37672"/>
                </a:lnTo>
                <a:lnTo>
                  <a:pt x="316746" y="37672"/>
                </a:lnTo>
                <a:lnTo>
                  <a:pt x="316746" y="35283"/>
                </a:lnTo>
                <a:cubicBezTo>
                  <a:pt x="322478" y="31279"/>
                  <a:pt x="327369" y="27025"/>
                  <a:pt x="331418" y="22521"/>
                </a:cubicBezTo>
                <a:cubicBezTo>
                  <a:pt x="335422" y="18108"/>
                  <a:pt x="338925" y="13126"/>
                  <a:pt x="341928" y="7575"/>
                </a:cubicBezTo>
                <a:lnTo>
                  <a:pt x="344180" y="7575"/>
                </a:lnTo>
                <a:close/>
                <a:moveTo>
                  <a:pt x="382832" y="0"/>
                </a:moveTo>
                <a:cubicBezTo>
                  <a:pt x="385744" y="0"/>
                  <a:pt x="388246" y="1024"/>
                  <a:pt x="390339" y="3071"/>
                </a:cubicBezTo>
                <a:cubicBezTo>
                  <a:pt x="392386" y="5209"/>
                  <a:pt x="393410" y="7712"/>
                  <a:pt x="393410" y="10578"/>
                </a:cubicBezTo>
                <a:cubicBezTo>
                  <a:pt x="393410" y="13535"/>
                  <a:pt x="392386" y="16015"/>
                  <a:pt x="390339" y="18017"/>
                </a:cubicBezTo>
                <a:cubicBezTo>
                  <a:pt x="388201" y="20064"/>
                  <a:pt x="385698" y="21088"/>
                  <a:pt x="382832" y="21088"/>
                </a:cubicBezTo>
                <a:cubicBezTo>
                  <a:pt x="379875" y="21088"/>
                  <a:pt x="377395" y="20064"/>
                  <a:pt x="375393" y="18017"/>
                </a:cubicBezTo>
                <a:cubicBezTo>
                  <a:pt x="373346" y="16015"/>
                  <a:pt x="372322" y="13535"/>
                  <a:pt x="372322" y="10578"/>
                </a:cubicBezTo>
                <a:cubicBezTo>
                  <a:pt x="372322" y="7712"/>
                  <a:pt x="373346" y="5209"/>
                  <a:pt x="375393" y="3071"/>
                </a:cubicBezTo>
                <a:cubicBezTo>
                  <a:pt x="377395" y="1024"/>
                  <a:pt x="379875" y="0"/>
                  <a:pt x="382832" y="0"/>
                </a:cubicBezTo>
                <a:moveTo>
                  <a:pt x="392386" y="30915"/>
                </a:moveTo>
                <a:lnTo>
                  <a:pt x="392386" y="81485"/>
                </a:lnTo>
                <a:cubicBezTo>
                  <a:pt x="392386" y="85990"/>
                  <a:pt x="392910" y="88856"/>
                  <a:pt x="393956" y="90084"/>
                </a:cubicBezTo>
                <a:cubicBezTo>
                  <a:pt x="394957" y="91404"/>
                  <a:pt x="397004" y="92132"/>
                  <a:pt x="400098" y="92268"/>
                </a:cubicBezTo>
                <a:lnTo>
                  <a:pt x="400098" y="94725"/>
                </a:lnTo>
                <a:lnTo>
                  <a:pt x="365634" y="94725"/>
                </a:lnTo>
                <a:lnTo>
                  <a:pt x="365634" y="92268"/>
                </a:lnTo>
                <a:cubicBezTo>
                  <a:pt x="368409" y="92223"/>
                  <a:pt x="370502" y="91404"/>
                  <a:pt x="371913" y="89811"/>
                </a:cubicBezTo>
                <a:cubicBezTo>
                  <a:pt x="372777" y="88810"/>
                  <a:pt x="373232" y="86035"/>
                  <a:pt x="373278" y="81485"/>
                </a:cubicBezTo>
                <a:lnTo>
                  <a:pt x="373278" y="44223"/>
                </a:lnTo>
                <a:cubicBezTo>
                  <a:pt x="373232" y="39764"/>
                  <a:pt x="372709" y="36875"/>
                  <a:pt x="371708" y="35556"/>
                </a:cubicBezTo>
                <a:cubicBezTo>
                  <a:pt x="370662" y="34373"/>
                  <a:pt x="368637" y="33668"/>
                  <a:pt x="365634" y="33440"/>
                </a:cubicBezTo>
                <a:lnTo>
                  <a:pt x="365634" y="30915"/>
                </a:lnTo>
                <a:lnTo>
                  <a:pt x="392386" y="30915"/>
                </a:lnTo>
                <a:close/>
                <a:moveTo>
                  <a:pt x="427957" y="29004"/>
                </a:moveTo>
                <a:cubicBezTo>
                  <a:pt x="433462" y="29004"/>
                  <a:pt x="438626" y="30438"/>
                  <a:pt x="443448" y="33304"/>
                </a:cubicBezTo>
                <a:cubicBezTo>
                  <a:pt x="448180" y="36216"/>
                  <a:pt x="451820" y="40288"/>
                  <a:pt x="454368" y="45520"/>
                </a:cubicBezTo>
                <a:cubicBezTo>
                  <a:pt x="456825" y="50798"/>
                  <a:pt x="458053" y="56576"/>
                  <a:pt x="458053" y="62854"/>
                </a:cubicBezTo>
                <a:cubicBezTo>
                  <a:pt x="458007" y="71954"/>
                  <a:pt x="455710" y="79529"/>
                  <a:pt x="451160" y="85580"/>
                </a:cubicBezTo>
                <a:cubicBezTo>
                  <a:pt x="445564" y="92951"/>
                  <a:pt x="437898" y="96636"/>
                  <a:pt x="428161" y="96636"/>
                </a:cubicBezTo>
                <a:cubicBezTo>
                  <a:pt x="418516" y="96681"/>
                  <a:pt x="411123" y="93315"/>
                  <a:pt x="405981" y="86535"/>
                </a:cubicBezTo>
                <a:cubicBezTo>
                  <a:pt x="400795" y="79802"/>
                  <a:pt x="398201" y="71999"/>
                  <a:pt x="398201" y="63127"/>
                </a:cubicBezTo>
                <a:cubicBezTo>
                  <a:pt x="398201" y="53982"/>
                  <a:pt x="400863" y="45998"/>
                  <a:pt x="406186" y="39173"/>
                </a:cubicBezTo>
                <a:cubicBezTo>
                  <a:pt x="411418" y="32439"/>
                  <a:pt x="418675" y="29050"/>
                  <a:pt x="427957" y="29004"/>
                </a:cubicBezTo>
                <a:moveTo>
                  <a:pt x="428230" y="33850"/>
                </a:moveTo>
                <a:cubicBezTo>
                  <a:pt x="425909" y="33895"/>
                  <a:pt x="423930" y="34760"/>
                  <a:pt x="422292" y="36443"/>
                </a:cubicBezTo>
                <a:cubicBezTo>
                  <a:pt x="420563" y="38263"/>
                  <a:pt x="419471" y="41721"/>
                  <a:pt x="419016" y="46817"/>
                </a:cubicBezTo>
                <a:cubicBezTo>
                  <a:pt x="418470" y="52003"/>
                  <a:pt x="418197" y="59192"/>
                  <a:pt x="418197" y="68382"/>
                </a:cubicBezTo>
                <a:cubicBezTo>
                  <a:pt x="418197" y="73250"/>
                  <a:pt x="418516" y="77800"/>
                  <a:pt x="419153" y="82031"/>
                </a:cubicBezTo>
                <a:cubicBezTo>
                  <a:pt x="419608" y="85262"/>
                  <a:pt x="420677" y="87718"/>
                  <a:pt x="422360" y="89402"/>
                </a:cubicBezTo>
                <a:cubicBezTo>
                  <a:pt x="423953" y="91131"/>
                  <a:pt x="425818" y="91972"/>
                  <a:pt x="427957" y="91927"/>
                </a:cubicBezTo>
                <a:cubicBezTo>
                  <a:pt x="430004" y="91972"/>
                  <a:pt x="431710" y="91404"/>
                  <a:pt x="433075" y="90221"/>
                </a:cubicBezTo>
                <a:cubicBezTo>
                  <a:pt x="434804" y="88719"/>
                  <a:pt x="435987" y="86558"/>
                  <a:pt x="436624" y="83737"/>
                </a:cubicBezTo>
                <a:cubicBezTo>
                  <a:pt x="437488" y="79461"/>
                  <a:pt x="437943" y="70725"/>
                  <a:pt x="437989" y="57531"/>
                </a:cubicBezTo>
                <a:cubicBezTo>
                  <a:pt x="437989" y="49842"/>
                  <a:pt x="437556" y="44519"/>
                  <a:pt x="436692" y="41562"/>
                </a:cubicBezTo>
                <a:cubicBezTo>
                  <a:pt x="435782" y="38695"/>
                  <a:pt x="434508" y="36602"/>
                  <a:pt x="432870" y="35283"/>
                </a:cubicBezTo>
                <a:cubicBezTo>
                  <a:pt x="431687" y="34328"/>
                  <a:pt x="430140" y="33850"/>
                  <a:pt x="428230" y="33850"/>
                </a:cubicBezTo>
                <a:close/>
                <a:moveTo>
                  <a:pt x="496852" y="30915"/>
                </a:moveTo>
                <a:lnTo>
                  <a:pt x="496852" y="39173"/>
                </a:lnTo>
                <a:cubicBezTo>
                  <a:pt x="500128" y="35624"/>
                  <a:pt x="503267" y="33031"/>
                  <a:pt x="506270" y="31393"/>
                </a:cubicBezTo>
                <a:cubicBezTo>
                  <a:pt x="509227" y="29846"/>
                  <a:pt x="512457" y="29050"/>
                  <a:pt x="515961" y="29004"/>
                </a:cubicBezTo>
                <a:cubicBezTo>
                  <a:pt x="520101" y="29050"/>
                  <a:pt x="523536" y="30187"/>
                  <a:pt x="526266" y="32417"/>
                </a:cubicBezTo>
                <a:cubicBezTo>
                  <a:pt x="528995" y="34737"/>
                  <a:pt x="530815" y="37603"/>
                  <a:pt x="531725" y="41016"/>
                </a:cubicBezTo>
                <a:cubicBezTo>
                  <a:pt x="532453" y="43609"/>
                  <a:pt x="532817" y="48591"/>
                  <a:pt x="532817" y="55961"/>
                </a:cubicBezTo>
                <a:lnTo>
                  <a:pt x="532817" y="80803"/>
                </a:lnTo>
                <a:cubicBezTo>
                  <a:pt x="532817" y="85762"/>
                  <a:pt x="533272" y="88810"/>
                  <a:pt x="534182" y="89948"/>
                </a:cubicBezTo>
                <a:cubicBezTo>
                  <a:pt x="535047" y="91176"/>
                  <a:pt x="536889" y="91950"/>
                  <a:pt x="539710" y="92268"/>
                </a:cubicBezTo>
                <a:lnTo>
                  <a:pt x="539710" y="94725"/>
                </a:lnTo>
                <a:lnTo>
                  <a:pt x="507430" y="94725"/>
                </a:lnTo>
                <a:lnTo>
                  <a:pt x="507430" y="92268"/>
                </a:lnTo>
                <a:cubicBezTo>
                  <a:pt x="509796" y="91995"/>
                  <a:pt x="511525" y="90994"/>
                  <a:pt x="512617" y="89265"/>
                </a:cubicBezTo>
                <a:cubicBezTo>
                  <a:pt x="513344" y="88128"/>
                  <a:pt x="513708" y="85307"/>
                  <a:pt x="513708" y="80803"/>
                </a:cubicBezTo>
                <a:lnTo>
                  <a:pt x="513708" y="52413"/>
                </a:lnTo>
                <a:cubicBezTo>
                  <a:pt x="513708" y="47180"/>
                  <a:pt x="513504" y="43882"/>
                  <a:pt x="513094" y="42517"/>
                </a:cubicBezTo>
                <a:cubicBezTo>
                  <a:pt x="512685" y="41152"/>
                  <a:pt x="512002" y="40083"/>
                  <a:pt x="511047" y="39310"/>
                </a:cubicBezTo>
                <a:cubicBezTo>
                  <a:pt x="510000" y="38582"/>
                  <a:pt x="508909" y="38218"/>
                  <a:pt x="507771" y="38218"/>
                </a:cubicBezTo>
                <a:cubicBezTo>
                  <a:pt x="503813" y="38218"/>
                  <a:pt x="500173" y="41016"/>
                  <a:pt x="496852" y="46612"/>
                </a:cubicBezTo>
                <a:lnTo>
                  <a:pt x="496852" y="80803"/>
                </a:lnTo>
                <a:cubicBezTo>
                  <a:pt x="496852" y="85580"/>
                  <a:pt x="497307" y="88606"/>
                  <a:pt x="498217" y="89880"/>
                </a:cubicBezTo>
                <a:cubicBezTo>
                  <a:pt x="499081" y="91199"/>
                  <a:pt x="500719" y="91995"/>
                  <a:pt x="503130" y="92268"/>
                </a:cubicBezTo>
                <a:lnTo>
                  <a:pt x="503130" y="94725"/>
                </a:lnTo>
                <a:lnTo>
                  <a:pt x="470850" y="94725"/>
                </a:lnTo>
                <a:lnTo>
                  <a:pt x="470850" y="92268"/>
                </a:lnTo>
                <a:cubicBezTo>
                  <a:pt x="473489" y="91995"/>
                  <a:pt x="475400" y="91131"/>
                  <a:pt x="476583" y="89675"/>
                </a:cubicBezTo>
                <a:cubicBezTo>
                  <a:pt x="477311" y="88674"/>
                  <a:pt x="477698" y="85717"/>
                  <a:pt x="477743" y="80803"/>
                </a:cubicBezTo>
                <a:lnTo>
                  <a:pt x="477743" y="44769"/>
                </a:lnTo>
                <a:cubicBezTo>
                  <a:pt x="477743" y="39946"/>
                  <a:pt x="477311" y="36944"/>
                  <a:pt x="476446" y="35761"/>
                </a:cubicBezTo>
                <a:cubicBezTo>
                  <a:pt x="475491" y="34623"/>
                  <a:pt x="473626" y="33850"/>
                  <a:pt x="470850" y="33440"/>
                </a:cubicBezTo>
                <a:lnTo>
                  <a:pt x="470850" y="30915"/>
                </a:lnTo>
                <a:lnTo>
                  <a:pt x="496852" y="30915"/>
                </a:lnTo>
                <a:close/>
                <a:moveTo>
                  <a:pt x="568480" y="29073"/>
                </a:moveTo>
                <a:cubicBezTo>
                  <a:pt x="571574" y="29073"/>
                  <a:pt x="574258" y="30165"/>
                  <a:pt x="576533" y="32348"/>
                </a:cubicBezTo>
                <a:cubicBezTo>
                  <a:pt x="578717" y="34623"/>
                  <a:pt x="579809" y="37308"/>
                  <a:pt x="579809" y="40401"/>
                </a:cubicBezTo>
                <a:cubicBezTo>
                  <a:pt x="579809" y="43541"/>
                  <a:pt x="578717" y="46202"/>
                  <a:pt x="576533" y="48386"/>
                </a:cubicBezTo>
                <a:cubicBezTo>
                  <a:pt x="574258" y="50661"/>
                  <a:pt x="571574" y="51776"/>
                  <a:pt x="568480" y="51730"/>
                </a:cubicBezTo>
                <a:cubicBezTo>
                  <a:pt x="565341" y="51776"/>
                  <a:pt x="562679" y="50661"/>
                  <a:pt x="560496" y="48386"/>
                </a:cubicBezTo>
                <a:cubicBezTo>
                  <a:pt x="558221" y="46202"/>
                  <a:pt x="557106" y="43541"/>
                  <a:pt x="557151" y="40401"/>
                </a:cubicBezTo>
                <a:cubicBezTo>
                  <a:pt x="557106" y="37308"/>
                  <a:pt x="558221" y="34623"/>
                  <a:pt x="560496" y="32348"/>
                </a:cubicBezTo>
                <a:cubicBezTo>
                  <a:pt x="562679" y="30165"/>
                  <a:pt x="565341" y="29073"/>
                  <a:pt x="568480" y="29073"/>
                </a:cubicBezTo>
                <a:moveTo>
                  <a:pt x="568412" y="73705"/>
                </a:moveTo>
                <a:cubicBezTo>
                  <a:pt x="571551" y="73705"/>
                  <a:pt x="574258" y="74820"/>
                  <a:pt x="576533" y="77049"/>
                </a:cubicBezTo>
                <a:cubicBezTo>
                  <a:pt x="578717" y="79324"/>
                  <a:pt x="579809" y="82009"/>
                  <a:pt x="579809" y="85102"/>
                </a:cubicBezTo>
                <a:cubicBezTo>
                  <a:pt x="579809" y="88242"/>
                  <a:pt x="578694" y="90903"/>
                  <a:pt x="576465" y="93087"/>
                </a:cubicBezTo>
                <a:cubicBezTo>
                  <a:pt x="574190" y="95362"/>
                  <a:pt x="571506" y="96477"/>
                  <a:pt x="568412" y="96431"/>
                </a:cubicBezTo>
                <a:cubicBezTo>
                  <a:pt x="565273" y="96477"/>
                  <a:pt x="562611" y="95362"/>
                  <a:pt x="560427" y="93087"/>
                </a:cubicBezTo>
                <a:cubicBezTo>
                  <a:pt x="558152" y="90903"/>
                  <a:pt x="557038" y="88242"/>
                  <a:pt x="557083" y="85102"/>
                </a:cubicBezTo>
                <a:cubicBezTo>
                  <a:pt x="557038" y="82009"/>
                  <a:pt x="558152" y="79324"/>
                  <a:pt x="560427" y="77049"/>
                </a:cubicBezTo>
                <a:cubicBezTo>
                  <a:pt x="562611" y="74820"/>
                  <a:pt x="565273" y="73705"/>
                  <a:pt x="568412" y="73705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763">
            <a:extLst xmlns:a="http://schemas.openxmlformats.org/drawingml/2006/main">
              <a:ext uri="{FF2B5EF4-FFF2-40B4-BE49-F238E27FC236}">
                <a16:creationId xmlns:a16="http://schemas.microsoft.com/office/drawing/2014/main" id="{608D1873-04A7-4B30-AEBB-01C40034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783" y="845516"/>
            <a:ext cx="202965" cy="96431"/>
          </a:xfrm>
          <a:custGeom xmlns:a="http://schemas.openxmlformats.org/drawingml/2006/main">
            <a:pathLst>
              <a:path w="202965" h="96431">
                <a:moveTo>
                  <a:pt x="20064" y="96363"/>
                </a:moveTo>
                <a:lnTo>
                  <a:pt x="45247" y="19996"/>
                </a:lnTo>
                <a:lnTo>
                  <a:pt x="26070" y="19996"/>
                </a:lnTo>
                <a:cubicBezTo>
                  <a:pt x="18517" y="19996"/>
                  <a:pt x="12876" y="20974"/>
                  <a:pt x="9145" y="22931"/>
                </a:cubicBezTo>
                <a:cubicBezTo>
                  <a:pt x="6461" y="24341"/>
                  <a:pt x="4277" y="26912"/>
                  <a:pt x="2593" y="30642"/>
                </a:cubicBezTo>
                <a:lnTo>
                  <a:pt x="0" y="30642"/>
                </a:lnTo>
                <a:lnTo>
                  <a:pt x="6688" y="1911"/>
                </a:lnTo>
                <a:lnTo>
                  <a:pt x="61831" y="1911"/>
                </a:lnTo>
                <a:lnTo>
                  <a:pt x="30779" y="96363"/>
                </a:lnTo>
                <a:lnTo>
                  <a:pt x="20064" y="96363"/>
                </a:lnTo>
                <a:close/>
                <a:moveTo>
                  <a:pt x="133865" y="0"/>
                </a:moveTo>
                <a:lnTo>
                  <a:pt x="133865" y="1911"/>
                </a:lnTo>
                <a:cubicBezTo>
                  <a:pt x="125585" y="4049"/>
                  <a:pt x="118988" y="6734"/>
                  <a:pt x="114074" y="9964"/>
                </a:cubicBezTo>
                <a:cubicBezTo>
                  <a:pt x="109069" y="13331"/>
                  <a:pt x="105134" y="17334"/>
                  <a:pt x="102268" y="21975"/>
                </a:cubicBezTo>
                <a:cubicBezTo>
                  <a:pt x="99310" y="26707"/>
                  <a:pt x="97058" y="32553"/>
                  <a:pt x="95511" y="39514"/>
                </a:cubicBezTo>
                <a:cubicBezTo>
                  <a:pt x="97468" y="38149"/>
                  <a:pt x="99128" y="37262"/>
                  <a:pt x="100493" y="36853"/>
                </a:cubicBezTo>
                <a:cubicBezTo>
                  <a:pt x="103405" y="35988"/>
                  <a:pt x="106385" y="35533"/>
                  <a:pt x="109433" y="35488"/>
                </a:cubicBezTo>
                <a:cubicBezTo>
                  <a:pt x="116303" y="35533"/>
                  <a:pt x="122082" y="38036"/>
                  <a:pt x="126768" y="42995"/>
                </a:cubicBezTo>
                <a:cubicBezTo>
                  <a:pt x="131318" y="48090"/>
                  <a:pt x="133615" y="54961"/>
                  <a:pt x="133661" y="63605"/>
                </a:cubicBezTo>
                <a:cubicBezTo>
                  <a:pt x="133661" y="69702"/>
                  <a:pt x="132409" y="75298"/>
                  <a:pt x="129907" y="80393"/>
                </a:cubicBezTo>
                <a:cubicBezTo>
                  <a:pt x="127359" y="85535"/>
                  <a:pt x="123810" y="89470"/>
                  <a:pt x="119261" y="92200"/>
                </a:cubicBezTo>
                <a:cubicBezTo>
                  <a:pt x="114666" y="95021"/>
                  <a:pt x="109752" y="96408"/>
                  <a:pt x="104520" y="96363"/>
                </a:cubicBezTo>
                <a:cubicBezTo>
                  <a:pt x="98833" y="96363"/>
                  <a:pt x="93578" y="94793"/>
                  <a:pt x="88755" y="91654"/>
                </a:cubicBezTo>
                <a:cubicBezTo>
                  <a:pt x="83887" y="88606"/>
                  <a:pt x="80133" y="84056"/>
                  <a:pt x="77494" y="78005"/>
                </a:cubicBezTo>
                <a:cubicBezTo>
                  <a:pt x="74765" y="71999"/>
                  <a:pt x="73400" y="65470"/>
                  <a:pt x="73400" y="58418"/>
                </a:cubicBezTo>
                <a:cubicBezTo>
                  <a:pt x="73400" y="48045"/>
                  <a:pt x="75902" y="38377"/>
                  <a:pt x="80907" y="29414"/>
                </a:cubicBezTo>
                <a:cubicBezTo>
                  <a:pt x="85820" y="20496"/>
                  <a:pt x="92895" y="13376"/>
                  <a:pt x="102131" y="8053"/>
                </a:cubicBezTo>
                <a:cubicBezTo>
                  <a:pt x="111276" y="2821"/>
                  <a:pt x="121854" y="136"/>
                  <a:pt x="133865" y="0"/>
                </a:cubicBezTo>
                <a:moveTo>
                  <a:pt x="94624" y="45042"/>
                </a:moveTo>
                <a:cubicBezTo>
                  <a:pt x="94260" y="51321"/>
                  <a:pt x="94078" y="55916"/>
                  <a:pt x="94078" y="58828"/>
                </a:cubicBezTo>
                <a:cubicBezTo>
                  <a:pt x="94078" y="65106"/>
                  <a:pt x="94692" y="71180"/>
                  <a:pt x="95921" y="77049"/>
                </a:cubicBezTo>
                <a:cubicBezTo>
                  <a:pt x="97058" y="82918"/>
                  <a:pt x="98696" y="87036"/>
                  <a:pt x="100834" y="89402"/>
                </a:cubicBezTo>
                <a:cubicBezTo>
                  <a:pt x="102336" y="91131"/>
                  <a:pt x="104110" y="91972"/>
                  <a:pt x="106158" y="91927"/>
                </a:cubicBezTo>
                <a:cubicBezTo>
                  <a:pt x="108250" y="91927"/>
                  <a:pt x="110116" y="90698"/>
                  <a:pt x="111754" y="88242"/>
                </a:cubicBezTo>
                <a:cubicBezTo>
                  <a:pt x="113392" y="85876"/>
                  <a:pt x="114211" y="80939"/>
                  <a:pt x="114211" y="73432"/>
                </a:cubicBezTo>
                <a:cubicBezTo>
                  <a:pt x="114211" y="60875"/>
                  <a:pt x="112686" y="52208"/>
                  <a:pt x="109638" y="47431"/>
                </a:cubicBezTo>
                <a:cubicBezTo>
                  <a:pt x="107636" y="44382"/>
                  <a:pt x="104997" y="42836"/>
                  <a:pt x="101722" y="42790"/>
                </a:cubicBezTo>
                <a:cubicBezTo>
                  <a:pt x="99856" y="42790"/>
                  <a:pt x="97490" y="43541"/>
                  <a:pt x="94624" y="45042"/>
                </a:cubicBezTo>
                <a:close/>
                <a:moveTo>
                  <a:pt x="161813" y="48045"/>
                </a:moveTo>
                <a:lnTo>
                  <a:pt x="161813" y="45656"/>
                </a:lnTo>
                <a:cubicBezTo>
                  <a:pt x="167000" y="44155"/>
                  <a:pt x="170594" y="42745"/>
                  <a:pt x="172596" y="41425"/>
                </a:cubicBezTo>
                <a:cubicBezTo>
                  <a:pt x="174552" y="40151"/>
                  <a:pt x="176281" y="38172"/>
                  <a:pt x="177783" y="35488"/>
                </a:cubicBezTo>
                <a:cubicBezTo>
                  <a:pt x="179193" y="32849"/>
                  <a:pt x="179921" y="30165"/>
                  <a:pt x="179966" y="27435"/>
                </a:cubicBezTo>
                <a:cubicBezTo>
                  <a:pt x="179966" y="23704"/>
                  <a:pt x="178602" y="20451"/>
                  <a:pt x="175872" y="17676"/>
                </a:cubicBezTo>
                <a:cubicBezTo>
                  <a:pt x="173051" y="15037"/>
                  <a:pt x="169616" y="13695"/>
                  <a:pt x="165567" y="13649"/>
                </a:cubicBezTo>
                <a:cubicBezTo>
                  <a:pt x="159152" y="13649"/>
                  <a:pt x="153737" y="17016"/>
                  <a:pt x="149324" y="23749"/>
                </a:cubicBezTo>
                <a:lnTo>
                  <a:pt x="146799" y="22862"/>
                </a:lnTo>
                <a:cubicBezTo>
                  <a:pt x="150075" y="15310"/>
                  <a:pt x="154283" y="9600"/>
                  <a:pt x="159425" y="5733"/>
                </a:cubicBezTo>
                <a:cubicBezTo>
                  <a:pt x="164520" y="1911"/>
                  <a:pt x="170207" y="0"/>
                  <a:pt x="176486" y="0"/>
                </a:cubicBezTo>
                <a:cubicBezTo>
                  <a:pt x="182901" y="45"/>
                  <a:pt x="188201" y="2002"/>
                  <a:pt x="192387" y="5869"/>
                </a:cubicBezTo>
                <a:cubicBezTo>
                  <a:pt x="196527" y="9782"/>
                  <a:pt x="198598" y="14354"/>
                  <a:pt x="198598" y="19587"/>
                </a:cubicBezTo>
                <a:cubicBezTo>
                  <a:pt x="198598" y="22999"/>
                  <a:pt x="197642" y="26275"/>
                  <a:pt x="195731" y="29414"/>
                </a:cubicBezTo>
                <a:cubicBezTo>
                  <a:pt x="193729" y="32644"/>
                  <a:pt x="190681" y="35442"/>
                  <a:pt x="186586" y="37808"/>
                </a:cubicBezTo>
                <a:cubicBezTo>
                  <a:pt x="191909" y="40447"/>
                  <a:pt x="195981" y="43632"/>
                  <a:pt x="198802" y="47362"/>
                </a:cubicBezTo>
                <a:cubicBezTo>
                  <a:pt x="201578" y="51184"/>
                  <a:pt x="202965" y="55961"/>
                  <a:pt x="202965" y="61694"/>
                </a:cubicBezTo>
                <a:cubicBezTo>
                  <a:pt x="202965" y="71339"/>
                  <a:pt x="199485" y="79529"/>
                  <a:pt x="192524" y="86263"/>
                </a:cubicBezTo>
                <a:cubicBezTo>
                  <a:pt x="185472" y="93042"/>
                  <a:pt x="176099" y="96431"/>
                  <a:pt x="164406" y="96431"/>
                </a:cubicBezTo>
                <a:cubicBezTo>
                  <a:pt x="156535" y="96431"/>
                  <a:pt x="150826" y="95134"/>
                  <a:pt x="147277" y="92541"/>
                </a:cubicBezTo>
                <a:cubicBezTo>
                  <a:pt x="144683" y="90721"/>
                  <a:pt x="143387" y="88378"/>
                  <a:pt x="143387" y="85512"/>
                </a:cubicBezTo>
                <a:cubicBezTo>
                  <a:pt x="143387" y="83419"/>
                  <a:pt x="144138" y="81622"/>
                  <a:pt x="145639" y="80120"/>
                </a:cubicBezTo>
                <a:cubicBezTo>
                  <a:pt x="147095" y="78710"/>
                  <a:pt x="148824" y="77982"/>
                  <a:pt x="150826" y="77937"/>
                </a:cubicBezTo>
                <a:cubicBezTo>
                  <a:pt x="152327" y="77982"/>
                  <a:pt x="153737" y="78301"/>
                  <a:pt x="155057" y="78892"/>
                </a:cubicBezTo>
                <a:cubicBezTo>
                  <a:pt x="155785" y="79256"/>
                  <a:pt x="158378" y="81235"/>
                  <a:pt x="162837" y="84829"/>
                </a:cubicBezTo>
                <a:cubicBezTo>
                  <a:pt x="167205" y="88469"/>
                  <a:pt x="171345" y="90289"/>
                  <a:pt x="175258" y="90289"/>
                </a:cubicBezTo>
                <a:cubicBezTo>
                  <a:pt x="178579" y="90289"/>
                  <a:pt x="181468" y="88947"/>
                  <a:pt x="183925" y="86263"/>
                </a:cubicBezTo>
                <a:cubicBezTo>
                  <a:pt x="186291" y="83624"/>
                  <a:pt x="187496" y="80257"/>
                  <a:pt x="187542" y="76162"/>
                </a:cubicBezTo>
                <a:cubicBezTo>
                  <a:pt x="187542" y="69975"/>
                  <a:pt x="185358" y="64219"/>
                  <a:pt x="180990" y="58896"/>
                </a:cubicBezTo>
                <a:cubicBezTo>
                  <a:pt x="176577" y="53664"/>
                  <a:pt x="170185" y="50047"/>
                  <a:pt x="161813" y="48045"/>
                </a:cubicBez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Status:">
            <a:extLst xmlns:a="http://schemas.openxmlformats.org/drawingml/2006/main">
              <a:ext uri="{FF2B5EF4-FFF2-40B4-BE49-F238E27FC236}">
                <a16:creationId xmlns:a16="http://schemas.microsoft.com/office/drawing/2014/main" id="{D2419DF6-E2FE-4E58-A2EE-C463B0DB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918" y="845312"/>
            <a:ext cx="410343" cy="96886"/>
          </a:xfrm>
          <a:custGeom xmlns:a="http://schemas.openxmlformats.org/drawingml/2006/main">
            <a:pathLst>
              <a:path w="410343" h="96886">
                <a:moveTo>
                  <a:pt x="58418" y="0"/>
                </a:moveTo>
                <a:lnTo>
                  <a:pt x="59169" y="30847"/>
                </a:lnTo>
                <a:lnTo>
                  <a:pt x="56371" y="30847"/>
                </a:lnTo>
                <a:cubicBezTo>
                  <a:pt x="55006" y="23158"/>
                  <a:pt x="51776" y="16925"/>
                  <a:pt x="46680" y="12148"/>
                </a:cubicBezTo>
                <a:cubicBezTo>
                  <a:pt x="41493" y="7462"/>
                  <a:pt x="35897" y="5118"/>
                  <a:pt x="29892" y="5118"/>
                </a:cubicBezTo>
                <a:cubicBezTo>
                  <a:pt x="25205" y="5118"/>
                  <a:pt x="21543" y="6347"/>
                  <a:pt x="18904" y="8804"/>
                </a:cubicBezTo>
                <a:cubicBezTo>
                  <a:pt x="16174" y="11352"/>
                  <a:pt x="14809" y="14218"/>
                  <a:pt x="14809" y="17403"/>
                </a:cubicBezTo>
                <a:cubicBezTo>
                  <a:pt x="14809" y="19496"/>
                  <a:pt x="15287" y="21315"/>
                  <a:pt x="16242" y="22862"/>
                </a:cubicBezTo>
                <a:cubicBezTo>
                  <a:pt x="17516" y="25001"/>
                  <a:pt x="19632" y="27116"/>
                  <a:pt x="22589" y="29209"/>
                </a:cubicBezTo>
                <a:cubicBezTo>
                  <a:pt x="24682" y="30711"/>
                  <a:pt x="29619" y="33372"/>
                  <a:pt x="37399" y="37194"/>
                </a:cubicBezTo>
                <a:cubicBezTo>
                  <a:pt x="48227" y="42563"/>
                  <a:pt x="55529" y="47590"/>
                  <a:pt x="59305" y="52276"/>
                </a:cubicBezTo>
                <a:cubicBezTo>
                  <a:pt x="63036" y="57053"/>
                  <a:pt x="64902" y="62468"/>
                  <a:pt x="64902" y="68519"/>
                </a:cubicBezTo>
                <a:cubicBezTo>
                  <a:pt x="64902" y="76299"/>
                  <a:pt x="61899" y="82941"/>
                  <a:pt x="55893" y="88446"/>
                </a:cubicBezTo>
                <a:cubicBezTo>
                  <a:pt x="49797" y="94043"/>
                  <a:pt x="42130" y="96841"/>
                  <a:pt x="32894" y="96841"/>
                </a:cubicBezTo>
                <a:cubicBezTo>
                  <a:pt x="29937" y="96886"/>
                  <a:pt x="27185" y="96590"/>
                  <a:pt x="24637" y="95953"/>
                </a:cubicBezTo>
                <a:cubicBezTo>
                  <a:pt x="21998" y="95362"/>
                  <a:pt x="18745" y="94247"/>
                  <a:pt x="14878" y="92609"/>
                </a:cubicBezTo>
                <a:cubicBezTo>
                  <a:pt x="12694" y="91745"/>
                  <a:pt x="10897" y="91290"/>
                  <a:pt x="9486" y="91244"/>
                </a:cubicBezTo>
                <a:cubicBezTo>
                  <a:pt x="8258" y="91290"/>
                  <a:pt x="7007" y="91745"/>
                  <a:pt x="5733" y="92609"/>
                </a:cubicBezTo>
                <a:cubicBezTo>
                  <a:pt x="4413" y="93565"/>
                  <a:pt x="3344" y="94952"/>
                  <a:pt x="2525" y="96772"/>
                </a:cubicBezTo>
                <a:lnTo>
                  <a:pt x="0" y="96772"/>
                </a:lnTo>
                <a:lnTo>
                  <a:pt x="0" y="61831"/>
                </a:lnTo>
                <a:lnTo>
                  <a:pt x="2525" y="61831"/>
                </a:lnTo>
                <a:cubicBezTo>
                  <a:pt x="4481" y="71703"/>
                  <a:pt x="8349" y="79188"/>
                  <a:pt x="14127" y="84283"/>
                </a:cubicBezTo>
                <a:cubicBezTo>
                  <a:pt x="19768" y="89470"/>
                  <a:pt x="25911" y="92063"/>
                  <a:pt x="32553" y="92063"/>
                </a:cubicBezTo>
                <a:cubicBezTo>
                  <a:pt x="37603" y="92109"/>
                  <a:pt x="41675" y="90721"/>
                  <a:pt x="44769" y="87900"/>
                </a:cubicBezTo>
                <a:cubicBezTo>
                  <a:pt x="47772" y="85125"/>
                  <a:pt x="49273" y="81895"/>
                  <a:pt x="49273" y="78210"/>
                </a:cubicBezTo>
                <a:cubicBezTo>
                  <a:pt x="49273" y="76026"/>
                  <a:pt x="48705" y="73910"/>
                  <a:pt x="47567" y="71863"/>
                </a:cubicBezTo>
                <a:cubicBezTo>
                  <a:pt x="46384" y="69815"/>
                  <a:pt x="44610" y="67859"/>
                  <a:pt x="42244" y="65994"/>
                </a:cubicBezTo>
                <a:cubicBezTo>
                  <a:pt x="39833" y="64174"/>
                  <a:pt x="35647" y="61785"/>
                  <a:pt x="29687" y="58828"/>
                </a:cubicBezTo>
                <a:cubicBezTo>
                  <a:pt x="21270" y="54733"/>
                  <a:pt x="15219" y="51207"/>
                  <a:pt x="11534" y="48250"/>
                </a:cubicBezTo>
                <a:cubicBezTo>
                  <a:pt x="7848" y="45383"/>
                  <a:pt x="5027" y="42130"/>
                  <a:pt x="3071" y="38491"/>
                </a:cubicBezTo>
                <a:cubicBezTo>
                  <a:pt x="1069" y="34896"/>
                  <a:pt x="68" y="30938"/>
                  <a:pt x="68" y="26616"/>
                </a:cubicBezTo>
                <a:cubicBezTo>
                  <a:pt x="68" y="19245"/>
                  <a:pt x="2775" y="12967"/>
                  <a:pt x="8189" y="7780"/>
                </a:cubicBezTo>
                <a:cubicBezTo>
                  <a:pt x="13558" y="2593"/>
                  <a:pt x="20383" y="0"/>
                  <a:pt x="28663" y="0"/>
                </a:cubicBezTo>
                <a:cubicBezTo>
                  <a:pt x="31666" y="0"/>
                  <a:pt x="34578" y="364"/>
                  <a:pt x="37399" y="1092"/>
                </a:cubicBezTo>
                <a:cubicBezTo>
                  <a:pt x="39491" y="1683"/>
                  <a:pt x="42108" y="2684"/>
                  <a:pt x="45247" y="4095"/>
                </a:cubicBezTo>
                <a:cubicBezTo>
                  <a:pt x="48295" y="5596"/>
                  <a:pt x="50434" y="6347"/>
                  <a:pt x="51662" y="6347"/>
                </a:cubicBezTo>
                <a:cubicBezTo>
                  <a:pt x="52799" y="6392"/>
                  <a:pt x="53732" y="6028"/>
                  <a:pt x="54460" y="5255"/>
                </a:cubicBezTo>
                <a:cubicBezTo>
                  <a:pt x="55097" y="4572"/>
                  <a:pt x="55734" y="2821"/>
                  <a:pt x="56371" y="0"/>
                </a:cubicBezTo>
                <a:lnTo>
                  <a:pt x="58418" y="0"/>
                </a:lnTo>
                <a:close/>
                <a:moveTo>
                  <a:pt x="101793" y="7507"/>
                </a:moveTo>
                <a:lnTo>
                  <a:pt x="101793" y="30847"/>
                </a:lnTo>
                <a:lnTo>
                  <a:pt x="116944" y="30847"/>
                </a:lnTo>
                <a:lnTo>
                  <a:pt x="116944" y="37603"/>
                </a:lnTo>
                <a:lnTo>
                  <a:pt x="101793" y="37603"/>
                </a:lnTo>
                <a:lnTo>
                  <a:pt x="101793" y="76981"/>
                </a:lnTo>
                <a:cubicBezTo>
                  <a:pt x="101793" y="80712"/>
                  <a:pt x="101975" y="83078"/>
                  <a:pt x="102339" y="84079"/>
                </a:cubicBezTo>
                <a:cubicBezTo>
                  <a:pt x="102612" y="85216"/>
                  <a:pt x="103203" y="86081"/>
                  <a:pt x="104113" y="86672"/>
                </a:cubicBezTo>
                <a:cubicBezTo>
                  <a:pt x="104932" y="87354"/>
                  <a:pt x="105729" y="87696"/>
                  <a:pt x="106502" y="87696"/>
                </a:cubicBezTo>
                <a:cubicBezTo>
                  <a:pt x="109414" y="87696"/>
                  <a:pt x="112212" y="85444"/>
                  <a:pt x="114896" y="80939"/>
                </a:cubicBezTo>
                <a:lnTo>
                  <a:pt x="116944" y="82441"/>
                </a:lnTo>
                <a:cubicBezTo>
                  <a:pt x="113213" y="91176"/>
                  <a:pt x="107230" y="95544"/>
                  <a:pt x="98995" y="95544"/>
                </a:cubicBezTo>
                <a:cubicBezTo>
                  <a:pt x="94946" y="95544"/>
                  <a:pt x="91533" y="94406"/>
                  <a:pt x="88758" y="92132"/>
                </a:cubicBezTo>
                <a:cubicBezTo>
                  <a:pt x="85892" y="89948"/>
                  <a:pt x="84095" y="87445"/>
                  <a:pt x="83367" y="84625"/>
                </a:cubicBezTo>
                <a:cubicBezTo>
                  <a:pt x="82866" y="83078"/>
                  <a:pt x="82639" y="78892"/>
                  <a:pt x="82684" y="72067"/>
                </a:cubicBezTo>
                <a:lnTo>
                  <a:pt x="82684" y="37603"/>
                </a:lnTo>
                <a:lnTo>
                  <a:pt x="74358" y="37603"/>
                </a:lnTo>
                <a:lnTo>
                  <a:pt x="74358" y="35215"/>
                </a:lnTo>
                <a:cubicBezTo>
                  <a:pt x="80091" y="31211"/>
                  <a:pt x="84982" y="26957"/>
                  <a:pt x="89031" y="22453"/>
                </a:cubicBezTo>
                <a:cubicBezTo>
                  <a:pt x="93035" y="18040"/>
                  <a:pt x="96538" y="13058"/>
                  <a:pt x="99541" y="7507"/>
                </a:cubicBezTo>
                <a:lnTo>
                  <a:pt x="101793" y="7507"/>
                </a:lnTo>
                <a:close/>
                <a:moveTo>
                  <a:pt x="160303" y="85239"/>
                </a:moveTo>
                <a:cubicBezTo>
                  <a:pt x="152523" y="92154"/>
                  <a:pt x="145539" y="95589"/>
                  <a:pt x="139352" y="95544"/>
                </a:cubicBezTo>
                <a:cubicBezTo>
                  <a:pt x="135666" y="95544"/>
                  <a:pt x="132641" y="94338"/>
                  <a:pt x="130275" y="91927"/>
                </a:cubicBezTo>
                <a:cubicBezTo>
                  <a:pt x="127864" y="89607"/>
                  <a:pt x="126658" y="86626"/>
                  <a:pt x="126658" y="82987"/>
                </a:cubicBezTo>
                <a:cubicBezTo>
                  <a:pt x="126658" y="78164"/>
                  <a:pt x="128751" y="73774"/>
                  <a:pt x="132937" y="69815"/>
                </a:cubicBezTo>
                <a:cubicBezTo>
                  <a:pt x="137077" y="65994"/>
                  <a:pt x="146199" y="60830"/>
                  <a:pt x="160303" y="54324"/>
                </a:cubicBezTo>
                <a:lnTo>
                  <a:pt x="160303" y="47908"/>
                </a:lnTo>
                <a:cubicBezTo>
                  <a:pt x="160258" y="43131"/>
                  <a:pt x="160007" y="40083"/>
                  <a:pt x="159552" y="38764"/>
                </a:cubicBezTo>
                <a:cubicBezTo>
                  <a:pt x="158961" y="37535"/>
                  <a:pt x="157960" y="36443"/>
                  <a:pt x="156550" y="35488"/>
                </a:cubicBezTo>
                <a:cubicBezTo>
                  <a:pt x="155094" y="34623"/>
                  <a:pt x="153456" y="34168"/>
                  <a:pt x="151636" y="34123"/>
                </a:cubicBezTo>
                <a:cubicBezTo>
                  <a:pt x="148679" y="34168"/>
                  <a:pt x="146244" y="34828"/>
                  <a:pt x="144334" y="36102"/>
                </a:cubicBezTo>
                <a:cubicBezTo>
                  <a:pt x="143151" y="36921"/>
                  <a:pt x="142559" y="37876"/>
                  <a:pt x="142559" y="38968"/>
                </a:cubicBezTo>
                <a:cubicBezTo>
                  <a:pt x="142514" y="39924"/>
                  <a:pt x="143151" y="41107"/>
                  <a:pt x="144470" y="42517"/>
                </a:cubicBezTo>
                <a:cubicBezTo>
                  <a:pt x="146153" y="44519"/>
                  <a:pt x="147018" y="46407"/>
                  <a:pt x="147063" y="48181"/>
                </a:cubicBezTo>
                <a:cubicBezTo>
                  <a:pt x="147063" y="50456"/>
                  <a:pt x="146244" y="52344"/>
                  <a:pt x="144607" y="53846"/>
                </a:cubicBezTo>
                <a:cubicBezTo>
                  <a:pt x="142878" y="55438"/>
                  <a:pt x="140694" y="56234"/>
                  <a:pt x="138055" y="56234"/>
                </a:cubicBezTo>
                <a:cubicBezTo>
                  <a:pt x="135189" y="56234"/>
                  <a:pt x="132800" y="55370"/>
                  <a:pt x="130889" y="53641"/>
                </a:cubicBezTo>
                <a:cubicBezTo>
                  <a:pt x="128887" y="51958"/>
                  <a:pt x="127909" y="49933"/>
                  <a:pt x="127955" y="47567"/>
                </a:cubicBezTo>
                <a:cubicBezTo>
                  <a:pt x="127955" y="44291"/>
                  <a:pt x="129251" y="41152"/>
                  <a:pt x="131845" y="38149"/>
                </a:cubicBezTo>
                <a:cubicBezTo>
                  <a:pt x="134438" y="35238"/>
                  <a:pt x="138055" y="32963"/>
                  <a:pt x="142696" y="31325"/>
                </a:cubicBezTo>
                <a:cubicBezTo>
                  <a:pt x="147336" y="29778"/>
                  <a:pt x="152159" y="28982"/>
                  <a:pt x="157164" y="28936"/>
                </a:cubicBezTo>
                <a:cubicBezTo>
                  <a:pt x="163215" y="28982"/>
                  <a:pt x="168015" y="30256"/>
                  <a:pt x="171564" y="32758"/>
                </a:cubicBezTo>
                <a:cubicBezTo>
                  <a:pt x="175021" y="35351"/>
                  <a:pt x="177296" y="38149"/>
                  <a:pt x="178388" y="41152"/>
                </a:cubicBezTo>
                <a:cubicBezTo>
                  <a:pt x="178980" y="43063"/>
                  <a:pt x="179298" y="47453"/>
                  <a:pt x="179344" y="54324"/>
                </a:cubicBezTo>
                <a:lnTo>
                  <a:pt x="179344" y="79097"/>
                </a:lnTo>
                <a:cubicBezTo>
                  <a:pt x="179344" y="82054"/>
                  <a:pt x="179457" y="83874"/>
                  <a:pt x="179685" y="84556"/>
                </a:cubicBezTo>
                <a:cubicBezTo>
                  <a:pt x="179867" y="85375"/>
                  <a:pt x="180208" y="85944"/>
                  <a:pt x="180709" y="86263"/>
                </a:cubicBezTo>
                <a:cubicBezTo>
                  <a:pt x="181118" y="86626"/>
                  <a:pt x="181641" y="86808"/>
                  <a:pt x="182278" y="86808"/>
                </a:cubicBezTo>
                <a:cubicBezTo>
                  <a:pt x="183416" y="86854"/>
                  <a:pt x="184621" y="86012"/>
                  <a:pt x="185895" y="84283"/>
                </a:cubicBezTo>
                <a:lnTo>
                  <a:pt x="187943" y="85921"/>
                </a:lnTo>
                <a:cubicBezTo>
                  <a:pt x="185622" y="89288"/>
                  <a:pt x="183279" y="91722"/>
                  <a:pt x="180913" y="93224"/>
                </a:cubicBezTo>
                <a:cubicBezTo>
                  <a:pt x="178411" y="94816"/>
                  <a:pt x="175636" y="95589"/>
                  <a:pt x="172587" y="95544"/>
                </a:cubicBezTo>
                <a:cubicBezTo>
                  <a:pt x="168948" y="95544"/>
                  <a:pt x="166104" y="94679"/>
                  <a:pt x="164057" y="92951"/>
                </a:cubicBezTo>
                <a:cubicBezTo>
                  <a:pt x="162009" y="91313"/>
                  <a:pt x="160758" y="88742"/>
                  <a:pt x="160303" y="85239"/>
                </a:cubicBezTo>
                <a:moveTo>
                  <a:pt x="160303" y="80257"/>
                </a:moveTo>
                <a:lnTo>
                  <a:pt x="160303" y="58896"/>
                </a:lnTo>
                <a:cubicBezTo>
                  <a:pt x="154752" y="62126"/>
                  <a:pt x="150658" y="65584"/>
                  <a:pt x="148019" y="69269"/>
                </a:cubicBezTo>
                <a:cubicBezTo>
                  <a:pt x="146244" y="71726"/>
                  <a:pt x="145357" y="74206"/>
                  <a:pt x="145357" y="76708"/>
                </a:cubicBezTo>
                <a:cubicBezTo>
                  <a:pt x="145357" y="78846"/>
                  <a:pt x="146108" y="80689"/>
                  <a:pt x="147609" y="82236"/>
                </a:cubicBezTo>
                <a:cubicBezTo>
                  <a:pt x="148747" y="83464"/>
                  <a:pt x="150339" y="84079"/>
                  <a:pt x="152387" y="84079"/>
                </a:cubicBezTo>
                <a:cubicBezTo>
                  <a:pt x="154616" y="84079"/>
                  <a:pt x="157255" y="82805"/>
                  <a:pt x="160303" y="80257"/>
                </a:cubicBezTo>
                <a:close/>
                <a:moveTo>
                  <a:pt x="223329" y="7507"/>
                </a:moveTo>
                <a:lnTo>
                  <a:pt x="223329" y="30847"/>
                </a:lnTo>
                <a:lnTo>
                  <a:pt x="238480" y="30847"/>
                </a:lnTo>
                <a:lnTo>
                  <a:pt x="238480" y="37603"/>
                </a:lnTo>
                <a:lnTo>
                  <a:pt x="223329" y="37603"/>
                </a:lnTo>
                <a:lnTo>
                  <a:pt x="223329" y="76981"/>
                </a:lnTo>
                <a:cubicBezTo>
                  <a:pt x="223329" y="80712"/>
                  <a:pt x="223511" y="83078"/>
                  <a:pt x="223875" y="84079"/>
                </a:cubicBezTo>
                <a:cubicBezTo>
                  <a:pt x="224148" y="85216"/>
                  <a:pt x="224740" y="86081"/>
                  <a:pt x="225649" y="86672"/>
                </a:cubicBezTo>
                <a:cubicBezTo>
                  <a:pt x="226468" y="87354"/>
                  <a:pt x="227265" y="87696"/>
                  <a:pt x="228038" y="87696"/>
                </a:cubicBezTo>
                <a:cubicBezTo>
                  <a:pt x="230950" y="87696"/>
                  <a:pt x="233748" y="85444"/>
                  <a:pt x="236432" y="80939"/>
                </a:cubicBezTo>
                <a:lnTo>
                  <a:pt x="238480" y="82441"/>
                </a:lnTo>
                <a:cubicBezTo>
                  <a:pt x="234749" y="91176"/>
                  <a:pt x="228766" y="95544"/>
                  <a:pt x="220531" y="95544"/>
                </a:cubicBezTo>
                <a:cubicBezTo>
                  <a:pt x="216482" y="95544"/>
                  <a:pt x="213070" y="94406"/>
                  <a:pt x="210294" y="92132"/>
                </a:cubicBezTo>
                <a:cubicBezTo>
                  <a:pt x="207428" y="89948"/>
                  <a:pt x="205631" y="87445"/>
                  <a:pt x="204903" y="84625"/>
                </a:cubicBezTo>
                <a:cubicBezTo>
                  <a:pt x="204402" y="83078"/>
                  <a:pt x="204175" y="78892"/>
                  <a:pt x="204220" y="72067"/>
                </a:cubicBezTo>
                <a:lnTo>
                  <a:pt x="204220" y="37603"/>
                </a:lnTo>
                <a:lnTo>
                  <a:pt x="195894" y="37603"/>
                </a:lnTo>
                <a:lnTo>
                  <a:pt x="195894" y="35215"/>
                </a:lnTo>
                <a:cubicBezTo>
                  <a:pt x="201627" y="31211"/>
                  <a:pt x="206518" y="26957"/>
                  <a:pt x="210567" y="22453"/>
                </a:cubicBezTo>
                <a:cubicBezTo>
                  <a:pt x="214571" y="18040"/>
                  <a:pt x="218074" y="13058"/>
                  <a:pt x="221077" y="7507"/>
                </a:cubicBezTo>
                <a:lnTo>
                  <a:pt x="223329" y="7507"/>
                </a:lnTo>
                <a:close/>
                <a:moveTo>
                  <a:pt x="308251" y="30847"/>
                </a:moveTo>
                <a:lnTo>
                  <a:pt x="308251" y="80803"/>
                </a:lnTo>
                <a:cubicBezTo>
                  <a:pt x="308251" y="85717"/>
                  <a:pt x="308706" y="88742"/>
                  <a:pt x="309616" y="89880"/>
                </a:cubicBezTo>
                <a:cubicBezTo>
                  <a:pt x="310481" y="91108"/>
                  <a:pt x="312323" y="91881"/>
                  <a:pt x="315144" y="92200"/>
                </a:cubicBezTo>
                <a:lnTo>
                  <a:pt x="315144" y="94657"/>
                </a:lnTo>
                <a:lnTo>
                  <a:pt x="289143" y="94657"/>
                </a:lnTo>
                <a:lnTo>
                  <a:pt x="289143" y="86126"/>
                </a:lnTo>
                <a:cubicBezTo>
                  <a:pt x="286049" y="89766"/>
                  <a:pt x="283000" y="92405"/>
                  <a:pt x="279998" y="94043"/>
                </a:cubicBezTo>
                <a:cubicBezTo>
                  <a:pt x="276904" y="95771"/>
                  <a:pt x="273492" y="96613"/>
                  <a:pt x="269761" y="96568"/>
                </a:cubicBezTo>
                <a:cubicBezTo>
                  <a:pt x="266121" y="96613"/>
                  <a:pt x="262936" y="95498"/>
                  <a:pt x="260206" y="93224"/>
                </a:cubicBezTo>
                <a:cubicBezTo>
                  <a:pt x="257386" y="91040"/>
                  <a:pt x="255497" y="88469"/>
                  <a:pt x="254542" y="85512"/>
                </a:cubicBezTo>
                <a:cubicBezTo>
                  <a:pt x="253587" y="82600"/>
                  <a:pt x="253109" y="77436"/>
                  <a:pt x="253109" y="70020"/>
                </a:cubicBezTo>
                <a:lnTo>
                  <a:pt x="253109" y="44701"/>
                </a:lnTo>
                <a:cubicBezTo>
                  <a:pt x="253109" y="39878"/>
                  <a:pt x="252677" y="36875"/>
                  <a:pt x="251812" y="35692"/>
                </a:cubicBezTo>
                <a:cubicBezTo>
                  <a:pt x="250857" y="34555"/>
                  <a:pt x="248991" y="33782"/>
                  <a:pt x="246216" y="33372"/>
                </a:cubicBezTo>
                <a:lnTo>
                  <a:pt x="246216" y="30847"/>
                </a:lnTo>
                <a:lnTo>
                  <a:pt x="272218" y="30847"/>
                </a:lnTo>
                <a:lnTo>
                  <a:pt x="272218" y="74456"/>
                </a:lnTo>
                <a:cubicBezTo>
                  <a:pt x="272172" y="79051"/>
                  <a:pt x="272400" y="81986"/>
                  <a:pt x="272900" y="83260"/>
                </a:cubicBezTo>
                <a:cubicBezTo>
                  <a:pt x="273310" y="84579"/>
                  <a:pt x="273992" y="85580"/>
                  <a:pt x="274947" y="86263"/>
                </a:cubicBezTo>
                <a:cubicBezTo>
                  <a:pt x="275812" y="86945"/>
                  <a:pt x="276881" y="87286"/>
                  <a:pt x="278155" y="87286"/>
                </a:cubicBezTo>
                <a:cubicBezTo>
                  <a:pt x="279793" y="87332"/>
                  <a:pt x="281272" y="86899"/>
                  <a:pt x="282591" y="85990"/>
                </a:cubicBezTo>
                <a:cubicBezTo>
                  <a:pt x="284411" y="84852"/>
                  <a:pt x="286595" y="82464"/>
                  <a:pt x="289143" y="78824"/>
                </a:cubicBezTo>
                <a:lnTo>
                  <a:pt x="289143" y="44701"/>
                </a:lnTo>
                <a:cubicBezTo>
                  <a:pt x="289143" y="39878"/>
                  <a:pt x="288710" y="36875"/>
                  <a:pt x="287846" y="35692"/>
                </a:cubicBezTo>
                <a:cubicBezTo>
                  <a:pt x="286890" y="34555"/>
                  <a:pt x="285025" y="33782"/>
                  <a:pt x="282250" y="33372"/>
                </a:cubicBezTo>
                <a:lnTo>
                  <a:pt x="282250" y="30847"/>
                </a:lnTo>
                <a:lnTo>
                  <a:pt x="308251" y="30847"/>
                </a:lnTo>
                <a:close/>
                <a:moveTo>
                  <a:pt x="365957" y="29073"/>
                </a:moveTo>
                <a:lnTo>
                  <a:pt x="366980" y="50843"/>
                </a:lnTo>
                <a:lnTo>
                  <a:pt x="364660" y="50843"/>
                </a:lnTo>
                <a:cubicBezTo>
                  <a:pt x="361839" y="44428"/>
                  <a:pt x="358973" y="40015"/>
                  <a:pt x="356061" y="37603"/>
                </a:cubicBezTo>
                <a:cubicBezTo>
                  <a:pt x="353013" y="35238"/>
                  <a:pt x="350033" y="34055"/>
                  <a:pt x="347121" y="34055"/>
                </a:cubicBezTo>
                <a:cubicBezTo>
                  <a:pt x="345210" y="34055"/>
                  <a:pt x="343617" y="34669"/>
                  <a:pt x="342344" y="35897"/>
                </a:cubicBezTo>
                <a:cubicBezTo>
                  <a:pt x="341024" y="37217"/>
                  <a:pt x="340364" y="38673"/>
                  <a:pt x="340364" y="40265"/>
                </a:cubicBezTo>
                <a:cubicBezTo>
                  <a:pt x="340364" y="41493"/>
                  <a:pt x="340819" y="42676"/>
                  <a:pt x="341729" y="43814"/>
                </a:cubicBezTo>
                <a:cubicBezTo>
                  <a:pt x="343140" y="45679"/>
                  <a:pt x="347212" y="48864"/>
                  <a:pt x="353945" y="53368"/>
                </a:cubicBezTo>
                <a:cubicBezTo>
                  <a:pt x="360633" y="57963"/>
                  <a:pt x="365047" y="61808"/>
                  <a:pt x="367185" y="64902"/>
                </a:cubicBezTo>
                <a:cubicBezTo>
                  <a:pt x="369278" y="68132"/>
                  <a:pt x="370324" y="71681"/>
                  <a:pt x="370324" y="75548"/>
                </a:cubicBezTo>
                <a:cubicBezTo>
                  <a:pt x="370324" y="79097"/>
                  <a:pt x="369437" y="82577"/>
                  <a:pt x="367663" y="85990"/>
                </a:cubicBezTo>
                <a:cubicBezTo>
                  <a:pt x="365843" y="89402"/>
                  <a:pt x="363340" y="92018"/>
                  <a:pt x="360156" y="93838"/>
                </a:cubicBezTo>
                <a:cubicBezTo>
                  <a:pt x="356880" y="95703"/>
                  <a:pt x="353308" y="96613"/>
                  <a:pt x="349441" y="96568"/>
                </a:cubicBezTo>
                <a:cubicBezTo>
                  <a:pt x="346347" y="96568"/>
                  <a:pt x="342275" y="95612"/>
                  <a:pt x="337225" y="93701"/>
                </a:cubicBezTo>
                <a:cubicBezTo>
                  <a:pt x="335815" y="93246"/>
                  <a:pt x="334882" y="92996"/>
                  <a:pt x="334427" y="92951"/>
                </a:cubicBezTo>
                <a:cubicBezTo>
                  <a:pt x="332926" y="92996"/>
                  <a:pt x="331674" y="94134"/>
                  <a:pt x="330674" y="96363"/>
                </a:cubicBezTo>
                <a:lnTo>
                  <a:pt x="328421" y="96363"/>
                </a:lnTo>
                <a:lnTo>
                  <a:pt x="327329" y="73432"/>
                </a:lnTo>
                <a:lnTo>
                  <a:pt x="329650" y="73432"/>
                </a:lnTo>
                <a:cubicBezTo>
                  <a:pt x="331652" y="79438"/>
                  <a:pt x="334473" y="83942"/>
                  <a:pt x="338112" y="86945"/>
                </a:cubicBezTo>
                <a:cubicBezTo>
                  <a:pt x="341616" y="89948"/>
                  <a:pt x="344982" y="91449"/>
                  <a:pt x="348213" y="91449"/>
                </a:cubicBezTo>
                <a:cubicBezTo>
                  <a:pt x="350351" y="91449"/>
                  <a:pt x="352148" y="90767"/>
                  <a:pt x="353604" y="89402"/>
                </a:cubicBezTo>
                <a:cubicBezTo>
                  <a:pt x="354969" y="88128"/>
                  <a:pt x="355651" y="86513"/>
                  <a:pt x="355651" y="84556"/>
                </a:cubicBezTo>
                <a:cubicBezTo>
                  <a:pt x="355651" y="82373"/>
                  <a:pt x="354969" y="80484"/>
                  <a:pt x="353604" y="78892"/>
                </a:cubicBezTo>
                <a:cubicBezTo>
                  <a:pt x="352194" y="77345"/>
                  <a:pt x="349145" y="74934"/>
                  <a:pt x="344459" y="71658"/>
                </a:cubicBezTo>
                <a:cubicBezTo>
                  <a:pt x="337498" y="66835"/>
                  <a:pt x="332994" y="63150"/>
                  <a:pt x="330947" y="60602"/>
                </a:cubicBezTo>
                <a:cubicBezTo>
                  <a:pt x="327944" y="56871"/>
                  <a:pt x="326442" y="52754"/>
                  <a:pt x="326442" y="48250"/>
                </a:cubicBezTo>
                <a:cubicBezTo>
                  <a:pt x="326442" y="43381"/>
                  <a:pt x="328148" y="38923"/>
                  <a:pt x="331561" y="34874"/>
                </a:cubicBezTo>
                <a:cubicBezTo>
                  <a:pt x="334882" y="30915"/>
                  <a:pt x="339773" y="28936"/>
                  <a:pt x="346234" y="28936"/>
                </a:cubicBezTo>
                <a:cubicBezTo>
                  <a:pt x="349691" y="28936"/>
                  <a:pt x="353035" y="29778"/>
                  <a:pt x="356266" y="31461"/>
                </a:cubicBezTo>
                <a:cubicBezTo>
                  <a:pt x="357494" y="32144"/>
                  <a:pt x="358495" y="32485"/>
                  <a:pt x="359268" y="32485"/>
                </a:cubicBezTo>
                <a:cubicBezTo>
                  <a:pt x="360087" y="32485"/>
                  <a:pt x="360747" y="32303"/>
                  <a:pt x="361248" y="31939"/>
                </a:cubicBezTo>
                <a:cubicBezTo>
                  <a:pt x="361703" y="31620"/>
                  <a:pt x="362499" y="30665"/>
                  <a:pt x="363636" y="29073"/>
                </a:cubicBezTo>
                <a:lnTo>
                  <a:pt x="365957" y="29073"/>
                </a:lnTo>
                <a:close/>
                <a:moveTo>
                  <a:pt x="399014" y="29004"/>
                </a:moveTo>
                <a:cubicBezTo>
                  <a:pt x="402108" y="29004"/>
                  <a:pt x="404792" y="30096"/>
                  <a:pt x="407067" y="32280"/>
                </a:cubicBezTo>
                <a:cubicBezTo>
                  <a:pt x="409251" y="34555"/>
                  <a:pt x="410343" y="37239"/>
                  <a:pt x="410343" y="40333"/>
                </a:cubicBezTo>
                <a:cubicBezTo>
                  <a:pt x="410343" y="43472"/>
                  <a:pt x="409251" y="46134"/>
                  <a:pt x="407067" y="48318"/>
                </a:cubicBezTo>
                <a:cubicBezTo>
                  <a:pt x="404792" y="50593"/>
                  <a:pt x="402108" y="51707"/>
                  <a:pt x="399014" y="51662"/>
                </a:cubicBezTo>
                <a:cubicBezTo>
                  <a:pt x="395875" y="51707"/>
                  <a:pt x="393213" y="50593"/>
                  <a:pt x="391029" y="48318"/>
                </a:cubicBezTo>
                <a:cubicBezTo>
                  <a:pt x="388754" y="46134"/>
                  <a:pt x="387640" y="43472"/>
                  <a:pt x="387685" y="40333"/>
                </a:cubicBezTo>
                <a:cubicBezTo>
                  <a:pt x="387640" y="37239"/>
                  <a:pt x="388754" y="34555"/>
                  <a:pt x="391029" y="32280"/>
                </a:cubicBezTo>
                <a:cubicBezTo>
                  <a:pt x="393213" y="30096"/>
                  <a:pt x="395875" y="29004"/>
                  <a:pt x="399014" y="29004"/>
                </a:cubicBezTo>
                <a:moveTo>
                  <a:pt x="398946" y="73637"/>
                </a:moveTo>
                <a:cubicBezTo>
                  <a:pt x="402085" y="73637"/>
                  <a:pt x="404792" y="74752"/>
                  <a:pt x="407067" y="76981"/>
                </a:cubicBezTo>
                <a:cubicBezTo>
                  <a:pt x="409251" y="79256"/>
                  <a:pt x="410343" y="81940"/>
                  <a:pt x="410343" y="85034"/>
                </a:cubicBezTo>
                <a:cubicBezTo>
                  <a:pt x="410343" y="88173"/>
                  <a:pt x="409228" y="90835"/>
                  <a:pt x="406999" y="93019"/>
                </a:cubicBezTo>
                <a:cubicBezTo>
                  <a:pt x="404724" y="95294"/>
                  <a:pt x="402040" y="96408"/>
                  <a:pt x="398946" y="96363"/>
                </a:cubicBezTo>
                <a:cubicBezTo>
                  <a:pt x="395807" y="96408"/>
                  <a:pt x="393145" y="95294"/>
                  <a:pt x="390961" y="93019"/>
                </a:cubicBezTo>
                <a:cubicBezTo>
                  <a:pt x="388686" y="90835"/>
                  <a:pt x="387572" y="88173"/>
                  <a:pt x="387617" y="85034"/>
                </a:cubicBezTo>
                <a:cubicBezTo>
                  <a:pt x="387572" y="81940"/>
                  <a:pt x="388686" y="79256"/>
                  <a:pt x="390961" y="76981"/>
                </a:cubicBezTo>
                <a:cubicBezTo>
                  <a:pt x="393145" y="74752"/>
                  <a:pt x="395807" y="73637"/>
                  <a:pt x="398946" y="73637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Error">
            <a:extLst xmlns:a="http://schemas.openxmlformats.org/drawingml/2006/main">
              <a:ext uri="{FF2B5EF4-FFF2-40B4-BE49-F238E27FC236}">
                <a16:creationId xmlns:a16="http://schemas.microsoft.com/office/drawing/2014/main" id="{BE6203EE-82BF-475B-B7EA-2D027D41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2397" y="847427"/>
            <a:ext cx="342733" cy="94497"/>
          </a:xfrm>
          <a:custGeom xmlns:a="http://schemas.openxmlformats.org/drawingml/2006/main">
            <a:pathLst>
              <a:path w="342733" h="94497">
                <a:moveTo>
                  <a:pt x="35283" y="5323"/>
                </a:moveTo>
                <a:lnTo>
                  <a:pt x="35283" y="42995"/>
                </a:lnTo>
                <a:lnTo>
                  <a:pt x="37126" y="42995"/>
                </a:lnTo>
                <a:cubicBezTo>
                  <a:pt x="42949" y="42995"/>
                  <a:pt x="47203" y="41152"/>
                  <a:pt x="49888" y="37467"/>
                </a:cubicBezTo>
                <a:cubicBezTo>
                  <a:pt x="52481" y="33782"/>
                  <a:pt x="54164" y="28345"/>
                  <a:pt x="54938" y="21156"/>
                </a:cubicBezTo>
                <a:lnTo>
                  <a:pt x="57531" y="21156"/>
                </a:lnTo>
                <a:lnTo>
                  <a:pt x="57531" y="69611"/>
                </a:lnTo>
                <a:lnTo>
                  <a:pt x="54938" y="69611"/>
                </a:lnTo>
                <a:cubicBezTo>
                  <a:pt x="54346" y="64378"/>
                  <a:pt x="53209" y="60056"/>
                  <a:pt x="51525" y="56644"/>
                </a:cubicBezTo>
                <a:cubicBezTo>
                  <a:pt x="49751" y="53323"/>
                  <a:pt x="47704" y="51048"/>
                  <a:pt x="45383" y="49819"/>
                </a:cubicBezTo>
                <a:cubicBezTo>
                  <a:pt x="43063" y="48682"/>
                  <a:pt x="39696" y="48113"/>
                  <a:pt x="35283" y="48113"/>
                </a:cubicBezTo>
                <a:lnTo>
                  <a:pt x="35283" y="74183"/>
                </a:lnTo>
                <a:cubicBezTo>
                  <a:pt x="35238" y="79324"/>
                  <a:pt x="35465" y="82441"/>
                  <a:pt x="35965" y="83533"/>
                </a:cubicBezTo>
                <a:cubicBezTo>
                  <a:pt x="36375" y="84716"/>
                  <a:pt x="37171" y="85648"/>
                  <a:pt x="38354" y="86331"/>
                </a:cubicBezTo>
                <a:cubicBezTo>
                  <a:pt x="39491" y="87104"/>
                  <a:pt x="41402" y="87468"/>
                  <a:pt x="44087" y="87423"/>
                </a:cubicBezTo>
                <a:lnTo>
                  <a:pt x="49615" y="87423"/>
                </a:lnTo>
                <a:cubicBezTo>
                  <a:pt x="58214" y="87468"/>
                  <a:pt x="65152" y="85466"/>
                  <a:pt x="70430" y="81417"/>
                </a:cubicBezTo>
                <a:cubicBezTo>
                  <a:pt x="75616" y="77413"/>
                  <a:pt x="79347" y="71317"/>
                  <a:pt x="81622" y="63127"/>
                </a:cubicBezTo>
                <a:lnTo>
                  <a:pt x="84147" y="63127"/>
                </a:lnTo>
                <a:lnTo>
                  <a:pt x="79984" y="92541"/>
                </a:lnTo>
                <a:lnTo>
                  <a:pt x="0" y="92541"/>
                </a:lnTo>
                <a:lnTo>
                  <a:pt x="0" y="90016"/>
                </a:lnTo>
                <a:lnTo>
                  <a:pt x="3071" y="90016"/>
                </a:lnTo>
                <a:cubicBezTo>
                  <a:pt x="5710" y="90016"/>
                  <a:pt x="7871" y="89538"/>
                  <a:pt x="9554" y="88583"/>
                </a:cubicBezTo>
                <a:cubicBezTo>
                  <a:pt x="10692" y="87991"/>
                  <a:pt x="11602" y="86899"/>
                  <a:pt x="12284" y="85307"/>
                </a:cubicBezTo>
                <a:cubicBezTo>
                  <a:pt x="12739" y="84215"/>
                  <a:pt x="12989" y="81349"/>
                  <a:pt x="13035" y="76708"/>
                </a:cubicBezTo>
                <a:lnTo>
                  <a:pt x="13035" y="15833"/>
                </a:lnTo>
                <a:cubicBezTo>
                  <a:pt x="12989" y="11693"/>
                  <a:pt x="12876" y="9122"/>
                  <a:pt x="12694" y="8121"/>
                </a:cubicBezTo>
                <a:cubicBezTo>
                  <a:pt x="12193" y="6574"/>
                  <a:pt x="11352" y="5346"/>
                  <a:pt x="10169" y="4436"/>
                </a:cubicBezTo>
                <a:cubicBezTo>
                  <a:pt x="8440" y="3162"/>
                  <a:pt x="6074" y="2525"/>
                  <a:pt x="3071" y="2525"/>
                </a:cubicBezTo>
                <a:lnTo>
                  <a:pt x="0" y="2525"/>
                </a:lnTo>
                <a:lnTo>
                  <a:pt x="0" y="0"/>
                </a:lnTo>
                <a:lnTo>
                  <a:pt x="77459" y="0"/>
                </a:lnTo>
                <a:lnTo>
                  <a:pt x="77459" y="27367"/>
                </a:lnTo>
                <a:lnTo>
                  <a:pt x="74865" y="27367"/>
                </a:lnTo>
                <a:cubicBezTo>
                  <a:pt x="73546" y="20724"/>
                  <a:pt x="71703" y="15924"/>
                  <a:pt x="69338" y="12967"/>
                </a:cubicBezTo>
                <a:cubicBezTo>
                  <a:pt x="66926" y="10055"/>
                  <a:pt x="63537" y="7916"/>
                  <a:pt x="59169" y="6552"/>
                </a:cubicBezTo>
                <a:cubicBezTo>
                  <a:pt x="56621" y="5733"/>
                  <a:pt x="51844" y="5323"/>
                  <a:pt x="44837" y="5323"/>
                </a:cubicBezTo>
                <a:lnTo>
                  <a:pt x="35283" y="5323"/>
                </a:lnTo>
                <a:close/>
                <a:moveTo>
                  <a:pt x="119542" y="28731"/>
                </a:moveTo>
                <a:lnTo>
                  <a:pt x="119542" y="43200"/>
                </a:lnTo>
                <a:cubicBezTo>
                  <a:pt x="123728" y="36602"/>
                  <a:pt x="127436" y="32212"/>
                  <a:pt x="130666" y="30028"/>
                </a:cubicBezTo>
                <a:cubicBezTo>
                  <a:pt x="133851" y="27935"/>
                  <a:pt x="136922" y="26866"/>
                  <a:pt x="139879" y="26821"/>
                </a:cubicBezTo>
                <a:cubicBezTo>
                  <a:pt x="142382" y="26821"/>
                  <a:pt x="144429" y="27594"/>
                  <a:pt x="146021" y="29141"/>
                </a:cubicBezTo>
                <a:cubicBezTo>
                  <a:pt x="147523" y="30733"/>
                  <a:pt x="148274" y="32963"/>
                  <a:pt x="148274" y="35829"/>
                </a:cubicBezTo>
                <a:cubicBezTo>
                  <a:pt x="148228" y="38923"/>
                  <a:pt x="147500" y="41289"/>
                  <a:pt x="146090" y="42927"/>
                </a:cubicBezTo>
                <a:cubicBezTo>
                  <a:pt x="144588" y="44655"/>
                  <a:pt x="142791" y="45497"/>
                  <a:pt x="140698" y="45452"/>
                </a:cubicBezTo>
                <a:cubicBezTo>
                  <a:pt x="138287" y="45497"/>
                  <a:pt x="136194" y="44724"/>
                  <a:pt x="134420" y="43131"/>
                </a:cubicBezTo>
                <a:cubicBezTo>
                  <a:pt x="132645" y="41630"/>
                  <a:pt x="131599" y="40765"/>
                  <a:pt x="131280" y="40538"/>
                </a:cubicBezTo>
                <a:cubicBezTo>
                  <a:pt x="130780" y="40265"/>
                  <a:pt x="130257" y="40128"/>
                  <a:pt x="129711" y="40128"/>
                </a:cubicBezTo>
                <a:cubicBezTo>
                  <a:pt x="128346" y="40128"/>
                  <a:pt x="127095" y="40629"/>
                  <a:pt x="125957" y="41630"/>
                </a:cubicBezTo>
                <a:cubicBezTo>
                  <a:pt x="124092" y="43222"/>
                  <a:pt x="122681" y="45429"/>
                  <a:pt x="121726" y="48250"/>
                </a:cubicBezTo>
                <a:cubicBezTo>
                  <a:pt x="120270" y="52708"/>
                  <a:pt x="119542" y="57577"/>
                  <a:pt x="119542" y="62854"/>
                </a:cubicBezTo>
                <a:lnTo>
                  <a:pt x="119542" y="77527"/>
                </a:lnTo>
                <a:lnTo>
                  <a:pt x="119610" y="81349"/>
                </a:lnTo>
                <a:cubicBezTo>
                  <a:pt x="119565" y="83942"/>
                  <a:pt x="119724" y="85603"/>
                  <a:pt x="120088" y="86331"/>
                </a:cubicBezTo>
                <a:cubicBezTo>
                  <a:pt x="120634" y="87559"/>
                  <a:pt x="121453" y="88446"/>
                  <a:pt x="122545" y="88992"/>
                </a:cubicBezTo>
                <a:cubicBezTo>
                  <a:pt x="123546" y="89629"/>
                  <a:pt x="125343" y="89993"/>
                  <a:pt x="127936" y="90084"/>
                </a:cubicBezTo>
                <a:lnTo>
                  <a:pt x="127936" y="92541"/>
                </a:lnTo>
                <a:lnTo>
                  <a:pt x="93472" y="92541"/>
                </a:lnTo>
                <a:lnTo>
                  <a:pt x="93472" y="90084"/>
                </a:lnTo>
                <a:cubicBezTo>
                  <a:pt x="96202" y="89902"/>
                  <a:pt x="98090" y="89129"/>
                  <a:pt x="99137" y="87764"/>
                </a:cubicBezTo>
                <a:cubicBezTo>
                  <a:pt x="100092" y="86490"/>
                  <a:pt x="100570" y="83078"/>
                  <a:pt x="100570" y="77527"/>
                </a:cubicBezTo>
                <a:lnTo>
                  <a:pt x="100570" y="42244"/>
                </a:lnTo>
                <a:cubicBezTo>
                  <a:pt x="100524" y="38650"/>
                  <a:pt x="100342" y="36329"/>
                  <a:pt x="100024" y="35283"/>
                </a:cubicBezTo>
                <a:cubicBezTo>
                  <a:pt x="99523" y="34055"/>
                  <a:pt x="98864" y="33122"/>
                  <a:pt x="98045" y="32485"/>
                </a:cubicBezTo>
                <a:cubicBezTo>
                  <a:pt x="97135" y="31893"/>
                  <a:pt x="95611" y="31484"/>
                  <a:pt x="93472" y="31257"/>
                </a:cubicBezTo>
                <a:lnTo>
                  <a:pt x="93472" y="28731"/>
                </a:lnTo>
                <a:lnTo>
                  <a:pt x="119542" y="28731"/>
                </a:lnTo>
                <a:close/>
                <a:moveTo>
                  <a:pt x="180312" y="28731"/>
                </a:moveTo>
                <a:lnTo>
                  <a:pt x="180312" y="43200"/>
                </a:lnTo>
                <a:cubicBezTo>
                  <a:pt x="184497" y="36602"/>
                  <a:pt x="188206" y="32212"/>
                  <a:pt x="191436" y="30028"/>
                </a:cubicBezTo>
                <a:cubicBezTo>
                  <a:pt x="194621" y="27935"/>
                  <a:pt x="197692" y="26866"/>
                  <a:pt x="200649" y="26821"/>
                </a:cubicBezTo>
                <a:cubicBezTo>
                  <a:pt x="203151" y="26821"/>
                  <a:pt x="205199" y="27594"/>
                  <a:pt x="206791" y="29141"/>
                </a:cubicBezTo>
                <a:cubicBezTo>
                  <a:pt x="208292" y="30733"/>
                  <a:pt x="209043" y="32963"/>
                  <a:pt x="209043" y="35829"/>
                </a:cubicBezTo>
                <a:cubicBezTo>
                  <a:pt x="208998" y="38923"/>
                  <a:pt x="208270" y="41289"/>
                  <a:pt x="206859" y="42927"/>
                </a:cubicBezTo>
                <a:cubicBezTo>
                  <a:pt x="205358" y="44655"/>
                  <a:pt x="203561" y="45497"/>
                  <a:pt x="201468" y="45452"/>
                </a:cubicBezTo>
                <a:cubicBezTo>
                  <a:pt x="199057" y="45497"/>
                  <a:pt x="196964" y="44724"/>
                  <a:pt x="195189" y="43131"/>
                </a:cubicBezTo>
                <a:cubicBezTo>
                  <a:pt x="193415" y="41630"/>
                  <a:pt x="192368" y="40765"/>
                  <a:pt x="192050" y="40538"/>
                </a:cubicBezTo>
                <a:cubicBezTo>
                  <a:pt x="191550" y="40265"/>
                  <a:pt x="191026" y="40128"/>
                  <a:pt x="190480" y="40128"/>
                </a:cubicBezTo>
                <a:cubicBezTo>
                  <a:pt x="189115" y="40128"/>
                  <a:pt x="187864" y="40629"/>
                  <a:pt x="186727" y="41630"/>
                </a:cubicBezTo>
                <a:cubicBezTo>
                  <a:pt x="184861" y="43222"/>
                  <a:pt x="183451" y="45429"/>
                  <a:pt x="182496" y="48250"/>
                </a:cubicBezTo>
                <a:cubicBezTo>
                  <a:pt x="181040" y="52708"/>
                  <a:pt x="180312" y="57577"/>
                  <a:pt x="180312" y="62854"/>
                </a:cubicBezTo>
                <a:lnTo>
                  <a:pt x="180312" y="77527"/>
                </a:lnTo>
                <a:lnTo>
                  <a:pt x="180380" y="81349"/>
                </a:lnTo>
                <a:cubicBezTo>
                  <a:pt x="180335" y="83942"/>
                  <a:pt x="180494" y="85603"/>
                  <a:pt x="180858" y="86331"/>
                </a:cubicBezTo>
                <a:cubicBezTo>
                  <a:pt x="181404" y="87559"/>
                  <a:pt x="182223" y="88446"/>
                  <a:pt x="183315" y="88992"/>
                </a:cubicBezTo>
                <a:cubicBezTo>
                  <a:pt x="184316" y="89629"/>
                  <a:pt x="186113" y="89993"/>
                  <a:pt x="188706" y="90084"/>
                </a:cubicBezTo>
                <a:lnTo>
                  <a:pt x="188706" y="92541"/>
                </a:lnTo>
                <a:lnTo>
                  <a:pt x="154242" y="92541"/>
                </a:lnTo>
                <a:lnTo>
                  <a:pt x="154242" y="90084"/>
                </a:lnTo>
                <a:cubicBezTo>
                  <a:pt x="156972" y="89902"/>
                  <a:pt x="158860" y="89129"/>
                  <a:pt x="159906" y="87764"/>
                </a:cubicBezTo>
                <a:cubicBezTo>
                  <a:pt x="160862" y="86490"/>
                  <a:pt x="161339" y="83078"/>
                  <a:pt x="161339" y="77527"/>
                </a:cubicBezTo>
                <a:lnTo>
                  <a:pt x="161339" y="42244"/>
                </a:lnTo>
                <a:cubicBezTo>
                  <a:pt x="161294" y="38650"/>
                  <a:pt x="161112" y="36329"/>
                  <a:pt x="160793" y="35283"/>
                </a:cubicBezTo>
                <a:cubicBezTo>
                  <a:pt x="160293" y="34055"/>
                  <a:pt x="159633" y="33122"/>
                  <a:pt x="158814" y="32485"/>
                </a:cubicBezTo>
                <a:cubicBezTo>
                  <a:pt x="157904" y="31893"/>
                  <a:pt x="156380" y="31484"/>
                  <a:pt x="154242" y="31257"/>
                </a:cubicBezTo>
                <a:lnTo>
                  <a:pt x="154242" y="28731"/>
                </a:lnTo>
                <a:lnTo>
                  <a:pt x="180312" y="28731"/>
                </a:lnTo>
                <a:close/>
                <a:moveTo>
                  <a:pt x="244697" y="26821"/>
                </a:moveTo>
                <a:cubicBezTo>
                  <a:pt x="250202" y="26821"/>
                  <a:pt x="255366" y="28254"/>
                  <a:pt x="260189" y="31120"/>
                </a:cubicBezTo>
                <a:cubicBezTo>
                  <a:pt x="264920" y="34032"/>
                  <a:pt x="268560" y="38104"/>
                  <a:pt x="271108" y="43336"/>
                </a:cubicBezTo>
                <a:cubicBezTo>
                  <a:pt x="273565" y="48614"/>
                  <a:pt x="274793" y="54392"/>
                  <a:pt x="274793" y="60670"/>
                </a:cubicBezTo>
                <a:cubicBezTo>
                  <a:pt x="274748" y="69770"/>
                  <a:pt x="272450" y="77345"/>
                  <a:pt x="267900" y="83396"/>
                </a:cubicBezTo>
                <a:cubicBezTo>
                  <a:pt x="262304" y="90767"/>
                  <a:pt x="254638" y="94452"/>
                  <a:pt x="244902" y="94452"/>
                </a:cubicBezTo>
                <a:cubicBezTo>
                  <a:pt x="235256" y="94497"/>
                  <a:pt x="227863" y="91131"/>
                  <a:pt x="222722" y="84352"/>
                </a:cubicBezTo>
                <a:cubicBezTo>
                  <a:pt x="217535" y="77618"/>
                  <a:pt x="214942" y="69815"/>
                  <a:pt x="214942" y="60943"/>
                </a:cubicBezTo>
                <a:cubicBezTo>
                  <a:pt x="214942" y="51798"/>
                  <a:pt x="217603" y="43814"/>
                  <a:pt x="222927" y="36989"/>
                </a:cubicBezTo>
                <a:cubicBezTo>
                  <a:pt x="228159" y="30256"/>
                  <a:pt x="235416" y="26866"/>
                  <a:pt x="244697" y="26821"/>
                </a:cubicBezTo>
                <a:moveTo>
                  <a:pt x="244970" y="31666"/>
                </a:moveTo>
                <a:cubicBezTo>
                  <a:pt x="242650" y="31711"/>
                  <a:pt x="240670" y="32576"/>
                  <a:pt x="239033" y="34259"/>
                </a:cubicBezTo>
                <a:cubicBezTo>
                  <a:pt x="237304" y="36079"/>
                  <a:pt x="236212" y="39537"/>
                  <a:pt x="235757" y="44633"/>
                </a:cubicBezTo>
                <a:cubicBezTo>
                  <a:pt x="235211" y="49819"/>
                  <a:pt x="234938" y="57008"/>
                  <a:pt x="234938" y="66198"/>
                </a:cubicBezTo>
                <a:cubicBezTo>
                  <a:pt x="234938" y="71066"/>
                  <a:pt x="235256" y="75616"/>
                  <a:pt x="235893" y="79847"/>
                </a:cubicBezTo>
                <a:cubicBezTo>
                  <a:pt x="236348" y="83078"/>
                  <a:pt x="237417" y="85535"/>
                  <a:pt x="239101" y="87218"/>
                </a:cubicBezTo>
                <a:cubicBezTo>
                  <a:pt x="240693" y="88947"/>
                  <a:pt x="242559" y="89789"/>
                  <a:pt x="244697" y="89743"/>
                </a:cubicBezTo>
                <a:cubicBezTo>
                  <a:pt x="246744" y="89789"/>
                  <a:pt x="248450" y="89220"/>
                  <a:pt x="249815" y="88037"/>
                </a:cubicBezTo>
                <a:cubicBezTo>
                  <a:pt x="251544" y="86535"/>
                  <a:pt x="252727" y="84374"/>
                  <a:pt x="253364" y="81554"/>
                </a:cubicBezTo>
                <a:cubicBezTo>
                  <a:pt x="254229" y="77277"/>
                  <a:pt x="254684" y="68541"/>
                  <a:pt x="254729" y="55347"/>
                </a:cubicBezTo>
                <a:cubicBezTo>
                  <a:pt x="254729" y="47658"/>
                  <a:pt x="254297" y="42335"/>
                  <a:pt x="253432" y="39378"/>
                </a:cubicBezTo>
                <a:cubicBezTo>
                  <a:pt x="252522" y="36511"/>
                  <a:pt x="251249" y="34419"/>
                  <a:pt x="249611" y="33099"/>
                </a:cubicBezTo>
                <a:cubicBezTo>
                  <a:pt x="248428" y="32144"/>
                  <a:pt x="246881" y="31666"/>
                  <a:pt x="244970" y="31666"/>
                </a:cubicBezTo>
                <a:close/>
                <a:moveTo>
                  <a:pt x="314002" y="28731"/>
                </a:moveTo>
                <a:lnTo>
                  <a:pt x="314002" y="43200"/>
                </a:lnTo>
                <a:cubicBezTo>
                  <a:pt x="318187" y="36602"/>
                  <a:pt x="321895" y="32212"/>
                  <a:pt x="325126" y="30028"/>
                </a:cubicBezTo>
                <a:cubicBezTo>
                  <a:pt x="328310" y="27935"/>
                  <a:pt x="331382" y="26866"/>
                  <a:pt x="334339" y="26821"/>
                </a:cubicBezTo>
                <a:cubicBezTo>
                  <a:pt x="336841" y="26821"/>
                  <a:pt x="338889" y="27594"/>
                  <a:pt x="340481" y="29141"/>
                </a:cubicBezTo>
                <a:cubicBezTo>
                  <a:pt x="341982" y="30733"/>
                  <a:pt x="342733" y="32963"/>
                  <a:pt x="342733" y="35829"/>
                </a:cubicBezTo>
                <a:cubicBezTo>
                  <a:pt x="342688" y="38923"/>
                  <a:pt x="341960" y="41289"/>
                  <a:pt x="340549" y="42927"/>
                </a:cubicBezTo>
                <a:cubicBezTo>
                  <a:pt x="339048" y="44655"/>
                  <a:pt x="337251" y="45497"/>
                  <a:pt x="335158" y="45452"/>
                </a:cubicBezTo>
                <a:cubicBezTo>
                  <a:pt x="332746" y="45497"/>
                  <a:pt x="330654" y="44724"/>
                  <a:pt x="328879" y="43131"/>
                </a:cubicBezTo>
                <a:cubicBezTo>
                  <a:pt x="327105" y="41630"/>
                  <a:pt x="326058" y="40765"/>
                  <a:pt x="325740" y="40538"/>
                </a:cubicBezTo>
                <a:cubicBezTo>
                  <a:pt x="325239" y="40265"/>
                  <a:pt x="324716" y="40128"/>
                  <a:pt x="324170" y="40128"/>
                </a:cubicBezTo>
                <a:cubicBezTo>
                  <a:pt x="322805" y="40128"/>
                  <a:pt x="321554" y="40629"/>
                  <a:pt x="320417" y="41630"/>
                </a:cubicBezTo>
                <a:cubicBezTo>
                  <a:pt x="318551" y="43222"/>
                  <a:pt x="317141" y="45429"/>
                  <a:pt x="316185" y="48250"/>
                </a:cubicBezTo>
                <a:cubicBezTo>
                  <a:pt x="314730" y="52708"/>
                  <a:pt x="314002" y="57577"/>
                  <a:pt x="314002" y="62854"/>
                </a:cubicBezTo>
                <a:lnTo>
                  <a:pt x="314002" y="77527"/>
                </a:lnTo>
                <a:lnTo>
                  <a:pt x="314070" y="81349"/>
                </a:lnTo>
                <a:cubicBezTo>
                  <a:pt x="314024" y="83942"/>
                  <a:pt x="314184" y="85603"/>
                  <a:pt x="314548" y="86331"/>
                </a:cubicBezTo>
                <a:cubicBezTo>
                  <a:pt x="315094" y="87559"/>
                  <a:pt x="315912" y="88446"/>
                  <a:pt x="317004" y="88992"/>
                </a:cubicBezTo>
                <a:cubicBezTo>
                  <a:pt x="318005" y="89629"/>
                  <a:pt x="319802" y="89993"/>
                  <a:pt x="322396" y="90084"/>
                </a:cubicBezTo>
                <a:lnTo>
                  <a:pt x="322396" y="92541"/>
                </a:lnTo>
                <a:lnTo>
                  <a:pt x="287932" y="92541"/>
                </a:lnTo>
                <a:lnTo>
                  <a:pt x="287932" y="90084"/>
                </a:lnTo>
                <a:cubicBezTo>
                  <a:pt x="290662" y="89902"/>
                  <a:pt x="292550" y="89129"/>
                  <a:pt x="293596" y="87764"/>
                </a:cubicBezTo>
                <a:cubicBezTo>
                  <a:pt x="294552" y="86490"/>
                  <a:pt x="295029" y="83078"/>
                  <a:pt x="295029" y="77527"/>
                </a:cubicBezTo>
                <a:lnTo>
                  <a:pt x="295029" y="42244"/>
                </a:lnTo>
                <a:cubicBezTo>
                  <a:pt x="294984" y="38650"/>
                  <a:pt x="294802" y="36329"/>
                  <a:pt x="294483" y="35283"/>
                </a:cubicBezTo>
                <a:cubicBezTo>
                  <a:pt x="293983" y="34055"/>
                  <a:pt x="293323" y="33122"/>
                  <a:pt x="292504" y="32485"/>
                </a:cubicBezTo>
                <a:cubicBezTo>
                  <a:pt x="291594" y="31893"/>
                  <a:pt x="290070" y="31484"/>
                  <a:pt x="287932" y="31257"/>
                </a:cubicBezTo>
                <a:lnTo>
                  <a:pt x="287932" y="28731"/>
                </a:lnTo>
                <a:lnTo>
                  <a:pt x="314002" y="28731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Method:">
            <a:extLst xmlns:a="http://schemas.openxmlformats.org/drawingml/2006/main">
              <a:ext uri="{FF2B5EF4-FFF2-40B4-BE49-F238E27FC236}">
                <a16:creationId xmlns:a16="http://schemas.microsoft.com/office/drawing/2014/main" id="{F1038A19-0E15-49A3-84F9-B9287CA6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881" y="1005425"/>
            <a:ext cx="518085" cy="94497"/>
          </a:xfrm>
          <a:custGeom xmlns:a="http://schemas.openxmlformats.org/drawingml/2006/main">
            <a:pathLst>
              <a:path w="518085" h="94497">
                <a:moveTo>
                  <a:pt x="63810" y="61012"/>
                </a:moveTo>
                <a:lnTo>
                  <a:pt x="88924" y="0"/>
                </a:lnTo>
                <a:lnTo>
                  <a:pt x="126596" y="0"/>
                </a:lnTo>
                <a:lnTo>
                  <a:pt x="126596" y="2525"/>
                </a:lnTo>
                <a:lnTo>
                  <a:pt x="123593" y="2525"/>
                </a:lnTo>
                <a:cubicBezTo>
                  <a:pt x="120863" y="2525"/>
                  <a:pt x="118679" y="3003"/>
                  <a:pt x="117041" y="3958"/>
                </a:cubicBezTo>
                <a:cubicBezTo>
                  <a:pt x="115858" y="4595"/>
                  <a:pt x="114948" y="5664"/>
                  <a:pt x="114311" y="7166"/>
                </a:cubicBezTo>
                <a:cubicBezTo>
                  <a:pt x="113811" y="8303"/>
                  <a:pt x="113561" y="11147"/>
                  <a:pt x="113561" y="15697"/>
                </a:cubicBezTo>
                <a:lnTo>
                  <a:pt x="113561" y="76708"/>
                </a:lnTo>
                <a:cubicBezTo>
                  <a:pt x="113561" y="81485"/>
                  <a:pt x="113811" y="84443"/>
                  <a:pt x="114311" y="85580"/>
                </a:cubicBezTo>
                <a:cubicBezTo>
                  <a:pt x="114766" y="86763"/>
                  <a:pt x="115790" y="87787"/>
                  <a:pt x="117383" y="88651"/>
                </a:cubicBezTo>
                <a:cubicBezTo>
                  <a:pt x="118929" y="89561"/>
                  <a:pt x="121000" y="90016"/>
                  <a:pt x="123593" y="90016"/>
                </a:cubicBezTo>
                <a:lnTo>
                  <a:pt x="126596" y="90016"/>
                </a:lnTo>
                <a:lnTo>
                  <a:pt x="126596" y="92541"/>
                </a:lnTo>
                <a:lnTo>
                  <a:pt x="78278" y="92541"/>
                </a:lnTo>
                <a:lnTo>
                  <a:pt x="78278" y="90016"/>
                </a:lnTo>
                <a:lnTo>
                  <a:pt x="81281" y="90016"/>
                </a:lnTo>
                <a:cubicBezTo>
                  <a:pt x="84010" y="90016"/>
                  <a:pt x="86194" y="89538"/>
                  <a:pt x="87832" y="88583"/>
                </a:cubicBezTo>
                <a:cubicBezTo>
                  <a:pt x="88970" y="87991"/>
                  <a:pt x="89880" y="86899"/>
                  <a:pt x="90562" y="85307"/>
                </a:cubicBezTo>
                <a:cubicBezTo>
                  <a:pt x="91017" y="84215"/>
                  <a:pt x="91267" y="81349"/>
                  <a:pt x="91313" y="76708"/>
                </a:cubicBezTo>
                <a:lnTo>
                  <a:pt x="91313" y="8121"/>
                </a:lnTo>
                <a:lnTo>
                  <a:pt x="55825" y="92541"/>
                </a:lnTo>
                <a:lnTo>
                  <a:pt x="54187" y="92541"/>
                </a:lnTo>
                <a:lnTo>
                  <a:pt x="18153" y="8735"/>
                </a:lnTo>
                <a:lnTo>
                  <a:pt x="18153" y="73910"/>
                </a:lnTo>
                <a:cubicBezTo>
                  <a:pt x="18153" y="78505"/>
                  <a:pt x="18267" y="81303"/>
                  <a:pt x="18495" y="82304"/>
                </a:cubicBezTo>
                <a:cubicBezTo>
                  <a:pt x="19086" y="84579"/>
                  <a:pt x="20383" y="86422"/>
                  <a:pt x="22385" y="87832"/>
                </a:cubicBezTo>
                <a:cubicBezTo>
                  <a:pt x="24341" y="89288"/>
                  <a:pt x="27435" y="90016"/>
                  <a:pt x="31666" y="90016"/>
                </a:cubicBezTo>
                <a:lnTo>
                  <a:pt x="31666" y="92541"/>
                </a:lnTo>
                <a:lnTo>
                  <a:pt x="0" y="92541"/>
                </a:lnTo>
                <a:lnTo>
                  <a:pt x="0" y="90016"/>
                </a:lnTo>
                <a:lnTo>
                  <a:pt x="955" y="90016"/>
                </a:lnTo>
                <a:cubicBezTo>
                  <a:pt x="3003" y="90107"/>
                  <a:pt x="4914" y="89766"/>
                  <a:pt x="6688" y="88992"/>
                </a:cubicBezTo>
                <a:cubicBezTo>
                  <a:pt x="8462" y="88310"/>
                  <a:pt x="9805" y="87377"/>
                  <a:pt x="10715" y="86194"/>
                </a:cubicBezTo>
                <a:cubicBezTo>
                  <a:pt x="11579" y="85057"/>
                  <a:pt x="12284" y="83396"/>
                  <a:pt x="12830" y="81212"/>
                </a:cubicBezTo>
                <a:cubicBezTo>
                  <a:pt x="12876" y="80757"/>
                  <a:pt x="12921" y="78437"/>
                  <a:pt x="12967" y="74251"/>
                </a:cubicBezTo>
                <a:lnTo>
                  <a:pt x="12967" y="15697"/>
                </a:lnTo>
                <a:cubicBezTo>
                  <a:pt x="12921" y="11010"/>
                  <a:pt x="12671" y="8076"/>
                  <a:pt x="12216" y="6893"/>
                </a:cubicBezTo>
                <a:cubicBezTo>
                  <a:pt x="11716" y="5755"/>
                  <a:pt x="10692" y="4732"/>
                  <a:pt x="9145" y="3822"/>
                </a:cubicBezTo>
                <a:cubicBezTo>
                  <a:pt x="7553" y="2957"/>
                  <a:pt x="5482" y="2525"/>
                  <a:pt x="2935" y="2525"/>
                </a:cubicBezTo>
                <a:lnTo>
                  <a:pt x="0" y="2525"/>
                </a:lnTo>
                <a:lnTo>
                  <a:pt x="0" y="0"/>
                </a:lnTo>
                <a:lnTo>
                  <a:pt x="37808" y="0"/>
                </a:lnTo>
                <a:lnTo>
                  <a:pt x="63810" y="61012"/>
                </a:lnTo>
                <a:close/>
                <a:moveTo>
                  <a:pt x="195797" y="58350"/>
                </a:moveTo>
                <a:lnTo>
                  <a:pt x="160787" y="58350"/>
                </a:lnTo>
                <a:cubicBezTo>
                  <a:pt x="161196" y="66813"/>
                  <a:pt x="163448" y="73501"/>
                  <a:pt x="167543" y="78414"/>
                </a:cubicBezTo>
                <a:cubicBezTo>
                  <a:pt x="170637" y="82191"/>
                  <a:pt x="174413" y="84079"/>
                  <a:pt x="178872" y="84079"/>
                </a:cubicBezTo>
                <a:cubicBezTo>
                  <a:pt x="181556" y="84124"/>
                  <a:pt x="184036" y="83351"/>
                  <a:pt x="186311" y="81758"/>
                </a:cubicBezTo>
                <a:cubicBezTo>
                  <a:pt x="188540" y="80257"/>
                  <a:pt x="190929" y="77527"/>
                  <a:pt x="193477" y="73569"/>
                </a:cubicBezTo>
                <a:lnTo>
                  <a:pt x="195797" y="75070"/>
                </a:lnTo>
                <a:cubicBezTo>
                  <a:pt x="192294" y="82122"/>
                  <a:pt x="188472" y="87104"/>
                  <a:pt x="184332" y="90016"/>
                </a:cubicBezTo>
                <a:cubicBezTo>
                  <a:pt x="180146" y="92973"/>
                  <a:pt x="175300" y="94452"/>
                  <a:pt x="169795" y="94452"/>
                </a:cubicBezTo>
                <a:cubicBezTo>
                  <a:pt x="160286" y="94497"/>
                  <a:pt x="153121" y="90858"/>
                  <a:pt x="148298" y="83533"/>
                </a:cubicBezTo>
                <a:cubicBezTo>
                  <a:pt x="144385" y="77664"/>
                  <a:pt x="142429" y="70384"/>
                  <a:pt x="142429" y="61694"/>
                </a:cubicBezTo>
                <a:cubicBezTo>
                  <a:pt x="142383" y="51093"/>
                  <a:pt x="145272" y="42608"/>
                  <a:pt x="151096" y="36238"/>
                </a:cubicBezTo>
                <a:cubicBezTo>
                  <a:pt x="156829" y="29960"/>
                  <a:pt x="163562" y="26821"/>
                  <a:pt x="171297" y="26821"/>
                </a:cubicBezTo>
                <a:cubicBezTo>
                  <a:pt x="177757" y="26866"/>
                  <a:pt x="183376" y="29505"/>
                  <a:pt x="188153" y="34737"/>
                </a:cubicBezTo>
                <a:cubicBezTo>
                  <a:pt x="192840" y="40060"/>
                  <a:pt x="195387" y="47931"/>
                  <a:pt x="195797" y="58350"/>
                </a:cubicBezTo>
                <a:moveTo>
                  <a:pt x="179008" y="53778"/>
                </a:moveTo>
                <a:cubicBezTo>
                  <a:pt x="178963" y="46498"/>
                  <a:pt x="178576" y="41471"/>
                  <a:pt x="177848" y="38695"/>
                </a:cubicBezTo>
                <a:cubicBezTo>
                  <a:pt x="177029" y="36011"/>
                  <a:pt x="175778" y="33941"/>
                  <a:pt x="174095" y="32485"/>
                </a:cubicBezTo>
                <a:cubicBezTo>
                  <a:pt x="173094" y="31666"/>
                  <a:pt x="171820" y="31257"/>
                  <a:pt x="170273" y="31257"/>
                </a:cubicBezTo>
                <a:cubicBezTo>
                  <a:pt x="167862" y="31257"/>
                  <a:pt x="165928" y="32417"/>
                  <a:pt x="164472" y="34737"/>
                </a:cubicBezTo>
                <a:cubicBezTo>
                  <a:pt x="161788" y="38832"/>
                  <a:pt x="160446" y="44382"/>
                  <a:pt x="160446" y="51389"/>
                </a:cubicBezTo>
                <a:lnTo>
                  <a:pt x="160446" y="53778"/>
                </a:lnTo>
                <a:lnTo>
                  <a:pt x="179008" y="53778"/>
                </a:lnTo>
                <a:close/>
                <a:moveTo>
                  <a:pt x="233842" y="5391"/>
                </a:moveTo>
                <a:lnTo>
                  <a:pt x="233842" y="28731"/>
                </a:lnTo>
                <a:lnTo>
                  <a:pt x="248993" y="28731"/>
                </a:lnTo>
                <a:lnTo>
                  <a:pt x="248993" y="35488"/>
                </a:lnTo>
                <a:lnTo>
                  <a:pt x="233842" y="35488"/>
                </a:lnTo>
                <a:lnTo>
                  <a:pt x="233842" y="74865"/>
                </a:lnTo>
                <a:cubicBezTo>
                  <a:pt x="233842" y="78596"/>
                  <a:pt x="234024" y="80962"/>
                  <a:pt x="234388" y="81963"/>
                </a:cubicBezTo>
                <a:cubicBezTo>
                  <a:pt x="234661" y="83100"/>
                  <a:pt x="235253" y="83965"/>
                  <a:pt x="236163" y="84556"/>
                </a:cubicBezTo>
                <a:cubicBezTo>
                  <a:pt x="236982" y="85239"/>
                  <a:pt x="237778" y="85580"/>
                  <a:pt x="238551" y="85580"/>
                </a:cubicBezTo>
                <a:cubicBezTo>
                  <a:pt x="241463" y="85580"/>
                  <a:pt x="244261" y="83328"/>
                  <a:pt x="246946" y="78824"/>
                </a:cubicBezTo>
                <a:lnTo>
                  <a:pt x="248993" y="80325"/>
                </a:lnTo>
                <a:cubicBezTo>
                  <a:pt x="245262" y="89061"/>
                  <a:pt x="239279" y="93428"/>
                  <a:pt x="231044" y="93428"/>
                </a:cubicBezTo>
                <a:cubicBezTo>
                  <a:pt x="226995" y="93428"/>
                  <a:pt x="223583" y="92291"/>
                  <a:pt x="220807" y="90016"/>
                </a:cubicBezTo>
                <a:cubicBezTo>
                  <a:pt x="217941" y="87832"/>
                  <a:pt x="216144" y="85330"/>
                  <a:pt x="215416" y="82509"/>
                </a:cubicBezTo>
                <a:cubicBezTo>
                  <a:pt x="214916" y="80962"/>
                  <a:pt x="214688" y="76776"/>
                  <a:pt x="214734" y="69952"/>
                </a:cubicBezTo>
                <a:lnTo>
                  <a:pt x="214734" y="35488"/>
                </a:lnTo>
                <a:lnTo>
                  <a:pt x="206408" y="35488"/>
                </a:lnTo>
                <a:lnTo>
                  <a:pt x="206408" y="33099"/>
                </a:lnTo>
                <a:cubicBezTo>
                  <a:pt x="212140" y="29095"/>
                  <a:pt x="217031" y="24841"/>
                  <a:pt x="221080" y="20337"/>
                </a:cubicBezTo>
                <a:cubicBezTo>
                  <a:pt x="225084" y="15924"/>
                  <a:pt x="228587" y="10942"/>
                  <a:pt x="231590" y="5391"/>
                </a:cubicBezTo>
                <a:lnTo>
                  <a:pt x="233842" y="5391"/>
                </a:lnTo>
                <a:close/>
                <a:moveTo>
                  <a:pt x="283208" y="0"/>
                </a:moveTo>
                <a:lnTo>
                  <a:pt x="283208" y="36921"/>
                </a:lnTo>
                <a:cubicBezTo>
                  <a:pt x="286666" y="33281"/>
                  <a:pt x="289873" y="30665"/>
                  <a:pt x="292830" y="29073"/>
                </a:cubicBezTo>
                <a:cubicBezTo>
                  <a:pt x="295742" y="27571"/>
                  <a:pt x="298768" y="26821"/>
                  <a:pt x="301907" y="26821"/>
                </a:cubicBezTo>
                <a:cubicBezTo>
                  <a:pt x="305911" y="26866"/>
                  <a:pt x="309346" y="28003"/>
                  <a:pt x="312212" y="30233"/>
                </a:cubicBezTo>
                <a:cubicBezTo>
                  <a:pt x="314987" y="32508"/>
                  <a:pt x="316876" y="35169"/>
                  <a:pt x="317877" y="38218"/>
                </a:cubicBezTo>
                <a:cubicBezTo>
                  <a:pt x="318741" y="41311"/>
                  <a:pt x="319196" y="46498"/>
                  <a:pt x="319241" y="53778"/>
                </a:cubicBezTo>
                <a:lnTo>
                  <a:pt x="319241" y="78687"/>
                </a:lnTo>
                <a:cubicBezTo>
                  <a:pt x="319241" y="83601"/>
                  <a:pt x="319696" y="86626"/>
                  <a:pt x="320606" y="87764"/>
                </a:cubicBezTo>
                <a:cubicBezTo>
                  <a:pt x="321471" y="88992"/>
                  <a:pt x="323313" y="89766"/>
                  <a:pt x="326134" y="90084"/>
                </a:cubicBezTo>
                <a:lnTo>
                  <a:pt x="326134" y="92541"/>
                </a:lnTo>
                <a:lnTo>
                  <a:pt x="293786" y="92541"/>
                </a:lnTo>
                <a:lnTo>
                  <a:pt x="293786" y="90084"/>
                </a:lnTo>
                <a:cubicBezTo>
                  <a:pt x="296015" y="89766"/>
                  <a:pt x="297721" y="88856"/>
                  <a:pt x="298904" y="87354"/>
                </a:cubicBezTo>
                <a:cubicBezTo>
                  <a:pt x="299723" y="86217"/>
                  <a:pt x="300133" y="83328"/>
                  <a:pt x="300133" y="78687"/>
                </a:cubicBezTo>
                <a:lnTo>
                  <a:pt x="300133" y="50229"/>
                </a:lnTo>
                <a:cubicBezTo>
                  <a:pt x="300133" y="44997"/>
                  <a:pt x="299928" y="41675"/>
                  <a:pt x="299518" y="40265"/>
                </a:cubicBezTo>
                <a:cubicBezTo>
                  <a:pt x="299109" y="38991"/>
                  <a:pt x="298427" y="37945"/>
                  <a:pt x="297471" y="37126"/>
                </a:cubicBezTo>
                <a:cubicBezTo>
                  <a:pt x="296425" y="36398"/>
                  <a:pt x="295310" y="36034"/>
                  <a:pt x="294127" y="36034"/>
                </a:cubicBezTo>
                <a:cubicBezTo>
                  <a:pt x="292262" y="36034"/>
                  <a:pt x="290487" y="36648"/>
                  <a:pt x="288804" y="37876"/>
                </a:cubicBezTo>
                <a:cubicBezTo>
                  <a:pt x="287030" y="39196"/>
                  <a:pt x="285164" y="41402"/>
                  <a:pt x="283208" y="44496"/>
                </a:cubicBezTo>
                <a:lnTo>
                  <a:pt x="283208" y="78687"/>
                </a:lnTo>
                <a:cubicBezTo>
                  <a:pt x="283208" y="83282"/>
                  <a:pt x="283549" y="86126"/>
                  <a:pt x="284231" y="87218"/>
                </a:cubicBezTo>
                <a:cubicBezTo>
                  <a:pt x="285096" y="88810"/>
                  <a:pt x="286870" y="89766"/>
                  <a:pt x="289555" y="90084"/>
                </a:cubicBezTo>
                <a:lnTo>
                  <a:pt x="289555" y="92541"/>
                </a:lnTo>
                <a:lnTo>
                  <a:pt x="257206" y="92541"/>
                </a:lnTo>
                <a:lnTo>
                  <a:pt x="257206" y="90084"/>
                </a:lnTo>
                <a:cubicBezTo>
                  <a:pt x="259845" y="89811"/>
                  <a:pt x="261756" y="88947"/>
                  <a:pt x="262939" y="87491"/>
                </a:cubicBezTo>
                <a:cubicBezTo>
                  <a:pt x="263667" y="86490"/>
                  <a:pt x="264053" y="83555"/>
                  <a:pt x="264099" y="78687"/>
                </a:cubicBezTo>
                <a:lnTo>
                  <a:pt x="264099" y="13854"/>
                </a:lnTo>
                <a:cubicBezTo>
                  <a:pt x="264099" y="9031"/>
                  <a:pt x="263667" y="6028"/>
                  <a:pt x="262802" y="4845"/>
                </a:cubicBezTo>
                <a:cubicBezTo>
                  <a:pt x="261847" y="3708"/>
                  <a:pt x="259981" y="2935"/>
                  <a:pt x="257206" y="2525"/>
                </a:cubicBezTo>
                <a:lnTo>
                  <a:pt x="257206" y="0"/>
                </a:lnTo>
                <a:lnTo>
                  <a:pt x="283208" y="0"/>
                </a:lnTo>
                <a:close/>
                <a:moveTo>
                  <a:pt x="366233" y="26821"/>
                </a:moveTo>
                <a:cubicBezTo>
                  <a:pt x="371738" y="26821"/>
                  <a:pt x="376902" y="28254"/>
                  <a:pt x="381725" y="31120"/>
                </a:cubicBezTo>
                <a:cubicBezTo>
                  <a:pt x="386456" y="34032"/>
                  <a:pt x="390096" y="38104"/>
                  <a:pt x="392644" y="43336"/>
                </a:cubicBezTo>
                <a:cubicBezTo>
                  <a:pt x="395101" y="48614"/>
                  <a:pt x="396329" y="54392"/>
                  <a:pt x="396329" y="60670"/>
                </a:cubicBezTo>
                <a:cubicBezTo>
                  <a:pt x="396284" y="69770"/>
                  <a:pt x="393986" y="77345"/>
                  <a:pt x="389437" y="83396"/>
                </a:cubicBezTo>
                <a:cubicBezTo>
                  <a:pt x="383840" y="90767"/>
                  <a:pt x="376174" y="94452"/>
                  <a:pt x="366438" y="94452"/>
                </a:cubicBezTo>
                <a:cubicBezTo>
                  <a:pt x="356792" y="94497"/>
                  <a:pt x="349399" y="91131"/>
                  <a:pt x="344258" y="84352"/>
                </a:cubicBezTo>
                <a:cubicBezTo>
                  <a:pt x="339071" y="77618"/>
                  <a:pt x="336478" y="69815"/>
                  <a:pt x="336478" y="60943"/>
                </a:cubicBezTo>
                <a:cubicBezTo>
                  <a:pt x="336478" y="51798"/>
                  <a:pt x="339139" y="43814"/>
                  <a:pt x="344463" y="36989"/>
                </a:cubicBezTo>
                <a:cubicBezTo>
                  <a:pt x="349695" y="30256"/>
                  <a:pt x="356952" y="26866"/>
                  <a:pt x="366233" y="26821"/>
                </a:cubicBezTo>
                <a:moveTo>
                  <a:pt x="366506" y="31666"/>
                </a:moveTo>
                <a:cubicBezTo>
                  <a:pt x="364186" y="31711"/>
                  <a:pt x="362206" y="32576"/>
                  <a:pt x="360569" y="34259"/>
                </a:cubicBezTo>
                <a:cubicBezTo>
                  <a:pt x="358840" y="36079"/>
                  <a:pt x="357748" y="39537"/>
                  <a:pt x="357293" y="44633"/>
                </a:cubicBezTo>
                <a:cubicBezTo>
                  <a:pt x="356747" y="49819"/>
                  <a:pt x="356474" y="57008"/>
                  <a:pt x="356474" y="66198"/>
                </a:cubicBezTo>
                <a:cubicBezTo>
                  <a:pt x="356474" y="71066"/>
                  <a:pt x="356792" y="75616"/>
                  <a:pt x="357429" y="79847"/>
                </a:cubicBezTo>
                <a:cubicBezTo>
                  <a:pt x="357884" y="83078"/>
                  <a:pt x="358953" y="85535"/>
                  <a:pt x="360637" y="87218"/>
                </a:cubicBezTo>
                <a:cubicBezTo>
                  <a:pt x="362229" y="88947"/>
                  <a:pt x="364095" y="89789"/>
                  <a:pt x="366233" y="89743"/>
                </a:cubicBezTo>
                <a:cubicBezTo>
                  <a:pt x="368280" y="89789"/>
                  <a:pt x="369986" y="89220"/>
                  <a:pt x="371351" y="88037"/>
                </a:cubicBezTo>
                <a:cubicBezTo>
                  <a:pt x="373080" y="86535"/>
                  <a:pt x="374263" y="84374"/>
                  <a:pt x="374900" y="81554"/>
                </a:cubicBezTo>
                <a:cubicBezTo>
                  <a:pt x="375765" y="77277"/>
                  <a:pt x="376220" y="68541"/>
                  <a:pt x="376265" y="55347"/>
                </a:cubicBezTo>
                <a:cubicBezTo>
                  <a:pt x="376265" y="47658"/>
                  <a:pt x="375833" y="42335"/>
                  <a:pt x="374968" y="39378"/>
                </a:cubicBezTo>
                <a:cubicBezTo>
                  <a:pt x="374058" y="36511"/>
                  <a:pt x="372785" y="34419"/>
                  <a:pt x="371147" y="33099"/>
                </a:cubicBezTo>
                <a:cubicBezTo>
                  <a:pt x="369964" y="32144"/>
                  <a:pt x="368417" y="31666"/>
                  <a:pt x="366506" y="31666"/>
                </a:cubicBezTo>
                <a:close/>
                <a:moveTo>
                  <a:pt x="471162" y="0"/>
                </a:moveTo>
                <a:lnTo>
                  <a:pt x="471162" y="73432"/>
                </a:lnTo>
                <a:cubicBezTo>
                  <a:pt x="471162" y="78437"/>
                  <a:pt x="471298" y="81372"/>
                  <a:pt x="471571" y="82236"/>
                </a:cubicBezTo>
                <a:cubicBezTo>
                  <a:pt x="471890" y="83737"/>
                  <a:pt x="472595" y="84852"/>
                  <a:pt x="473687" y="85580"/>
                </a:cubicBezTo>
                <a:cubicBezTo>
                  <a:pt x="474688" y="86354"/>
                  <a:pt x="476462" y="86808"/>
                  <a:pt x="479010" y="86945"/>
                </a:cubicBezTo>
                <a:lnTo>
                  <a:pt x="479010" y="89197"/>
                </a:lnTo>
                <a:lnTo>
                  <a:pt x="452053" y="94452"/>
                </a:lnTo>
                <a:lnTo>
                  <a:pt x="452053" y="84352"/>
                </a:lnTo>
                <a:cubicBezTo>
                  <a:pt x="448823" y="88264"/>
                  <a:pt x="445956" y="90926"/>
                  <a:pt x="443454" y="92336"/>
                </a:cubicBezTo>
                <a:cubicBezTo>
                  <a:pt x="440906" y="93792"/>
                  <a:pt x="438040" y="94497"/>
                  <a:pt x="434855" y="94452"/>
                </a:cubicBezTo>
                <a:cubicBezTo>
                  <a:pt x="426665" y="94497"/>
                  <a:pt x="420228" y="90858"/>
                  <a:pt x="415541" y="83533"/>
                </a:cubicBezTo>
                <a:cubicBezTo>
                  <a:pt x="411720" y="77618"/>
                  <a:pt x="409809" y="70361"/>
                  <a:pt x="409809" y="61762"/>
                </a:cubicBezTo>
                <a:cubicBezTo>
                  <a:pt x="409763" y="54892"/>
                  <a:pt x="410946" y="48727"/>
                  <a:pt x="413358" y="43268"/>
                </a:cubicBezTo>
                <a:cubicBezTo>
                  <a:pt x="415678" y="37899"/>
                  <a:pt x="418931" y="33804"/>
                  <a:pt x="423117" y="30984"/>
                </a:cubicBezTo>
                <a:cubicBezTo>
                  <a:pt x="427211" y="28208"/>
                  <a:pt x="431625" y="26821"/>
                  <a:pt x="436356" y="26821"/>
                </a:cubicBezTo>
                <a:cubicBezTo>
                  <a:pt x="439359" y="26866"/>
                  <a:pt x="442066" y="27458"/>
                  <a:pt x="444478" y="28595"/>
                </a:cubicBezTo>
                <a:cubicBezTo>
                  <a:pt x="446843" y="29823"/>
                  <a:pt x="449368" y="31893"/>
                  <a:pt x="452053" y="34805"/>
                </a:cubicBezTo>
                <a:lnTo>
                  <a:pt x="452053" y="15560"/>
                </a:lnTo>
                <a:cubicBezTo>
                  <a:pt x="452053" y="10737"/>
                  <a:pt x="451848" y="7803"/>
                  <a:pt x="451439" y="6756"/>
                </a:cubicBezTo>
                <a:cubicBezTo>
                  <a:pt x="450893" y="5482"/>
                  <a:pt x="450074" y="4504"/>
                  <a:pt x="448982" y="3822"/>
                </a:cubicBezTo>
                <a:cubicBezTo>
                  <a:pt x="447890" y="3230"/>
                  <a:pt x="445842" y="2912"/>
                  <a:pt x="442840" y="2866"/>
                </a:cubicBezTo>
                <a:lnTo>
                  <a:pt x="442840" y="0"/>
                </a:lnTo>
                <a:lnTo>
                  <a:pt x="471162" y="0"/>
                </a:lnTo>
                <a:moveTo>
                  <a:pt x="452053" y="43268"/>
                </a:moveTo>
                <a:cubicBezTo>
                  <a:pt x="448641" y="36807"/>
                  <a:pt x="444523" y="33577"/>
                  <a:pt x="439700" y="33577"/>
                </a:cubicBezTo>
                <a:cubicBezTo>
                  <a:pt x="437971" y="33622"/>
                  <a:pt x="436584" y="34077"/>
                  <a:pt x="435537" y="34942"/>
                </a:cubicBezTo>
                <a:cubicBezTo>
                  <a:pt x="433808" y="36398"/>
                  <a:pt x="432444" y="38877"/>
                  <a:pt x="431443" y="42381"/>
                </a:cubicBezTo>
                <a:cubicBezTo>
                  <a:pt x="430351" y="45975"/>
                  <a:pt x="429805" y="51412"/>
                  <a:pt x="429805" y="58691"/>
                </a:cubicBezTo>
                <a:cubicBezTo>
                  <a:pt x="429805" y="66744"/>
                  <a:pt x="430396" y="72704"/>
                  <a:pt x="431579" y="76572"/>
                </a:cubicBezTo>
                <a:cubicBezTo>
                  <a:pt x="432717" y="80484"/>
                  <a:pt x="434332" y="83282"/>
                  <a:pt x="436425" y="84966"/>
                </a:cubicBezTo>
                <a:cubicBezTo>
                  <a:pt x="437425" y="85876"/>
                  <a:pt x="438859" y="86308"/>
                  <a:pt x="440724" y="86263"/>
                </a:cubicBezTo>
                <a:cubicBezTo>
                  <a:pt x="444728" y="86263"/>
                  <a:pt x="448504" y="83123"/>
                  <a:pt x="452053" y="76845"/>
                </a:cubicBezTo>
                <a:lnTo>
                  <a:pt x="452053" y="43268"/>
                </a:lnTo>
                <a:close/>
                <a:moveTo>
                  <a:pt x="506757" y="26889"/>
                </a:moveTo>
                <a:cubicBezTo>
                  <a:pt x="509850" y="26889"/>
                  <a:pt x="512535" y="27981"/>
                  <a:pt x="514810" y="30165"/>
                </a:cubicBezTo>
                <a:cubicBezTo>
                  <a:pt x="516994" y="32439"/>
                  <a:pt x="518085" y="35124"/>
                  <a:pt x="518085" y="38218"/>
                </a:cubicBezTo>
                <a:cubicBezTo>
                  <a:pt x="518085" y="41357"/>
                  <a:pt x="516994" y="44018"/>
                  <a:pt x="514810" y="46202"/>
                </a:cubicBezTo>
                <a:cubicBezTo>
                  <a:pt x="512535" y="48477"/>
                  <a:pt x="509850" y="49592"/>
                  <a:pt x="506757" y="49546"/>
                </a:cubicBezTo>
                <a:cubicBezTo>
                  <a:pt x="503617" y="49592"/>
                  <a:pt x="500956" y="48477"/>
                  <a:pt x="498772" y="46202"/>
                </a:cubicBezTo>
                <a:cubicBezTo>
                  <a:pt x="496497" y="44018"/>
                  <a:pt x="495382" y="41357"/>
                  <a:pt x="495428" y="38218"/>
                </a:cubicBezTo>
                <a:cubicBezTo>
                  <a:pt x="495382" y="35124"/>
                  <a:pt x="496497" y="32439"/>
                  <a:pt x="498772" y="30165"/>
                </a:cubicBezTo>
                <a:cubicBezTo>
                  <a:pt x="500956" y="27981"/>
                  <a:pt x="503617" y="26889"/>
                  <a:pt x="506757" y="26889"/>
                </a:cubicBezTo>
                <a:moveTo>
                  <a:pt x="506688" y="71521"/>
                </a:moveTo>
                <a:cubicBezTo>
                  <a:pt x="509828" y="71521"/>
                  <a:pt x="512535" y="72636"/>
                  <a:pt x="514810" y="74865"/>
                </a:cubicBezTo>
                <a:cubicBezTo>
                  <a:pt x="516994" y="77140"/>
                  <a:pt x="518085" y="79825"/>
                  <a:pt x="518085" y="82918"/>
                </a:cubicBezTo>
                <a:cubicBezTo>
                  <a:pt x="518085" y="86058"/>
                  <a:pt x="516971" y="88719"/>
                  <a:pt x="514741" y="90903"/>
                </a:cubicBezTo>
                <a:cubicBezTo>
                  <a:pt x="512467" y="93178"/>
                  <a:pt x="509782" y="94293"/>
                  <a:pt x="506688" y="94247"/>
                </a:cubicBezTo>
                <a:cubicBezTo>
                  <a:pt x="503549" y="94293"/>
                  <a:pt x="500888" y="93178"/>
                  <a:pt x="498704" y="90903"/>
                </a:cubicBezTo>
                <a:cubicBezTo>
                  <a:pt x="496429" y="88719"/>
                  <a:pt x="495314" y="86058"/>
                  <a:pt x="495360" y="82918"/>
                </a:cubicBezTo>
                <a:cubicBezTo>
                  <a:pt x="495314" y="79825"/>
                  <a:pt x="496429" y="77140"/>
                  <a:pt x="498704" y="74865"/>
                </a:cubicBezTo>
                <a:cubicBezTo>
                  <a:pt x="500888" y="72636"/>
                  <a:pt x="503549" y="71521"/>
                  <a:pt x="506688" y="71521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SQL">
            <a:extLst xmlns:a="http://schemas.openxmlformats.org/drawingml/2006/main">
              <a:ext uri="{FF2B5EF4-FFF2-40B4-BE49-F238E27FC236}">
                <a16:creationId xmlns:a16="http://schemas.microsoft.com/office/drawing/2014/main" id="{5965C911-704C-4513-B152-62C3616D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539" y="1003309"/>
            <a:ext cx="269390" cy="119953"/>
          </a:xfrm>
          <a:custGeom xmlns:a="http://schemas.openxmlformats.org/drawingml/2006/main">
            <a:pathLst>
              <a:path w="269390" h="119953">
                <a:moveTo>
                  <a:pt x="58418" y="0"/>
                </a:moveTo>
                <a:lnTo>
                  <a:pt x="59169" y="30847"/>
                </a:lnTo>
                <a:lnTo>
                  <a:pt x="56371" y="30847"/>
                </a:lnTo>
                <a:cubicBezTo>
                  <a:pt x="55006" y="23158"/>
                  <a:pt x="51776" y="16925"/>
                  <a:pt x="46680" y="12148"/>
                </a:cubicBezTo>
                <a:cubicBezTo>
                  <a:pt x="41493" y="7462"/>
                  <a:pt x="35897" y="5118"/>
                  <a:pt x="29892" y="5118"/>
                </a:cubicBezTo>
                <a:cubicBezTo>
                  <a:pt x="25205" y="5118"/>
                  <a:pt x="21543" y="6347"/>
                  <a:pt x="18904" y="8804"/>
                </a:cubicBezTo>
                <a:cubicBezTo>
                  <a:pt x="16174" y="11352"/>
                  <a:pt x="14809" y="14218"/>
                  <a:pt x="14809" y="17403"/>
                </a:cubicBezTo>
                <a:cubicBezTo>
                  <a:pt x="14809" y="19496"/>
                  <a:pt x="15287" y="21315"/>
                  <a:pt x="16242" y="22862"/>
                </a:cubicBezTo>
                <a:cubicBezTo>
                  <a:pt x="17516" y="25001"/>
                  <a:pt x="19632" y="27116"/>
                  <a:pt x="22589" y="29209"/>
                </a:cubicBezTo>
                <a:cubicBezTo>
                  <a:pt x="24682" y="30711"/>
                  <a:pt x="29619" y="33372"/>
                  <a:pt x="37399" y="37194"/>
                </a:cubicBezTo>
                <a:cubicBezTo>
                  <a:pt x="48227" y="42563"/>
                  <a:pt x="55529" y="47590"/>
                  <a:pt x="59305" y="52276"/>
                </a:cubicBezTo>
                <a:cubicBezTo>
                  <a:pt x="63036" y="57053"/>
                  <a:pt x="64902" y="62468"/>
                  <a:pt x="64902" y="68519"/>
                </a:cubicBezTo>
                <a:cubicBezTo>
                  <a:pt x="64902" y="76299"/>
                  <a:pt x="61899" y="82941"/>
                  <a:pt x="55893" y="88446"/>
                </a:cubicBezTo>
                <a:cubicBezTo>
                  <a:pt x="49797" y="94043"/>
                  <a:pt x="42130" y="96841"/>
                  <a:pt x="32894" y="96841"/>
                </a:cubicBezTo>
                <a:cubicBezTo>
                  <a:pt x="29937" y="96886"/>
                  <a:pt x="27185" y="96590"/>
                  <a:pt x="24637" y="95953"/>
                </a:cubicBezTo>
                <a:cubicBezTo>
                  <a:pt x="21998" y="95362"/>
                  <a:pt x="18745" y="94247"/>
                  <a:pt x="14878" y="92609"/>
                </a:cubicBezTo>
                <a:cubicBezTo>
                  <a:pt x="12694" y="91745"/>
                  <a:pt x="10897" y="91290"/>
                  <a:pt x="9486" y="91244"/>
                </a:cubicBezTo>
                <a:cubicBezTo>
                  <a:pt x="8258" y="91290"/>
                  <a:pt x="7007" y="91745"/>
                  <a:pt x="5733" y="92609"/>
                </a:cubicBezTo>
                <a:cubicBezTo>
                  <a:pt x="4413" y="93565"/>
                  <a:pt x="3344" y="94952"/>
                  <a:pt x="2525" y="96772"/>
                </a:cubicBezTo>
                <a:lnTo>
                  <a:pt x="0" y="96772"/>
                </a:lnTo>
                <a:lnTo>
                  <a:pt x="0" y="61831"/>
                </a:lnTo>
                <a:lnTo>
                  <a:pt x="2525" y="61831"/>
                </a:lnTo>
                <a:cubicBezTo>
                  <a:pt x="4481" y="71703"/>
                  <a:pt x="8349" y="79188"/>
                  <a:pt x="14127" y="84283"/>
                </a:cubicBezTo>
                <a:cubicBezTo>
                  <a:pt x="19768" y="89470"/>
                  <a:pt x="25911" y="92063"/>
                  <a:pt x="32553" y="92063"/>
                </a:cubicBezTo>
                <a:cubicBezTo>
                  <a:pt x="37603" y="92109"/>
                  <a:pt x="41675" y="90721"/>
                  <a:pt x="44769" y="87900"/>
                </a:cubicBezTo>
                <a:cubicBezTo>
                  <a:pt x="47772" y="85125"/>
                  <a:pt x="49273" y="81895"/>
                  <a:pt x="49273" y="78210"/>
                </a:cubicBezTo>
                <a:cubicBezTo>
                  <a:pt x="49273" y="76026"/>
                  <a:pt x="48705" y="73910"/>
                  <a:pt x="47567" y="71863"/>
                </a:cubicBezTo>
                <a:cubicBezTo>
                  <a:pt x="46384" y="69815"/>
                  <a:pt x="44610" y="67859"/>
                  <a:pt x="42244" y="65994"/>
                </a:cubicBezTo>
                <a:cubicBezTo>
                  <a:pt x="39833" y="64174"/>
                  <a:pt x="35647" y="61785"/>
                  <a:pt x="29687" y="58828"/>
                </a:cubicBezTo>
                <a:cubicBezTo>
                  <a:pt x="21270" y="54733"/>
                  <a:pt x="15219" y="51207"/>
                  <a:pt x="11534" y="48250"/>
                </a:cubicBezTo>
                <a:cubicBezTo>
                  <a:pt x="7848" y="45383"/>
                  <a:pt x="5027" y="42130"/>
                  <a:pt x="3071" y="38491"/>
                </a:cubicBezTo>
                <a:cubicBezTo>
                  <a:pt x="1069" y="34896"/>
                  <a:pt x="68" y="30938"/>
                  <a:pt x="68" y="26616"/>
                </a:cubicBezTo>
                <a:cubicBezTo>
                  <a:pt x="68" y="19245"/>
                  <a:pt x="2775" y="12967"/>
                  <a:pt x="8189" y="7780"/>
                </a:cubicBezTo>
                <a:cubicBezTo>
                  <a:pt x="13558" y="2593"/>
                  <a:pt x="20383" y="0"/>
                  <a:pt x="28663" y="0"/>
                </a:cubicBezTo>
                <a:cubicBezTo>
                  <a:pt x="31666" y="0"/>
                  <a:pt x="34578" y="364"/>
                  <a:pt x="37399" y="1092"/>
                </a:cubicBezTo>
                <a:cubicBezTo>
                  <a:pt x="39491" y="1683"/>
                  <a:pt x="42108" y="2684"/>
                  <a:pt x="45247" y="4095"/>
                </a:cubicBezTo>
                <a:cubicBezTo>
                  <a:pt x="48295" y="5596"/>
                  <a:pt x="50434" y="6347"/>
                  <a:pt x="51662" y="6347"/>
                </a:cubicBezTo>
                <a:cubicBezTo>
                  <a:pt x="52799" y="6392"/>
                  <a:pt x="53732" y="6028"/>
                  <a:pt x="54460" y="5255"/>
                </a:cubicBezTo>
                <a:cubicBezTo>
                  <a:pt x="55097" y="4572"/>
                  <a:pt x="55734" y="2821"/>
                  <a:pt x="56371" y="0"/>
                </a:cubicBezTo>
                <a:lnTo>
                  <a:pt x="58418" y="0"/>
                </a:lnTo>
                <a:close/>
                <a:moveTo>
                  <a:pt x="138645" y="95476"/>
                </a:moveTo>
                <a:cubicBezTo>
                  <a:pt x="140693" y="101572"/>
                  <a:pt x="143946" y="106122"/>
                  <a:pt x="148404" y="109125"/>
                </a:cubicBezTo>
                <a:cubicBezTo>
                  <a:pt x="152817" y="112219"/>
                  <a:pt x="158345" y="113743"/>
                  <a:pt x="164988" y="113697"/>
                </a:cubicBezTo>
                <a:cubicBezTo>
                  <a:pt x="166808" y="113697"/>
                  <a:pt x="168741" y="113515"/>
                  <a:pt x="170789" y="113151"/>
                </a:cubicBezTo>
                <a:lnTo>
                  <a:pt x="170789" y="117314"/>
                </a:lnTo>
                <a:cubicBezTo>
                  <a:pt x="163873" y="119043"/>
                  <a:pt x="157731" y="119908"/>
                  <a:pt x="152363" y="119908"/>
                </a:cubicBezTo>
                <a:cubicBezTo>
                  <a:pt x="143855" y="119953"/>
                  <a:pt x="136302" y="117883"/>
                  <a:pt x="129705" y="113697"/>
                </a:cubicBezTo>
                <a:cubicBezTo>
                  <a:pt x="122971" y="109557"/>
                  <a:pt x="117944" y="103483"/>
                  <a:pt x="114623" y="95476"/>
                </a:cubicBezTo>
                <a:cubicBezTo>
                  <a:pt x="103430" y="93110"/>
                  <a:pt x="94422" y="87627"/>
                  <a:pt x="87597" y="79028"/>
                </a:cubicBezTo>
                <a:cubicBezTo>
                  <a:pt x="80682" y="70475"/>
                  <a:pt x="77247" y="60215"/>
                  <a:pt x="77292" y="48250"/>
                </a:cubicBezTo>
                <a:cubicBezTo>
                  <a:pt x="77292" y="34464"/>
                  <a:pt x="81933" y="22953"/>
                  <a:pt x="91214" y="13717"/>
                </a:cubicBezTo>
                <a:cubicBezTo>
                  <a:pt x="100496" y="4572"/>
                  <a:pt x="112280" y="0"/>
                  <a:pt x="126566" y="0"/>
                </a:cubicBezTo>
                <a:cubicBezTo>
                  <a:pt x="140806" y="0"/>
                  <a:pt x="152545" y="4595"/>
                  <a:pt x="161780" y="13786"/>
                </a:cubicBezTo>
                <a:cubicBezTo>
                  <a:pt x="170971" y="23022"/>
                  <a:pt x="175589" y="34510"/>
                  <a:pt x="175634" y="48250"/>
                </a:cubicBezTo>
                <a:cubicBezTo>
                  <a:pt x="175634" y="60261"/>
                  <a:pt x="172017" y="70703"/>
                  <a:pt x="164783" y="79574"/>
                </a:cubicBezTo>
                <a:cubicBezTo>
                  <a:pt x="157504" y="88492"/>
                  <a:pt x="148791" y="93792"/>
                  <a:pt x="138645" y="95476"/>
                </a:cubicBezTo>
                <a:moveTo>
                  <a:pt x="126497" y="5187"/>
                </a:moveTo>
                <a:cubicBezTo>
                  <a:pt x="118262" y="5187"/>
                  <a:pt x="111938" y="9441"/>
                  <a:pt x="107525" y="17949"/>
                </a:cubicBezTo>
                <a:cubicBezTo>
                  <a:pt x="103749" y="25137"/>
                  <a:pt x="101883" y="35306"/>
                  <a:pt x="101929" y="48454"/>
                </a:cubicBezTo>
                <a:cubicBezTo>
                  <a:pt x="101929" y="64287"/>
                  <a:pt x="104727" y="76026"/>
                  <a:pt x="110323" y="83669"/>
                </a:cubicBezTo>
                <a:cubicBezTo>
                  <a:pt x="114190" y="88992"/>
                  <a:pt x="119582" y="91654"/>
                  <a:pt x="126497" y="91654"/>
                </a:cubicBezTo>
                <a:cubicBezTo>
                  <a:pt x="133367" y="91699"/>
                  <a:pt x="138759" y="89083"/>
                  <a:pt x="142672" y="83806"/>
                </a:cubicBezTo>
                <a:cubicBezTo>
                  <a:pt x="148268" y="76344"/>
                  <a:pt x="151066" y="65061"/>
                  <a:pt x="151066" y="49956"/>
                </a:cubicBezTo>
                <a:cubicBezTo>
                  <a:pt x="151020" y="35169"/>
                  <a:pt x="149269" y="24432"/>
                  <a:pt x="145811" y="17744"/>
                </a:cubicBezTo>
                <a:cubicBezTo>
                  <a:pt x="141443" y="9372"/>
                  <a:pt x="135005" y="5187"/>
                  <a:pt x="126497" y="5187"/>
                </a:cubicBezTo>
                <a:close/>
                <a:moveTo>
                  <a:pt x="269390" y="62172"/>
                </a:moveTo>
                <a:lnTo>
                  <a:pt x="265909" y="94657"/>
                </a:lnTo>
                <a:lnTo>
                  <a:pt x="183742" y="94657"/>
                </a:lnTo>
                <a:lnTo>
                  <a:pt x="183742" y="92132"/>
                </a:lnTo>
                <a:lnTo>
                  <a:pt x="186813" y="92132"/>
                </a:lnTo>
                <a:cubicBezTo>
                  <a:pt x="189452" y="92132"/>
                  <a:pt x="191613" y="91654"/>
                  <a:pt x="193296" y="90698"/>
                </a:cubicBezTo>
                <a:cubicBezTo>
                  <a:pt x="194434" y="90107"/>
                  <a:pt x="195343" y="89015"/>
                  <a:pt x="196026" y="87423"/>
                </a:cubicBezTo>
                <a:cubicBezTo>
                  <a:pt x="196481" y="86331"/>
                  <a:pt x="196731" y="83464"/>
                  <a:pt x="196777" y="78824"/>
                </a:cubicBezTo>
                <a:lnTo>
                  <a:pt x="196777" y="17949"/>
                </a:lnTo>
                <a:cubicBezTo>
                  <a:pt x="196731" y="13262"/>
                  <a:pt x="196481" y="10305"/>
                  <a:pt x="196026" y="9077"/>
                </a:cubicBezTo>
                <a:cubicBezTo>
                  <a:pt x="195525" y="7939"/>
                  <a:pt x="194525" y="6893"/>
                  <a:pt x="193023" y="5937"/>
                </a:cubicBezTo>
                <a:cubicBezTo>
                  <a:pt x="191431" y="5073"/>
                  <a:pt x="189361" y="4641"/>
                  <a:pt x="186813" y="4641"/>
                </a:cubicBezTo>
                <a:lnTo>
                  <a:pt x="183742" y="4641"/>
                </a:lnTo>
                <a:lnTo>
                  <a:pt x="183742" y="2116"/>
                </a:lnTo>
                <a:lnTo>
                  <a:pt x="233083" y="2116"/>
                </a:lnTo>
                <a:lnTo>
                  <a:pt x="233083" y="4641"/>
                </a:lnTo>
                <a:lnTo>
                  <a:pt x="229057" y="4641"/>
                </a:lnTo>
                <a:cubicBezTo>
                  <a:pt x="226372" y="4641"/>
                  <a:pt x="224211" y="5118"/>
                  <a:pt x="222573" y="6074"/>
                </a:cubicBezTo>
                <a:cubicBezTo>
                  <a:pt x="221391" y="6711"/>
                  <a:pt x="220458" y="7803"/>
                  <a:pt x="219775" y="9350"/>
                </a:cubicBezTo>
                <a:cubicBezTo>
                  <a:pt x="219275" y="10442"/>
                  <a:pt x="219025" y="13308"/>
                  <a:pt x="219025" y="17949"/>
                </a:cubicBezTo>
                <a:lnTo>
                  <a:pt x="219025" y="76913"/>
                </a:lnTo>
                <a:cubicBezTo>
                  <a:pt x="219025" y="81645"/>
                  <a:pt x="219298" y="84647"/>
                  <a:pt x="219844" y="85921"/>
                </a:cubicBezTo>
                <a:cubicBezTo>
                  <a:pt x="220390" y="87286"/>
                  <a:pt x="221459" y="88264"/>
                  <a:pt x="223051" y="88856"/>
                </a:cubicBezTo>
                <a:cubicBezTo>
                  <a:pt x="224189" y="89265"/>
                  <a:pt x="226941" y="89470"/>
                  <a:pt x="231309" y="89470"/>
                </a:cubicBezTo>
                <a:lnTo>
                  <a:pt x="239021" y="89470"/>
                </a:lnTo>
                <a:cubicBezTo>
                  <a:pt x="243934" y="89470"/>
                  <a:pt x="248029" y="88606"/>
                  <a:pt x="251305" y="86877"/>
                </a:cubicBezTo>
                <a:cubicBezTo>
                  <a:pt x="254581" y="85193"/>
                  <a:pt x="257424" y="82464"/>
                  <a:pt x="259836" y="78687"/>
                </a:cubicBezTo>
                <a:cubicBezTo>
                  <a:pt x="262201" y="75002"/>
                  <a:pt x="264454" y="69497"/>
                  <a:pt x="266592" y="62172"/>
                </a:cubicBezTo>
                <a:lnTo>
                  <a:pt x="269390" y="62172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Annotation:{...}">
            <a:extLst xmlns:a="http://schemas.openxmlformats.org/drawingml/2006/main">
              <a:ext uri="{FF2B5EF4-FFF2-40B4-BE49-F238E27FC236}">
                <a16:creationId xmlns:a16="http://schemas.microsoft.com/office/drawing/2014/main" id="{B835F3C0-145A-47D5-98D7-3C7E31F7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237" y="1003195"/>
            <a:ext cx="972750" cy="123115"/>
          </a:xfrm>
          <a:custGeom xmlns:a="http://schemas.openxmlformats.org/drawingml/2006/main">
            <a:pathLst>
              <a:path w="972750" h="123115">
                <a:moveTo>
                  <a:pt x="57053" y="68428"/>
                </a:moveTo>
                <a:lnTo>
                  <a:pt x="24364" y="68428"/>
                </a:lnTo>
                <a:lnTo>
                  <a:pt x="20474" y="77436"/>
                </a:lnTo>
                <a:cubicBezTo>
                  <a:pt x="19154" y="80439"/>
                  <a:pt x="18517" y="82918"/>
                  <a:pt x="18563" y="84875"/>
                </a:cubicBezTo>
                <a:cubicBezTo>
                  <a:pt x="18517" y="87468"/>
                  <a:pt x="19564" y="89379"/>
                  <a:pt x="21702" y="90607"/>
                </a:cubicBezTo>
                <a:cubicBezTo>
                  <a:pt x="22885" y="91381"/>
                  <a:pt x="25911" y="91927"/>
                  <a:pt x="30779" y="92245"/>
                </a:cubicBezTo>
                <a:lnTo>
                  <a:pt x="30779" y="94770"/>
                </a:lnTo>
                <a:lnTo>
                  <a:pt x="0" y="94770"/>
                </a:lnTo>
                <a:lnTo>
                  <a:pt x="0" y="92245"/>
                </a:lnTo>
                <a:cubicBezTo>
                  <a:pt x="3321" y="91790"/>
                  <a:pt x="6051" y="90403"/>
                  <a:pt x="8189" y="88082"/>
                </a:cubicBezTo>
                <a:cubicBezTo>
                  <a:pt x="10282" y="85853"/>
                  <a:pt x="12921" y="81212"/>
                  <a:pt x="16106" y="74160"/>
                </a:cubicBezTo>
                <a:lnTo>
                  <a:pt x="49205" y="318"/>
                </a:lnTo>
                <a:lnTo>
                  <a:pt x="50502" y="318"/>
                </a:lnTo>
                <a:lnTo>
                  <a:pt x="83874" y="76208"/>
                </a:lnTo>
                <a:cubicBezTo>
                  <a:pt x="87059" y="83442"/>
                  <a:pt x="89675" y="87969"/>
                  <a:pt x="91722" y="89789"/>
                </a:cubicBezTo>
                <a:cubicBezTo>
                  <a:pt x="93269" y="91244"/>
                  <a:pt x="95453" y="92063"/>
                  <a:pt x="98274" y="92245"/>
                </a:cubicBezTo>
                <a:lnTo>
                  <a:pt x="98274" y="94770"/>
                </a:lnTo>
                <a:lnTo>
                  <a:pt x="53505" y="94770"/>
                </a:lnTo>
                <a:lnTo>
                  <a:pt x="53505" y="92245"/>
                </a:lnTo>
                <a:lnTo>
                  <a:pt x="55347" y="92245"/>
                </a:lnTo>
                <a:cubicBezTo>
                  <a:pt x="58942" y="92291"/>
                  <a:pt x="61467" y="91790"/>
                  <a:pt x="62922" y="90744"/>
                </a:cubicBezTo>
                <a:cubicBezTo>
                  <a:pt x="63923" y="90016"/>
                  <a:pt x="64424" y="88970"/>
                  <a:pt x="64424" y="87605"/>
                </a:cubicBezTo>
                <a:cubicBezTo>
                  <a:pt x="64424" y="86831"/>
                  <a:pt x="64287" y="85990"/>
                  <a:pt x="64014" y="85080"/>
                </a:cubicBezTo>
                <a:cubicBezTo>
                  <a:pt x="63923" y="84670"/>
                  <a:pt x="63241" y="82964"/>
                  <a:pt x="61967" y="79961"/>
                </a:cubicBezTo>
                <a:lnTo>
                  <a:pt x="57053" y="68428"/>
                </a:lnTo>
                <a:moveTo>
                  <a:pt x="54733" y="63377"/>
                </a:moveTo>
                <a:lnTo>
                  <a:pt x="40947" y="31507"/>
                </a:lnTo>
                <a:lnTo>
                  <a:pt x="26752" y="63377"/>
                </a:lnTo>
                <a:lnTo>
                  <a:pt x="54733" y="63377"/>
                </a:lnTo>
                <a:close/>
                <a:moveTo>
                  <a:pt x="126917" y="30961"/>
                </a:moveTo>
                <a:lnTo>
                  <a:pt x="126917" y="39219"/>
                </a:lnTo>
                <a:cubicBezTo>
                  <a:pt x="130193" y="35670"/>
                  <a:pt x="133332" y="33076"/>
                  <a:pt x="136335" y="31439"/>
                </a:cubicBezTo>
                <a:cubicBezTo>
                  <a:pt x="139292" y="29892"/>
                  <a:pt x="142522" y="29095"/>
                  <a:pt x="146026" y="29050"/>
                </a:cubicBezTo>
                <a:cubicBezTo>
                  <a:pt x="150166" y="29095"/>
                  <a:pt x="153601" y="30233"/>
                  <a:pt x="156331" y="32462"/>
                </a:cubicBezTo>
                <a:cubicBezTo>
                  <a:pt x="159060" y="34783"/>
                  <a:pt x="160880" y="37649"/>
                  <a:pt x="161790" y="41061"/>
                </a:cubicBezTo>
                <a:cubicBezTo>
                  <a:pt x="162518" y="43654"/>
                  <a:pt x="162882" y="48636"/>
                  <a:pt x="162882" y="56007"/>
                </a:cubicBezTo>
                <a:lnTo>
                  <a:pt x="162882" y="80848"/>
                </a:lnTo>
                <a:cubicBezTo>
                  <a:pt x="162882" y="85808"/>
                  <a:pt x="163337" y="88856"/>
                  <a:pt x="164247" y="89993"/>
                </a:cubicBezTo>
                <a:cubicBezTo>
                  <a:pt x="165112" y="91222"/>
                  <a:pt x="166954" y="91995"/>
                  <a:pt x="169775" y="92314"/>
                </a:cubicBezTo>
                <a:lnTo>
                  <a:pt x="169775" y="94770"/>
                </a:lnTo>
                <a:lnTo>
                  <a:pt x="137495" y="94770"/>
                </a:lnTo>
                <a:lnTo>
                  <a:pt x="137495" y="92314"/>
                </a:lnTo>
                <a:cubicBezTo>
                  <a:pt x="139861" y="92041"/>
                  <a:pt x="141590" y="91040"/>
                  <a:pt x="142681" y="89311"/>
                </a:cubicBezTo>
                <a:cubicBezTo>
                  <a:pt x="143409" y="88173"/>
                  <a:pt x="143773" y="85353"/>
                  <a:pt x="143773" y="80848"/>
                </a:cubicBezTo>
                <a:lnTo>
                  <a:pt x="143773" y="52458"/>
                </a:lnTo>
                <a:cubicBezTo>
                  <a:pt x="143773" y="47226"/>
                  <a:pt x="143569" y="43927"/>
                  <a:pt x="143159" y="42563"/>
                </a:cubicBezTo>
                <a:cubicBezTo>
                  <a:pt x="142750" y="41198"/>
                  <a:pt x="142067" y="40128"/>
                  <a:pt x="141112" y="39355"/>
                </a:cubicBezTo>
                <a:cubicBezTo>
                  <a:pt x="140065" y="38627"/>
                  <a:pt x="138973" y="38263"/>
                  <a:pt x="137836" y="38263"/>
                </a:cubicBezTo>
                <a:cubicBezTo>
                  <a:pt x="133878" y="38263"/>
                  <a:pt x="130238" y="41061"/>
                  <a:pt x="126917" y="46657"/>
                </a:cubicBezTo>
                <a:lnTo>
                  <a:pt x="126917" y="80848"/>
                </a:lnTo>
                <a:cubicBezTo>
                  <a:pt x="126917" y="85626"/>
                  <a:pt x="127372" y="88651"/>
                  <a:pt x="128282" y="89925"/>
                </a:cubicBezTo>
                <a:cubicBezTo>
                  <a:pt x="129146" y="91244"/>
                  <a:pt x="130784" y="92041"/>
                  <a:pt x="133195" y="92314"/>
                </a:cubicBezTo>
                <a:lnTo>
                  <a:pt x="133195" y="94770"/>
                </a:lnTo>
                <a:lnTo>
                  <a:pt x="100915" y="94770"/>
                </a:lnTo>
                <a:lnTo>
                  <a:pt x="100915" y="92314"/>
                </a:lnTo>
                <a:cubicBezTo>
                  <a:pt x="103554" y="92041"/>
                  <a:pt x="105465" y="91176"/>
                  <a:pt x="106648" y="89720"/>
                </a:cubicBezTo>
                <a:cubicBezTo>
                  <a:pt x="107376" y="88719"/>
                  <a:pt x="107762" y="85762"/>
                  <a:pt x="107808" y="80848"/>
                </a:cubicBezTo>
                <a:lnTo>
                  <a:pt x="107808" y="44815"/>
                </a:lnTo>
                <a:cubicBezTo>
                  <a:pt x="107808" y="39992"/>
                  <a:pt x="107376" y="36989"/>
                  <a:pt x="106511" y="35806"/>
                </a:cubicBezTo>
                <a:cubicBezTo>
                  <a:pt x="105556" y="34669"/>
                  <a:pt x="103690" y="33895"/>
                  <a:pt x="100915" y="33486"/>
                </a:cubicBezTo>
                <a:lnTo>
                  <a:pt x="100915" y="30961"/>
                </a:lnTo>
                <a:lnTo>
                  <a:pt x="126917" y="30961"/>
                </a:lnTo>
                <a:close/>
                <a:moveTo>
                  <a:pt x="205916" y="30961"/>
                </a:moveTo>
                <a:lnTo>
                  <a:pt x="205916" y="39219"/>
                </a:lnTo>
                <a:cubicBezTo>
                  <a:pt x="209192" y="35670"/>
                  <a:pt x="212331" y="33076"/>
                  <a:pt x="215334" y="31439"/>
                </a:cubicBezTo>
                <a:cubicBezTo>
                  <a:pt x="218291" y="29892"/>
                  <a:pt x="221521" y="29095"/>
                  <a:pt x="225025" y="29050"/>
                </a:cubicBezTo>
                <a:cubicBezTo>
                  <a:pt x="229165" y="29095"/>
                  <a:pt x="232600" y="30233"/>
                  <a:pt x="235330" y="32462"/>
                </a:cubicBezTo>
                <a:cubicBezTo>
                  <a:pt x="238059" y="34783"/>
                  <a:pt x="239879" y="37649"/>
                  <a:pt x="240789" y="41061"/>
                </a:cubicBezTo>
                <a:cubicBezTo>
                  <a:pt x="241517" y="43654"/>
                  <a:pt x="241881" y="48636"/>
                  <a:pt x="241881" y="56007"/>
                </a:cubicBezTo>
                <a:lnTo>
                  <a:pt x="241881" y="80848"/>
                </a:lnTo>
                <a:cubicBezTo>
                  <a:pt x="241881" y="85808"/>
                  <a:pt x="242336" y="88856"/>
                  <a:pt x="243246" y="89993"/>
                </a:cubicBezTo>
                <a:cubicBezTo>
                  <a:pt x="244111" y="91222"/>
                  <a:pt x="245953" y="91995"/>
                  <a:pt x="248774" y="92314"/>
                </a:cubicBezTo>
                <a:lnTo>
                  <a:pt x="248774" y="94770"/>
                </a:lnTo>
                <a:lnTo>
                  <a:pt x="216494" y="94770"/>
                </a:lnTo>
                <a:lnTo>
                  <a:pt x="216494" y="92314"/>
                </a:lnTo>
                <a:cubicBezTo>
                  <a:pt x="218860" y="92041"/>
                  <a:pt x="220589" y="91040"/>
                  <a:pt x="221680" y="89311"/>
                </a:cubicBezTo>
                <a:cubicBezTo>
                  <a:pt x="222408" y="88173"/>
                  <a:pt x="222772" y="85353"/>
                  <a:pt x="222772" y="80848"/>
                </a:cubicBezTo>
                <a:lnTo>
                  <a:pt x="222772" y="52458"/>
                </a:lnTo>
                <a:cubicBezTo>
                  <a:pt x="222772" y="47226"/>
                  <a:pt x="222568" y="43927"/>
                  <a:pt x="222158" y="42563"/>
                </a:cubicBezTo>
                <a:cubicBezTo>
                  <a:pt x="221749" y="41198"/>
                  <a:pt x="221066" y="40128"/>
                  <a:pt x="220111" y="39355"/>
                </a:cubicBezTo>
                <a:cubicBezTo>
                  <a:pt x="219064" y="38627"/>
                  <a:pt x="217972" y="38263"/>
                  <a:pt x="216835" y="38263"/>
                </a:cubicBezTo>
                <a:cubicBezTo>
                  <a:pt x="212877" y="38263"/>
                  <a:pt x="209237" y="41061"/>
                  <a:pt x="205916" y="46657"/>
                </a:cubicBezTo>
                <a:lnTo>
                  <a:pt x="205916" y="80848"/>
                </a:lnTo>
                <a:cubicBezTo>
                  <a:pt x="205916" y="85626"/>
                  <a:pt x="206371" y="88651"/>
                  <a:pt x="207281" y="89925"/>
                </a:cubicBezTo>
                <a:cubicBezTo>
                  <a:pt x="208145" y="91244"/>
                  <a:pt x="209783" y="92041"/>
                  <a:pt x="212194" y="92314"/>
                </a:cubicBezTo>
                <a:lnTo>
                  <a:pt x="212194" y="94770"/>
                </a:lnTo>
                <a:lnTo>
                  <a:pt x="179914" y="94770"/>
                </a:lnTo>
                <a:lnTo>
                  <a:pt x="179914" y="92314"/>
                </a:lnTo>
                <a:cubicBezTo>
                  <a:pt x="182553" y="92041"/>
                  <a:pt x="184464" y="91176"/>
                  <a:pt x="185647" y="89720"/>
                </a:cubicBezTo>
                <a:cubicBezTo>
                  <a:pt x="186375" y="88719"/>
                  <a:pt x="186761" y="85762"/>
                  <a:pt x="186807" y="80848"/>
                </a:cubicBezTo>
                <a:lnTo>
                  <a:pt x="186807" y="44815"/>
                </a:lnTo>
                <a:cubicBezTo>
                  <a:pt x="186807" y="39992"/>
                  <a:pt x="186375" y="36989"/>
                  <a:pt x="185510" y="35806"/>
                </a:cubicBezTo>
                <a:cubicBezTo>
                  <a:pt x="184555" y="34669"/>
                  <a:pt x="182689" y="33895"/>
                  <a:pt x="179914" y="33486"/>
                </a:cubicBezTo>
                <a:lnTo>
                  <a:pt x="179914" y="30961"/>
                </a:lnTo>
                <a:lnTo>
                  <a:pt x="205916" y="30961"/>
                </a:lnTo>
                <a:close/>
                <a:moveTo>
                  <a:pt x="288940" y="29050"/>
                </a:moveTo>
                <a:cubicBezTo>
                  <a:pt x="294446" y="29050"/>
                  <a:pt x="299609" y="30483"/>
                  <a:pt x="304432" y="33349"/>
                </a:cubicBezTo>
                <a:cubicBezTo>
                  <a:pt x="309164" y="36261"/>
                  <a:pt x="312804" y="40333"/>
                  <a:pt x="315351" y="45565"/>
                </a:cubicBezTo>
                <a:cubicBezTo>
                  <a:pt x="317808" y="50843"/>
                  <a:pt x="319037" y="56621"/>
                  <a:pt x="319037" y="62900"/>
                </a:cubicBezTo>
                <a:cubicBezTo>
                  <a:pt x="318991" y="71999"/>
                  <a:pt x="316694" y="79574"/>
                  <a:pt x="312144" y="85626"/>
                </a:cubicBezTo>
                <a:cubicBezTo>
                  <a:pt x="306548" y="92996"/>
                  <a:pt x="298882" y="96681"/>
                  <a:pt x="289145" y="96681"/>
                </a:cubicBezTo>
                <a:cubicBezTo>
                  <a:pt x="279500" y="96727"/>
                  <a:pt x="272106" y="93360"/>
                  <a:pt x="266965" y="86581"/>
                </a:cubicBezTo>
                <a:cubicBezTo>
                  <a:pt x="261779" y="79847"/>
                  <a:pt x="259185" y="72045"/>
                  <a:pt x="259185" y="63173"/>
                </a:cubicBezTo>
                <a:cubicBezTo>
                  <a:pt x="259185" y="54028"/>
                  <a:pt x="261847" y="46043"/>
                  <a:pt x="267170" y="39219"/>
                </a:cubicBezTo>
                <a:cubicBezTo>
                  <a:pt x="272402" y="32485"/>
                  <a:pt x="279659" y="29095"/>
                  <a:pt x="288940" y="29050"/>
                </a:cubicBezTo>
                <a:moveTo>
                  <a:pt x="289213" y="33895"/>
                </a:moveTo>
                <a:cubicBezTo>
                  <a:pt x="286893" y="33941"/>
                  <a:pt x="284914" y="34805"/>
                  <a:pt x="283276" y="36489"/>
                </a:cubicBezTo>
                <a:cubicBezTo>
                  <a:pt x="281547" y="38309"/>
                  <a:pt x="280455" y="41766"/>
                  <a:pt x="280000" y="46862"/>
                </a:cubicBezTo>
                <a:cubicBezTo>
                  <a:pt x="279454" y="52049"/>
                  <a:pt x="279181" y="59237"/>
                  <a:pt x="279181" y="68428"/>
                </a:cubicBezTo>
                <a:cubicBezTo>
                  <a:pt x="279181" y="73296"/>
                  <a:pt x="279500" y="77846"/>
                  <a:pt x="280137" y="82077"/>
                </a:cubicBezTo>
                <a:cubicBezTo>
                  <a:pt x="280592" y="85307"/>
                  <a:pt x="281661" y="87764"/>
                  <a:pt x="283344" y="89447"/>
                </a:cubicBezTo>
                <a:cubicBezTo>
                  <a:pt x="284937" y="91176"/>
                  <a:pt x="286802" y="92018"/>
                  <a:pt x="288940" y="91972"/>
                </a:cubicBezTo>
                <a:cubicBezTo>
                  <a:pt x="290988" y="92018"/>
                  <a:pt x="292694" y="91449"/>
                  <a:pt x="294059" y="90266"/>
                </a:cubicBezTo>
                <a:cubicBezTo>
                  <a:pt x="295788" y="88765"/>
                  <a:pt x="296971" y="86604"/>
                  <a:pt x="297608" y="83783"/>
                </a:cubicBezTo>
                <a:cubicBezTo>
                  <a:pt x="298472" y="79506"/>
                  <a:pt x="298927" y="70771"/>
                  <a:pt x="298973" y="57577"/>
                </a:cubicBezTo>
                <a:cubicBezTo>
                  <a:pt x="298973" y="49888"/>
                  <a:pt x="298540" y="44564"/>
                  <a:pt x="297676" y="41607"/>
                </a:cubicBezTo>
                <a:cubicBezTo>
                  <a:pt x="296766" y="38741"/>
                  <a:pt x="295492" y="36648"/>
                  <a:pt x="293854" y="35329"/>
                </a:cubicBezTo>
                <a:cubicBezTo>
                  <a:pt x="292671" y="34373"/>
                  <a:pt x="291124" y="33895"/>
                  <a:pt x="289213" y="33895"/>
                </a:cubicBezTo>
                <a:close/>
                <a:moveTo>
                  <a:pt x="357086" y="7621"/>
                </a:moveTo>
                <a:lnTo>
                  <a:pt x="357086" y="30961"/>
                </a:lnTo>
                <a:lnTo>
                  <a:pt x="372236" y="30961"/>
                </a:lnTo>
                <a:lnTo>
                  <a:pt x="372236" y="37717"/>
                </a:lnTo>
                <a:lnTo>
                  <a:pt x="357086" y="37717"/>
                </a:lnTo>
                <a:lnTo>
                  <a:pt x="357086" y="77095"/>
                </a:lnTo>
                <a:cubicBezTo>
                  <a:pt x="357086" y="80826"/>
                  <a:pt x="357268" y="83191"/>
                  <a:pt x="357632" y="84192"/>
                </a:cubicBezTo>
                <a:cubicBezTo>
                  <a:pt x="357905" y="85330"/>
                  <a:pt x="358496" y="86194"/>
                  <a:pt x="359406" y="86786"/>
                </a:cubicBezTo>
                <a:cubicBezTo>
                  <a:pt x="360225" y="87468"/>
                  <a:pt x="361021" y="87809"/>
                  <a:pt x="361795" y="87809"/>
                </a:cubicBezTo>
                <a:cubicBezTo>
                  <a:pt x="364707" y="87809"/>
                  <a:pt x="367505" y="85557"/>
                  <a:pt x="370189" y="81053"/>
                </a:cubicBezTo>
                <a:lnTo>
                  <a:pt x="372236" y="82554"/>
                </a:lnTo>
                <a:cubicBezTo>
                  <a:pt x="368506" y="91290"/>
                  <a:pt x="362523" y="95658"/>
                  <a:pt x="354288" y="95658"/>
                </a:cubicBezTo>
                <a:cubicBezTo>
                  <a:pt x="350238" y="95658"/>
                  <a:pt x="346826" y="94520"/>
                  <a:pt x="344051" y="92245"/>
                </a:cubicBezTo>
                <a:cubicBezTo>
                  <a:pt x="341185" y="90062"/>
                  <a:pt x="339387" y="87559"/>
                  <a:pt x="338659" y="84738"/>
                </a:cubicBezTo>
                <a:cubicBezTo>
                  <a:pt x="338159" y="83191"/>
                  <a:pt x="337931" y="79006"/>
                  <a:pt x="337977" y="72181"/>
                </a:cubicBezTo>
                <a:lnTo>
                  <a:pt x="337977" y="37717"/>
                </a:lnTo>
                <a:lnTo>
                  <a:pt x="329651" y="37717"/>
                </a:lnTo>
                <a:lnTo>
                  <a:pt x="329651" y="35329"/>
                </a:lnTo>
                <a:cubicBezTo>
                  <a:pt x="335384" y="31325"/>
                  <a:pt x="340275" y="27071"/>
                  <a:pt x="344324" y="22567"/>
                </a:cubicBezTo>
                <a:cubicBezTo>
                  <a:pt x="348328" y="18153"/>
                  <a:pt x="351831" y="13171"/>
                  <a:pt x="354834" y="7621"/>
                </a:cubicBezTo>
                <a:lnTo>
                  <a:pt x="357086" y="7621"/>
                </a:lnTo>
                <a:close/>
                <a:moveTo>
                  <a:pt x="415595" y="85353"/>
                </a:moveTo>
                <a:cubicBezTo>
                  <a:pt x="407815" y="92268"/>
                  <a:pt x="400831" y="95703"/>
                  <a:pt x="394644" y="95658"/>
                </a:cubicBezTo>
                <a:cubicBezTo>
                  <a:pt x="390958" y="95658"/>
                  <a:pt x="387933" y="94452"/>
                  <a:pt x="385567" y="92041"/>
                </a:cubicBezTo>
                <a:cubicBezTo>
                  <a:pt x="383156" y="89720"/>
                  <a:pt x="381950" y="86740"/>
                  <a:pt x="381950" y="83100"/>
                </a:cubicBezTo>
                <a:cubicBezTo>
                  <a:pt x="381950" y="78278"/>
                  <a:pt x="384043" y="73887"/>
                  <a:pt x="388229" y="69929"/>
                </a:cubicBezTo>
                <a:cubicBezTo>
                  <a:pt x="392369" y="66107"/>
                  <a:pt x="401491" y="60943"/>
                  <a:pt x="415595" y="54437"/>
                </a:cubicBezTo>
                <a:lnTo>
                  <a:pt x="415595" y="48022"/>
                </a:lnTo>
                <a:cubicBezTo>
                  <a:pt x="415550" y="43245"/>
                  <a:pt x="415299" y="40197"/>
                  <a:pt x="414844" y="38877"/>
                </a:cubicBezTo>
                <a:cubicBezTo>
                  <a:pt x="414253" y="37649"/>
                  <a:pt x="413252" y="36557"/>
                  <a:pt x="411842" y="35601"/>
                </a:cubicBezTo>
                <a:cubicBezTo>
                  <a:pt x="410386" y="34737"/>
                  <a:pt x="408748" y="34282"/>
                  <a:pt x="406928" y="34237"/>
                </a:cubicBezTo>
                <a:cubicBezTo>
                  <a:pt x="403971" y="34282"/>
                  <a:pt x="401537" y="34942"/>
                  <a:pt x="399626" y="36216"/>
                </a:cubicBezTo>
                <a:cubicBezTo>
                  <a:pt x="398443" y="37035"/>
                  <a:pt x="397851" y="37990"/>
                  <a:pt x="397851" y="39082"/>
                </a:cubicBezTo>
                <a:cubicBezTo>
                  <a:pt x="397806" y="40037"/>
                  <a:pt x="398443" y="41220"/>
                  <a:pt x="399762" y="42631"/>
                </a:cubicBezTo>
                <a:cubicBezTo>
                  <a:pt x="401446" y="44633"/>
                  <a:pt x="402310" y="46521"/>
                  <a:pt x="402355" y="48295"/>
                </a:cubicBezTo>
                <a:cubicBezTo>
                  <a:pt x="402355" y="50570"/>
                  <a:pt x="401537" y="52458"/>
                  <a:pt x="399899" y="53960"/>
                </a:cubicBezTo>
                <a:cubicBezTo>
                  <a:pt x="398170" y="55552"/>
                  <a:pt x="395986" y="56348"/>
                  <a:pt x="393347" y="56348"/>
                </a:cubicBezTo>
                <a:cubicBezTo>
                  <a:pt x="390481" y="56348"/>
                  <a:pt x="388092" y="55484"/>
                  <a:pt x="386181" y="53755"/>
                </a:cubicBezTo>
                <a:cubicBezTo>
                  <a:pt x="384179" y="52071"/>
                  <a:pt x="383201" y="50047"/>
                  <a:pt x="383247" y="47681"/>
                </a:cubicBezTo>
                <a:cubicBezTo>
                  <a:pt x="383247" y="44405"/>
                  <a:pt x="384543" y="41266"/>
                  <a:pt x="387137" y="38263"/>
                </a:cubicBezTo>
                <a:cubicBezTo>
                  <a:pt x="389730" y="35351"/>
                  <a:pt x="393347" y="33076"/>
                  <a:pt x="397988" y="31439"/>
                </a:cubicBezTo>
                <a:cubicBezTo>
                  <a:pt x="402628" y="29892"/>
                  <a:pt x="407451" y="29095"/>
                  <a:pt x="412456" y="29050"/>
                </a:cubicBezTo>
                <a:cubicBezTo>
                  <a:pt x="418507" y="29095"/>
                  <a:pt x="423307" y="30369"/>
                  <a:pt x="426856" y="32872"/>
                </a:cubicBezTo>
                <a:cubicBezTo>
                  <a:pt x="430313" y="35465"/>
                  <a:pt x="432588" y="38263"/>
                  <a:pt x="433680" y="41266"/>
                </a:cubicBezTo>
                <a:cubicBezTo>
                  <a:pt x="434272" y="43177"/>
                  <a:pt x="434590" y="47567"/>
                  <a:pt x="434636" y="54437"/>
                </a:cubicBezTo>
                <a:lnTo>
                  <a:pt x="434636" y="79210"/>
                </a:lnTo>
                <a:cubicBezTo>
                  <a:pt x="434636" y="82168"/>
                  <a:pt x="434749" y="83988"/>
                  <a:pt x="434977" y="84670"/>
                </a:cubicBezTo>
                <a:cubicBezTo>
                  <a:pt x="435159" y="85489"/>
                  <a:pt x="435500" y="86058"/>
                  <a:pt x="436001" y="86376"/>
                </a:cubicBezTo>
                <a:cubicBezTo>
                  <a:pt x="436410" y="86740"/>
                  <a:pt x="436933" y="86922"/>
                  <a:pt x="437570" y="86922"/>
                </a:cubicBezTo>
                <a:cubicBezTo>
                  <a:pt x="438708" y="86968"/>
                  <a:pt x="439913" y="86126"/>
                  <a:pt x="441187" y="84397"/>
                </a:cubicBezTo>
                <a:lnTo>
                  <a:pt x="443235" y="86035"/>
                </a:lnTo>
                <a:cubicBezTo>
                  <a:pt x="440914" y="89402"/>
                  <a:pt x="438571" y="91836"/>
                  <a:pt x="436205" y="93337"/>
                </a:cubicBezTo>
                <a:cubicBezTo>
                  <a:pt x="433703" y="94930"/>
                  <a:pt x="430928" y="95703"/>
                  <a:pt x="427879" y="95658"/>
                </a:cubicBezTo>
                <a:cubicBezTo>
                  <a:pt x="424240" y="95658"/>
                  <a:pt x="421396" y="94793"/>
                  <a:pt x="419349" y="93064"/>
                </a:cubicBezTo>
                <a:cubicBezTo>
                  <a:pt x="417301" y="91426"/>
                  <a:pt x="416050" y="88856"/>
                  <a:pt x="415595" y="85353"/>
                </a:cubicBezTo>
                <a:moveTo>
                  <a:pt x="415595" y="80371"/>
                </a:moveTo>
                <a:lnTo>
                  <a:pt x="415595" y="59010"/>
                </a:lnTo>
                <a:cubicBezTo>
                  <a:pt x="410045" y="62240"/>
                  <a:pt x="405950" y="65698"/>
                  <a:pt x="403311" y="69383"/>
                </a:cubicBezTo>
                <a:cubicBezTo>
                  <a:pt x="401537" y="71840"/>
                  <a:pt x="400649" y="74320"/>
                  <a:pt x="400649" y="76822"/>
                </a:cubicBezTo>
                <a:cubicBezTo>
                  <a:pt x="400649" y="78960"/>
                  <a:pt x="401400" y="80803"/>
                  <a:pt x="402901" y="82350"/>
                </a:cubicBezTo>
                <a:cubicBezTo>
                  <a:pt x="404039" y="83578"/>
                  <a:pt x="405631" y="84192"/>
                  <a:pt x="407679" y="84192"/>
                </a:cubicBezTo>
                <a:cubicBezTo>
                  <a:pt x="409908" y="84192"/>
                  <a:pt x="412547" y="82918"/>
                  <a:pt x="415595" y="80371"/>
                </a:cubicBezTo>
                <a:close/>
                <a:moveTo>
                  <a:pt x="478622" y="7621"/>
                </a:moveTo>
                <a:lnTo>
                  <a:pt x="478622" y="30961"/>
                </a:lnTo>
                <a:lnTo>
                  <a:pt x="493772" y="30961"/>
                </a:lnTo>
                <a:lnTo>
                  <a:pt x="493772" y="37717"/>
                </a:lnTo>
                <a:lnTo>
                  <a:pt x="478622" y="37717"/>
                </a:lnTo>
                <a:lnTo>
                  <a:pt x="478622" y="77095"/>
                </a:lnTo>
                <a:cubicBezTo>
                  <a:pt x="478622" y="80826"/>
                  <a:pt x="478804" y="83191"/>
                  <a:pt x="479168" y="84192"/>
                </a:cubicBezTo>
                <a:cubicBezTo>
                  <a:pt x="479441" y="85330"/>
                  <a:pt x="480032" y="86194"/>
                  <a:pt x="480942" y="86786"/>
                </a:cubicBezTo>
                <a:cubicBezTo>
                  <a:pt x="481761" y="87468"/>
                  <a:pt x="482557" y="87809"/>
                  <a:pt x="483331" y="87809"/>
                </a:cubicBezTo>
                <a:cubicBezTo>
                  <a:pt x="486243" y="87809"/>
                  <a:pt x="489041" y="85557"/>
                  <a:pt x="491725" y="81053"/>
                </a:cubicBezTo>
                <a:lnTo>
                  <a:pt x="493772" y="82554"/>
                </a:lnTo>
                <a:cubicBezTo>
                  <a:pt x="490042" y="91290"/>
                  <a:pt x="484059" y="95658"/>
                  <a:pt x="475824" y="95658"/>
                </a:cubicBezTo>
                <a:cubicBezTo>
                  <a:pt x="471774" y="95658"/>
                  <a:pt x="468362" y="94520"/>
                  <a:pt x="465587" y="92245"/>
                </a:cubicBezTo>
                <a:cubicBezTo>
                  <a:pt x="462721" y="90062"/>
                  <a:pt x="460923" y="87559"/>
                  <a:pt x="460195" y="84738"/>
                </a:cubicBezTo>
                <a:cubicBezTo>
                  <a:pt x="459695" y="83191"/>
                  <a:pt x="459468" y="79006"/>
                  <a:pt x="459513" y="72181"/>
                </a:cubicBezTo>
                <a:lnTo>
                  <a:pt x="459513" y="37717"/>
                </a:lnTo>
                <a:lnTo>
                  <a:pt x="451187" y="37717"/>
                </a:lnTo>
                <a:lnTo>
                  <a:pt x="451187" y="35329"/>
                </a:lnTo>
                <a:cubicBezTo>
                  <a:pt x="456920" y="31325"/>
                  <a:pt x="461811" y="27071"/>
                  <a:pt x="465860" y="22567"/>
                </a:cubicBezTo>
                <a:cubicBezTo>
                  <a:pt x="469864" y="18153"/>
                  <a:pt x="473367" y="13171"/>
                  <a:pt x="476370" y="7621"/>
                </a:cubicBezTo>
                <a:lnTo>
                  <a:pt x="478622" y="7621"/>
                </a:lnTo>
                <a:close/>
                <a:moveTo>
                  <a:pt x="517273" y="45"/>
                </a:moveTo>
                <a:cubicBezTo>
                  <a:pt x="520184" y="45"/>
                  <a:pt x="522687" y="1069"/>
                  <a:pt x="524780" y="3117"/>
                </a:cubicBezTo>
                <a:cubicBezTo>
                  <a:pt x="526827" y="5255"/>
                  <a:pt x="527851" y="7757"/>
                  <a:pt x="527851" y="10624"/>
                </a:cubicBezTo>
                <a:cubicBezTo>
                  <a:pt x="527851" y="13581"/>
                  <a:pt x="526827" y="16060"/>
                  <a:pt x="524780" y="18062"/>
                </a:cubicBezTo>
                <a:cubicBezTo>
                  <a:pt x="522641" y="20110"/>
                  <a:pt x="520139" y="21133"/>
                  <a:pt x="517273" y="21133"/>
                </a:cubicBezTo>
                <a:cubicBezTo>
                  <a:pt x="514315" y="21133"/>
                  <a:pt x="511836" y="20110"/>
                  <a:pt x="509834" y="18062"/>
                </a:cubicBezTo>
                <a:cubicBezTo>
                  <a:pt x="507786" y="16060"/>
                  <a:pt x="506763" y="13581"/>
                  <a:pt x="506763" y="10624"/>
                </a:cubicBezTo>
                <a:cubicBezTo>
                  <a:pt x="506763" y="7757"/>
                  <a:pt x="507786" y="5255"/>
                  <a:pt x="509834" y="3117"/>
                </a:cubicBezTo>
                <a:cubicBezTo>
                  <a:pt x="511836" y="1069"/>
                  <a:pt x="514315" y="45"/>
                  <a:pt x="517273" y="45"/>
                </a:cubicBezTo>
                <a:moveTo>
                  <a:pt x="526827" y="30961"/>
                </a:moveTo>
                <a:lnTo>
                  <a:pt x="526827" y="81531"/>
                </a:lnTo>
                <a:cubicBezTo>
                  <a:pt x="526827" y="86035"/>
                  <a:pt x="527350" y="88901"/>
                  <a:pt x="528397" y="90130"/>
                </a:cubicBezTo>
                <a:cubicBezTo>
                  <a:pt x="529398" y="91449"/>
                  <a:pt x="531445" y="92177"/>
                  <a:pt x="534539" y="92314"/>
                </a:cubicBezTo>
                <a:lnTo>
                  <a:pt x="534539" y="94770"/>
                </a:lnTo>
                <a:lnTo>
                  <a:pt x="500075" y="94770"/>
                </a:lnTo>
                <a:lnTo>
                  <a:pt x="500075" y="92314"/>
                </a:lnTo>
                <a:cubicBezTo>
                  <a:pt x="502850" y="92268"/>
                  <a:pt x="504943" y="91449"/>
                  <a:pt x="506353" y="89857"/>
                </a:cubicBezTo>
                <a:cubicBezTo>
                  <a:pt x="507218" y="88856"/>
                  <a:pt x="507673" y="86081"/>
                  <a:pt x="507718" y="81531"/>
                </a:cubicBezTo>
                <a:lnTo>
                  <a:pt x="507718" y="44269"/>
                </a:lnTo>
                <a:cubicBezTo>
                  <a:pt x="507673" y="39810"/>
                  <a:pt x="507149" y="36921"/>
                  <a:pt x="506149" y="35601"/>
                </a:cubicBezTo>
                <a:cubicBezTo>
                  <a:pt x="505102" y="34419"/>
                  <a:pt x="503077" y="33713"/>
                  <a:pt x="500075" y="33486"/>
                </a:cubicBezTo>
                <a:lnTo>
                  <a:pt x="500075" y="30961"/>
                </a:lnTo>
                <a:lnTo>
                  <a:pt x="526827" y="30961"/>
                </a:lnTo>
                <a:close/>
                <a:moveTo>
                  <a:pt x="562398" y="29050"/>
                </a:moveTo>
                <a:cubicBezTo>
                  <a:pt x="567903" y="29050"/>
                  <a:pt x="573067" y="30483"/>
                  <a:pt x="577890" y="33349"/>
                </a:cubicBezTo>
                <a:cubicBezTo>
                  <a:pt x="582621" y="36261"/>
                  <a:pt x="586261" y="40333"/>
                  <a:pt x="588809" y="45565"/>
                </a:cubicBezTo>
                <a:cubicBezTo>
                  <a:pt x="591266" y="50843"/>
                  <a:pt x="592494" y="56621"/>
                  <a:pt x="592494" y="62900"/>
                </a:cubicBezTo>
                <a:cubicBezTo>
                  <a:pt x="592449" y="71999"/>
                  <a:pt x="590151" y="79574"/>
                  <a:pt x="585602" y="85626"/>
                </a:cubicBezTo>
                <a:cubicBezTo>
                  <a:pt x="580005" y="92996"/>
                  <a:pt x="572339" y="96681"/>
                  <a:pt x="562603" y="96681"/>
                </a:cubicBezTo>
                <a:cubicBezTo>
                  <a:pt x="552957" y="96727"/>
                  <a:pt x="545564" y="93360"/>
                  <a:pt x="540423" y="86581"/>
                </a:cubicBezTo>
                <a:cubicBezTo>
                  <a:pt x="535236" y="79847"/>
                  <a:pt x="532643" y="72045"/>
                  <a:pt x="532643" y="63173"/>
                </a:cubicBezTo>
                <a:cubicBezTo>
                  <a:pt x="532643" y="54028"/>
                  <a:pt x="535304" y="46043"/>
                  <a:pt x="540628" y="39219"/>
                </a:cubicBezTo>
                <a:cubicBezTo>
                  <a:pt x="545860" y="32485"/>
                  <a:pt x="553117" y="29095"/>
                  <a:pt x="562398" y="29050"/>
                </a:cubicBezTo>
                <a:moveTo>
                  <a:pt x="562671" y="33895"/>
                </a:moveTo>
                <a:cubicBezTo>
                  <a:pt x="560351" y="33941"/>
                  <a:pt x="558372" y="34805"/>
                  <a:pt x="556734" y="36489"/>
                </a:cubicBezTo>
                <a:cubicBezTo>
                  <a:pt x="555005" y="38309"/>
                  <a:pt x="553913" y="41766"/>
                  <a:pt x="553458" y="46862"/>
                </a:cubicBezTo>
                <a:cubicBezTo>
                  <a:pt x="552912" y="52049"/>
                  <a:pt x="552639" y="59237"/>
                  <a:pt x="552639" y="68428"/>
                </a:cubicBezTo>
                <a:cubicBezTo>
                  <a:pt x="552639" y="73296"/>
                  <a:pt x="552957" y="77846"/>
                  <a:pt x="553594" y="82077"/>
                </a:cubicBezTo>
                <a:cubicBezTo>
                  <a:pt x="554049" y="85307"/>
                  <a:pt x="555118" y="87764"/>
                  <a:pt x="556802" y="89447"/>
                </a:cubicBezTo>
                <a:cubicBezTo>
                  <a:pt x="558394" y="91176"/>
                  <a:pt x="560260" y="92018"/>
                  <a:pt x="562398" y="91972"/>
                </a:cubicBezTo>
                <a:cubicBezTo>
                  <a:pt x="564445" y="92018"/>
                  <a:pt x="566152" y="91449"/>
                  <a:pt x="567516" y="90266"/>
                </a:cubicBezTo>
                <a:cubicBezTo>
                  <a:pt x="569245" y="88765"/>
                  <a:pt x="570428" y="86604"/>
                  <a:pt x="571065" y="83783"/>
                </a:cubicBezTo>
                <a:cubicBezTo>
                  <a:pt x="571930" y="79506"/>
                  <a:pt x="572385" y="70771"/>
                  <a:pt x="572430" y="57577"/>
                </a:cubicBezTo>
                <a:cubicBezTo>
                  <a:pt x="572430" y="49888"/>
                  <a:pt x="571998" y="44564"/>
                  <a:pt x="571133" y="41607"/>
                </a:cubicBezTo>
                <a:cubicBezTo>
                  <a:pt x="570224" y="38741"/>
                  <a:pt x="568950" y="36648"/>
                  <a:pt x="567312" y="35329"/>
                </a:cubicBezTo>
                <a:cubicBezTo>
                  <a:pt x="566129" y="34373"/>
                  <a:pt x="564582" y="33895"/>
                  <a:pt x="562671" y="33895"/>
                </a:cubicBezTo>
                <a:close/>
                <a:moveTo>
                  <a:pt x="631293" y="30961"/>
                </a:moveTo>
                <a:lnTo>
                  <a:pt x="631293" y="39219"/>
                </a:lnTo>
                <a:cubicBezTo>
                  <a:pt x="634568" y="35670"/>
                  <a:pt x="637708" y="33076"/>
                  <a:pt x="640711" y="31439"/>
                </a:cubicBezTo>
                <a:cubicBezTo>
                  <a:pt x="643668" y="29892"/>
                  <a:pt x="646898" y="29095"/>
                  <a:pt x="650401" y="29050"/>
                </a:cubicBezTo>
                <a:cubicBezTo>
                  <a:pt x="654542" y="29095"/>
                  <a:pt x="657977" y="30233"/>
                  <a:pt x="660707" y="32462"/>
                </a:cubicBezTo>
                <a:cubicBezTo>
                  <a:pt x="663436" y="34783"/>
                  <a:pt x="665256" y="37649"/>
                  <a:pt x="666166" y="41061"/>
                </a:cubicBezTo>
                <a:cubicBezTo>
                  <a:pt x="666894" y="43654"/>
                  <a:pt x="667258" y="48636"/>
                  <a:pt x="667258" y="56007"/>
                </a:cubicBezTo>
                <a:lnTo>
                  <a:pt x="667258" y="80848"/>
                </a:lnTo>
                <a:cubicBezTo>
                  <a:pt x="667258" y="85808"/>
                  <a:pt x="667713" y="88856"/>
                  <a:pt x="668623" y="89993"/>
                </a:cubicBezTo>
                <a:cubicBezTo>
                  <a:pt x="669487" y="91222"/>
                  <a:pt x="671330" y="91995"/>
                  <a:pt x="674151" y="92314"/>
                </a:cubicBezTo>
                <a:lnTo>
                  <a:pt x="674151" y="94770"/>
                </a:lnTo>
                <a:lnTo>
                  <a:pt x="641871" y="94770"/>
                </a:lnTo>
                <a:lnTo>
                  <a:pt x="641871" y="92314"/>
                </a:lnTo>
                <a:cubicBezTo>
                  <a:pt x="644237" y="92041"/>
                  <a:pt x="645965" y="91040"/>
                  <a:pt x="647057" y="89311"/>
                </a:cubicBezTo>
                <a:cubicBezTo>
                  <a:pt x="647785" y="88173"/>
                  <a:pt x="648149" y="85353"/>
                  <a:pt x="648149" y="80848"/>
                </a:cubicBezTo>
                <a:lnTo>
                  <a:pt x="648149" y="52458"/>
                </a:lnTo>
                <a:cubicBezTo>
                  <a:pt x="648149" y="47226"/>
                  <a:pt x="647945" y="43927"/>
                  <a:pt x="647535" y="42563"/>
                </a:cubicBezTo>
                <a:cubicBezTo>
                  <a:pt x="647126" y="41198"/>
                  <a:pt x="646443" y="40128"/>
                  <a:pt x="645488" y="39355"/>
                </a:cubicBezTo>
                <a:cubicBezTo>
                  <a:pt x="644441" y="38627"/>
                  <a:pt x="643349" y="38263"/>
                  <a:pt x="642212" y="38263"/>
                </a:cubicBezTo>
                <a:cubicBezTo>
                  <a:pt x="638254" y="38263"/>
                  <a:pt x="634614" y="41061"/>
                  <a:pt x="631293" y="46657"/>
                </a:cubicBezTo>
                <a:lnTo>
                  <a:pt x="631293" y="80848"/>
                </a:lnTo>
                <a:cubicBezTo>
                  <a:pt x="631293" y="85626"/>
                  <a:pt x="631748" y="88651"/>
                  <a:pt x="632658" y="89925"/>
                </a:cubicBezTo>
                <a:cubicBezTo>
                  <a:pt x="633522" y="91244"/>
                  <a:pt x="635160" y="92041"/>
                  <a:pt x="637571" y="92314"/>
                </a:cubicBezTo>
                <a:lnTo>
                  <a:pt x="637571" y="94770"/>
                </a:lnTo>
                <a:lnTo>
                  <a:pt x="605291" y="94770"/>
                </a:lnTo>
                <a:lnTo>
                  <a:pt x="605291" y="92314"/>
                </a:lnTo>
                <a:cubicBezTo>
                  <a:pt x="607930" y="92041"/>
                  <a:pt x="609841" y="91176"/>
                  <a:pt x="611024" y="89720"/>
                </a:cubicBezTo>
                <a:cubicBezTo>
                  <a:pt x="611752" y="88719"/>
                  <a:pt x="612138" y="85762"/>
                  <a:pt x="612184" y="80848"/>
                </a:cubicBezTo>
                <a:lnTo>
                  <a:pt x="612184" y="44815"/>
                </a:lnTo>
                <a:cubicBezTo>
                  <a:pt x="612184" y="39992"/>
                  <a:pt x="611752" y="36989"/>
                  <a:pt x="610887" y="35806"/>
                </a:cubicBezTo>
                <a:cubicBezTo>
                  <a:pt x="609932" y="34669"/>
                  <a:pt x="608066" y="33895"/>
                  <a:pt x="605291" y="33486"/>
                </a:cubicBezTo>
                <a:lnTo>
                  <a:pt x="605291" y="30961"/>
                </a:lnTo>
                <a:lnTo>
                  <a:pt x="631293" y="30961"/>
                </a:lnTo>
                <a:close/>
                <a:moveTo>
                  <a:pt x="702922" y="29118"/>
                </a:moveTo>
                <a:cubicBezTo>
                  <a:pt x="706015" y="29118"/>
                  <a:pt x="708700" y="30210"/>
                  <a:pt x="710975" y="32394"/>
                </a:cubicBezTo>
                <a:cubicBezTo>
                  <a:pt x="713159" y="34669"/>
                  <a:pt x="714250" y="37353"/>
                  <a:pt x="714250" y="40447"/>
                </a:cubicBezTo>
                <a:cubicBezTo>
                  <a:pt x="714250" y="43586"/>
                  <a:pt x="713159" y="46248"/>
                  <a:pt x="710975" y="48432"/>
                </a:cubicBezTo>
                <a:cubicBezTo>
                  <a:pt x="708700" y="50707"/>
                  <a:pt x="706015" y="51821"/>
                  <a:pt x="702922" y="51776"/>
                </a:cubicBezTo>
                <a:cubicBezTo>
                  <a:pt x="699782" y="51821"/>
                  <a:pt x="697121" y="50707"/>
                  <a:pt x="694937" y="48432"/>
                </a:cubicBezTo>
                <a:cubicBezTo>
                  <a:pt x="692662" y="46248"/>
                  <a:pt x="691547" y="43586"/>
                  <a:pt x="691593" y="40447"/>
                </a:cubicBezTo>
                <a:cubicBezTo>
                  <a:pt x="691547" y="37353"/>
                  <a:pt x="692662" y="34669"/>
                  <a:pt x="694937" y="32394"/>
                </a:cubicBezTo>
                <a:cubicBezTo>
                  <a:pt x="697121" y="30210"/>
                  <a:pt x="699782" y="29118"/>
                  <a:pt x="702922" y="29118"/>
                </a:cubicBezTo>
                <a:moveTo>
                  <a:pt x="702853" y="73751"/>
                </a:moveTo>
                <a:cubicBezTo>
                  <a:pt x="705993" y="73751"/>
                  <a:pt x="708700" y="74865"/>
                  <a:pt x="710975" y="77095"/>
                </a:cubicBezTo>
                <a:cubicBezTo>
                  <a:pt x="713159" y="79370"/>
                  <a:pt x="714250" y="82054"/>
                  <a:pt x="714250" y="85148"/>
                </a:cubicBezTo>
                <a:cubicBezTo>
                  <a:pt x="714250" y="88287"/>
                  <a:pt x="713136" y="90949"/>
                  <a:pt x="710906" y="93133"/>
                </a:cubicBezTo>
                <a:cubicBezTo>
                  <a:pt x="708632" y="95407"/>
                  <a:pt x="705947" y="96522"/>
                  <a:pt x="702853" y="96477"/>
                </a:cubicBezTo>
                <a:cubicBezTo>
                  <a:pt x="699714" y="96522"/>
                  <a:pt x="697053" y="95407"/>
                  <a:pt x="694869" y="93133"/>
                </a:cubicBezTo>
                <a:cubicBezTo>
                  <a:pt x="692594" y="90949"/>
                  <a:pt x="691479" y="88287"/>
                  <a:pt x="691525" y="85148"/>
                </a:cubicBezTo>
                <a:cubicBezTo>
                  <a:pt x="691479" y="82054"/>
                  <a:pt x="692594" y="79370"/>
                  <a:pt x="694869" y="77095"/>
                </a:cubicBezTo>
                <a:cubicBezTo>
                  <a:pt x="697053" y="74865"/>
                  <a:pt x="699714" y="73751"/>
                  <a:pt x="702853" y="73751"/>
                </a:cubicBezTo>
                <a:close/>
                <a:moveTo>
                  <a:pt x="813725" y="114"/>
                </a:moveTo>
                <a:lnTo>
                  <a:pt x="813725" y="3185"/>
                </a:lnTo>
                <a:cubicBezTo>
                  <a:pt x="809130" y="4095"/>
                  <a:pt x="805786" y="5687"/>
                  <a:pt x="803693" y="7962"/>
                </a:cubicBezTo>
                <a:cubicBezTo>
                  <a:pt x="801510" y="10373"/>
                  <a:pt x="800418" y="13058"/>
                  <a:pt x="800418" y="16015"/>
                </a:cubicBezTo>
                <a:cubicBezTo>
                  <a:pt x="800418" y="19109"/>
                  <a:pt x="800964" y="22885"/>
                  <a:pt x="802055" y="27344"/>
                </a:cubicBezTo>
                <a:cubicBezTo>
                  <a:pt x="803147" y="31939"/>
                  <a:pt x="803693" y="35897"/>
                  <a:pt x="803693" y="39219"/>
                </a:cubicBezTo>
                <a:cubicBezTo>
                  <a:pt x="803693" y="42312"/>
                  <a:pt x="802783" y="45452"/>
                  <a:pt x="800964" y="48636"/>
                </a:cubicBezTo>
                <a:cubicBezTo>
                  <a:pt x="799098" y="51912"/>
                  <a:pt x="796437" y="54665"/>
                  <a:pt x="792979" y="56894"/>
                </a:cubicBezTo>
                <a:cubicBezTo>
                  <a:pt x="790522" y="58487"/>
                  <a:pt x="786677" y="59988"/>
                  <a:pt x="781445" y="61398"/>
                </a:cubicBezTo>
                <a:cubicBezTo>
                  <a:pt x="787087" y="63218"/>
                  <a:pt x="791182" y="64970"/>
                  <a:pt x="793730" y="66653"/>
                </a:cubicBezTo>
                <a:cubicBezTo>
                  <a:pt x="797051" y="68974"/>
                  <a:pt x="799576" y="71703"/>
                  <a:pt x="801305" y="74843"/>
                </a:cubicBezTo>
                <a:cubicBezTo>
                  <a:pt x="802988" y="78028"/>
                  <a:pt x="803830" y="81008"/>
                  <a:pt x="803830" y="83783"/>
                </a:cubicBezTo>
                <a:cubicBezTo>
                  <a:pt x="803830" y="86513"/>
                  <a:pt x="803261" y="90164"/>
                  <a:pt x="802124" y="94736"/>
                </a:cubicBezTo>
                <a:cubicBezTo>
                  <a:pt x="800986" y="99309"/>
                  <a:pt x="800440" y="103256"/>
                  <a:pt x="800486" y="106577"/>
                </a:cubicBezTo>
                <a:cubicBezTo>
                  <a:pt x="800440" y="109807"/>
                  <a:pt x="801487" y="112583"/>
                  <a:pt x="803625" y="114903"/>
                </a:cubicBezTo>
                <a:cubicBezTo>
                  <a:pt x="805627" y="117314"/>
                  <a:pt x="808994" y="118952"/>
                  <a:pt x="813725" y="119817"/>
                </a:cubicBezTo>
                <a:lnTo>
                  <a:pt x="813725" y="123024"/>
                </a:lnTo>
                <a:lnTo>
                  <a:pt x="811337" y="123024"/>
                </a:lnTo>
                <a:cubicBezTo>
                  <a:pt x="806696" y="123115"/>
                  <a:pt x="802306" y="122046"/>
                  <a:pt x="798165" y="119817"/>
                </a:cubicBezTo>
                <a:cubicBezTo>
                  <a:pt x="793980" y="117678"/>
                  <a:pt x="790840" y="114857"/>
                  <a:pt x="788748" y="111354"/>
                </a:cubicBezTo>
                <a:cubicBezTo>
                  <a:pt x="786609" y="107942"/>
                  <a:pt x="785540" y="104621"/>
                  <a:pt x="785540" y="101390"/>
                </a:cubicBezTo>
                <a:cubicBezTo>
                  <a:pt x="785495" y="98251"/>
                  <a:pt x="786200" y="93952"/>
                  <a:pt x="787656" y="88492"/>
                </a:cubicBezTo>
                <a:cubicBezTo>
                  <a:pt x="788657" y="84488"/>
                  <a:pt x="789180" y="80871"/>
                  <a:pt x="789225" y="77641"/>
                </a:cubicBezTo>
                <a:cubicBezTo>
                  <a:pt x="789180" y="74047"/>
                  <a:pt x="788042" y="70975"/>
                  <a:pt x="785813" y="68428"/>
                </a:cubicBezTo>
                <a:cubicBezTo>
                  <a:pt x="783538" y="65971"/>
                  <a:pt x="780217" y="64356"/>
                  <a:pt x="775849" y="63582"/>
                </a:cubicBezTo>
                <a:lnTo>
                  <a:pt x="775849" y="59419"/>
                </a:lnTo>
                <a:cubicBezTo>
                  <a:pt x="780217" y="58737"/>
                  <a:pt x="783538" y="57053"/>
                  <a:pt x="785813" y="54369"/>
                </a:cubicBezTo>
                <a:cubicBezTo>
                  <a:pt x="788042" y="51730"/>
                  <a:pt x="789180" y="48523"/>
                  <a:pt x="789225" y="44746"/>
                </a:cubicBezTo>
                <a:cubicBezTo>
                  <a:pt x="789225" y="41698"/>
                  <a:pt x="788725" y="38218"/>
                  <a:pt x="787724" y="34305"/>
                </a:cubicBezTo>
                <a:cubicBezTo>
                  <a:pt x="786268" y="28936"/>
                  <a:pt x="785563" y="24819"/>
                  <a:pt x="785608" y="21952"/>
                </a:cubicBezTo>
                <a:cubicBezTo>
                  <a:pt x="785608" y="19041"/>
                  <a:pt x="786495" y="16038"/>
                  <a:pt x="788270" y="12944"/>
                </a:cubicBezTo>
                <a:cubicBezTo>
                  <a:pt x="790044" y="9896"/>
                  <a:pt x="792274" y="7416"/>
                  <a:pt x="794958" y="5505"/>
                </a:cubicBezTo>
                <a:cubicBezTo>
                  <a:pt x="797597" y="3640"/>
                  <a:pt x="800531" y="2252"/>
                  <a:pt x="803762" y="1342"/>
                </a:cubicBezTo>
                <a:cubicBezTo>
                  <a:pt x="806218" y="660"/>
                  <a:pt x="809540" y="250"/>
                  <a:pt x="813725" y="114"/>
                </a:cubicBezTo>
                <a:close/>
                <a:moveTo>
                  <a:pt x="836819" y="73751"/>
                </a:moveTo>
                <a:cubicBezTo>
                  <a:pt x="839959" y="73751"/>
                  <a:pt x="842666" y="74865"/>
                  <a:pt x="844941" y="77095"/>
                </a:cubicBezTo>
                <a:cubicBezTo>
                  <a:pt x="847125" y="79370"/>
                  <a:pt x="848216" y="82054"/>
                  <a:pt x="848216" y="85148"/>
                </a:cubicBezTo>
                <a:cubicBezTo>
                  <a:pt x="848216" y="88287"/>
                  <a:pt x="847102" y="90949"/>
                  <a:pt x="844872" y="93133"/>
                </a:cubicBezTo>
                <a:cubicBezTo>
                  <a:pt x="842598" y="95407"/>
                  <a:pt x="839913" y="96522"/>
                  <a:pt x="836819" y="96477"/>
                </a:cubicBezTo>
                <a:cubicBezTo>
                  <a:pt x="833680" y="96522"/>
                  <a:pt x="831019" y="95407"/>
                  <a:pt x="828835" y="93133"/>
                </a:cubicBezTo>
                <a:cubicBezTo>
                  <a:pt x="826560" y="90949"/>
                  <a:pt x="825445" y="88287"/>
                  <a:pt x="825491" y="85148"/>
                </a:cubicBezTo>
                <a:cubicBezTo>
                  <a:pt x="825445" y="82054"/>
                  <a:pt x="826560" y="79370"/>
                  <a:pt x="828835" y="77095"/>
                </a:cubicBezTo>
                <a:cubicBezTo>
                  <a:pt x="831019" y="74865"/>
                  <a:pt x="833680" y="73751"/>
                  <a:pt x="836819" y="73751"/>
                </a:cubicBezTo>
                <a:close/>
                <a:moveTo>
                  <a:pt x="873281" y="73751"/>
                </a:moveTo>
                <a:cubicBezTo>
                  <a:pt x="876420" y="73751"/>
                  <a:pt x="879127" y="74865"/>
                  <a:pt x="881402" y="77095"/>
                </a:cubicBezTo>
                <a:cubicBezTo>
                  <a:pt x="883586" y="79370"/>
                  <a:pt x="884678" y="82054"/>
                  <a:pt x="884678" y="85148"/>
                </a:cubicBezTo>
                <a:cubicBezTo>
                  <a:pt x="884678" y="88287"/>
                  <a:pt x="883563" y="90949"/>
                  <a:pt x="881334" y="93133"/>
                </a:cubicBezTo>
                <a:cubicBezTo>
                  <a:pt x="879059" y="95407"/>
                  <a:pt x="876374" y="96522"/>
                  <a:pt x="873281" y="96477"/>
                </a:cubicBezTo>
                <a:cubicBezTo>
                  <a:pt x="870141" y="96522"/>
                  <a:pt x="867480" y="95407"/>
                  <a:pt x="865296" y="93133"/>
                </a:cubicBezTo>
                <a:cubicBezTo>
                  <a:pt x="863021" y="90949"/>
                  <a:pt x="861906" y="88287"/>
                  <a:pt x="861952" y="85148"/>
                </a:cubicBezTo>
                <a:cubicBezTo>
                  <a:pt x="861906" y="82054"/>
                  <a:pt x="863021" y="79370"/>
                  <a:pt x="865296" y="77095"/>
                </a:cubicBezTo>
                <a:cubicBezTo>
                  <a:pt x="867480" y="74865"/>
                  <a:pt x="870141" y="73751"/>
                  <a:pt x="873281" y="73751"/>
                </a:cubicBezTo>
                <a:close/>
                <a:moveTo>
                  <a:pt x="909742" y="73751"/>
                </a:moveTo>
                <a:cubicBezTo>
                  <a:pt x="912882" y="73751"/>
                  <a:pt x="915589" y="74865"/>
                  <a:pt x="917864" y="77095"/>
                </a:cubicBezTo>
                <a:cubicBezTo>
                  <a:pt x="920047" y="79370"/>
                  <a:pt x="921139" y="82054"/>
                  <a:pt x="921139" y="85148"/>
                </a:cubicBezTo>
                <a:cubicBezTo>
                  <a:pt x="921139" y="88287"/>
                  <a:pt x="920025" y="90949"/>
                  <a:pt x="917795" y="93133"/>
                </a:cubicBezTo>
                <a:cubicBezTo>
                  <a:pt x="915520" y="95407"/>
                  <a:pt x="912836" y="96522"/>
                  <a:pt x="909742" y="96477"/>
                </a:cubicBezTo>
                <a:cubicBezTo>
                  <a:pt x="906603" y="96522"/>
                  <a:pt x="903941" y="95407"/>
                  <a:pt x="901758" y="93133"/>
                </a:cubicBezTo>
                <a:cubicBezTo>
                  <a:pt x="899483" y="90949"/>
                  <a:pt x="898368" y="88287"/>
                  <a:pt x="898414" y="85148"/>
                </a:cubicBezTo>
                <a:cubicBezTo>
                  <a:pt x="898368" y="82054"/>
                  <a:pt x="899483" y="79370"/>
                  <a:pt x="901758" y="77095"/>
                </a:cubicBezTo>
                <a:cubicBezTo>
                  <a:pt x="903941" y="74865"/>
                  <a:pt x="906603" y="73751"/>
                  <a:pt x="909742" y="73751"/>
                </a:cubicBezTo>
                <a:close/>
                <a:moveTo>
                  <a:pt x="934874" y="123024"/>
                </a:moveTo>
                <a:lnTo>
                  <a:pt x="934874" y="119885"/>
                </a:lnTo>
                <a:cubicBezTo>
                  <a:pt x="939378" y="119066"/>
                  <a:pt x="942722" y="117451"/>
                  <a:pt x="944906" y="115039"/>
                </a:cubicBezTo>
                <a:cubicBezTo>
                  <a:pt x="947090" y="112719"/>
                  <a:pt x="948182" y="110057"/>
                  <a:pt x="948182" y="107055"/>
                </a:cubicBezTo>
                <a:cubicBezTo>
                  <a:pt x="948182" y="104097"/>
                  <a:pt x="947636" y="100321"/>
                  <a:pt x="946544" y="95726"/>
                </a:cubicBezTo>
                <a:cubicBezTo>
                  <a:pt x="945452" y="91222"/>
                  <a:pt x="944906" y="87286"/>
                  <a:pt x="944906" y="83919"/>
                </a:cubicBezTo>
                <a:cubicBezTo>
                  <a:pt x="944860" y="80780"/>
                  <a:pt x="945770" y="77595"/>
                  <a:pt x="947636" y="74365"/>
                </a:cubicBezTo>
                <a:cubicBezTo>
                  <a:pt x="949456" y="71180"/>
                  <a:pt x="952117" y="68450"/>
                  <a:pt x="955620" y="66176"/>
                </a:cubicBezTo>
                <a:cubicBezTo>
                  <a:pt x="957986" y="64629"/>
                  <a:pt x="961831" y="63127"/>
                  <a:pt x="967154" y="61671"/>
                </a:cubicBezTo>
                <a:cubicBezTo>
                  <a:pt x="961467" y="59897"/>
                  <a:pt x="957372" y="58145"/>
                  <a:pt x="954870" y="56416"/>
                </a:cubicBezTo>
                <a:cubicBezTo>
                  <a:pt x="951457" y="54096"/>
                  <a:pt x="948910" y="51366"/>
                  <a:pt x="947226" y="48227"/>
                </a:cubicBezTo>
                <a:cubicBezTo>
                  <a:pt x="945497" y="45088"/>
                  <a:pt x="944656" y="42108"/>
                  <a:pt x="944701" y="39287"/>
                </a:cubicBezTo>
                <a:cubicBezTo>
                  <a:pt x="944656" y="36602"/>
                  <a:pt x="945224" y="32963"/>
                  <a:pt x="946407" y="28367"/>
                </a:cubicBezTo>
                <a:cubicBezTo>
                  <a:pt x="947499" y="23863"/>
                  <a:pt x="948045" y="19928"/>
                  <a:pt x="948045" y="16561"/>
                </a:cubicBezTo>
                <a:cubicBezTo>
                  <a:pt x="948045" y="13285"/>
                  <a:pt x="947021" y="10487"/>
                  <a:pt x="944974" y="8167"/>
                </a:cubicBezTo>
                <a:cubicBezTo>
                  <a:pt x="942927" y="5846"/>
                  <a:pt x="939560" y="4208"/>
                  <a:pt x="934874" y="3253"/>
                </a:cubicBezTo>
                <a:lnTo>
                  <a:pt x="934874" y="114"/>
                </a:lnTo>
                <a:lnTo>
                  <a:pt x="937262" y="45"/>
                </a:lnTo>
                <a:cubicBezTo>
                  <a:pt x="941812" y="0"/>
                  <a:pt x="946203" y="1069"/>
                  <a:pt x="950434" y="3253"/>
                </a:cubicBezTo>
                <a:cubicBezTo>
                  <a:pt x="954574" y="5437"/>
                  <a:pt x="957736" y="8235"/>
                  <a:pt x="959920" y="11647"/>
                </a:cubicBezTo>
                <a:cubicBezTo>
                  <a:pt x="962013" y="15151"/>
                  <a:pt x="963059" y="18517"/>
                  <a:pt x="963059" y="21748"/>
                </a:cubicBezTo>
                <a:cubicBezTo>
                  <a:pt x="963059" y="24841"/>
                  <a:pt x="962354" y="29118"/>
                  <a:pt x="960944" y="34578"/>
                </a:cubicBezTo>
                <a:cubicBezTo>
                  <a:pt x="959897" y="38627"/>
                  <a:pt x="959374" y="42244"/>
                  <a:pt x="959374" y="45429"/>
                </a:cubicBezTo>
                <a:cubicBezTo>
                  <a:pt x="959374" y="49069"/>
                  <a:pt x="960511" y="52140"/>
                  <a:pt x="962786" y="54642"/>
                </a:cubicBezTo>
                <a:cubicBezTo>
                  <a:pt x="964970" y="57190"/>
                  <a:pt x="968291" y="58805"/>
                  <a:pt x="972750" y="59487"/>
                </a:cubicBezTo>
                <a:lnTo>
                  <a:pt x="972750" y="63650"/>
                </a:lnTo>
                <a:cubicBezTo>
                  <a:pt x="968291" y="64424"/>
                  <a:pt x="964970" y="66107"/>
                  <a:pt x="962786" y="68701"/>
                </a:cubicBezTo>
                <a:cubicBezTo>
                  <a:pt x="960511" y="71385"/>
                  <a:pt x="959374" y="74593"/>
                  <a:pt x="959374" y="78323"/>
                </a:cubicBezTo>
                <a:cubicBezTo>
                  <a:pt x="959328" y="81417"/>
                  <a:pt x="959829" y="84898"/>
                  <a:pt x="960875" y="88765"/>
                </a:cubicBezTo>
                <a:cubicBezTo>
                  <a:pt x="962240" y="94225"/>
                  <a:pt x="962923" y="98342"/>
                  <a:pt x="962923" y="101117"/>
                </a:cubicBezTo>
                <a:cubicBezTo>
                  <a:pt x="962877" y="104120"/>
                  <a:pt x="962013" y="107123"/>
                  <a:pt x="960329" y="110126"/>
                </a:cubicBezTo>
                <a:cubicBezTo>
                  <a:pt x="958510" y="113220"/>
                  <a:pt x="956280" y="115699"/>
                  <a:pt x="953641" y="117565"/>
                </a:cubicBezTo>
                <a:cubicBezTo>
                  <a:pt x="950957" y="119475"/>
                  <a:pt x="948022" y="120863"/>
                  <a:pt x="944838" y="121728"/>
                </a:cubicBezTo>
                <a:cubicBezTo>
                  <a:pt x="942335" y="122410"/>
                  <a:pt x="939014" y="122842"/>
                  <a:pt x="934874" y="1230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4977A-8D0E-4D9E-B0AF-ADBEAD44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046" y="1446899"/>
            <a:ext cx="2139044" cy="577299"/>
          </a:xfrm>
          <a:custGeom xmlns:a="http://schemas.openxmlformats.org/drawingml/2006/main">
            <a:pathLst>
              <a:path w="2139044" h="577299">
                <a:moveTo>
                  <a:pt x="2139044" y="577299"/>
                </a:moveTo>
                <a:lnTo>
                  <a:pt x="2139044" y="0"/>
                </a:lnTo>
                <a:lnTo>
                  <a:pt x="0" y="0"/>
                </a:lnTo>
                <a:lnTo>
                  <a:pt x="0" y="577299"/>
                </a:lnTo>
                <a:lnTo>
                  <a:pt x="2139044" y="577299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7399D-ECA1-49C4-B645-417A5786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046" y="1446899"/>
            <a:ext cx="2139044" cy="577299"/>
          </a:xfrm>
          <a:custGeom xmlns:a="http://schemas.openxmlformats.org/drawingml/2006/main">
            <a:pathLst>
              <a:path w="2139044" h="577299" fill="none">
                <a:moveTo>
                  <a:pt x="2139044" y="577299"/>
                </a:moveTo>
                <a:lnTo>
                  <a:pt x="2139044" y="0"/>
                </a:lnTo>
                <a:lnTo>
                  <a:pt x="0" y="0"/>
                </a:lnTo>
                <a:lnTo>
                  <a:pt x="0" y="577299"/>
                </a:lnTo>
                <a:lnTo>
                  <a:pt x="2139044" y="5772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AFAFAF"/>
            </a:solidFill>
            <a:round/>
          </a:ln>
        </p:spPr>
      </p:sp>
      <p:sp>
        <p:nvSpPr>
          <p:cNvPr id="124" name="Text Span:4">
            <a:extLst xmlns:a="http://schemas.openxmlformats.org/drawingml/2006/main">
              <a:ext uri="{FF2B5EF4-FFF2-40B4-BE49-F238E27FC236}">
                <a16:creationId xmlns:a16="http://schemas.microsoft.com/office/drawing/2014/main" id="{FCB7E642-7248-4CBE-B8C9-ECA4F42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317" y="1528226"/>
            <a:ext cx="451979" cy="124548"/>
          </a:xfrm>
          <a:custGeom xmlns:a="http://schemas.openxmlformats.org/drawingml/2006/main">
            <a:pathLst>
              <a:path w="451979" h="124548">
                <a:moveTo>
                  <a:pt x="58418" y="0"/>
                </a:moveTo>
                <a:lnTo>
                  <a:pt x="59169" y="30847"/>
                </a:lnTo>
                <a:lnTo>
                  <a:pt x="56371" y="30847"/>
                </a:lnTo>
                <a:cubicBezTo>
                  <a:pt x="55006" y="23158"/>
                  <a:pt x="51776" y="16925"/>
                  <a:pt x="46680" y="12148"/>
                </a:cubicBezTo>
                <a:cubicBezTo>
                  <a:pt x="41493" y="7462"/>
                  <a:pt x="35897" y="5118"/>
                  <a:pt x="29892" y="5118"/>
                </a:cubicBezTo>
                <a:cubicBezTo>
                  <a:pt x="25205" y="5118"/>
                  <a:pt x="21543" y="6347"/>
                  <a:pt x="18904" y="8804"/>
                </a:cubicBezTo>
                <a:cubicBezTo>
                  <a:pt x="16174" y="11352"/>
                  <a:pt x="14809" y="14218"/>
                  <a:pt x="14809" y="17403"/>
                </a:cubicBezTo>
                <a:cubicBezTo>
                  <a:pt x="14809" y="19496"/>
                  <a:pt x="15287" y="21315"/>
                  <a:pt x="16242" y="22862"/>
                </a:cubicBezTo>
                <a:cubicBezTo>
                  <a:pt x="17516" y="25001"/>
                  <a:pt x="19632" y="27116"/>
                  <a:pt x="22589" y="29209"/>
                </a:cubicBezTo>
                <a:cubicBezTo>
                  <a:pt x="24682" y="30711"/>
                  <a:pt x="29619" y="33372"/>
                  <a:pt x="37399" y="37194"/>
                </a:cubicBezTo>
                <a:cubicBezTo>
                  <a:pt x="48227" y="42563"/>
                  <a:pt x="55529" y="47590"/>
                  <a:pt x="59305" y="52276"/>
                </a:cubicBezTo>
                <a:cubicBezTo>
                  <a:pt x="63036" y="57053"/>
                  <a:pt x="64902" y="62468"/>
                  <a:pt x="64902" y="68519"/>
                </a:cubicBezTo>
                <a:cubicBezTo>
                  <a:pt x="64902" y="76299"/>
                  <a:pt x="61899" y="82941"/>
                  <a:pt x="55893" y="88446"/>
                </a:cubicBezTo>
                <a:cubicBezTo>
                  <a:pt x="49797" y="94043"/>
                  <a:pt x="42130" y="96841"/>
                  <a:pt x="32894" y="96841"/>
                </a:cubicBezTo>
                <a:cubicBezTo>
                  <a:pt x="29937" y="96886"/>
                  <a:pt x="27185" y="96590"/>
                  <a:pt x="24637" y="95953"/>
                </a:cubicBezTo>
                <a:cubicBezTo>
                  <a:pt x="21998" y="95362"/>
                  <a:pt x="18745" y="94247"/>
                  <a:pt x="14878" y="92609"/>
                </a:cubicBezTo>
                <a:cubicBezTo>
                  <a:pt x="12694" y="91745"/>
                  <a:pt x="10897" y="91290"/>
                  <a:pt x="9486" y="91244"/>
                </a:cubicBezTo>
                <a:cubicBezTo>
                  <a:pt x="8258" y="91290"/>
                  <a:pt x="7007" y="91745"/>
                  <a:pt x="5733" y="92609"/>
                </a:cubicBezTo>
                <a:cubicBezTo>
                  <a:pt x="4413" y="93565"/>
                  <a:pt x="3344" y="94952"/>
                  <a:pt x="2525" y="96772"/>
                </a:cubicBezTo>
                <a:lnTo>
                  <a:pt x="0" y="96772"/>
                </a:lnTo>
                <a:lnTo>
                  <a:pt x="0" y="61831"/>
                </a:lnTo>
                <a:lnTo>
                  <a:pt x="2525" y="61831"/>
                </a:lnTo>
                <a:cubicBezTo>
                  <a:pt x="4481" y="71703"/>
                  <a:pt x="8349" y="79188"/>
                  <a:pt x="14127" y="84283"/>
                </a:cubicBezTo>
                <a:cubicBezTo>
                  <a:pt x="19768" y="89470"/>
                  <a:pt x="25911" y="92063"/>
                  <a:pt x="32553" y="92063"/>
                </a:cubicBezTo>
                <a:cubicBezTo>
                  <a:pt x="37603" y="92109"/>
                  <a:pt x="41675" y="90721"/>
                  <a:pt x="44769" y="87900"/>
                </a:cubicBezTo>
                <a:cubicBezTo>
                  <a:pt x="47772" y="85125"/>
                  <a:pt x="49273" y="81895"/>
                  <a:pt x="49273" y="78210"/>
                </a:cubicBezTo>
                <a:cubicBezTo>
                  <a:pt x="49273" y="76026"/>
                  <a:pt x="48705" y="73910"/>
                  <a:pt x="47567" y="71863"/>
                </a:cubicBezTo>
                <a:cubicBezTo>
                  <a:pt x="46384" y="69815"/>
                  <a:pt x="44610" y="67859"/>
                  <a:pt x="42244" y="65994"/>
                </a:cubicBezTo>
                <a:cubicBezTo>
                  <a:pt x="39833" y="64174"/>
                  <a:pt x="35647" y="61785"/>
                  <a:pt x="29687" y="58828"/>
                </a:cubicBezTo>
                <a:cubicBezTo>
                  <a:pt x="21270" y="54733"/>
                  <a:pt x="15219" y="51207"/>
                  <a:pt x="11534" y="48250"/>
                </a:cubicBezTo>
                <a:cubicBezTo>
                  <a:pt x="7848" y="45383"/>
                  <a:pt x="5027" y="42130"/>
                  <a:pt x="3071" y="38491"/>
                </a:cubicBezTo>
                <a:cubicBezTo>
                  <a:pt x="1069" y="34896"/>
                  <a:pt x="68" y="30938"/>
                  <a:pt x="68" y="26616"/>
                </a:cubicBezTo>
                <a:cubicBezTo>
                  <a:pt x="68" y="19245"/>
                  <a:pt x="2775" y="12967"/>
                  <a:pt x="8189" y="7780"/>
                </a:cubicBezTo>
                <a:cubicBezTo>
                  <a:pt x="13558" y="2593"/>
                  <a:pt x="20383" y="0"/>
                  <a:pt x="28663" y="0"/>
                </a:cubicBezTo>
                <a:cubicBezTo>
                  <a:pt x="31666" y="0"/>
                  <a:pt x="34578" y="364"/>
                  <a:pt x="37399" y="1092"/>
                </a:cubicBezTo>
                <a:cubicBezTo>
                  <a:pt x="39491" y="1683"/>
                  <a:pt x="42108" y="2684"/>
                  <a:pt x="45247" y="4095"/>
                </a:cubicBezTo>
                <a:cubicBezTo>
                  <a:pt x="48295" y="5596"/>
                  <a:pt x="50434" y="6347"/>
                  <a:pt x="51662" y="6347"/>
                </a:cubicBezTo>
                <a:cubicBezTo>
                  <a:pt x="52799" y="6392"/>
                  <a:pt x="53732" y="6028"/>
                  <a:pt x="54460" y="5255"/>
                </a:cubicBezTo>
                <a:cubicBezTo>
                  <a:pt x="55097" y="4572"/>
                  <a:pt x="55734" y="2821"/>
                  <a:pt x="56371" y="0"/>
                </a:cubicBezTo>
                <a:lnTo>
                  <a:pt x="58418" y="0"/>
                </a:lnTo>
                <a:close/>
                <a:moveTo>
                  <a:pt x="101179" y="88173"/>
                </a:moveTo>
                <a:lnTo>
                  <a:pt x="101179" y="111923"/>
                </a:lnTo>
                <a:cubicBezTo>
                  <a:pt x="101179" y="115244"/>
                  <a:pt x="101452" y="117474"/>
                  <a:pt x="101998" y="118611"/>
                </a:cubicBezTo>
                <a:cubicBezTo>
                  <a:pt x="102453" y="119794"/>
                  <a:pt x="103249" y="120658"/>
                  <a:pt x="104386" y="121204"/>
                </a:cubicBezTo>
                <a:cubicBezTo>
                  <a:pt x="105433" y="121750"/>
                  <a:pt x="107571" y="122023"/>
                  <a:pt x="110801" y="122023"/>
                </a:cubicBezTo>
                <a:lnTo>
                  <a:pt x="110801" y="124548"/>
                </a:lnTo>
                <a:lnTo>
                  <a:pt x="74427" y="124548"/>
                </a:lnTo>
                <a:lnTo>
                  <a:pt x="74427" y="122023"/>
                </a:lnTo>
                <a:cubicBezTo>
                  <a:pt x="77202" y="121978"/>
                  <a:pt x="79295" y="121182"/>
                  <a:pt x="80705" y="119635"/>
                </a:cubicBezTo>
                <a:cubicBezTo>
                  <a:pt x="81570" y="118634"/>
                  <a:pt x="82025" y="115927"/>
                  <a:pt x="82070" y="111513"/>
                </a:cubicBezTo>
                <a:lnTo>
                  <a:pt x="82070" y="44155"/>
                </a:lnTo>
                <a:cubicBezTo>
                  <a:pt x="82025" y="39696"/>
                  <a:pt x="81501" y="36807"/>
                  <a:pt x="80500" y="35488"/>
                </a:cubicBezTo>
                <a:cubicBezTo>
                  <a:pt x="79454" y="34305"/>
                  <a:pt x="77429" y="33600"/>
                  <a:pt x="74427" y="33372"/>
                </a:cubicBezTo>
                <a:lnTo>
                  <a:pt x="74427" y="30847"/>
                </a:lnTo>
                <a:lnTo>
                  <a:pt x="101179" y="30847"/>
                </a:lnTo>
                <a:lnTo>
                  <a:pt x="101179" y="39241"/>
                </a:lnTo>
                <a:cubicBezTo>
                  <a:pt x="103408" y="35965"/>
                  <a:pt x="105683" y="33600"/>
                  <a:pt x="108003" y="32144"/>
                </a:cubicBezTo>
                <a:cubicBezTo>
                  <a:pt x="111325" y="30051"/>
                  <a:pt x="114942" y="28982"/>
                  <a:pt x="118854" y="28936"/>
                </a:cubicBezTo>
                <a:cubicBezTo>
                  <a:pt x="123495" y="28982"/>
                  <a:pt x="127772" y="30460"/>
                  <a:pt x="131685" y="33372"/>
                </a:cubicBezTo>
                <a:cubicBezTo>
                  <a:pt x="135506" y="36329"/>
                  <a:pt x="138418" y="40401"/>
                  <a:pt x="140420" y="45588"/>
                </a:cubicBezTo>
                <a:cubicBezTo>
                  <a:pt x="142376" y="50866"/>
                  <a:pt x="143377" y="56485"/>
                  <a:pt x="143423" y="62445"/>
                </a:cubicBezTo>
                <a:cubicBezTo>
                  <a:pt x="143423" y="68951"/>
                  <a:pt x="142399" y="74843"/>
                  <a:pt x="140352" y="80120"/>
                </a:cubicBezTo>
                <a:cubicBezTo>
                  <a:pt x="138214" y="85535"/>
                  <a:pt x="135211" y="89607"/>
                  <a:pt x="131343" y="92336"/>
                </a:cubicBezTo>
                <a:cubicBezTo>
                  <a:pt x="127385" y="95157"/>
                  <a:pt x="122995" y="96568"/>
                  <a:pt x="118172" y="96568"/>
                </a:cubicBezTo>
                <a:cubicBezTo>
                  <a:pt x="114669" y="96613"/>
                  <a:pt x="111393" y="95840"/>
                  <a:pt x="108345" y="94247"/>
                </a:cubicBezTo>
                <a:cubicBezTo>
                  <a:pt x="106070" y="93110"/>
                  <a:pt x="103681" y="91085"/>
                  <a:pt x="101179" y="88173"/>
                </a:cubicBezTo>
                <a:moveTo>
                  <a:pt x="101179" y="81281"/>
                </a:moveTo>
                <a:cubicBezTo>
                  <a:pt x="105046" y="86831"/>
                  <a:pt x="109232" y="89607"/>
                  <a:pt x="113736" y="89607"/>
                </a:cubicBezTo>
                <a:cubicBezTo>
                  <a:pt x="116193" y="89607"/>
                  <a:pt x="118218" y="88310"/>
                  <a:pt x="119810" y="85717"/>
                </a:cubicBezTo>
                <a:cubicBezTo>
                  <a:pt x="122176" y="81895"/>
                  <a:pt x="123359" y="74615"/>
                  <a:pt x="123359" y="63878"/>
                </a:cubicBezTo>
                <a:cubicBezTo>
                  <a:pt x="123359" y="52913"/>
                  <a:pt x="122062" y="45383"/>
                  <a:pt x="119469" y="41289"/>
                </a:cubicBezTo>
                <a:cubicBezTo>
                  <a:pt x="117740" y="38650"/>
                  <a:pt x="115419" y="37308"/>
                  <a:pt x="112508" y="37262"/>
                </a:cubicBezTo>
                <a:cubicBezTo>
                  <a:pt x="107867" y="37308"/>
                  <a:pt x="104091" y="40629"/>
                  <a:pt x="101179" y="47226"/>
                </a:cubicBezTo>
                <a:lnTo>
                  <a:pt x="101179" y="81281"/>
                </a:lnTo>
                <a:close/>
                <a:moveTo>
                  <a:pt x="190688" y="85239"/>
                </a:moveTo>
                <a:cubicBezTo>
                  <a:pt x="182908" y="92154"/>
                  <a:pt x="175924" y="95589"/>
                  <a:pt x="169736" y="95544"/>
                </a:cubicBezTo>
                <a:cubicBezTo>
                  <a:pt x="166051" y="95544"/>
                  <a:pt x="163025" y="94338"/>
                  <a:pt x="160660" y="91927"/>
                </a:cubicBezTo>
                <a:cubicBezTo>
                  <a:pt x="158248" y="89607"/>
                  <a:pt x="157043" y="86626"/>
                  <a:pt x="157043" y="82987"/>
                </a:cubicBezTo>
                <a:cubicBezTo>
                  <a:pt x="157043" y="78164"/>
                  <a:pt x="159135" y="73774"/>
                  <a:pt x="163321" y="69815"/>
                </a:cubicBezTo>
                <a:cubicBezTo>
                  <a:pt x="167461" y="65994"/>
                  <a:pt x="176584" y="60830"/>
                  <a:pt x="190688" y="54324"/>
                </a:cubicBezTo>
                <a:lnTo>
                  <a:pt x="190688" y="47908"/>
                </a:lnTo>
                <a:cubicBezTo>
                  <a:pt x="190642" y="43131"/>
                  <a:pt x="190392" y="40083"/>
                  <a:pt x="189937" y="38764"/>
                </a:cubicBezTo>
                <a:cubicBezTo>
                  <a:pt x="189346" y="37535"/>
                  <a:pt x="188345" y="36443"/>
                  <a:pt x="186934" y="35488"/>
                </a:cubicBezTo>
                <a:cubicBezTo>
                  <a:pt x="185478" y="34623"/>
                  <a:pt x="183840" y="34168"/>
                  <a:pt x="182021" y="34123"/>
                </a:cubicBezTo>
                <a:cubicBezTo>
                  <a:pt x="179063" y="34168"/>
                  <a:pt x="176629" y="34828"/>
                  <a:pt x="174718" y="36102"/>
                </a:cubicBezTo>
                <a:cubicBezTo>
                  <a:pt x="173535" y="36921"/>
                  <a:pt x="172944" y="37876"/>
                  <a:pt x="172944" y="38968"/>
                </a:cubicBezTo>
                <a:cubicBezTo>
                  <a:pt x="172898" y="39924"/>
                  <a:pt x="173535" y="41107"/>
                  <a:pt x="174855" y="42517"/>
                </a:cubicBezTo>
                <a:cubicBezTo>
                  <a:pt x="176538" y="44519"/>
                  <a:pt x="177403" y="46407"/>
                  <a:pt x="177448" y="48181"/>
                </a:cubicBezTo>
                <a:cubicBezTo>
                  <a:pt x="177448" y="50456"/>
                  <a:pt x="176629" y="52344"/>
                  <a:pt x="174991" y="53846"/>
                </a:cubicBezTo>
                <a:cubicBezTo>
                  <a:pt x="173262" y="55438"/>
                  <a:pt x="171078" y="56234"/>
                  <a:pt x="168440" y="56234"/>
                </a:cubicBezTo>
                <a:cubicBezTo>
                  <a:pt x="165573" y="56234"/>
                  <a:pt x="163185" y="55370"/>
                  <a:pt x="161274" y="53641"/>
                </a:cubicBezTo>
                <a:cubicBezTo>
                  <a:pt x="159272" y="51958"/>
                  <a:pt x="158294" y="49933"/>
                  <a:pt x="158339" y="47567"/>
                </a:cubicBezTo>
                <a:cubicBezTo>
                  <a:pt x="158339" y="44291"/>
                  <a:pt x="159636" y="41152"/>
                  <a:pt x="162229" y="38149"/>
                </a:cubicBezTo>
                <a:cubicBezTo>
                  <a:pt x="164823" y="35238"/>
                  <a:pt x="168440" y="32963"/>
                  <a:pt x="173080" y="31325"/>
                </a:cubicBezTo>
                <a:cubicBezTo>
                  <a:pt x="177721" y="29778"/>
                  <a:pt x="182544" y="28982"/>
                  <a:pt x="187548" y="28936"/>
                </a:cubicBezTo>
                <a:cubicBezTo>
                  <a:pt x="193600" y="28982"/>
                  <a:pt x="198399" y="30256"/>
                  <a:pt x="201948" y="32758"/>
                </a:cubicBezTo>
                <a:cubicBezTo>
                  <a:pt x="205406" y="35351"/>
                  <a:pt x="207681" y="38149"/>
                  <a:pt x="208773" y="41152"/>
                </a:cubicBezTo>
                <a:cubicBezTo>
                  <a:pt x="209364" y="43063"/>
                  <a:pt x="209683" y="47453"/>
                  <a:pt x="209728" y="54324"/>
                </a:cubicBezTo>
                <a:lnTo>
                  <a:pt x="209728" y="79097"/>
                </a:lnTo>
                <a:cubicBezTo>
                  <a:pt x="209728" y="82054"/>
                  <a:pt x="209842" y="83874"/>
                  <a:pt x="210069" y="84556"/>
                </a:cubicBezTo>
                <a:cubicBezTo>
                  <a:pt x="210251" y="85375"/>
                  <a:pt x="210593" y="85944"/>
                  <a:pt x="211093" y="86263"/>
                </a:cubicBezTo>
                <a:cubicBezTo>
                  <a:pt x="211503" y="86626"/>
                  <a:pt x="212026" y="86808"/>
                  <a:pt x="212663" y="86808"/>
                </a:cubicBezTo>
                <a:cubicBezTo>
                  <a:pt x="213800" y="86854"/>
                  <a:pt x="215006" y="86012"/>
                  <a:pt x="216280" y="84283"/>
                </a:cubicBezTo>
                <a:lnTo>
                  <a:pt x="218327" y="85921"/>
                </a:lnTo>
                <a:cubicBezTo>
                  <a:pt x="216007" y="89288"/>
                  <a:pt x="213664" y="91722"/>
                  <a:pt x="211298" y="93224"/>
                </a:cubicBezTo>
                <a:cubicBezTo>
                  <a:pt x="208796" y="94816"/>
                  <a:pt x="206020" y="95589"/>
                  <a:pt x="202972" y="95544"/>
                </a:cubicBezTo>
                <a:cubicBezTo>
                  <a:pt x="199332" y="95544"/>
                  <a:pt x="196489" y="94679"/>
                  <a:pt x="194441" y="92951"/>
                </a:cubicBezTo>
                <a:cubicBezTo>
                  <a:pt x="192394" y="91313"/>
                  <a:pt x="191143" y="88742"/>
                  <a:pt x="190688" y="85239"/>
                </a:cubicBezTo>
                <a:moveTo>
                  <a:pt x="190688" y="80257"/>
                </a:moveTo>
                <a:lnTo>
                  <a:pt x="190688" y="58896"/>
                </a:lnTo>
                <a:cubicBezTo>
                  <a:pt x="185137" y="62126"/>
                  <a:pt x="181042" y="65584"/>
                  <a:pt x="178403" y="69269"/>
                </a:cubicBezTo>
                <a:cubicBezTo>
                  <a:pt x="176629" y="71726"/>
                  <a:pt x="175742" y="74206"/>
                  <a:pt x="175742" y="76708"/>
                </a:cubicBezTo>
                <a:cubicBezTo>
                  <a:pt x="175742" y="78846"/>
                  <a:pt x="176493" y="80689"/>
                  <a:pt x="177994" y="82236"/>
                </a:cubicBezTo>
                <a:cubicBezTo>
                  <a:pt x="179131" y="83464"/>
                  <a:pt x="180724" y="84079"/>
                  <a:pt x="182771" y="84079"/>
                </a:cubicBezTo>
                <a:cubicBezTo>
                  <a:pt x="185001" y="84079"/>
                  <a:pt x="187639" y="82805"/>
                  <a:pt x="190688" y="80257"/>
                </a:cubicBezTo>
                <a:close/>
                <a:moveTo>
                  <a:pt x="254464" y="30847"/>
                </a:moveTo>
                <a:lnTo>
                  <a:pt x="254464" y="39105"/>
                </a:lnTo>
                <a:cubicBezTo>
                  <a:pt x="257740" y="35556"/>
                  <a:pt x="260879" y="32963"/>
                  <a:pt x="263882" y="31325"/>
                </a:cubicBezTo>
                <a:cubicBezTo>
                  <a:pt x="266839" y="29778"/>
                  <a:pt x="270070" y="28982"/>
                  <a:pt x="273573" y="28936"/>
                </a:cubicBezTo>
                <a:cubicBezTo>
                  <a:pt x="277713" y="28982"/>
                  <a:pt x="281148" y="30119"/>
                  <a:pt x="283878" y="32348"/>
                </a:cubicBezTo>
                <a:cubicBezTo>
                  <a:pt x="286608" y="34669"/>
                  <a:pt x="288428" y="37535"/>
                  <a:pt x="289338" y="40947"/>
                </a:cubicBezTo>
                <a:cubicBezTo>
                  <a:pt x="290066" y="43541"/>
                  <a:pt x="290430" y="48523"/>
                  <a:pt x="290430" y="55893"/>
                </a:cubicBezTo>
                <a:lnTo>
                  <a:pt x="290430" y="80735"/>
                </a:lnTo>
                <a:cubicBezTo>
                  <a:pt x="290430" y="85694"/>
                  <a:pt x="290885" y="88742"/>
                  <a:pt x="291795" y="89880"/>
                </a:cubicBezTo>
                <a:cubicBezTo>
                  <a:pt x="292659" y="91108"/>
                  <a:pt x="294502" y="91881"/>
                  <a:pt x="297322" y="92200"/>
                </a:cubicBezTo>
                <a:lnTo>
                  <a:pt x="297322" y="94657"/>
                </a:lnTo>
                <a:lnTo>
                  <a:pt x="265042" y="94657"/>
                </a:lnTo>
                <a:lnTo>
                  <a:pt x="265042" y="92200"/>
                </a:lnTo>
                <a:cubicBezTo>
                  <a:pt x="267408" y="91927"/>
                  <a:pt x="269137" y="90926"/>
                  <a:pt x="270229" y="89197"/>
                </a:cubicBezTo>
                <a:cubicBezTo>
                  <a:pt x="270957" y="88060"/>
                  <a:pt x="271321" y="85239"/>
                  <a:pt x="271321" y="80735"/>
                </a:cubicBezTo>
                <a:lnTo>
                  <a:pt x="271321" y="52344"/>
                </a:lnTo>
                <a:cubicBezTo>
                  <a:pt x="271321" y="47112"/>
                  <a:pt x="271116" y="43814"/>
                  <a:pt x="270707" y="42449"/>
                </a:cubicBezTo>
                <a:cubicBezTo>
                  <a:pt x="270297" y="41084"/>
                  <a:pt x="269615" y="40015"/>
                  <a:pt x="268659" y="39241"/>
                </a:cubicBezTo>
                <a:cubicBezTo>
                  <a:pt x="267613" y="38513"/>
                  <a:pt x="266521" y="38149"/>
                  <a:pt x="265383" y="38149"/>
                </a:cubicBezTo>
                <a:cubicBezTo>
                  <a:pt x="261425" y="38149"/>
                  <a:pt x="257785" y="40947"/>
                  <a:pt x="254464" y="46544"/>
                </a:cubicBezTo>
                <a:lnTo>
                  <a:pt x="254464" y="80735"/>
                </a:lnTo>
                <a:cubicBezTo>
                  <a:pt x="254464" y="85512"/>
                  <a:pt x="254919" y="88537"/>
                  <a:pt x="255829" y="89811"/>
                </a:cubicBezTo>
                <a:cubicBezTo>
                  <a:pt x="256694" y="91131"/>
                  <a:pt x="258331" y="91927"/>
                  <a:pt x="260743" y="92200"/>
                </a:cubicBezTo>
                <a:lnTo>
                  <a:pt x="260743" y="94657"/>
                </a:lnTo>
                <a:lnTo>
                  <a:pt x="228463" y="94657"/>
                </a:lnTo>
                <a:lnTo>
                  <a:pt x="228463" y="92200"/>
                </a:lnTo>
                <a:cubicBezTo>
                  <a:pt x="231101" y="91927"/>
                  <a:pt x="233012" y="91062"/>
                  <a:pt x="234195" y="89607"/>
                </a:cubicBezTo>
                <a:cubicBezTo>
                  <a:pt x="234923" y="88606"/>
                  <a:pt x="235310" y="85648"/>
                  <a:pt x="235355" y="80735"/>
                </a:cubicBezTo>
                <a:lnTo>
                  <a:pt x="235355" y="44701"/>
                </a:lnTo>
                <a:cubicBezTo>
                  <a:pt x="235355" y="39878"/>
                  <a:pt x="234923" y="36875"/>
                  <a:pt x="234059" y="35692"/>
                </a:cubicBezTo>
                <a:cubicBezTo>
                  <a:pt x="233103" y="34555"/>
                  <a:pt x="231238" y="33782"/>
                  <a:pt x="228463" y="33372"/>
                </a:cubicBezTo>
                <a:lnTo>
                  <a:pt x="228463" y="30847"/>
                </a:lnTo>
                <a:lnTo>
                  <a:pt x="254464" y="30847"/>
                </a:lnTo>
                <a:close/>
                <a:moveTo>
                  <a:pt x="326093" y="29004"/>
                </a:moveTo>
                <a:cubicBezTo>
                  <a:pt x="329187" y="29004"/>
                  <a:pt x="331871" y="30096"/>
                  <a:pt x="334146" y="32280"/>
                </a:cubicBezTo>
                <a:cubicBezTo>
                  <a:pt x="336330" y="34555"/>
                  <a:pt x="337422" y="37239"/>
                  <a:pt x="337422" y="40333"/>
                </a:cubicBezTo>
                <a:cubicBezTo>
                  <a:pt x="337422" y="43472"/>
                  <a:pt x="336330" y="46134"/>
                  <a:pt x="334146" y="48318"/>
                </a:cubicBezTo>
                <a:cubicBezTo>
                  <a:pt x="331871" y="50593"/>
                  <a:pt x="329187" y="51707"/>
                  <a:pt x="326093" y="51662"/>
                </a:cubicBezTo>
                <a:cubicBezTo>
                  <a:pt x="322954" y="51707"/>
                  <a:pt x="320292" y="50593"/>
                  <a:pt x="318108" y="48318"/>
                </a:cubicBezTo>
                <a:cubicBezTo>
                  <a:pt x="315833" y="46134"/>
                  <a:pt x="314719" y="43472"/>
                  <a:pt x="314764" y="40333"/>
                </a:cubicBezTo>
                <a:cubicBezTo>
                  <a:pt x="314719" y="37239"/>
                  <a:pt x="315833" y="34555"/>
                  <a:pt x="318108" y="32280"/>
                </a:cubicBezTo>
                <a:cubicBezTo>
                  <a:pt x="320292" y="30096"/>
                  <a:pt x="322954" y="29004"/>
                  <a:pt x="326093" y="29004"/>
                </a:cubicBezTo>
                <a:moveTo>
                  <a:pt x="326025" y="73637"/>
                </a:moveTo>
                <a:cubicBezTo>
                  <a:pt x="329164" y="73637"/>
                  <a:pt x="331871" y="74752"/>
                  <a:pt x="334146" y="76981"/>
                </a:cubicBezTo>
                <a:cubicBezTo>
                  <a:pt x="336330" y="79256"/>
                  <a:pt x="337422" y="81940"/>
                  <a:pt x="337422" y="85034"/>
                </a:cubicBezTo>
                <a:cubicBezTo>
                  <a:pt x="337422" y="88173"/>
                  <a:pt x="336307" y="90835"/>
                  <a:pt x="334078" y="93019"/>
                </a:cubicBezTo>
                <a:cubicBezTo>
                  <a:pt x="331803" y="95294"/>
                  <a:pt x="329119" y="96408"/>
                  <a:pt x="326025" y="96363"/>
                </a:cubicBezTo>
                <a:cubicBezTo>
                  <a:pt x="322885" y="96408"/>
                  <a:pt x="320224" y="95294"/>
                  <a:pt x="318040" y="93019"/>
                </a:cubicBezTo>
                <a:cubicBezTo>
                  <a:pt x="315765" y="90835"/>
                  <a:pt x="314650" y="88173"/>
                  <a:pt x="314696" y="85034"/>
                </a:cubicBezTo>
                <a:cubicBezTo>
                  <a:pt x="314650" y="81940"/>
                  <a:pt x="315765" y="79256"/>
                  <a:pt x="318040" y="76981"/>
                </a:cubicBezTo>
                <a:cubicBezTo>
                  <a:pt x="320224" y="74752"/>
                  <a:pt x="322885" y="73637"/>
                  <a:pt x="326025" y="73637"/>
                </a:cubicBezTo>
                <a:close/>
                <a:moveTo>
                  <a:pt x="391240" y="59783"/>
                </a:moveTo>
                <a:lnTo>
                  <a:pt x="435191" y="205"/>
                </a:lnTo>
                <a:lnTo>
                  <a:pt x="443517" y="205"/>
                </a:lnTo>
                <a:lnTo>
                  <a:pt x="443517" y="59783"/>
                </a:lnTo>
                <a:lnTo>
                  <a:pt x="451979" y="59783"/>
                </a:lnTo>
                <a:lnTo>
                  <a:pt x="451979" y="73910"/>
                </a:lnTo>
                <a:lnTo>
                  <a:pt x="443517" y="73910"/>
                </a:lnTo>
                <a:lnTo>
                  <a:pt x="443517" y="94657"/>
                </a:lnTo>
                <a:lnTo>
                  <a:pt x="424749" y="94657"/>
                </a:lnTo>
                <a:lnTo>
                  <a:pt x="424749" y="73910"/>
                </a:lnTo>
                <a:lnTo>
                  <a:pt x="391240" y="73910"/>
                </a:lnTo>
                <a:lnTo>
                  <a:pt x="391240" y="59783"/>
                </a:lnTo>
                <a:moveTo>
                  <a:pt x="397860" y="59783"/>
                </a:moveTo>
                <a:lnTo>
                  <a:pt x="424749" y="59783"/>
                </a:lnTo>
                <a:lnTo>
                  <a:pt x="424749" y="23272"/>
                </a:lnTo>
                <a:lnTo>
                  <a:pt x="397860" y="5978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Node:">
            <a:extLst xmlns:a="http://schemas.openxmlformats.org/drawingml/2006/main">
              <a:ext uri="{FF2B5EF4-FFF2-40B4-BE49-F238E27FC236}">
                <a16:creationId xmlns:a16="http://schemas.microsoft.com/office/drawing/2014/main" id="{A6C89B58-BD4B-4640-A26C-E29590B7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744" y="1530341"/>
            <a:ext cx="354830" cy="94657"/>
          </a:xfrm>
          <a:custGeom xmlns:a="http://schemas.openxmlformats.org/drawingml/2006/main">
            <a:pathLst>
              <a:path w="354830" h="94657">
                <a:moveTo>
                  <a:pt x="32826" y="0"/>
                </a:moveTo>
                <a:lnTo>
                  <a:pt x="78483" y="57395"/>
                </a:lnTo>
                <a:lnTo>
                  <a:pt x="78483" y="17607"/>
                </a:lnTo>
                <a:cubicBezTo>
                  <a:pt x="78437" y="12102"/>
                  <a:pt x="77641" y="8349"/>
                  <a:pt x="76094" y="6347"/>
                </a:cubicBezTo>
                <a:cubicBezTo>
                  <a:pt x="73865" y="3754"/>
                  <a:pt x="70202" y="2480"/>
                  <a:pt x="65106" y="2525"/>
                </a:cubicBezTo>
                <a:lnTo>
                  <a:pt x="65106" y="0"/>
                </a:lnTo>
                <a:lnTo>
                  <a:pt x="95680" y="0"/>
                </a:lnTo>
                <a:lnTo>
                  <a:pt x="95680" y="2525"/>
                </a:lnTo>
                <a:cubicBezTo>
                  <a:pt x="91722" y="3071"/>
                  <a:pt x="89106" y="3708"/>
                  <a:pt x="87832" y="4436"/>
                </a:cubicBezTo>
                <a:cubicBezTo>
                  <a:pt x="86467" y="5255"/>
                  <a:pt x="85421" y="6552"/>
                  <a:pt x="84693" y="8326"/>
                </a:cubicBezTo>
                <a:cubicBezTo>
                  <a:pt x="83919" y="10191"/>
                  <a:pt x="83533" y="13285"/>
                  <a:pt x="83533" y="17607"/>
                </a:cubicBezTo>
                <a:lnTo>
                  <a:pt x="83533" y="94657"/>
                </a:lnTo>
                <a:lnTo>
                  <a:pt x="81212" y="94657"/>
                </a:lnTo>
                <a:lnTo>
                  <a:pt x="18631" y="17607"/>
                </a:lnTo>
                <a:lnTo>
                  <a:pt x="18631" y="76435"/>
                </a:lnTo>
                <a:cubicBezTo>
                  <a:pt x="18631" y="81804"/>
                  <a:pt x="19859" y="85398"/>
                  <a:pt x="22316" y="87218"/>
                </a:cubicBezTo>
                <a:cubicBezTo>
                  <a:pt x="24682" y="89083"/>
                  <a:pt x="27458" y="90016"/>
                  <a:pt x="30642" y="90016"/>
                </a:cubicBezTo>
                <a:lnTo>
                  <a:pt x="32826" y="90016"/>
                </a:lnTo>
                <a:lnTo>
                  <a:pt x="32826" y="92541"/>
                </a:lnTo>
                <a:lnTo>
                  <a:pt x="0" y="92541"/>
                </a:lnTo>
                <a:lnTo>
                  <a:pt x="0" y="90016"/>
                </a:lnTo>
                <a:cubicBezTo>
                  <a:pt x="5096" y="89971"/>
                  <a:pt x="8644" y="88924"/>
                  <a:pt x="10646" y="86877"/>
                </a:cubicBezTo>
                <a:cubicBezTo>
                  <a:pt x="12603" y="84829"/>
                  <a:pt x="13604" y="81349"/>
                  <a:pt x="13649" y="76435"/>
                </a:cubicBezTo>
                <a:lnTo>
                  <a:pt x="13649" y="11124"/>
                </a:lnTo>
                <a:lnTo>
                  <a:pt x="11670" y="8667"/>
                </a:lnTo>
                <a:cubicBezTo>
                  <a:pt x="9668" y="6210"/>
                  <a:pt x="7939" y="4595"/>
                  <a:pt x="6483" y="3822"/>
                </a:cubicBezTo>
                <a:cubicBezTo>
                  <a:pt x="4936" y="3094"/>
                  <a:pt x="2775" y="2662"/>
                  <a:pt x="0" y="2525"/>
                </a:cubicBezTo>
                <a:lnTo>
                  <a:pt x="0" y="0"/>
                </a:lnTo>
                <a:lnTo>
                  <a:pt x="32826" y="0"/>
                </a:lnTo>
                <a:close/>
                <a:moveTo>
                  <a:pt x="136132" y="26821"/>
                </a:moveTo>
                <a:cubicBezTo>
                  <a:pt x="141637" y="26821"/>
                  <a:pt x="146801" y="28254"/>
                  <a:pt x="151624" y="31120"/>
                </a:cubicBezTo>
                <a:cubicBezTo>
                  <a:pt x="156356" y="34032"/>
                  <a:pt x="159995" y="38104"/>
                  <a:pt x="162543" y="43336"/>
                </a:cubicBezTo>
                <a:cubicBezTo>
                  <a:pt x="165000" y="48614"/>
                  <a:pt x="166229" y="54392"/>
                  <a:pt x="166229" y="60670"/>
                </a:cubicBezTo>
                <a:cubicBezTo>
                  <a:pt x="166183" y="69770"/>
                  <a:pt x="163885" y="77345"/>
                  <a:pt x="159336" y="83396"/>
                </a:cubicBezTo>
                <a:cubicBezTo>
                  <a:pt x="153740" y="90767"/>
                  <a:pt x="146073" y="94452"/>
                  <a:pt x="136337" y="94452"/>
                </a:cubicBezTo>
                <a:cubicBezTo>
                  <a:pt x="126692" y="94497"/>
                  <a:pt x="119298" y="91131"/>
                  <a:pt x="114157" y="84352"/>
                </a:cubicBezTo>
                <a:cubicBezTo>
                  <a:pt x="108970" y="77618"/>
                  <a:pt x="106377" y="69815"/>
                  <a:pt x="106377" y="60943"/>
                </a:cubicBezTo>
                <a:cubicBezTo>
                  <a:pt x="106377" y="51798"/>
                  <a:pt x="109039" y="43814"/>
                  <a:pt x="114362" y="36989"/>
                </a:cubicBezTo>
                <a:cubicBezTo>
                  <a:pt x="119594" y="30256"/>
                  <a:pt x="126851" y="26866"/>
                  <a:pt x="136132" y="26821"/>
                </a:cubicBezTo>
                <a:moveTo>
                  <a:pt x="136405" y="31666"/>
                </a:moveTo>
                <a:cubicBezTo>
                  <a:pt x="134085" y="31711"/>
                  <a:pt x="132106" y="32576"/>
                  <a:pt x="130468" y="34259"/>
                </a:cubicBezTo>
                <a:cubicBezTo>
                  <a:pt x="128739" y="36079"/>
                  <a:pt x="127647" y="39537"/>
                  <a:pt x="127192" y="44633"/>
                </a:cubicBezTo>
                <a:cubicBezTo>
                  <a:pt x="126646" y="49819"/>
                  <a:pt x="126373" y="57008"/>
                  <a:pt x="126373" y="66198"/>
                </a:cubicBezTo>
                <a:cubicBezTo>
                  <a:pt x="126373" y="71066"/>
                  <a:pt x="126692" y="75616"/>
                  <a:pt x="127329" y="79847"/>
                </a:cubicBezTo>
                <a:cubicBezTo>
                  <a:pt x="127783" y="83078"/>
                  <a:pt x="128853" y="85535"/>
                  <a:pt x="130536" y="87218"/>
                </a:cubicBezTo>
                <a:cubicBezTo>
                  <a:pt x="132128" y="88947"/>
                  <a:pt x="133994" y="89789"/>
                  <a:pt x="136132" y="89743"/>
                </a:cubicBezTo>
                <a:cubicBezTo>
                  <a:pt x="138180" y="89789"/>
                  <a:pt x="139886" y="89220"/>
                  <a:pt x="141251" y="88037"/>
                </a:cubicBezTo>
                <a:cubicBezTo>
                  <a:pt x="142980" y="86535"/>
                  <a:pt x="144162" y="84374"/>
                  <a:pt x="144799" y="81554"/>
                </a:cubicBezTo>
                <a:cubicBezTo>
                  <a:pt x="145664" y="77277"/>
                  <a:pt x="146119" y="68541"/>
                  <a:pt x="146164" y="55347"/>
                </a:cubicBezTo>
                <a:cubicBezTo>
                  <a:pt x="146164" y="47658"/>
                  <a:pt x="145732" y="42335"/>
                  <a:pt x="144868" y="39378"/>
                </a:cubicBezTo>
                <a:cubicBezTo>
                  <a:pt x="143958" y="36511"/>
                  <a:pt x="142684" y="34419"/>
                  <a:pt x="141046" y="33099"/>
                </a:cubicBezTo>
                <a:cubicBezTo>
                  <a:pt x="139863" y="32144"/>
                  <a:pt x="138316" y="31666"/>
                  <a:pt x="136405" y="31666"/>
                </a:cubicBezTo>
                <a:close/>
                <a:moveTo>
                  <a:pt x="241061" y="0"/>
                </a:moveTo>
                <a:lnTo>
                  <a:pt x="241061" y="73432"/>
                </a:lnTo>
                <a:cubicBezTo>
                  <a:pt x="241061" y="78437"/>
                  <a:pt x="241198" y="81372"/>
                  <a:pt x="241471" y="82236"/>
                </a:cubicBezTo>
                <a:cubicBezTo>
                  <a:pt x="241789" y="83737"/>
                  <a:pt x="242495" y="84852"/>
                  <a:pt x="243586" y="85580"/>
                </a:cubicBezTo>
                <a:cubicBezTo>
                  <a:pt x="244587" y="86354"/>
                  <a:pt x="246362" y="86808"/>
                  <a:pt x="248910" y="86945"/>
                </a:cubicBezTo>
                <a:lnTo>
                  <a:pt x="248910" y="89197"/>
                </a:lnTo>
                <a:lnTo>
                  <a:pt x="221953" y="94452"/>
                </a:lnTo>
                <a:lnTo>
                  <a:pt x="221953" y="84352"/>
                </a:lnTo>
                <a:cubicBezTo>
                  <a:pt x="218722" y="88264"/>
                  <a:pt x="215856" y="90926"/>
                  <a:pt x="213354" y="92336"/>
                </a:cubicBezTo>
                <a:cubicBezTo>
                  <a:pt x="210806" y="93792"/>
                  <a:pt x="207940" y="94497"/>
                  <a:pt x="204755" y="94452"/>
                </a:cubicBezTo>
                <a:cubicBezTo>
                  <a:pt x="196565" y="94497"/>
                  <a:pt x="190127" y="90858"/>
                  <a:pt x="185441" y="83533"/>
                </a:cubicBezTo>
                <a:cubicBezTo>
                  <a:pt x="181619" y="77618"/>
                  <a:pt x="179709" y="70361"/>
                  <a:pt x="179709" y="61762"/>
                </a:cubicBezTo>
                <a:cubicBezTo>
                  <a:pt x="179663" y="54892"/>
                  <a:pt x="180846" y="48727"/>
                  <a:pt x="183257" y="43268"/>
                </a:cubicBezTo>
                <a:cubicBezTo>
                  <a:pt x="185578" y="37899"/>
                  <a:pt x="188831" y="33804"/>
                  <a:pt x="193016" y="30984"/>
                </a:cubicBezTo>
                <a:cubicBezTo>
                  <a:pt x="197111" y="28208"/>
                  <a:pt x="201524" y="26821"/>
                  <a:pt x="206256" y="26821"/>
                </a:cubicBezTo>
                <a:cubicBezTo>
                  <a:pt x="209259" y="26866"/>
                  <a:pt x="211966" y="27458"/>
                  <a:pt x="214377" y="28595"/>
                </a:cubicBezTo>
                <a:cubicBezTo>
                  <a:pt x="216743" y="29823"/>
                  <a:pt x="219268" y="31893"/>
                  <a:pt x="221953" y="34805"/>
                </a:cubicBezTo>
                <a:lnTo>
                  <a:pt x="221953" y="15560"/>
                </a:lnTo>
                <a:cubicBezTo>
                  <a:pt x="221953" y="10737"/>
                  <a:pt x="221748" y="7803"/>
                  <a:pt x="221338" y="6756"/>
                </a:cubicBezTo>
                <a:cubicBezTo>
                  <a:pt x="220792" y="5482"/>
                  <a:pt x="219973" y="4504"/>
                  <a:pt x="218882" y="3822"/>
                </a:cubicBezTo>
                <a:cubicBezTo>
                  <a:pt x="217790" y="3230"/>
                  <a:pt x="215742" y="2912"/>
                  <a:pt x="212739" y="2866"/>
                </a:cubicBezTo>
                <a:lnTo>
                  <a:pt x="212739" y="0"/>
                </a:lnTo>
                <a:lnTo>
                  <a:pt x="241061" y="0"/>
                </a:lnTo>
                <a:moveTo>
                  <a:pt x="221953" y="43268"/>
                </a:moveTo>
                <a:cubicBezTo>
                  <a:pt x="218540" y="36807"/>
                  <a:pt x="214423" y="33577"/>
                  <a:pt x="209600" y="33577"/>
                </a:cubicBezTo>
                <a:cubicBezTo>
                  <a:pt x="207871" y="33622"/>
                  <a:pt x="206484" y="34077"/>
                  <a:pt x="205437" y="34942"/>
                </a:cubicBezTo>
                <a:cubicBezTo>
                  <a:pt x="203708" y="36398"/>
                  <a:pt x="202343" y="38877"/>
                  <a:pt x="201342" y="42381"/>
                </a:cubicBezTo>
                <a:cubicBezTo>
                  <a:pt x="200250" y="45975"/>
                  <a:pt x="199705" y="51412"/>
                  <a:pt x="199705" y="58691"/>
                </a:cubicBezTo>
                <a:cubicBezTo>
                  <a:pt x="199705" y="66744"/>
                  <a:pt x="200296" y="72704"/>
                  <a:pt x="201479" y="76572"/>
                </a:cubicBezTo>
                <a:cubicBezTo>
                  <a:pt x="202616" y="80484"/>
                  <a:pt x="204231" y="83282"/>
                  <a:pt x="206324" y="84966"/>
                </a:cubicBezTo>
                <a:cubicBezTo>
                  <a:pt x="207325" y="85876"/>
                  <a:pt x="208758" y="86308"/>
                  <a:pt x="210624" y="86263"/>
                </a:cubicBezTo>
                <a:cubicBezTo>
                  <a:pt x="214628" y="86263"/>
                  <a:pt x="218404" y="83123"/>
                  <a:pt x="221953" y="76845"/>
                </a:cubicBezTo>
                <a:lnTo>
                  <a:pt x="221953" y="43268"/>
                </a:lnTo>
                <a:close/>
                <a:moveTo>
                  <a:pt x="312075" y="58350"/>
                </a:moveTo>
                <a:lnTo>
                  <a:pt x="277065" y="58350"/>
                </a:lnTo>
                <a:cubicBezTo>
                  <a:pt x="277475" y="66813"/>
                  <a:pt x="279727" y="73501"/>
                  <a:pt x="283821" y="78414"/>
                </a:cubicBezTo>
                <a:cubicBezTo>
                  <a:pt x="286915" y="82191"/>
                  <a:pt x="290691" y="84079"/>
                  <a:pt x="295150" y="84079"/>
                </a:cubicBezTo>
                <a:cubicBezTo>
                  <a:pt x="297835" y="84124"/>
                  <a:pt x="300314" y="83351"/>
                  <a:pt x="302589" y="81758"/>
                </a:cubicBezTo>
                <a:cubicBezTo>
                  <a:pt x="304818" y="80257"/>
                  <a:pt x="307207" y="77527"/>
                  <a:pt x="309755" y="73569"/>
                </a:cubicBezTo>
                <a:lnTo>
                  <a:pt x="312075" y="75070"/>
                </a:lnTo>
                <a:cubicBezTo>
                  <a:pt x="308572" y="82122"/>
                  <a:pt x="304750" y="87104"/>
                  <a:pt x="300610" y="90016"/>
                </a:cubicBezTo>
                <a:cubicBezTo>
                  <a:pt x="296424" y="92973"/>
                  <a:pt x="291579" y="94452"/>
                  <a:pt x="286074" y="94452"/>
                </a:cubicBezTo>
                <a:cubicBezTo>
                  <a:pt x="276565" y="94497"/>
                  <a:pt x="269399" y="90858"/>
                  <a:pt x="264576" y="83533"/>
                </a:cubicBezTo>
                <a:cubicBezTo>
                  <a:pt x="260663" y="77664"/>
                  <a:pt x="258707" y="70384"/>
                  <a:pt x="258707" y="61694"/>
                </a:cubicBezTo>
                <a:cubicBezTo>
                  <a:pt x="258662" y="51093"/>
                  <a:pt x="261551" y="42608"/>
                  <a:pt x="267374" y="36238"/>
                </a:cubicBezTo>
                <a:cubicBezTo>
                  <a:pt x="273107" y="29960"/>
                  <a:pt x="279840" y="26821"/>
                  <a:pt x="287575" y="26821"/>
                </a:cubicBezTo>
                <a:cubicBezTo>
                  <a:pt x="294036" y="26866"/>
                  <a:pt x="299654" y="29505"/>
                  <a:pt x="304432" y="34737"/>
                </a:cubicBezTo>
                <a:cubicBezTo>
                  <a:pt x="309118" y="40060"/>
                  <a:pt x="311666" y="47931"/>
                  <a:pt x="312075" y="58350"/>
                </a:cubicBezTo>
                <a:moveTo>
                  <a:pt x="295287" y="53778"/>
                </a:moveTo>
                <a:cubicBezTo>
                  <a:pt x="295241" y="46498"/>
                  <a:pt x="294854" y="41471"/>
                  <a:pt x="294126" y="38695"/>
                </a:cubicBezTo>
                <a:cubicBezTo>
                  <a:pt x="293308" y="36011"/>
                  <a:pt x="292056" y="33941"/>
                  <a:pt x="290373" y="32485"/>
                </a:cubicBezTo>
                <a:cubicBezTo>
                  <a:pt x="289372" y="31666"/>
                  <a:pt x="288098" y="31257"/>
                  <a:pt x="286551" y="31257"/>
                </a:cubicBezTo>
                <a:cubicBezTo>
                  <a:pt x="284140" y="31257"/>
                  <a:pt x="282206" y="32417"/>
                  <a:pt x="280750" y="34737"/>
                </a:cubicBezTo>
                <a:cubicBezTo>
                  <a:pt x="278066" y="38832"/>
                  <a:pt x="276724" y="44382"/>
                  <a:pt x="276724" y="51389"/>
                </a:cubicBezTo>
                <a:lnTo>
                  <a:pt x="276724" y="53778"/>
                </a:lnTo>
                <a:lnTo>
                  <a:pt x="295287" y="53778"/>
                </a:lnTo>
                <a:close/>
                <a:moveTo>
                  <a:pt x="343501" y="26889"/>
                </a:moveTo>
                <a:cubicBezTo>
                  <a:pt x="346595" y="26889"/>
                  <a:pt x="349279" y="27981"/>
                  <a:pt x="351554" y="30165"/>
                </a:cubicBezTo>
                <a:cubicBezTo>
                  <a:pt x="353738" y="32439"/>
                  <a:pt x="354830" y="35124"/>
                  <a:pt x="354830" y="38218"/>
                </a:cubicBezTo>
                <a:cubicBezTo>
                  <a:pt x="354830" y="41357"/>
                  <a:pt x="353738" y="44018"/>
                  <a:pt x="351554" y="46202"/>
                </a:cubicBezTo>
                <a:cubicBezTo>
                  <a:pt x="349279" y="48477"/>
                  <a:pt x="346595" y="49592"/>
                  <a:pt x="343501" y="49546"/>
                </a:cubicBezTo>
                <a:cubicBezTo>
                  <a:pt x="340362" y="49592"/>
                  <a:pt x="337700" y="48477"/>
                  <a:pt x="335516" y="46202"/>
                </a:cubicBezTo>
                <a:cubicBezTo>
                  <a:pt x="333242" y="44018"/>
                  <a:pt x="332127" y="41357"/>
                  <a:pt x="332172" y="38218"/>
                </a:cubicBezTo>
                <a:cubicBezTo>
                  <a:pt x="332127" y="35124"/>
                  <a:pt x="333242" y="32439"/>
                  <a:pt x="335516" y="30165"/>
                </a:cubicBezTo>
                <a:cubicBezTo>
                  <a:pt x="337700" y="27981"/>
                  <a:pt x="340362" y="26889"/>
                  <a:pt x="343501" y="26889"/>
                </a:cubicBezTo>
                <a:moveTo>
                  <a:pt x="343433" y="71521"/>
                </a:moveTo>
                <a:cubicBezTo>
                  <a:pt x="346572" y="71521"/>
                  <a:pt x="349279" y="72636"/>
                  <a:pt x="351554" y="74865"/>
                </a:cubicBezTo>
                <a:cubicBezTo>
                  <a:pt x="353738" y="77140"/>
                  <a:pt x="354830" y="79825"/>
                  <a:pt x="354830" y="82918"/>
                </a:cubicBezTo>
                <a:cubicBezTo>
                  <a:pt x="354830" y="86058"/>
                  <a:pt x="353715" y="88719"/>
                  <a:pt x="351486" y="90903"/>
                </a:cubicBezTo>
                <a:cubicBezTo>
                  <a:pt x="349211" y="93178"/>
                  <a:pt x="346527" y="94293"/>
                  <a:pt x="343433" y="94247"/>
                </a:cubicBezTo>
                <a:cubicBezTo>
                  <a:pt x="340294" y="94293"/>
                  <a:pt x="337632" y="93178"/>
                  <a:pt x="335448" y="90903"/>
                </a:cubicBezTo>
                <a:cubicBezTo>
                  <a:pt x="333173" y="88719"/>
                  <a:pt x="332059" y="86058"/>
                  <a:pt x="332104" y="82918"/>
                </a:cubicBezTo>
                <a:cubicBezTo>
                  <a:pt x="332059" y="79825"/>
                  <a:pt x="333173" y="77140"/>
                  <a:pt x="335448" y="74865"/>
                </a:cubicBezTo>
                <a:cubicBezTo>
                  <a:pt x="337632" y="72636"/>
                  <a:pt x="340294" y="71521"/>
                  <a:pt x="343433" y="71521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C">
            <a:extLst xmlns:a="http://schemas.openxmlformats.org/drawingml/2006/main">
              <a:ext uri="{FF2B5EF4-FFF2-40B4-BE49-F238E27FC236}">
                <a16:creationId xmlns:a16="http://schemas.microsoft.com/office/drawing/2014/main" id="{97F88A42-E280-4AD6-9CDE-EF30EB1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41" y="1528226"/>
            <a:ext cx="87764" cy="96772"/>
          </a:xfrm>
          <a:custGeom xmlns:a="http://schemas.openxmlformats.org/drawingml/2006/main">
            <a:pathLst>
              <a:path w="87764" h="96772">
                <a:moveTo>
                  <a:pt x="87764" y="0"/>
                </a:moveTo>
                <a:lnTo>
                  <a:pt x="87764" y="32075"/>
                </a:lnTo>
                <a:lnTo>
                  <a:pt x="85102" y="32075"/>
                </a:lnTo>
                <a:cubicBezTo>
                  <a:pt x="83100" y="23704"/>
                  <a:pt x="79370" y="17289"/>
                  <a:pt x="73910" y="12830"/>
                </a:cubicBezTo>
                <a:cubicBezTo>
                  <a:pt x="68405" y="8417"/>
                  <a:pt x="62217" y="6188"/>
                  <a:pt x="55347" y="6142"/>
                </a:cubicBezTo>
                <a:cubicBezTo>
                  <a:pt x="49524" y="6142"/>
                  <a:pt x="44223" y="7803"/>
                  <a:pt x="39446" y="11124"/>
                </a:cubicBezTo>
                <a:cubicBezTo>
                  <a:pt x="34578" y="14491"/>
                  <a:pt x="31052" y="18836"/>
                  <a:pt x="28868" y="24159"/>
                </a:cubicBezTo>
                <a:cubicBezTo>
                  <a:pt x="26002" y="31075"/>
                  <a:pt x="24568" y="38718"/>
                  <a:pt x="24568" y="47090"/>
                </a:cubicBezTo>
                <a:cubicBezTo>
                  <a:pt x="24523" y="55415"/>
                  <a:pt x="25569" y="62945"/>
                  <a:pt x="27708" y="69679"/>
                </a:cubicBezTo>
                <a:cubicBezTo>
                  <a:pt x="29801" y="76503"/>
                  <a:pt x="33076" y="81645"/>
                  <a:pt x="37535" y="85102"/>
                </a:cubicBezTo>
                <a:cubicBezTo>
                  <a:pt x="41948" y="88606"/>
                  <a:pt x="47726" y="90357"/>
                  <a:pt x="54870" y="90357"/>
                </a:cubicBezTo>
                <a:cubicBezTo>
                  <a:pt x="60648" y="90357"/>
                  <a:pt x="65994" y="89083"/>
                  <a:pt x="70907" y="86535"/>
                </a:cubicBezTo>
                <a:cubicBezTo>
                  <a:pt x="75684" y="84033"/>
                  <a:pt x="80780" y="79643"/>
                  <a:pt x="86194" y="73364"/>
                </a:cubicBezTo>
                <a:lnTo>
                  <a:pt x="86194" y="81349"/>
                </a:lnTo>
                <a:cubicBezTo>
                  <a:pt x="81008" y="86808"/>
                  <a:pt x="75616" y="90721"/>
                  <a:pt x="70020" y="93087"/>
                </a:cubicBezTo>
                <a:cubicBezTo>
                  <a:pt x="64333" y="95544"/>
                  <a:pt x="57759" y="96772"/>
                  <a:pt x="50297" y="96772"/>
                </a:cubicBezTo>
                <a:cubicBezTo>
                  <a:pt x="40379" y="96772"/>
                  <a:pt x="31620" y="94793"/>
                  <a:pt x="24022" y="90835"/>
                </a:cubicBezTo>
                <a:cubicBezTo>
                  <a:pt x="16288" y="86922"/>
                  <a:pt x="10373" y="81235"/>
                  <a:pt x="6279" y="73774"/>
                </a:cubicBezTo>
                <a:cubicBezTo>
                  <a:pt x="2093" y="66403"/>
                  <a:pt x="0" y="58509"/>
                  <a:pt x="0" y="50092"/>
                </a:cubicBezTo>
                <a:cubicBezTo>
                  <a:pt x="0" y="41311"/>
                  <a:pt x="2320" y="32940"/>
                  <a:pt x="6961" y="24978"/>
                </a:cubicBezTo>
                <a:cubicBezTo>
                  <a:pt x="11511" y="17061"/>
                  <a:pt x="17744" y="10919"/>
                  <a:pt x="25660" y="6552"/>
                </a:cubicBezTo>
                <a:cubicBezTo>
                  <a:pt x="33486" y="2184"/>
                  <a:pt x="41812" y="0"/>
                  <a:pt x="50638" y="0"/>
                </a:cubicBezTo>
                <a:cubicBezTo>
                  <a:pt x="57099" y="45"/>
                  <a:pt x="63969" y="1456"/>
                  <a:pt x="71248" y="4231"/>
                </a:cubicBezTo>
                <a:cubicBezTo>
                  <a:pt x="75389" y="5869"/>
                  <a:pt x="78050" y="6688"/>
                  <a:pt x="79233" y="6688"/>
                </a:cubicBezTo>
                <a:cubicBezTo>
                  <a:pt x="80644" y="6688"/>
                  <a:pt x="81918" y="6142"/>
                  <a:pt x="83055" y="5050"/>
                </a:cubicBezTo>
                <a:cubicBezTo>
                  <a:pt x="84056" y="4049"/>
                  <a:pt x="84738" y="2366"/>
                  <a:pt x="85102" y="0"/>
                </a:cubicBezTo>
                <a:lnTo>
                  <a:pt x="87764" y="0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Duration:">
            <a:extLst xmlns:a="http://schemas.openxmlformats.org/drawingml/2006/main">
              <a:ext uri="{FF2B5EF4-FFF2-40B4-BE49-F238E27FC236}">
                <a16:creationId xmlns:a16="http://schemas.microsoft.com/office/drawing/2014/main" id="{B94263EC-FF3F-4EC2-9138-E9D7A908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926" y="1686155"/>
            <a:ext cx="579809" cy="96681"/>
          </a:xfrm>
          <a:custGeom xmlns:a="http://schemas.openxmlformats.org/drawingml/2006/main">
            <a:pathLst>
              <a:path w="579809" h="96681">
                <a:moveTo>
                  <a:pt x="0" y="94725"/>
                </a:moveTo>
                <a:lnTo>
                  <a:pt x="0" y="92200"/>
                </a:lnTo>
                <a:lnTo>
                  <a:pt x="3071" y="92200"/>
                </a:lnTo>
                <a:cubicBezTo>
                  <a:pt x="5710" y="92245"/>
                  <a:pt x="7780" y="91813"/>
                  <a:pt x="9281" y="90903"/>
                </a:cubicBezTo>
                <a:cubicBezTo>
                  <a:pt x="10692" y="90084"/>
                  <a:pt x="11738" y="88947"/>
                  <a:pt x="12421" y="87491"/>
                </a:cubicBezTo>
                <a:cubicBezTo>
                  <a:pt x="12830" y="86535"/>
                  <a:pt x="13035" y="83669"/>
                  <a:pt x="13035" y="78892"/>
                </a:cubicBezTo>
                <a:lnTo>
                  <a:pt x="13035" y="18017"/>
                </a:lnTo>
                <a:cubicBezTo>
                  <a:pt x="12989" y="13331"/>
                  <a:pt x="12739" y="10373"/>
                  <a:pt x="12284" y="9145"/>
                </a:cubicBezTo>
                <a:cubicBezTo>
                  <a:pt x="11784" y="8007"/>
                  <a:pt x="10783" y="6961"/>
                  <a:pt x="9281" y="6006"/>
                </a:cubicBezTo>
                <a:cubicBezTo>
                  <a:pt x="7689" y="5141"/>
                  <a:pt x="5619" y="4709"/>
                  <a:pt x="3071" y="4709"/>
                </a:cubicBezTo>
                <a:lnTo>
                  <a:pt x="0" y="4709"/>
                </a:lnTo>
                <a:lnTo>
                  <a:pt x="0" y="2184"/>
                </a:lnTo>
                <a:lnTo>
                  <a:pt x="41425" y="2184"/>
                </a:lnTo>
                <a:cubicBezTo>
                  <a:pt x="52435" y="2184"/>
                  <a:pt x="61330" y="3685"/>
                  <a:pt x="68109" y="6688"/>
                </a:cubicBezTo>
                <a:cubicBezTo>
                  <a:pt x="76299" y="10419"/>
                  <a:pt x="82554" y="15992"/>
                  <a:pt x="86877" y="23408"/>
                </a:cubicBezTo>
                <a:cubicBezTo>
                  <a:pt x="91108" y="30870"/>
                  <a:pt x="93224" y="39310"/>
                  <a:pt x="93224" y="48727"/>
                </a:cubicBezTo>
                <a:cubicBezTo>
                  <a:pt x="93224" y="55233"/>
                  <a:pt x="92177" y="61216"/>
                  <a:pt x="90084" y="66676"/>
                </a:cubicBezTo>
                <a:cubicBezTo>
                  <a:pt x="87946" y="72227"/>
                  <a:pt x="85239" y="76754"/>
                  <a:pt x="81963" y="80257"/>
                </a:cubicBezTo>
                <a:cubicBezTo>
                  <a:pt x="78596" y="83897"/>
                  <a:pt x="74774" y="86763"/>
                  <a:pt x="70498" y="88856"/>
                </a:cubicBezTo>
                <a:cubicBezTo>
                  <a:pt x="66130" y="91085"/>
                  <a:pt x="60807" y="92769"/>
                  <a:pt x="54528" y="93906"/>
                </a:cubicBezTo>
                <a:cubicBezTo>
                  <a:pt x="51707" y="94452"/>
                  <a:pt x="47340" y="94725"/>
                  <a:pt x="41425" y="94725"/>
                </a:cubicBezTo>
                <a:lnTo>
                  <a:pt x="0" y="94725"/>
                </a:lnTo>
                <a:moveTo>
                  <a:pt x="35283" y="7439"/>
                </a:moveTo>
                <a:lnTo>
                  <a:pt x="35283" y="79643"/>
                </a:lnTo>
                <a:cubicBezTo>
                  <a:pt x="35283" y="83464"/>
                  <a:pt x="35465" y="85808"/>
                  <a:pt x="35829" y="86672"/>
                </a:cubicBezTo>
                <a:cubicBezTo>
                  <a:pt x="36147" y="87582"/>
                  <a:pt x="36762" y="88242"/>
                  <a:pt x="37672" y="88651"/>
                </a:cubicBezTo>
                <a:cubicBezTo>
                  <a:pt x="38900" y="89334"/>
                  <a:pt x="40674" y="89675"/>
                  <a:pt x="42995" y="89675"/>
                </a:cubicBezTo>
                <a:cubicBezTo>
                  <a:pt x="50547" y="89675"/>
                  <a:pt x="56348" y="87081"/>
                  <a:pt x="60397" y="81895"/>
                </a:cubicBezTo>
                <a:cubicBezTo>
                  <a:pt x="65857" y="74888"/>
                  <a:pt x="68587" y="64014"/>
                  <a:pt x="68587" y="49273"/>
                </a:cubicBezTo>
                <a:cubicBezTo>
                  <a:pt x="68587" y="37399"/>
                  <a:pt x="66722" y="27912"/>
                  <a:pt x="62991" y="20815"/>
                </a:cubicBezTo>
                <a:cubicBezTo>
                  <a:pt x="60033" y="15310"/>
                  <a:pt x="56234" y="11534"/>
                  <a:pt x="51594" y="9486"/>
                </a:cubicBezTo>
                <a:cubicBezTo>
                  <a:pt x="48272" y="8076"/>
                  <a:pt x="42836" y="7393"/>
                  <a:pt x="35283" y="7439"/>
                </a:cubicBezTo>
                <a:close/>
                <a:moveTo>
                  <a:pt x="167798" y="30915"/>
                </a:moveTo>
                <a:lnTo>
                  <a:pt x="167798" y="80871"/>
                </a:lnTo>
                <a:cubicBezTo>
                  <a:pt x="167798" y="85785"/>
                  <a:pt x="168253" y="88810"/>
                  <a:pt x="169163" y="89948"/>
                </a:cubicBezTo>
                <a:cubicBezTo>
                  <a:pt x="170028" y="91176"/>
                  <a:pt x="171870" y="91950"/>
                  <a:pt x="174691" y="92268"/>
                </a:cubicBezTo>
                <a:lnTo>
                  <a:pt x="174691" y="94725"/>
                </a:lnTo>
                <a:lnTo>
                  <a:pt x="148690" y="94725"/>
                </a:lnTo>
                <a:lnTo>
                  <a:pt x="148690" y="86194"/>
                </a:lnTo>
                <a:cubicBezTo>
                  <a:pt x="145596" y="89834"/>
                  <a:pt x="142548" y="92473"/>
                  <a:pt x="139545" y="94111"/>
                </a:cubicBezTo>
                <a:cubicBezTo>
                  <a:pt x="136451" y="95840"/>
                  <a:pt x="133039" y="96681"/>
                  <a:pt x="129308" y="96636"/>
                </a:cubicBezTo>
                <a:cubicBezTo>
                  <a:pt x="125668" y="96681"/>
                  <a:pt x="122483" y="95567"/>
                  <a:pt x="119754" y="93292"/>
                </a:cubicBezTo>
                <a:cubicBezTo>
                  <a:pt x="116933" y="91108"/>
                  <a:pt x="115045" y="88537"/>
                  <a:pt x="114089" y="85580"/>
                </a:cubicBezTo>
                <a:cubicBezTo>
                  <a:pt x="113134" y="82668"/>
                  <a:pt x="112656" y="77504"/>
                  <a:pt x="112656" y="70088"/>
                </a:cubicBezTo>
                <a:lnTo>
                  <a:pt x="112656" y="44769"/>
                </a:lnTo>
                <a:cubicBezTo>
                  <a:pt x="112656" y="39946"/>
                  <a:pt x="112224" y="36944"/>
                  <a:pt x="111359" y="35761"/>
                </a:cubicBezTo>
                <a:cubicBezTo>
                  <a:pt x="110404" y="34623"/>
                  <a:pt x="108539" y="33850"/>
                  <a:pt x="105763" y="33440"/>
                </a:cubicBezTo>
                <a:lnTo>
                  <a:pt x="105763" y="30915"/>
                </a:lnTo>
                <a:lnTo>
                  <a:pt x="131765" y="30915"/>
                </a:lnTo>
                <a:lnTo>
                  <a:pt x="131765" y="74524"/>
                </a:lnTo>
                <a:cubicBezTo>
                  <a:pt x="131719" y="79119"/>
                  <a:pt x="131947" y="82054"/>
                  <a:pt x="132447" y="83328"/>
                </a:cubicBezTo>
                <a:cubicBezTo>
                  <a:pt x="132857" y="84647"/>
                  <a:pt x="133539" y="85648"/>
                  <a:pt x="134495" y="86331"/>
                </a:cubicBezTo>
                <a:cubicBezTo>
                  <a:pt x="135359" y="87013"/>
                  <a:pt x="136428" y="87354"/>
                  <a:pt x="137702" y="87354"/>
                </a:cubicBezTo>
                <a:cubicBezTo>
                  <a:pt x="139340" y="87400"/>
                  <a:pt x="140819" y="86968"/>
                  <a:pt x="142138" y="86058"/>
                </a:cubicBezTo>
                <a:cubicBezTo>
                  <a:pt x="143958" y="84920"/>
                  <a:pt x="146142" y="82532"/>
                  <a:pt x="148690" y="78892"/>
                </a:cubicBezTo>
                <a:lnTo>
                  <a:pt x="148690" y="44769"/>
                </a:lnTo>
                <a:cubicBezTo>
                  <a:pt x="148690" y="39946"/>
                  <a:pt x="148257" y="36944"/>
                  <a:pt x="147393" y="35761"/>
                </a:cubicBezTo>
                <a:cubicBezTo>
                  <a:pt x="146438" y="34623"/>
                  <a:pt x="144572" y="33850"/>
                  <a:pt x="141797" y="33440"/>
                </a:cubicBezTo>
                <a:lnTo>
                  <a:pt x="141797" y="30915"/>
                </a:lnTo>
                <a:lnTo>
                  <a:pt x="167798" y="30915"/>
                </a:lnTo>
                <a:close/>
                <a:moveTo>
                  <a:pt x="211650" y="30915"/>
                </a:moveTo>
                <a:lnTo>
                  <a:pt x="211650" y="45383"/>
                </a:lnTo>
                <a:cubicBezTo>
                  <a:pt x="215836" y="38786"/>
                  <a:pt x="219544" y="34396"/>
                  <a:pt x="222774" y="32212"/>
                </a:cubicBezTo>
                <a:cubicBezTo>
                  <a:pt x="225959" y="30119"/>
                  <a:pt x="229030" y="29050"/>
                  <a:pt x="231988" y="29004"/>
                </a:cubicBezTo>
                <a:cubicBezTo>
                  <a:pt x="234490" y="29004"/>
                  <a:pt x="236537" y="29778"/>
                  <a:pt x="238130" y="31325"/>
                </a:cubicBezTo>
                <a:cubicBezTo>
                  <a:pt x="239631" y="32917"/>
                  <a:pt x="240382" y="35147"/>
                  <a:pt x="240382" y="38013"/>
                </a:cubicBezTo>
                <a:cubicBezTo>
                  <a:pt x="240336" y="41107"/>
                  <a:pt x="239608" y="43472"/>
                  <a:pt x="238198" y="45110"/>
                </a:cubicBezTo>
                <a:cubicBezTo>
                  <a:pt x="236697" y="46839"/>
                  <a:pt x="234899" y="47681"/>
                  <a:pt x="232807" y="47635"/>
                </a:cubicBezTo>
                <a:cubicBezTo>
                  <a:pt x="230395" y="47681"/>
                  <a:pt x="228302" y="46908"/>
                  <a:pt x="226528" y="45315"/>
                </a:cubicBezTo>
                <a:cubicBezTo>
                  <a:pt x="224754" y="43814"/>
                  <a:pt x="223707" y="42949"/>
                  <a:pt x="223389" y="42722"/>
                </a:cubicBezTo>
                <a:cubicBezTo>
                  <a:pt x="222888" y="42449"/>
                  <a:pt x="222365" y="42312"/>
                  <a:pt x="221819" y="42312"/>
                </a:cubicBezTo>
                <a:cubicBezTo>
                  <a:pt x="220454" y="42312"/>
                  <a:pt x="219203" y="42813"/>
                  <a:pt x="218066" y="43814"/>
                </a:cubicBezTo>
                <a:cubicBezTo>
                  <a:pt x="216200" y="45406"/>
                  <a:pt x="214790" y="47613"/>
                  <a:pt x="213834" y="50434"/>
                </a:cubicBezTo>
                <a:cubicBezTo>
                  <a:pt x="212378" y="54892"/>
                  <a:pt x="211650" y="59760"/>
                  <a:pt x="211650" y="65038"/>
                </a:cubicBezTo>
                <a:lnTo>
                  <a:pt x="211650" y="79711"/>
                </a:lnTo>
                <a:lnTo>
                  <a:pt x="211719" y="83533"/>
                </a:lnTo>
                <a:cubicBezTo>
                  <a:pt x="211673" y="86126"/>
                  <a:pt x="211832" y="87787"/>
                  <a:pt x="212196" y="88515"/>
                </a:cubicBezTo>
                <a:cubicBezTo>
                  <a:pt x="212742" y="89743"/>
                  <a:pt x="213561" y="90630"/>
                  <a:pt x="214653" y="91176"/>
                </a:cubicBezTo>
                <a:cubicBezTo>
                  <a:pt x="215654" y="91813"/>
                  <a:pt x="217451" y="92177"/>
                  <a:pt x="220045" y="92268"/>
                </a:cubicBezTo>
                <a:lnTo>
                  <a:pt x="220045" y="94725"/>
                </a:lnTo>
                <a:lnTo>
                  <a:pt x="185581" y="94725"/>
                </a:lnTo>
                <a:lnTo>
                  <a:pt x="185581" y="92268"/>
                </a:lnTo>
                <a:cubicBezTo>
                  <a:pt x="188310" y="92086"/>
                  <a:pt x="190199" y="91313"/>
                  <a:pt x="191245" y="89948"/>
                </a:cubicBezTo>
                <a:cubicBezTo>
                  <a:pt x="192200" y="88674"/>
                  <a:pt x="192678" y="85262"/>
                  <a:pt x="192678" y="79711"/>
                </a:cubicBezTo>
                <a:lnTo>
                  <a:pt x="192678" y="44428"/>
                </a:lnTo>
                <a:cubicBezTo>
                  <a:pt x="192633" y="40834"/>
                  <a:pt x="192451" y="38513"/>
                  <a:pt x="192132" y="37467"/>
                </a:cubicBezTo>
                <a:cubicBezTo>
                  <a:pt x="191632" y="36238"/>
                  <a:pt x="190972" y="35306"/>
                  <a:pt x="190153" y="34669"/>
                </a:cubicBezTo>
                <a:cubicBezTo>
                  <a:pt x="189243" y="34077"/>
                  <a:pt x="187719" y="33668"/>
                  <a:pt x="185581" y="33440"/>
                </a:cubicBezTo>
                <a:lnTo>
                  <a:pt x="185581" y="30915"/>
                </a:lnTo>
                <a:lnTo>
                  <a:pt x="211650" y="30915"/>
                </a:lnTo>
                <a:close/>
                <a:moveTo>
                  <a:pt x="281154" y="85307"/>
                </a:moveTo>
                <a:cubicBezTo>
                  <a:pt x="273374" y="92223"/>
                  <a:pt x="266391" y="95658"/>
                  <a:pt x="260203" y="95612"/>
                </a:cubicBezTo>
                <a:cubicBezTo>
                  <a:pt x="256518" y="95612"/>
                  <a:pt x="253492" y="94406"/>
                  <a:pt x="251126" y="91995"/>
                </a:cubicBezTo>
                <a:cubicBezTo>
                  <a:pt x="248715" y="89675"/>
                  <a:pt x="247509" y="86695"/>
                  <a:pt x="247509" y="83055"/>
                </a:cubicBezTo>
                <a:cubicBezTo>
                  <a:pt x="247509" y="78232"/>
                  <a:pt x="249602" y="73842"/>
                  <a:pt x="253788" y="69884"/>
                </a:cubicBezTo>
                <a:cubicBezTo>
                  <a:pt x="257928" y="66062"/>
                  <a:pt x="267050" y="60898"/>
                  <a:pt x="281154" y="54392"/>
                </a:cubicBezTo>
                <a:lnTo>
                  <a:pt x="281154" y="47977"/>
                </a:lnTo>
                <a:cubicBezTo>
                  <a:pt x="281109" y="43200"/>
                  <a:pt x="280859" y="40151"/>
                  <a:pt x="280404" y="38832"/>
                </a:cubicBezTo>
                <a:cubicBezTo>
                  <a:pt x="279812" y="37603"/>
                  <a:pt x="278811" y="36511"/>
                  <a:pt x="277401" y="35556"/>
                </a:cubicBezTo>
                <a:cubicBezTo>
                  <a:pt x="275945" y="34692"/>
                  <a:pt x="274307" y="34237"/>
                  <a:pt x="272487" y="34191"/>
                </a:cubicBezTo>
                <a:cubicBezTo>
                  <a:pt x="269530" y="34237"/>
                  <a:pt x="267096" y="34896"/>
                  <a:pt x="265185" y="36170"/>
                </a:cubicBezTo>
                <a:cubicBezTo>
                  <a:pt x="264002" y="36989"/>
                  <a:pt x="263410" y="37945"/>
                  <a:pt x="263410" y="39037"/>
                </a:cubicBezTo>
                <a:cubicBezTo>
                  <a:pt x="263365" y="39992"/>
                  <a:pt x="264002" y="41175"/>
                  <a:pt x="265321" y="42585"/>
                </a:cubicBezTo>
                <a:cubicBezTo>
                  <a:pt x="267005" y="44587"/>
                  <a:pt x="267869" y="46475"/>
                  <a:pt x="267915" y="48250"/>
                </a:cubicBezTo>
                <a:cubicBezTo>
                  <a:pt x="267915" y="50525"/>
                  <a:pt x="267096" y="52413"/>
                  <a:pt x="265458" y="53914"/>
                </a:cubicBezTo>
                <a:cubicBezTo>
                  <a:pt x="263729" y="55506"/>
                  <a:pt x="261545" y="56303"/>
                  <a:pt x="258906" y="56303"/>
                </a:cubicBezTo>
                <a:cubicBezTo>
                  <a:pt x="256040" y="56303"/>
                  <a:pt x="253651" y="55438"/>
                  <a:pt x="251740" y="53709"/>
                </a:cubicBezTo>
                <a:cubicBezTo>
                  <a:pt x="249739" y="52026"/>
                  <a:pt x="248760" y="50001"/>
                  <a:pt x="248806" y="47635"/>
                </a:cubicBezTo>
                <a:cubicBezTo>
                  <a:pt x="248806" y="44360"/>
                  <a:pt x="250103" y="41220"/>
                  <a:pt x="252696" y="38218"/>
                </a:cubicBezTo>
                <a:cubicBezTo>
                  <a:pt x="255289" y="35306"/>
                  <a:pt x="258906" y="33031"/>
                  <a:pt x="263547" y="31393"/>
                </a:cubicBezTo>
                <a:cubicBezTo>
                  <a:pt x="268188" y="29846"/>
                  <a:pt x="273010" y="29050"/>
                  <a:pt x="278015" y="29004"/>
                </a:cubicBezTo>
                <a:cubicBezTo>
                  <a:pt x="284066" y="29050"/>
                  <a:pt x="288866" y="30324"/>
                  <a:pt x="292415" y="32826"/>
                </a:cubicBezTo>
                <a:cubicBezTo>
                  <a:pt x="295873" y="35420"/>
                  <a:pt x="298147" y="38218"/>
                  <a:pt x="299239" y="41220"/>
                </a:cubicBezTo>
                <a:cubicBezTo>
                  <a:pt x="299831" y="43131"/>
                  <a:pt x="300149" y="47522"/>
                  <a:pt x="300195" y="54392"/>
                </a:cubicBezTo>
                <a:lnTo>
                  <a:pt x="300195" y="79165"/>
                </a:lnTo>
                <a:cubicBezTo>
                  <a:pt x="300195" y="82122"/>
                  <a:pt x="300309" y="83942"/>
                  <a:pt x="300536" y="84625"/>
                </a:cubicBezTo>
                <a:cubicBezTo>
                  <a:pt x="300718" y="85444"/>
                  <a:pt x="301059" y="86012"/>
                  <a:pt x="301560" y="86331"/>
                </a:cubicBezTo>
                <a:cubicBezTo>
                  <a:pt x="301969" y="86695"/>
                  <a:pt x="302492" y="86877"/>
                  <a:pt x="303129" y="86877"/>
                </a:cubicBezTo>
                <a:cubicBezTo>
                  <a:pt x="304267" y="86922"/>
                  <a:pt x="305473" y="86081"/>
                  <a:pt x="306746" y="84352"/>
                </a:cubicBezTo>
                <a:lnTo>
                  <a:pt x="308794" y="85990"/>
                </a:lnTo>
                <a:cubicBezTo>
                  <a:pt x="306473" y="89356"/>
                  <a:pt x="304130" y="91790"/>
                  <a:pt x="301765" y="93292"/>
                </a:cubicBezTo>
                <a:cubicBezTo>
                  <a:pt x="299262" y="94884"/>
                  <a:pt x="296487" y="95658"/>
                  <a:pt x="293439" y="95612"/>
                </a:cubicBezTo>
                <a:cubicBezTo>
                  <a:pt x="289799" y="95612"/>
                  <a:pt x="286955" y="94748"/>
                  <a:pt x="284908" y="93019"/>
                </a:cubicBezTo>
                <a:cubicBezTo>
                  <a:pt x="282860" y="91381"/>
                  <a:pt x="281609" y="88810"/>
                  <a:pt x="281154" y="85307"/>
                </a:cubicBezTo>
                <a:moveTo>
                  <a:pt x="281154" y="80325"/>
                </a:moveTo>
                <a:lnTo>
                  <a:pt x="281154" y="58964"/>
                </a:lnTo>
                <a:cubicBezTo>
                  <a:pt x="275604" y="62195"/>
                  <a:pt x="271509" y="65652"/>
                  <a:pt x="268870" y="69338"/>
                </a:cubicBezTo>
                <a:cubicBezTo>
                  <a:pt x="267096" y="71794"/>
                  <a:pt x="266209" y="74274"/>
                  <a:pt x="266209" y="76776"/>
                </a:cubicBezTo>
                <a:cubicBezTo>
                  <a:pt x="266209" y="78915"/>
                  <a:pt x="266959" y="80757"/>
                  <a:pt x="268461" y="82304"/>
                </a:cubicBezTo>
                <a:cubicBezTo>
                  <a:pt x="269598" y="83533"/>
                  <a:pt x="271190" y="84147"/>
                  <a:pt x="273238" y="84147"/>
                </a:cubicBezTo>
                <a:cubicBezTo>
                  <a:pt x="275467" y="84147"/>
                  <a:pt x="278106" y="82873"/>
                  <a:pt x="281154" y="80325"/>
                </a:cubicBezTo>
                <a:close/>
                <a:moveTo>
                  <a:pt x="344180" y="7575"/>
                </a:moveTo>
                <a:lnTo>
                  <a:pt x="344180" y="30915"/>
                </a:lnTo>
                <a:lnTo>
                  <a:pt x="359331" y="30915"/>
                </a:lnTo>
                <a:lnTo>
                  <a:pt x="359331" y="37672"/>
                </a:lnTo>
                <a:lnTo>
                  <a:pt x="344180" y="37672"/>
                </a:lnTo>
                <a:lnTo>
                  <a:pt x="344180" y="77049"/>
                </a:lnTo>
                <a:cubicBezTo>
                  <a:pt x="344180" y="80780"/>
                  <a:pt x="344362" y="83146"/>
                  <a:pt x="344726" y="84147"/>
                </a:cubicBezTo>
                <a:cubicBezTo>
                  <a:pt x="344999" y="85284"/>
                  <a:pt x="345591" y="86149"/>
                  <a:pt x="346501" y="86740"/>
                </a:cubicBezTo>
                <a:cubicBezTo>
                  <a:pt x="347320" y="87423"/>
                  <a:pt x="348116" y="87764"/>
                  <a:pt x="348889" y="87764"/>
                </a:cubicBezTo>
                <a:cubicBezTo>
                  <a:pt x="351801" y="87764"/>
                  <a:pt x="354599" y="85512"/>
                  <a:pt x="357284" y="81008"/>
                </a:cubicBezTo>
                <a:lnTo>
                  <a:pt x="359331" y="82509"/>
                </a:lnTo>
                <a:cubicBezTo>
                  <a:pt x="355600" y="91244"/>
                  <a:pt x="349617" y="95612"/>
                  <a:pt x="341382" y="95612"/>
                </a:cubicBezTo>
                <a:cubicBezTo>
                  <a:pt x="337333" y="95612"/>
                  <a:pt x="333921" y="94475"/>
                  <a:pt x="331145" y="92200"/>
                </a:cubicBezTo>
                <a:cubicBezTo>
                  <a:pt x="328279" y="90016"/>
                  <a:pt x="326482" y="87514"/>
                  <a:pt x="325754" y="84693"/>
                </a:cubicBezTo>
                <a:cubicBezTo>
                  <a:pt x="325254" y="83146"/>
                  <a:pt x="325026" y="78960"/>
                  <a:pt x="325072" y="72136"/>
                </a:cubicBezTo>
                <a:lnTo>
                  <a:pt x="325072" y="37672"/>
                </a:lnTo>
                <a:lnTo>
                  <a:pt x="316746" y="37672"/>
                </a:lnTo>
                <a:lnTo>
                  <a:pt x="316746" y="35283"/>
                </a:lnTo>
                <a:cubicBezTo>
                  <a:pt x="322478" y="31279"/>
                  <a:pt x="327369" y="27025"/>
                  <a:pt x="331418" y="22521"/>
                </a:cubicBezTo>
                <a:cubicBezTo>
                  <a:pt x="335422" y="18108"/>
                  <a:pt x="338925" y="13126"/>
                  <a:pt x="341928" y="7575"/>
                </a:cubicBezTo>
                <a:lnTo>
                  <a:pt x="344180" y="7575"/>
                </a:lnTo>
                <a:close/>
                <a:moveTo>
                  <a:pt x="382832" y="0"/>
                </a:moveTo>
                <a:cubicBezTo>
                  <a:pt x="385744" y="0"/>
                  <a:pt x="388246" y="1024"/>
                  <a:pt x="390339" y="3071"/>
                </a:cubicBezTo>
                <a:cubicBezTo>
                  <a:pt x="392386" y="5209"/>
                  <a:pt x="393410" y="7712"/>
                  <a:pt x="393410" y="10578"/>
                </a:cubicBezTo>
                <a:cubicBezTo>
                  <a:pt x="393410" y="13535"/>
                  <a:pt x="392386" y="16015"/>
                  <a:pt x="390339" y="18017"/>
                </a:cubicBezTo>
                <a:cubicBezTo>
                  <a:pt x="388201" y="20064"/>
                  <a:pt x="385698" y="21088"/>
                  <a:pt x="382832" y="21088"/>
                </a:cubicBezTo>
                <a:cubicBezTo>
                  <a:pt x="379875" y="21088"/>
                  <a:pt x="377395" y="20064"/>
                  <a:pt x="375393" y="18017"/>
                </a:cubicBezTo>
                <a:cubicBezTo>
                  <a:pt x="373346" y="16015"/>
                  <a:pt x="372322" y="13535"/>
                  <a:pt x="372322" y="10578"/>
                </a:cubicBezTo>
                <a:cubicBezTo>
                  <a:pt x="372322" y="7712"/>
                  <a:pt x="373346" y="5209"/>
                  <a:pt x="375393" y="3071"/>
                </a:cubicBezTo>
                <a:cubicBezTo>
                  <a:pt x="377395" y="1024"/>
                  <a:pt x="379875" y="0"/>
                  <a:pt x="382832" y="0"/>
                </a:cubicBezTo>
                <a:moveTo>
                  <a:pt x="392386" y="30915"/>
                </a:moveTo>
                <a:lnTo>
                  <a:pt x="392386" y="81485"/>
                </a:lnTo>
                <a:cubicBezTo>
                  <a:pt x="392386" y="85990"/>
                  <a:pt x="392910" y="88856"/>
                  <a:pt x="393956" y="90084"/>
                </a:cubicBezTo>
                <a:cubicBezTo>
                  <a:pt x="394957" y="91404"/>
                  <a:pt x="397004" y="92132"/>
                  <a:pt x="400098" y="92268"/>
                </a:cubicBezTo>
                <a:lnTo>
                  <a:pt x="400098" y="94725"/>
                </a:lnTo>
                <a:lnTo>
                  <a:pt x="365634" y="94725"/>
                </a:lnTo>
                <a:lnTo>
                  <a:pt x="365634" y="92268"/>
                </a:lnTo>
                <a:cubicBezTo>
                  <a:pt x="368409" y="92223"/>
                  <a:pt x="370502" y="91404"/>
                  <a:pt x="371913" y="89811"/>
                </a:cubicBezTo>
                <a:cubicBezTo>
                  <a:pt x="372777" y="88810"/>
                  <a:pt x="373232" y="86035"/>
                  <a:pt x="373278" y="81485"/>
                </a:cubicBezTo>
                <a:lnTo>
                  <a:pt x="373278" y="44223"/>
                </a:lnTo>
                <a:cubicBezTo>
                  <a:pt x="373232" y="39764"/>
                  <a:pt x="372709" y="36875"/>
                  <a:pt x="371708" y="35556"/>
                </a:cubicBezTo>
                <a:cubicBezTo>
                  <a:pt x="370662" y="34373"/>
                  <a:pt x="368637" y="33668"/>
                  <a:pt x="365634" y="33440"/>
                </a:cubicBezTo>
                <a:lnTo>
                  <a:pt x="365634" y="30915"/>
                </a:lnTo>
                <a:lnTo>
                  <a:pt x="392386" y="30915"/>
                </a:lnTo>
                <a:close/>
                <a:moveTo>
                  <a:pt x="427957" y="29004"/>
                </a:moveTo>
                <a:cubicBezTo>
                  <a:pt x="433462" y="29004"/>
                  <a:pt x="438626" y="30438"/>
                  <a:pt x="443448" y="33304"/>
                </a:cubicBezTo>
                <a:cubicBezTo>
                  <a:pt x="448180" y="36216"/>
                  <a:pt x="451820" y="40288"/>
                  <a:pt x="454368" y="45520"/>
                </a:cubicBezTo>
                <a:cubicBezTo>
                  <a:pt x="456825" y="50798"/>
                  <a:pt x="458053" y="56576"/>
                  <a:pt x="458053" y="62854"/>
                </a:cubicBezTo>
                <a:cubicBezTo>
                  <a:pt x="458007" y="71954"/>
                  <a:pt x="455710" y="79529"/>
                  <a:pt x="451160" y="85580"/>
                </a:cubicBezTo>
                <a:cubicBezTo>
                  <a:pt x="445564" y="92951"/>
                  <a:pt x="437898" y="96636"/>
                  <a:pt x="428161" y="96636"/>
                </a:cubicBezTo>
                <a:cubicBezTo>
                  <a:pt x="418516" y="96681"/>
                  <a:pt x="411123" y="93315"/>
                  <a:pt x="405981" y="86535"/>
                </a:cubicBezTo>
                <a:cubicBezTo>
                  <a:pt x="400795" y="79802"/>
                  <a:pt x="398201" y="71999"/>
                  <a:pt x="398201" y="63127"/>
                </a:cubicBezTo>
                <a:cubicBezTo>
                  <a:pt x="398201" y="53982"/>
                  <a:pt x="400863" y="45998"/>
                  <a:pt x="406186" y="39173"/>
                </a:cubicBezTo>
                <a:cubicBezTo>
                  <a:pt x="411418" y="32439"/>
                  <a:pt x="418675" y="29050"/>
                  <a:pt x="427957" y="29004"/>
                </a:cubicBezTo>
                <a:moveTo>
                  <a:pt x="428230" y="33850"/>
                </a:moveTo>
                <a:cubicBezTo>
                  <a:pt x="425909" y="33895"/>
                  <a:pt x="423930" y="34760"/>
                  <a:pt x="422292" y="36443"/>
                </a:cubicBezTo>
                <a:cubicBezTo>
                  <a:pt x="420563" y="38263"/>
                  <a:pt x="419471" y="41721"/>
                  <a:pt x="419016" y="46817"/>
                </a:cubicBezTo>
                <a:cubicBezTo>
                  <a:pt x="418470" y="52003"/>
                  <a:pt x="418197" y="59192"/>
                  <a:pt x="418197" y="68382"/>
                </a:cubicBezTo>
                <a:cubicBezTo>
                  <a:pt x="418197" y="73250"/>
                  <a:pt x="418516" y="77800"/>
                  <a:pt x="419153" y="82031"/>
                </a:cubicBezTo>
                <a:cubicBezTo>
                  <a:pt x="419608" y="85262"/>
                  <a:pt x="420677" y="87718"/>
                  <a:pt x="422360" y="89402"/>
                </a:cubicBezTo>
                <a:cubicBezTo>
                  <a:pt x="423953" y="91131"/>
                  <a:pt x="425818" y="91972"/>
                  <a:pt x="427957" y="91927"/>
                </a:cubicBezTo>
                <a:cubicBezTo>
                  <a:pt x="430004" y="91972"/>
                  <a:pt x="431710" y="91404"/>
                  <a:pt x="433075" y="90221"/>
                </a:cubicBezTo>
                <a:cubicBezTo>
                  <a:pt x="434804" y="88719"/>
                  <a:pt x="435987" y="86558"/>
                  <a:pt x="436624" y="83737"/>
                </a:cubicBezTo>
                <a:cubicBezTo>
                  <a:pt x="437488" y="79461"/>
                  <a:pt x="437943" y="70725"/>
                  <a:pt x="437989" y="57531"/>
                </a:cubicBezTo>
                <a:cubicBezTo>
                  <a:pt x="437989" y="49842"/>
                  <a:pt x="437556" y="44519"/>
                  <a:pt x="436692" y="41562"/>
                </a:cubicBezTo>
                <a:cubicBezTo>
                  <a:pt x="435782" y="38695"/>
                  <a:pt x="434508" y="36602"/>
                  <a:pt x="432870" y="35283"/>
                </a:cubicBezTo>
                <a:cubicBezTo>
                  <a:pt x="431687" y="34328"/>
                  <a:pt x="430140" y="33850"/>
                  <a:pt x="428230" y="33850"/>
                </a:cubicBezTo>
                <a:close/>
                <a:moveTo>
                  <a:pt x="496852" y="30915"/>
                </a:moveTo>
                <a:lnTo>
                  <a:pt x="496852" y="39173"/>
                </a:lnTo>
                <a:cubicBezTo>
                  <a:pt x="500128" y="35624"/>
                  <a:pt x="503267" y="33031"/>
                  <a:pt x="506270" y="31393"/>
                </a:cubicBezTo>
                <a:cubicBezTo>
                  <a:pt x="509227" y="29846"/>
                  <a:pt x="512457" y="29050"/>
                  <a:pt x="515961" y="29004"/>
                </a:cubicBezTo>
                <a:cubicBezTo>
                  <a:pt x="520101" y="29050"/>
                  <a:pt x="523536" y="30187"/>
                  <a:pt x="526266" y="32417"/>
                </a:cubicBezTo>
                <a:cubicBezTo>
                  <a:pt x="528995" y="34737"/>
                  <a:pt x="530815" y="37603"/>
                  <a:pt x="531725" y="41016"/>
                </a:cubicBezTo>
                <a:cubicBezTo>
                  <a:pt x="532453" y="43609"/>
                  <a:pt x="532817" y="48591"/>
                  <a:pt x="532817" y="55961"/>
                </a:cubicBezTo>
                <a:lnTo>
                  <a:pt x="532817" y="80803"/>
                </a:lnTo>
                <a:cubicBezTo>
                  <a:pt x="532817" y="85762"/>
                  <a:pt x="533272" y="88810"/>
                  <a:pt x="534182" y="89948"/>
                </a:cubicBezTo>
                <a:cubicBezTo>
                  <a:pt x="535047" y="91176"/>
                  <a:pt x="536889" y="91950"/>
                  <a:pt x="539710" y="92268"/>
                </a:cubicBezTo>
                <a:lnTo>
                  <a:pt x="539710" y="94725"/>
                </a:lnTo>
                <a:lnTo>
                  <a:pt x="507430" y="94725"/>
                </a:lnTo>
                <a:lnTo>
                  <a:pt x="507430" y="92268"/>
                </a:lnTo>
                <a:cubicBezTo>
                  <a:pt x="509796" y="91995"/>
                  <a:pt x="511525" y="90994"/>
                  <a:pt x="512617" y="89265"/>
                </a:cubicBezTo>
                <a:cubicBezTo>
                  <a:pt x="513344" y="88128"/>
                  <a:pt x="513708" y="85307"/>
                  <a:pt x="513708" y="80803"/>
                </a:cubicBezTo>
                <a:lnTo>
                  <a:pt x="513708" y="52413"/>
                </a:lnTo>
                <a:cubicBezTo>
                  <a:pt x="513708" y="47180"/>
                  <a:pt x="513504" y="43882"/>
                  <a:pt x="513094" y="42517"/>
                </a:cubicBezTo>
                <a:cubicBezTo>
                  <a:pt x="512685" y="41152"/>
                  <a:pt x="512002" y="40083"/>
                  <a:pt x="511047" y="39310"/>
                </a:cubicBezTo>
                <a:cubicBezTo>
                  <a:pt x="510000" y="38582"/>
                  <a:pt x="508909" y="38218"/>
                  <a:pt x="507771" y="38218"/>
                </a:cubicBezTo>
                <a:cubicBezTo>
                  <a:pt x="503813" y="38218"/>
                  <a:pt x="500173" y="41016"/>
                  <a:pt x="496852" y="46612"/>
                </a:cubicBezTo>
                <a:lnTo>
                  <a:pt x="496852" y="80803"/>
                </a:lnTo>
                <a:cubicBezTo>
                  <a:pt x="496852" y="85580"/>
                  <a:pt x="497307" y="88606"/>
                  <a:pt x="498217" y="89880"/>
                </a:cubicBezTo>
                <a:cubicBezTo>
                  <a:pt x="499081" y="91199"/>
                  <a:pt x="500719" y="91995"/>
                  <a:pt x="503130" y="92268"/>
                </a:cubicBezTo>
                <a:lnTo>
                  <a:pt x="503130" y="94725"/>
                </a:lnTo>
                <a:lnTo>
                  <a:pt x="470850" y="94725"/>
                </a:lnTo>
                <a:lnTo>
                  <a:pt x="470850" y="92268"/>
                </a:lnTo>
                <a:cubicBezTo>
                  <a:pt x="473489" y="91995"/>
                  <a:pt x="475400" y="91131"/>
                  <a:pt x="476583" y="89675"/>
                </a:cubicBezTo>
                <a:cubicBezTo>
                  <a:pt x="477311" y="88674"/>
                  <a:pt x="477698" y="85717"/>
                  <a:pt x="477743" y="80803"/>
                </a:cubicBezTo>
                <a:lnTo>
                  <a:pt x="477743" y="44769"/>
                </a:lnTo>
                <a:cubicBezTo>
                  <a:pt x="477743" y="39946"/>
                  <a:pt x="477311" y="36944"/>
                  <a:pt x="476446" y="35761"/>
                </a:cubicBezTo>
                <a:cubicBezTo>
                  <a:pt x="475491" y="34623"/>
                  <a:pt x="473626" y="33850"/>
                  <a:pt x="470850" y="33440"/>
                </a:cubicBezTo>
                <a:lnTo>
                  <a:pt x="470850" y="30915"/>
                </a:lnTo>
                <a:lnTo>
                  <a:pt x="496852" y="30915"/>
                </a:lnTo>
                <a:close/>
                <a:moveTo>
                  <a:pt x="568480" y="29073"/>
                </a:moveTo>
                <a:cubicBezTo>
                  <a:pt x="571574" y="29073"/>
                  <a:pt x="574258" y="30165"/>
                  <a:pt x="576533" y="32348"/>
                </a:cubicBezTo>
                <a:cubicBezTo>
                  <a:pt x="578717" y="34623"/>
                  <a:pt x="579809" y="37308"/>
                  <a:pt x="579809" y="40401"/>
                </a:cubicBezTo>
                <a:cubicBezTo>
                  <a:pt x="579809" y="43541"/>
                  <a:pt x="578717" y="46202"/>
                  <a:pt x="576533" y="48386"/>
                </a:cubicBezTo>
                <a:cubicBezTo>
                  <a:pt x="574258" y="50661"/>
                  <a:pt x="571574" y="51776"/>
                  <a:pt x="568480" y="51730"/>
                </a:cubicBezTo>
                <a:cubicBezTo>
                  <a:pt x="565341" y="51776"/>
                  <a:pt x="562679" y="50661"/>
                  <a:pt x="560496" y="48386"/>
                </a:cubicBezTo>
                <a:cubicBezTo>
                  <a:pt x="558221" y="46202"/>
                  <a:pt x="557106" y="43541"/>
                  <a:pt x="557151" y="40401"/>
                </a:cubicBezTo>
                <a:cubicBezTo>
                  <a:pt x="557106" y="37308"/>
                  <a:pt x="558221" y="34623"/>
                  <a:pt x="560496" y="32348"/>
                </a:cubicBezTo>
                <a:cubicBezTo>
                  <a:pt x="562679" y="30165"/>
                  <a:pt x="565341" y="29073"/>
                  <a:pt x="568480" y="29073"/>
                </a:cubicBezTo>
                <a:moveTo>
                  <a:pt x="568412" y="73705"/>
                </a:moveTo>
                <a:cubicBezTo>
                  <a:pt x="571551" y="73705"/>
                  <a:pt x="574258" y="74820"/>
                  <a:pt x="576533" y="77049"/>
                </a:cubicBezTo>
                <a:cubicBezTo>
                  <a:pt x="578717" y="79324"/>
                  <a:pt x="579809" y="82009"/>
                  <a:pt x="579809" y="85102"/>
                </a:cubicBezTo>
                <a:cubicBezTo>
                  <a:pt x="579809" y="88242"/>
                  <a:pt x="578694" y="90903"/>
                  <a:pt x="576465" y="93087"/>
                </a:cubicBezTo>
                <a:cubicBezTo>
                  <a:pt x="574190" y="95362"/>
                  <a:pt x="571506" y="96477"/>
                  <a:pt x="568412" y="96431"/>
                </a:cubicBezTo>
                <a:cubicBezTo>
                  <a:pt x="565273" y="96477"/>
                  <a:pt x="562611" y="95362"/>
                  <a:pt x="560427" y="93087"/>
                </a:cubicBezTo>
                <a:cubicBezTo>
                  <a:pt x="558152" y="90903"/>
                  <a:pt x="557038" y="88242"/>
                  <a:pt x="557083" y="85102"/>
                </a:cubicBezTo>
                <a:cubicBezTo>
                  <a:pt x="557038" y="82009"/>
                  <a:pt x="558152" y="79324"/>
                  <a:pt x="560427" y="77049"/>
                </a:cubicBezTo>
                <a:cubicBezTo>
                  <a:pt x="562611" y="74820"/>
                  <a:pt x="565273" y="73705"/>
                  <a:pt x="568412" y="73705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544">
            <a:extLst xmlns:a="http://schemas.openxmlformats.org/drawingml/2006/main">
              <a:ext uri="{FF2B5EF4-FFF2-40B4-BE49-F238E27FC236}">
                <a16:creationId xmlns:a16="http://schemas.microsoft.com/office/drawing/2014/main" id="{03668059-C5D8-4FFE-B4EA-5A99297E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783" y="1686428"/>
            <a:ext cx="205354" cy="96363"/>
          </a:xfrm>
          <a:custGeom xmlns:a="http://schemas.openxmlformats.org/drawingml/2006/main">
            <a:pathLst>
              <a:path w="205354" h="96363">
                <a:moveTo>
                  <a:pt x="16584" y="1911"/>
                </a:moveTo>
                <a:lnTo>
                  <a:pt x="59920" y="1911"/>
                </a:lnTo>
                <a:lnTo>
                  <a:pt x="53027" y="19518"/>
                </a:lnTo>
                <a:lnTo>
                  <a:pt x="16584" y="19518"/>
                </a:lnTo>
                <a:lnTo>
                  <a:pt x="13103" y="28731"/>
                </a:lnTo>
                <a:cubicBezTo>
                  <a:pt x="28800" y="29368"/>
                  <a:pt x="40879" y="33281"/>
                  <a:pt x="49342" y="40470"/>
                </a:cubicBezTo>
                <a:cubicBezTo>
                  <a:pt x="56303" y="46430"/>
                  <a:pt x="59783" y="53846"/>
                  <a:pt x="59783" y="62718"/>
                </a:cubicBezTo>
                <a:cubicBezTo>
                  <a:pt x="59738" y="68450"/>
                  <a:pt x="58123" y="74001"/>
                  <a:pt x="54938" y="79370"/>
                </a:cubicBezTo>
                <a:cubicBezTo>
                  <a:pt x="51707" y="84829"/>
                  <a:pt x="47158" y="89015"/>
                  <a:pt x="41289" y="91927"/>
                </a:cubicBezTo>
                <a:cubicBezTo>
                  <a:pt x="35419" y="94884"/>
                  <a:pt x="28982" y="96363"/>
                  <a:pt x="21975" y="96363"/>
                </a:cubicBezTo>
                <a:cubicBezTo>
                  <a:pt x="14377" y="96363"/>
                  <a:pt x="8576" y="94952"/>
                  <a:pt x="4572" y="92132"/>
                </a:cubicBezTo>
                <a:cubicBezTo>
                  <a:pt x="1752" y="90175"/>
                  <a:pt x="341" y="87900"/>
                  <a:pt x="341" y="85307"/>
                </a:cubicBezTo>
                <a:cubicBezTo>
                  <a:pt x="341" y="83351"/>
                  <a:pt x="1092" y="81622"/>
                  <a:pt x="2593" y="80120"/>
                </a:cubicBezTo>
                <a:cubicBezTo>
                  <a:pt x="4004" y="78619"/>
                  <a:pt x="5710" y="77868"/>
                  <a:pt x="7712" y="77868"/>
                </a:cubicBezTo>
                <a:cubicBezTo>
                  <a:pt x="9441" y="77868"/>
                  <a:pt x="11238" y="78232"/>
                  <a:pt x="13103" y="78960"/>
                </a:cubicBezTo>
                <a:cubicBezTo>
                  <a:pt x="14878" y="79734"/>
                  <a:pt x="17994" y="81645"/>
                  <a:pt x="22453" y="84693"/>
                </a:cubicBezTo>
                <a:cubicBezTo>
                  <a:pt x="25228" y="86604"/>
                  <a:pt x="27617" y="87923"/>
                  <a:pt x="29619" y="88651"/>
                </a:cubicBezTo>
                <a:cubicBezTo>
                  <a:pt x="31029" y="89197"/>
                  <a:pt x="32621" y="89470"/>
                  <a:pt x="34396" y="89470"/>
                </a:cubicBezTo>
                <a:cubicBezTo>
                  <a:pt x="38081" y="89470"/>
                  <a:pt x="41266" y="88105"/>
                  <a:pt x="43950" y="85375"/>
                </a:cubicBezTo>
                <a:cubicBezTo>
                  <a:pt x="46544" y="82645"/>
                  <a:pt x="47840" y="79370"/>
                  <a:pt x="47840" y="75548"/>
                </a:cubicBezTo>
                <a:cubicBezTo>
                  <a:pt x="47795" y="67586"/>
                  <a:pt x="43791" y="61080"/>
                  <a:pt x="35829" y="56030"/>
                </a:cubicBezTo>
                <a:cubicBezTo>
                  <a:pt x="27821" y="51071"/>
                  <a:pt x="17721" y="48568"/>
                  <a:pt x="5528" y="48523"/>
                </a:cubicBezTo>
                <a:cubicBezTo>
                  <a:pt x="4299" y="48523"/>
                  <a:pt x="2457" y="48545"/>
                  <a:pt x="0" y="48591"/>
                </a:cubicBezTo>
                <a:lnTo>
                  <a:pt x="16584" y="1911"/>
                </a:lnTo>
                <a:close/>
                <a:moveTo>
                  <a:pt x="71694" y="59578"/>
                </a:moveTo>
                <a:lnTo>
                  <a:pt x="115644" y="0"/>
                </a:lnTo>
                <a:lnTo>
                  <a:pt x="123970" y="0"/>
                </a:lnTo>
                <a:lnTo>
                  <a:pt x="123970" y="59578"/>
                </a:lnTo>
                <a:lnTo>
                  <a:pt x="132432" y="59578"/>
                </a:lnTo>
                <a:lnTo>
                  <a:pt x="132432" y="73705"/>
                </a:lnTo>
                <a:lnTo>
                  <a:pt x="123970" y="73705"/>
                </a:lnTo>
                <a:lnTo>
                  <a:pt x="123970" y="94452"/>
                </a:lnTo>
                <a:lnTo>
                  <a:pt x="105202" y="94452"/>
                </a:lnTo>
                <a:lnTo>
                  <a:pt x="105202" y="73705"/>
                </a:lnTo>
                <a:lnTo>
                  <a:pt x="71694" y="73705"/>
                </a:lnTo>
                <a:lnTo>
                  <a:pt x="71694" y="59578"/>
                </a:lnTo>
                <a:moveTo>
                  <a:pt x="78313" y="59578"/>
                </a:moveTo>
                <a:lnTo>
                  <a:pt x="105202" y="59578"/>
                </a:lnTo>
                <a:lnTo>
                  <a:pt x="105202" y="23067"/>
                </a:lnTo>
                <a:lnTo>
                  <a:pt x="78313" y="59578"/>
                </a:lnTo>
                <a:close/>
                <a:moveTo>
                  <a:pt x="144615" y="59578"/>
                </a:moveTo>
                <a:lnTo>
                  <a:pt x="188565" y="0"/>
                </a:lnTo>
                <a:lnTo>
                  <a:pt x="196891" y="0"/>
                </a:lnTo>
                <a:lnTo>
                  <a:pt x="196891" y="59578"/>
                </a:lnTo>
                <a:lnTo>
                  <a:pt x="205354" y="59578"/>
                </a:lnTo>
                <a:lnTo>
                  <a:pt x="205354" y="73705"/>
                </a:lnTo>
                <a:lnTo>
                  <a:pt x="196891" y="73705"/>
                </a:lnTo>
                <a:lnTo>
                  <a:pt x="196891" y="94452"/>
                </a:lnTo>
                <a:lnTo>
                  <a:pt x="178124" y="94452"/>
                </a:lnTo>
                <a:lnTo>
                  <a:pt x="178124" y="73705"/>
                </a:lnTo>
                <a:lnTo>
                  <a:pt x="144615" y="73705"/>
                </a:lnTo>
                <a:lnTo>
                  <a:pt x="144615" y="59578"/>
                </a:lnTo>
                <a:moveTo>
                  <a:pt x="151235" y="59578"/>
                </a:moveTo>
                <a:lnTo>
                  <a:pt x="178124" y="59578"/>
                </a:lnTo>
                <a:lnTo>
                  <a:pt x="178124" y="23067"/>
                </a:lnTo>
                <a:lnTo>
                  <a:pt x="151235" y="59578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Status:OK">
            <a:extLst xmlns:a="http://schemas.openxmlformats.org/drawingml/2006/main">
              <a:ext uri="{FF2B5EF4-FFF2-40B4-BE49-F238E27FC236}">
                <a16:creationId xmlns:a16="http://schemas.microsoft.com/office/drawing/2014/main" id="{3397860C-57CE-4479-8C7E-082E165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918" y="1686223"/>
            <a:ext cx="680349" cy="96886"/>
          </a:xfrm>
          <a:custGeom xmlns:a="http://schemas.openxmlformats.org/drawingml/2006/main">
            <a:pathLst>
              <a:path w="680349" h="96886">
                <a:moveTo>
                  <a:pt x="58418" y="0"/>
                </a:moveTo>
                <a:lnTo>
                  <a:pt x="59169" y="30847"/>
                </a:lnTo>
                <a:lnTo>
                  <a:pt x="56371" y="30847"/>
                </a:lnTo>
                <a:cubicBezTo>
                  <a:pt x="55006" y="23158"/>
                  <a:pt x="51776" y="16925"/>
                  <a:pt x="46680" y="12148"/>
                </a:cubicBezTo>
                <a:cubicBezTo>
                  <a:pt x="41493" y="7462"/>
                  <a:pt x="35897" y="5118"/>
                  <a:pt x="29892" y="5118"/>
                </a:cubicBezTo>
                <a:cubicBezTo>
                  <a:pt x="25205" y="5118"/>
                  <a:pt x="21543" y="6347"/>
                  <a:pt x="18904" y="8804"/>
                </a:cubicBezTo>
                <a:cubicBezTo>
                  <a:pt x="16174" y="11352"/>
                  <a:pt x="14809" y="14218"/>
                  <a:pt x="14809" y="17403"/>
                </a:cubicBezTo>
                <a:cubicBezTo>
                  <a:pt x="14809" y="19496"/>
                  <a:pt x="15287" y="21315"/>
                  <a:pt x="16242" y="22862"/>
                </a:cubicBezTo>
                <a:cubicBezTo>
                  <a:pt x="17516" y="25001"/>
                  <a:pt x="19632" y="27116"/>
                  <a:pt x="22589" y="29209"/>
                </a:cubicBezTo>
                <a:cubicBezTo>
                  <a:pt x="24682" y="30711"/>
                  <a:pt x="29619" y="33372"/>
                  <a:pt x="37399" y="37194"/>
                </a:cubicBezTo>
                <a:cubicBezTo>
                  <a:pt x="48227" y="42563"/>
                  <a:pt x="55529" y="47590"/>
                  <a:pt x="59305" y="52276"/>
                </a:cubicBezTo>
                <a:cubicBezTo>
                  <a:pt x="63036" y="57053"/>
                  <a:pt x="64902" y="62468"/>
                  <a:pt x="64902" y="68519"/>
                </a:cubicBezTo>
                <a:cubicBezTo>
                  <a:pt x="64902" y="76299"/>
                  <a:pt x="61899" y="82941"/>
                  <a:pt x="55893" y="88446"/>
                </a:cubicBezTo>
                <a:cubicBezTo>
                  <a:pt x="49797" y="94043"/>
                  <a:pt x="42130" y="96841"/>
                  <a:pt x="32894" y="96841"/>
                </a:cubicBezTo>
                <a:cubicBezTo>
                  <a:pt x="29937" y="96886"/>
                  <a:pt x="27185" y="96590"/>
                  <a:pt x="24637" y="95953"/>
                </a:cubicBezTo>
                <a:cubicBezTo>
                  <a:pt x="21998" y="95362"/>
                  <a:pt x="18745" y="94247"/>
                  <a:pt x="14878" y="92609"/>
                </a:cubicBezTo>
                <a:cubicBezTo>
                  <a:pt x="12694" y="91745"/>
                  <a:pt x="10897" y="91290"/>
                  <a:pt x="9486" y="91244"/>
                </a:cubicBezTo>
                <a:cubicBezTo>
                  <a:pt x="8258" y="91290"/>
                  <a:pt x="7007" y="91745"/>
                  <a:pt x="5733" y="92609"/>
                </a:cubicBezTo>
                <a:cubicBezTo>
                  <a:pt x="4413" y="93565"/>
                  <a:pt x="3344" y="94952"/>
                  <a:pt x="2525" y="96772"/>
                </a:cubicBezTo>
                <a:lnTo>
                  <a:pt x="0" y="96772"/>
                </a:lnTo>
                <a:lnTo>
                  <a:pt x="0" y="61831"/>
                </a:lnTo>
                <a:lnTo>
                  <a:pt x="2525" y="61831"/>
                </a:lnTo>
                <a:cubicBezTo>
                  <a:pt x="4481" y="71703"/>
                  <a:pt x="8349" y="79188"/>
                  <a:pt x="14127" y="84283"/>
                </a:cubicBezTo>
                <a:cubicBezTo>
                  <a:pt x="19768" y="89470"/>
                  <a:pt x="25911" y="92063"/>
                  <a:pt x="32553" y="92063"/>
                </a:cubicBezTo>
                <a:cubicBezTo>
                  <a:pt x="37603" y="92109"/>
                  <a:pt x="41675" y="90721"/>
                  <a:pt x="44769" y="87900"/>
                </a:cubicBezTo>
                <a:cubicBezTo>
                  <a:pt x="47772" y="85125"/>
                  <a:pt x="49273" y="81895"/>
                  <a:pt x="49273" y="78210"/>
                </a:cubicBezTo>
                <a:cubicBezTo>
                  <a:pt x="49273" y="76026"/>
                  <a:pt x="48705" y="73910"/>
                  <a:pt x="47567" y="71863"/>
                </a:cubicBezTo>
                <a:cubicBezTo>
                  <a:pt x="46384" y="69815"/>
                  <a:pt x="44610" y="67859"/>
                  <a:pt x="42244" y="65994"/>
                </a:cubicBezTo>
                <a:cubicBezTo>
                  <a:pt x="39833" y="64174"/>
                  <a:pt x="35647" y="61785"/>
                  <a:pt x="29687" y="58828"/>
                </a:cubicBezTo>
                <a:cubicBezTo>
                  <a:pt x="21270" y="54733"/>
                  <a:pt x="15219" y="51207"/>
                  <a:pt x="11534" y="48250"/>
                </a:cubicBezTo>
                <a:cubicBezTo>
                  <a:pt x="7848" y="45383"/>
                  <a:pt x="5027" y="42130"/>
                  <a:pt x="3071" y="38491"/>
                </a:cubicBezTo>
                <a:cubicBezTo>
                  <a:pt x="1069" y="34896"/>
                  <a:pt x="68" y="30938"/>
                  <a:pt x="68" y="26616"/>
                </a:cubicBezTo>
                <a:cubicBezTo>
                  <a:pt x="68" y="19245"/>
                  <a:pt x="2775" y="12967"/>
                  <a:pt x="8189" y="7780"/>
                </a:cubicBezTo>
                <a:cubicBezTo>
                  <a:pt x="13558" y="2593"/>
                  <a:pt x="20383" y="0"/>
                  <a:pt x="28663" y="0"/>
                </a:cubicBezTo>
                <a:cubicBezTo>
                  <a:pt x="31666" y="0"/>
                  <a:pt x="34578" y="364"/>
                  <a:pt x="37399" y="1092"/>
                </a:cubicBezTo>
                <a:cubicBezTo>
                  <a:pt x="39491" y="1683"/>
                  <a:pt x="42108" y="2684"/>
                  <a:pt x="45247" y="4095"/>
                </a:cubicBezTo>
                <a:cubicBezTo>
                  <a:pt x="48295" y="5596"/>
                  <a:pt x="50434" y="6347"/>
                  <a:pt x="51662" y="6347"/>
                </a:cubicBezTo>
                <a:cubicBezTo>
                  <a:pt x="52799" y="6392"/>
                  <a:pt x="53732" y="6028"/>
                  <a:pt x="54460" y="5255"/>
                </a:cubicBezTo>
                <a:cubicBezTo>
                  <a:pt x="55097" y="4572"/>
                  <a:pt x="55734" y="2821"/>
                  <a:pt x="56371" y="0"/>
                </a:cubicBezTo>
                <a:lnTo>
                  <a:pt x="58418" y="0"/>
                </a:lnTo>
                <a:close/>
                <a:moveTo>
                  <a:pt x="101793" y="7507"/>
                </a:moveTo>
                <a:lnTo>
                  <a:pt x="101793" y="30847"/>
                </a:lnTo>
                <a:lnTo>
                  <a:pt x="116944" y="30847"/>
                </a:lnTo>
                <a:lnTo>
                  <a:pt x="116944" y="37603"/>
                </a:lnTo>
                <a:lnTo>
                  <a:pt x="101793" y="37603"/>
                </a:lnTo>
                <a:lnTo>
                  <a:pt x="101793" y="76981"/>
                </a:lnTo>
                <a:cubicBezTo>
                  <a:pt x="101793" y="80712"/>
                  <a:pt x="101975" y="83078"/>
                  <a:pt x="102339" y="84079"/>
                </a:cubicBezTo>
                <a:cubicBezTo>
                  <a:pt x="102612" y="85216"/>
                  <a:pt x="103203" y="86081"/>
                  <a:pt x="104113" y="86672"/>
                </a:cubicBezTo>
                <a:cubicBezTo>
                  <a:pt x="104932" y="87354"/>
                  <a:pt x="105729" y="87696"/>
                  <a:pt x="106502" y="87696"/>
                </a:cubicBezTo>
                <a:cubicBezTo>
                  <a:pt x="109414" y="87696"/>
                  <a:pt x="112212" y="85444"/>
                  <a:pt x="114896" y="80939"/>
                </a:cubicBezTo>
                <a:lnTo>
                  <a:pt x="116944" y="82441"/>
                </a:lnTo>
                <a:cubicBezTo>
                  <a:pt x="113213" y="91176"/>
                  <a:pt x="107230" y="95544"/>
                  <a:pt x="98995" y="95544"/>
                </a:cubicBezTo>
                <a:cubicBezTo>
                  <a:pt x="94946" y="95544"/>
                  <a:pt x="91533" y="94406"/>
                  <a:pt x="88758" y="92132"/>
                </a:cubicBezTo>
                <a:cubicBezTo>
                  <a:pt x="85892" y="89948"/>
                  <a:pt x="84095" y="87445"/>
                  <a:pt x="83367" y="84625"/>
                </a:cubicBezTo>
                <a:cubicBezTo>
                  <a:pt x="82866" y="83078"/>
                  <a:pt x="82639" y="78892"/>
                  <a:pt x="82684" y="72067"/>
                </a:cubicBezTo>
                <a:lnTo>
                  <a:pt x="82684" y="37603"/>
                </a:lnTo>
                <a:lnTo>
                  <a:pt x="74358" y="37603"/>
                </a:lnTo>
                <a:lnTo>
                  <a:pt x="74358" y="35215"/>
                </a:lnTo>
                <a:cubicBezTo>
                  <a:pt x="80091" y="31211"/>
                  <a:pt x="84982" y="26957"/>
                  <a:pt x="89031" y="22453"/>
                </a:cubicBezTo>
                <a:cubicBezTo>
                  <a:pt x="93035" y="18040"/>
                  <a:pt x="96538" y="13058"/>
                  <a:pt x="99541" y="7507"/>
                </a:cubicBezTo>
                <a:lnTo>
                  <a:pt x="101793" y="7507"/>
                </a:lnTo>
                <a:close/>
                <a:moveTo>
                  <a:pt x="160303" y="85239"/>
                </a:moveTo>
                <a:cubicBezTo>
                  <a:pt x="152523" y="92154"/>
                  <a:pt x="145539" y="95589"/>
                  <a:pt x="139352" y="95544"/>
                </a:cubicBezTo>
                <a:cubicBezTo>
                  <a:pt x="135666" y="95544"/>
                  <a:pt x="132641" y="94338"/>
                  <a:pt x="130275" y="91927"/>
                </a:cubicBezTo>
                <a:cubicBezTo>
                  <a:pt x="127864" y="89607"/>
                  <a:pt x="126658" y="86626"/>
                  <a:pt x="126658" y="82987"/>
                </a:cubicBezTo>
                <a:cubicBezTo>
                  <a:pt x="126658" y="78164"/>
                  <a:pt x="128751" y="73774"/>
                  <a:pt x="132937" y="69815"/>
                </a:cubicBezTo>
                <a:cubicBezTo>
                  <a:pt x="137077" y="65994"/>
                  <a:pt x="146199" y="60830"/>
                  <a:pt x="160303" y="54324"/>
                </a:cubicBezTo>
                <a:lnTo>
                  <a:pt x="160303" y="47908"/>
                </a:lnTo>
                <a:cubicBezTo>
                  <a:pt x="160258" y="43131"/>
                  <a:pt x="160007" y="40083"/>
                  <a:pt x="159552" y="38764"/>
                </a:cubicBezTo>
                <a:cubicBezTo>
                  <a:pt x="158961" y="37535"/>
                  <a:pt x="157960" y="36443"/>
                  <a:pt x="156550" y="35488"/>
                </a:cubicBezTo>
                <a:cubicBezTo>
                  <a:pt x="155094" y="34623"/>
                  <a:pt x="153456" y="34168"/>
                  <a:pt x="151636" y="34123"/>
                </a:cubicBezTo>
                <a:cubicBezTo>
                  <a:pt x="148679" y="34168"/>
                  <a:pt x="146244" y="34828"/>
                  <a:pt x="144334" y="36102"/>
                </a:cubicBezTo>
                <a:cubicBezTo>
                  <a:pt x="143151" y="36921"/>
                  <a:pt x="142559" y="37876"/>
                  <a:pt x="142559" y="38968"/>
                </a:cubicBezTo>
                <a:cubicBezTo>
                  <a:pt x="142514" y="39924"/>
                  <a:pt x="143151" y="41107"/>
                  <a:pt x="144470" y="42517"/>
                </a:cubicBezTo>
                <a:cubicBezTo>
                  <a:pt x="146153" y="44519"/>
                  <a:pt x="147018" y="46407"/>
                  <a:pt x="147063" y="48181"/>
                </a:cubicBezTo>
                <a:cubicBezTo>
                  <a:pt x="147063" y="50456"/>
                  <a:pt x="146244" y="52344"/>
                  <a:pt x="144607" y="53846"/>
                </a:cubicBezTo>
                <a:cubicBezTo>
                  <a:pt x="142878" y="55438"/>
                  <a:pt x="140694" y="56234"/>
                  <a:pt x="138055" y="56234"/>
                </a:cubicBezTo>
                <a:cubicBezTo>
                  <a:pt x="135189" y="56234"/>
                  <a:pt x="132800" y="55370"/>
                  <a:pt x="130889" y="53641"/>
                </a:cubicBezTo>
                <a:cubicBezTo>
                  <a:pt x="128887" y="51958"/>
                  <a:pt x="127909" y="49933"/>
                  <a:pt x="127955" y="47567"/>
                </a:cubicBezTo>
                <a:cubicBezTo>
                  <a:pt x="127955" y="44291"/>
                  <a:pt x="129251" y="41152"/>
                  <a:pt x="131845" y="38149"/>
                </a:cubicBezTo>
                <a:cubicBezTo>
                  <a:pt x="134438" y="35238"/>
                  <a:pt x="138055" y="32963"/>
                  <a:pt x="142696" y="31325"/>
                </a:cubicBezTo>
                <a:cubicBezTo>
                  <a:pt x="147336" y="29778"/>
                  <a:pt x="152159" y="28982"/>
                  <a:pt x="157164" y="28936"/>
                </a:cubicBezTo>
                <a:cubicBezTo>
                  <a:pt x="163215" y="28982"/>
                  <a:pt x="168015" y="30256"/>
                  <a:pt x="171564" y="32758"/>
                </a:cubicBezTo>
                <a:cubicBezTo>
                  <a:pt x="175021" y="35351"/>
                  <a:pt x="177296" y="38149"/>
                  <a:pt x="178388" y="41152"/>
                </a:cubicBezTo>
                <a:cubicBezTo>
                  <a:pt x="178980" y="43063"/>
                  <a:pt x="179298" y="47453"/>
                  <a:pt x="179344" y="54324"/>
                </a:cubicBezTo>
                <a:lnTo>
                  <a:pt x="179344" y="79097"/>
                </a:lnTo>
                <a:cubicBezTo>
                  <a:pt x="179344" y="82054"/>
                  <a:pt x="179457" y="83874"/>
                  <a:pt x="179685" y="84556"/>
                </a:cubicBezTo>
                <a:cubicBezTo>
                  <a:pt x="179867" y="85375"/>
                  <a:pt x="180208" y="85944"/>
                  <a:pt x="180709" y="86263"/>
                </a:cubicBezTo>
                <a:cubicBezTo>
                  <a:pt x="181118" y="86626"/>
                  <a:pt x="181641" y="86808"/>
                  <a:pt x="182278" y="86808"/>
                </a:cubicBezTo>
                <a:cubicBezTo>
                  <a:pt x="183416" y="86854"/>
                  <a:pt x="184621" y="86012"/>
                  <a:pt x="185895" y="84283"/>
                </a:cubicBezTo>
                <a:lnTo>
                  <a:pt x="187943" y="85921"/>
                </a:lnTo>
                <a:cubicBezTo>
                  <a:pt x="185622" y="89288"/>
                  <a:pt x="183279" y="91722"/>
                  <a:pt x="180913" y="93224"/>
                </a:cubicBezTo>
                <a:cubicBezTo>
                  <a:pt x="178411" y="94816"/>
                  <a:pt x="175636" y="95589"/>
                  <a:pt x="172587" y="95544"/>
                </a:cubicBezTo>
                <a:cubicBezTo>
                  <a:pt x="168948" y="95544"/>
                  <a:pt x="166104" y="94679"/>
                  <a:pt x="164057" y="92951"/>
                </a:cubicBezTo>
                <a:cubicBezTo>
                  <a:pt x="162009" y="91313"/>
                  <a:pt x="160758" y="88742"/>
                  <a:pt x="160303" y="85239"/>
                </a:cubicBezTo>
                <a:moveTo>
                  <a:pt x="160303" y="80257"/>
                </a:moveTo>
                <a:lnTo>
                  <a:pt x="160303" y="58896"/>
                </a:lnTo>
                <a:cubicBezTo>
                  <a:pt x="154752" y="62126"/>
                  <a:pt x="150658" y="65584"/>
                  <a:pt x="148019" y="69269"/>
                </a:cubicBezTo>
                <a:cubicBezTo>
                  <a:pt x="146244" y="71726"/>
                  <a:pt x="145357" y="74206"/>
                  <a:pt x="145357" y="76708"/>
                </a:cubicBezTo>
                <a:cubicBezTo>
                  <a:pt x="145357" y="78846"/>
                  <a:pt x="146108" y="80689"/>
                  <a:pt x="147609" y="82236"/>
                </a:cubicBezTo>
                <a:cubicBezTo>
                  <a:pt x="148747" y="83464"/>
                  <a:pt x="150339" y="84079"/>
                  <a:pt x="152387" y="84079"/>
                </a:cubicBezTo>
                <a:cubicBezTo>
                  <a:pt x="154616" y="84079"/>
                  <a:pt x="157255" y="82805"/>
                  <a:pt x="160303" y="80257"/>
                </a:cubicBezTo>
                <a:close/>
                <a:moveTo>
                  <a:pt x="223329" y="7507"/>
                </a:moveTo>
                <a:lnTo>
                  <a:pt x="223329" y="30847"/>
                </a:lnTo>
                <a:lnTo>
                  <a:pt x="238480" y="30847"/>
                </a:lnTo>
                <a:lnTo>
                  <a:pt x="238480" y="37603"/>
                </a:lnTo>
                <a:lnTo>
                  <a:pt x="223329" y="37603"/>
                </a:lnTo>
                <a:lnTo>
                  <a:pt x="223329" y="76981"/>
                </a:lnTo>
                <a:cubicBezTo>
                  <a:pt x="223329" y="80712"/>
                  <a:pt x="223511" y="83078"/>
                  <a:pt x="223875" y="84079"/>
                </a:cubicBezTo>
                <a:cubicBezTo>
                  <a:pt x="224148" y="85216"/>
                  <a:pt x="224740" y="86081"/>
                  <a:pt x="225649" y="86672"/>
                </a:cubicBezTo>
                <a:cubicBezTo>
                  <a:pt x="226468" y="87354"/>
                  <a:pt x="227265" y="87696"/>
                  <a:pt x="228038" y="87696"/>
                </a:cubicBezTo>
                <a:cubicBezTo>
                  <a:pt x="230950" y="87696"/>
                  <a:pt x="233748" y="85444"/>
                  <a:pt x="236432" y="80939"/>
                </a:cubicBezTo>
                <a:lnTo>
                  <a:pt x="238480" y="82441"/>
                </a:lnTo>
                <a:cubicBezTo>
                  <a:pt x="234749" y="91176"/>
                  <a:pt x="228766" y="95544"/>
                  <a:pt x="220531" y="95544"/>
                </a:cubicBezTo>
                <a:cubicBezTo>
                  <a:pt x="216482" y="95544"/>
                  <a:pt x="213070" y="94406"/>
                  <a:pt x="210294" y="92132"/>
                </a:cubicBezTo>
                <a:cubicBezTo>
                  <a:pt x="207428" y="89948"/>
                  <a:pt x="205631" y="87445"/>
                  <a:pt x="204903" y="84625"/>
                </a:cubicBezTo>
                <a:cubicBezTo>
                  <a:pt x="204402" y="83078"/>
                  <a:pt x="204175" y="78892"/>
                  <a:pt x="204220" y="72067"/>
                </a:cubicBezTo>
                <a:lnTo>
                  <a:pt x="204220" y="37603"/>
                </a:lnTo>
                <a:lnTo>
                  <a:pt x="195894" y="37603"/>
                </a:lnTo>
                <a:lnTo>
                  <a:pt x="195894" y="35215"/>
                </a:lnTo>
                <a:cubicBezTo>
                  <a:pt x="201627" y="31211"/>
                  <a:pt x="206518" y="26957"/>
                  <a:pt x="210567" y="22453"/>
                </a:cubicBezTo>
                <a:cubicBezTo>
                  <a:pt x="214571" y="18040"/>
                  <a:pt x="218074" y="13058"/>
                  <a:pt x="221077" y="7507"/>
                </a:cubicBezTo>
                <a:lnTo>
                  <a:pt x="223329" y="7507"/>
                </a:lnTo>
                <a:close/>
                <a:moveTo>
                  <a:pt x="308251" y="30847"/>
                </a:moveTo>
                <a:lnTo>
                  <a:pt x="308251" y="80803"/>
                </a:lnTo>
                <a:cubicBezTo>
                  <a:pt x="308251" y="85717"/>
                  <a:pt x="308706" y="88742"/>
                  <a:pt x="309616" y="89880"/>
                </a:cubicBezTo>
                <a:cubicBezTo>
                  <a:pt x="310481" y="91108"/>
                  <a:pt x="312323" y="91881"/>
                  <a:pt x="315144" y="92200"/>
                </a:cubicBezTo>
                <a:lnTo>
                  <a:pt x="315144" y="94657"/>
                </a:lnTo>
                <a:lnTo>
                  <a:pt x="289143" y="94657"/>
                </a:lnTo>
                <a:lnTo>
                  <a:pt x="289143" y="86126"/>
                </a:lnTo>
                <a:cubicBezTo>
                  <a:pt x="286049" y="89766"/>
                  <a:pt x="283000" y="92405"/>
                  <a:pt x="279998" y="94043"/>
                </a:cubicBezTo>
                <a:cubicBezTo>
                  <a:pt x="276904" y="95771"/>
                  <a:pt x="273492" y="96613"/>
                  <a:pt x="269761" y="96568"/>
                </a:cubicBezTo>
                <a:cubicBezTo>
                  <a:pt x="266121" y="96613"/>
                  <a:pt x="262936" y="95498"/>
                  <a:pt x="260206" y="93224"/>
                </a:cubicBezTo>
                <a:cubicBezTo>
                  <a:pt x="257386" y="91040"/>
                  <a:pt x="255497" y="88469"/>
                  <a:pt x="254542" y="85512"/>
                </a:cubicBezTo>
                <a:cubicBezTo>
                  <a:pt x="253587" y="82600"/>
                  <a:pt x="253109" y="77436"/>
                  <a:pt x="253109" y="70020"/>
                </a:cubicBezTo>
                <a:lnTo>
                  <a:pt x="253109" y="44701"/>
                </a:lnTo>
                <a:cubicBezTo>
                  <a:pt x="253109" y="39878"/>
                  <a:pt x="252677" y="36875"/>
                  <a:pt x="251812" y="35692"/>
                </a:cubicBezTo>
                <a:cubicBezTo>
                  <a:pt x="250857" y="34555"/>
                  <a:pt x="248991" y="33782"/>
                  <a:pt x="246216" y="33372"/>
                </a:cubicBezTo>
                <a:lnTo>
                  <a:pt x="246216" y="30847"/>
                </a:lnTo>
                <a:lnTo>
                  <a:pt x="272218" y="30847"/>
                </a:lnTo>
                <a:lnTo>
                  <a:pt x="272218" y="74456"/>
                </a:lnTo>
                <a:cubicBezTo>
                  <a:pt x="272172" y="79051"/>
                  <a:pt x="272400" y="81986"/>
                  <a:pt x="272900" y="83260"/>
                </a:cubicBezTo>
                <a:cubicBezTo>
                  <a:pt x="273310" y="84579"/>
                  <a:pt x="273992" y="85580"/>
                  <a:pt x="274947" y="86263"/>
                </a:cubicBezTo>
                <a:cubicBezTo>
                  <a:pt x="275812" y="86945"/>
                  <a:pt x="276881" y="87286"/>
                  <a:pt x="278155" y="87286"/>
                </a:cubicBezTo>
                <a:cubicBezTo>
                  <a:pt x="279793" y="87332"/>
                  <a:pt x="281272" y="86899"/>
                  <a:pt x="282591" y="85990"/>
                </a:cubicBezTo>
                <a:cubicBezTo>
                  <a:pt x="284411" y="84852"/>
                  <a:pt x="286595" y="82464"/>
                  <a:pt x="289143" y="78824"/>
                </a:cubicBezTo>
                <a:lnTo>
                  <a:pt x="289143" y="44701"/>
                </a:lnTo>
                <a:cubicBezTo>
                  <a:pt x="289143" y="39878"/>
                  <a:pt x="288710" y="36875"/>
                  <a:pt x="287846" y="35692"/>
                </a:cubicBezTo>
                <a:cubicBezTo>
                  <a:pt x="286890" y="34555"/>
                  <a:pt x="285025" y="33782"/>
                  <a:pt x="282250" y="33372"/>
                </a:cubicBezTo>
                <a:lnTo>
                  <a:pt x="282250" y="30847"/>
                </a:lnTo>
                <a:lnTo>
                  <a:pt x="308251" y="30847"/>
                </a:lnTo>
                <a:close/>
                <a:moveTo>
                  <a:pt x="365957" y="29073"/>
                </a:moveTo>
                <a:lnTo>
                  <a:pt x="366980" y="50843"/>
                </a:lnTo>
                <a:lnTo>
                  <a:pt x="364660" y="50843"/>
                </a:lnTo>
                <a:cubicBezTo>
                  <a:pt x="361839" y="44428"/>
                  <a:pt x="358973" y="40015"/>
                  <a:pt x="356061" y="37603"/>
                </a:cubicBezTo>
                <a:cubicBezTo>
                  <a:pt x="353013" y="35238"/>
                  <a:pt x="350033" y="34055"/>
                  <a:pt x="347121" y="34055"/>
                </a:cubicBezTo>
                <a:cubicBezTo>
                  <a:pt x="345210" y="34055"/>
                  <a:pt x="343617" y="34669"/>
                  <a:pt x="342344" y="35897"/>
                </a:cubicBezTo>
                <a:cubicBezTo>
                  <a:pt x="341024" y="37217"/>
                  <a:pt x="340364" y="38673"/>
                  <a:pt x="340364" y="40265"/>
                </a:cubicBezTo>
                <a:cubicBezTo>
                  <a:pt x="340364" y="41493"/>
                  <a:pt x="340819" y="42676"/>
                  <a:pt x="341729" y="43814"/>
                </a:cubicBezTo>
                <a:cubicBezTo>
                  <a:pt x="343140" y="45679"/>
                  <a:pt x="347212" y="48864"/>
                  <a:pt x="353945" y="53368"/>
                </a:cubicBezTo>
                <a:cubicBezTo>
                  <a:pt x="360633" y="57963"/>
                  <a:pt x="365047" y="61808"/>
                  <a:pt x="367185" y="64902"/>
                </a:cubicBezTo>
                <a:cubicBezTo>
                  <a:pt x="369278" y="68132"/>
                  <a:pt x="370324" y="71681"/>
                  <a:pt x="370324" y="75548"/>
                </a:cubicBezTo>
                <a:cubicBezTo>
                  <a:pt x="370324" y="79097"/>
                  <a:pt x="369437" y="82577"/>
                  <a:pt x="367663" y="85990"/>
                </a:cubicBezTo>
                <a:cubicBezTo>
                  <a:pt x="365843" y="89402"/>
                  <a:pt x="363340" y="92018"/>
                  <a:pt x="360156" y="93838"/>
                </a:cubicBezTo>
                <a:cubicBezTo>
                  <a:pt x="356880" y="95703"/>
                  <a:pt x="353308" y="96613"/>
                  <a:pt x="349441" y="96568"/>
                </a:cubicBezTo>
                <a:cubicBezTo>
                  <a:pt x="346347" y="96568"/>
                  <a:pt x="342275" y="95612"/>
                  <a:pt x="337225" y="93701"/>
                </a:cubicBezTo>
                <a:cubicBezTo>
                  <a:pt x="335815" y="93246"/>
                  <a:pt x="334882" y="92996"/>
                  <a:pt x="334427" y="92951"/>
                </a:cubicBezTo>
                <a:cubicBezTo>
                  <a:pt x="332926" y="92996"/>
                  <a:pt x="331674" y="94134"/>
                  <a:pt x="330674" y="96363"/>
                </a:cubicBezTo>
                <a:lnTo>
                  <a:pt x="328421" y="96363"/>
                </a:lnTo>
                <a:lnTo>
                  <a:pt x="327329" y="73432"/>
                </a:lnTo>
                <a:lnTo>
                  <a:pt x="329650" y="73432"/>
                </a:lnTo>
                <a:cubicBezTo>
                  <a:pt x="331652" y="79438"/>
                  <a:pt x="334473" y="83942"/>
                  <a:pt x="338112" y="86945"/>
                </a:cubicBezTo>
                <a:cubicBezTo>
                  <a:pt x="341616" y="89948"/>
                  <a:pt x="344982" y="91449"/>
                  <a:pt x="348213" y="91449"/>
                </a:cubicBezTo>
                <a:cubicBezTo>
                  <a:pt x="350351" y="91449"/>
                  <a:pt x="352148" y="90767"/>
                  <a:pt x="353604" y="89402"/>
                </a:cubicBezTo>
                <a:cubicBezTo>
                  <a:pt x="354969" y="88128"/>
                  <a:pt x="355651" y="86513"/>
                  <a:pt x="355651" y="84556"/>
                </a:cubicBezTo>
                <a:cubicBezTo>
                  <a:pt x="355651" y="82373"/>
                  <a:pt x="354969" y="80484"/>
                  <a:pt x="353604" y="78892"/>
                </a:cubicBezTo>
                <a:cubicBezTo>
                  <a:pt x="352194" y="77345"/>
                  <a:pt x="349145" y="74934"/>
                  <a:pt x="344459" y="71658"/>
                </a:cubicBezTo>
                <a:cubicBezTo>
                  <a:pt x="337498" y="66835"/>
                  <a:pt x="332994" y="63150"/>
                  <a:pt x="330947" y="60602"/>
                </a:cubicBezTo>
                <a:cubicBezTo>
                  <a:pt x="327944" y="56871"/>
                  <a:pt x="326442" y="52754"/>
                  <a:pt x="326442" y="48250"/>
                </a:cubicBezTo>
                <a:cubicBezTo>
                  <a:pt x="326442" y="43381"/>
                  <a:pt x="328148" y="38923"/>
                  <a:pt x="331561" y="34874"/>
                </a:cubicBezTo>
                <a:cubicBezTo>
                  <a:pt x="334882" y="30915"/>
                  <a:pt x="339773" y="28936"/>
                  <a:pt x="346234" y="28936"/>
                </a:cubicBezTo>
                <a:cubicBezTo>
                  <a:pt x="349691" y="28936"/>
                  <a:pt x="353035" y="29778"/>
                  <a:pt x="356266" y="31461"/>
                </a:cubicBezTo>
                <a:cubicBezTo>
                  <a:pt x="357494" y="32144"/>
                  <a:pt x="358495" y="32485"/>
                  <a:pt x="359268" y="32485"/>
                </a:cubicBezTo>
                <a:cubicBezTo>
                  <a:pt x="360087" y="32485"/>
                  <a:pt x="360747" y="32303"/>
                  <a:pt x="361248" y="31939"/>
                </a:cubicBezTo>
                <a:cubicBezTo>
                  <a:pt x="361703" y="31620"/>
                  <a:pt x="362499" y="30665"/>
                  <a:pt x="363636" y="29073"/>
                </a:cubicBezTo>
                <a:lnTo>
                  <a:pt x="365957" y="29073"/>
                </a:lnTo>
                <a:close/>
                <a:moveTo>
                  <a:pt x="399014" y="29004"/>
                </a:moveTo>
                <a:cubicBezTo>
                  <a:pt x="402108" y="29004"/>
                  <a:pt x="404792" y="30096"/>
                  <a:pt x="407067" y="32280"/>
                </a:cubicBezTo>
                <a:cubicBezTo>
                  <a:pt x="409251" y="34555"/>
                  <a:pt x="410343" y="37239"/>
                  <a:pt x="410343" y="40333"/>
                </a:cubicBezTo>
                <a:cubicBezTo>
                  <a:pt x="410343" y="43472"/>
                  <a:pt x="409251" y="46134"/>
                  <a:pt x="407067" y="48318"/>
                </a:cubicBezTo>
                <a:cubicBezTo>
                  <a:pt x="404792" y="50593"/>
                  <a:pt x="402108" y="51707"/>
                  <a:pt x="399014" y="51662"/>
                </a:cubicBezTo>
                <a:cubicBezTo>
                  <a:pt x="395875" y="51707"/>
                  <a:pt x="393213" y="50593"/>
                  <a:pt x="391029" y="48318"/>
                </a:cubicBezTo>
                <a:cubicBezTo>
                  <a:pt x="388754" y="46134"/>
                  <a:pt x="387640" y="43472"/>
                  <a:pt x="387685" y="40333"/>
                </a:cubicBezTo>
                <a:cubicBezTo>
                  <a:pt x="387640" y="37239"/>
                  <a:pt x="388754" y="34555"/>
                  <a:pt x="391029" y="32280"/>
                </a:cubicBezTo>
                <a:cubicBezTo>
                  <a:pt x="393213" y="30096"/>
                  <a:pt x="395875" y="29004"/>
                  <a:pt x="399014" y="29004"/>
                </a:cubicBezTo>
                <a:moveTo>
                  <a:pt x="398946" y="73637"/>
                </a:moveTo>
                <a:cubicBezTo>
                  <a:pt x="402085" y="73637"/>
                  <a:pt x="404792" y="74752"/>
                  <a:pt x="407067" y="76981"/>
                </a:cubicBezTo>
                <a:cubicBezTo>
                  <a:pt x="409251" y="79256"/>
                  <a:pt x="410343" y="81940"/>
                  <a:pt x="410343" y="85034"/>
                </a:cubicBezTo>
                <a:cubicBezTo>
                  <a:pt x="410343" y="88173"/>
                  <a:pt x="409228" y="90835"/>
                  <a:pt x="406999" y="93019"/>
                </a:cubicBezTo>
                <a:cubicBezTo>
                  <a:pt x="404724" y="95294"/>
                  <a:pt x="402040" y="96408"/>
                  <a:pt x="398946" y="96363"/>
                </a:cubicBezTo>
                <a:cubicBezTo>
                  <a:pt x="395807" y="96408"/>
                  <a:pt x="393145" y="95294"/>
                  <a:pt x="390961" y="93019"/>
                </a:cubicBezTo>
                <a:cubicBezTo>
                  <a:pt x="388686" y="90835"/>
                  <a:pt x="387572" y="88173"/>
                  <a:pt x="387617" y="85034"/>
                </a:cubicBezTo>
                <a:cubicBezTo>
                  <a:pt x="387572" y="81940"/>
                  <a:pt x="388686" y="79256"/>
                  <a:pt x="390961" y="76981"/>
                </a:cubicBezTo>
                <a:cubicBezTo>
                  <a:pt x="393145" y="74752"/>
                  <a:pt x="395807" y="73637"/>
                  <a:pt x="398946" y="73637"/>
                </a:cubicBezTo>
                <a:close/>
                <a:moveTo>
                  <a:pt x="514664" y="819"/>
                </a:moveTo>
                <a:cubicBezTo>
                  <a:pt x="529405" y="273"/>
                  <a:pt x="541393" y="4572"/>
                  <a:pt x="550629" y="13717"/>
                </a:cubicBezTo>
                <a:cubicBezTo>
                  <a:pt x="559820" y="22908"/>
                  <a:pt x="564415" y="34350"/>
                  <a:pt x="564415" y="48045"/>
                </a:cubicBezTo>
                <a:cubicBezTo>
                  <a:pt x="564415" y="59783"/>
                  <a:pt x="560980" y="70111"/>
                  <a:pt x="554110" y="79028"/>
                </a:cubicBezTo>
                <a:cubicBezTo>
                  <a:pt x="544965" y="90858"/>
                  <a:pt x="532112" y="96772"/>
                  <a:pt x="515551" y="96772"/>
                </a:cubicBezTo>
                <a:cubicBezTo>
                  <a:pt x="498854" y="96772"/>
                  <a:pt x="485978" y="91131"/>
                  <a:pt x="476924" y="79847"/>
                </a:cubicBezTo>
                <a:cubicBezTo>
                  <a:pt x="469736" y="70930"/>
                  <a:pt x="466141" y="60352"/>
                  <a:pt x="466141" y="48113"/>
                </a:cubicBezTo>
                <a:cubicBezTo>
                  <a:pt x="466141" y="34419"/>
                  <a:pt x="470827" y="22953"/>
                  <a:pt x="480200" y="13717"/>
                </a:cubicBezTo>
                <a:cubicBezTo>
                  <a:pt x="489527" y="4572"/>
                  <a:pt x="501015" y="273"/>
                  <a:pt x="514664" y="819"/>
                </a:cubicBezTo>
                <a:moveTo>
                  <a:pt x="515483" y="5187"/>
                </a:moveTo>
                <a:cubicBezTo>
                  <a:pt x="507020" y="5187"/>
                  <a:pt x="500583" y="9509"/>
                  <a:pt x="496169" y="18153"/>
                </a:cubicBezTo>
                <a:cubicBezTo>
                  <a:pt x="492530" y="25251"/>
                  <a:pt x="490732" y="35442"/>
                  <a:pt x="490778" y="48727"/>
                </a:cubicBezTo>
                <a:cubicBezTo>
                  <a:pt x="490778" y="64515"/>
                  <a:pt x="493553" y="76185"/>
                  <a:pt x="499104" y="83737"/>
                </a:cubicBezTo>
                <a:cubicBezTo>
                  <a:pt x="502971" y="89015"/>
                  <a:pt x="508385" y="91654"/>
                  <a:pt x="515346" y="91654"/>
                </a:cubicBezTo>
                <a:cubicBezTo>
                  <a:pt x="520033" y="91654"/>
                  <a:pt x="523945" y="90516"/>
                  <a:pt x="527085" y="88242"/>
                </a:cubicBezTo>
                <a:cubicBezTo>
                  <a:pt x="531043" y="85330"/>
                  <a:pt x="534159" y="80666"/>
                  <a:pt x="536434" y="74251"/>
                </a:cubicBezTo>
                <a:cubicBezTo>
                  <a:pt x="538664" y="67927"/>
                  <a:pt x="539778" y="59601"/>
                  <a:pt x="539778" y="49273"/>
                </a:cubicBezTo>
                <a:cubicBezTo>
                  <a:pt x="539733" y="37080"/>
                  <a:pt x="538595" y="27912"/>
                  <a:pt x="536366" y="21770"/>
                </a:cubicBezTo>
                <a:cubicBezTo>
                  <a:pt x="534046" y="15765"/>
                  <a:pt x="531157" y="11488"/>
                  <a:pt x="527699" y="8940"/>
                </a:cubicBezTo>
                <a:cubicBezTo>
                  <a:pt x="524105" y="6438"/>
                  <a:pt x="520033" y="5187"/>
                  <a:pt x="515483" y="5187"/>
                </a:cubicBezTo>
                <a:close/>
                <a:moveTo>
                  <a:pt x="628278" y="37535"/>
                </a:moveTo>
                <a:lnTo>
                  <a:pt x="660831" y="78278"/>
                </a:lnTo>
                <a:cubicBezTo>
                  <a:pt x="665381" y="84010"/>
                  <a:pt x="669339" y="87900"/>
                  <a:pt x="672706" y="89948"/>
                </a:cubicBezTo>
                <a:cubicBezTo>
                  <a:pt x="675072" y="91404"/>
                  <a:pt x="677620" y="92132"/>
                  <a:pt x="680349" y="92132"/>
                </a:cubicBezTo>
                <a:lnTo>
                  <a:pt x="680349" y="94657"/>
                </a:lnTo>
                <a:lnTo>
                  <a:pt x="632168" y="94657"/>
                </a:lnTo>
                <a:lnTo>
                  <a:pt x="632168" y="92132"/>
                </a:lnTo>
                <a:cubicBezTo>
                  <a:pt x="635216" y="91859"/>
                  <a:pt x="637195" y="91381"/>
                  <a:pt x="638105" y="90698"/>
                </a:cubicBezTo>
                <a:cubicBezTo>
                  <a:pt x="638970" y="90062"/>
                  <a:pt x="639402" y="89220"/>
                  <a:pt x="639402" y="88173"/>
                </a:cubicBezTo>
                <a:cubicBezTo>
                  <a:pt x="639356" y="86263"/>
                  <a:pt x="637264" y="82668"/>
                  <a:pt x="633123" y="77391"/>
                </a:cubicBezTo>
                <a:lnTo>
                  <a:pt x="611899" y="50707"/>
                </a:lnTo>
                <a:lnTo>
                  <a:pt x="608487" y="53573"/>
                </a:lnTo>
                <a:lnTo>
                  <a:pt x="608487" y="78824"/>
                </a:lnTo>
                <a:cubicBezTo>
                  <a:pt x="608487" y="83692"/>
                  <a:pt x="608760" y="86695"/>
                  <a:pt x="609306" y="87832"/>
                </a:cubicBezTo>
                <a:cubicBezTo>
                  <a:pt x="609806" y="89015"/>
                  <a:pt x="610853" y="90016"/>
                  <a:pt x="612445" y="90835"/>
                </a:cubicBezTo>
                <a:cubicBezTo>
                  <a:pt x="613992" y="91745"/>
                  <a:pt x="616471" y="92177"/>
                  <a:pt x="619884" y="92132"/>
                </a:cubicBezTo>
                <a:lnTo>
                  <a:pt x="619884" y="94657"/>
                </a:lnTo>
                <a:lnTo>
                  <a:pt x="573204" y="94657"/>
                </a:lnTo>
                <a:lnTo>
                  <a:pt x="573204" y="92132"/>
                </a:lnTo>
                <a:lnTo>
                  <a:pt x="576275" y="92132"/>
                </a:lnTo>
                <a:cubicBezTo>
                  <a:pt x="578914" y="92132"/>
                  <a:pt x="581075" y="91654"/>
                  <a:pt x="582758" y="90698"/>
                </a:cubicBezTo>
                <a:cubicBezTo>
                  <a:pt x="583896" y="90107"/>
                  <a:pt x="584805" y="89015"/>
                  <a:pt x="585488" y="87423"/>
                </a:cubicBezTo>
                <a:cubicBezTo>
                  <a:pt x="585943" y="86331"/>
                  <a:pt x="586193" y="83464"/>
                  <a:pt x="586239" y="78824"/>
                </a:cubicBezTo>
                <a:lnTo>
                  <a:pt x="586239" y="17949"/>
                </a:lnTo>
                <a:cubicBezTo>
                  <a:pt x="586193" y="13262"/>
                  <a:pt x="585943" y="10305"/>
                  <a:pt x="585488" y="9077"/>
                </a:cubicBezTo>
                <a:cubicBezTo>
                  <a:pt x="584987" y="7939"/>
                  <a:pt x="583987" y="6893"/>
                  <a:pt x="582485" y="5937"/>
                </a:cubicBezTo>
                <a:cubicBezTo>
                  <a:pt x="580893" y="5073"/>
                  <a:pt x="578823" y="4641"/>
                  <a:pt x="576275" y="4641"/>
                </a:cubicBezTo>
                <a:lnTo>
                  <a:pt x="573204" y="4641"/>
                </a:lnTo>
                <a:lnTo>
                  <a:pt x="573204" y="2116"/>
                </a:lnTo>
                <a:lnTo>
                  <a:pt x="619270" y="2116"/>
                </a:lnTo>
                <a:lnTo>
                  <a:pt x="619270" y="4641"/>
                </a:lnTo>
                <a:cubicBezTo>
                  <a:pt x="616130" y="4686"/>
                  <a:pt x="613742" y="5141"/>
                  <a:pt x="612104" y="6006"/>
                </a:cubicBezTo>
                <a:cubicBezTo>
                  <a:pt x="610921" y="6643"/>
                  <a:pt x="609988" y="7712"/>
                  <a:pt x="609306" y="9213"/>
                </a:cubicBezTo>
                <a:cubicBezTo>
                  <a:pt x="608760" y="10396"/>
                  <a:pt x="608487" y="13308"/>
                  <a:pt x="608487" y="17949"/>
                </a:cubicBezTo>
                <a:lnTo>
                  <a:pt x="608487" y="46748"/>
                </a:lnTo>
                <a:lnTo>
                  <a:pt x="642814" y="18972"/>
                </a:lnTo>
                <a:cubicBezTo>
                  <a:pt x="647591" y="15105"/>
                  <a:pt x="649980" y="12011"/>
                  <a:pt x="649980" y="9691"/>
                </a:cubicBezTo>
                <a:cubicBezTo>
                  <a:pt x="649980" y="8007"/>
                  <a:pt x="649002" y="6643"/>
                  <a:pt x="647046" y="5596"/>
                </a:cubicBezTo>
                <a:cubicBezTo>
                  <a:pt x="645999" y="5141"/>
                  <a:pt x="643519" y="4823"/>
                  <a:pt x="639607" y="4641"/>
                </a:cubicBezTo>
                <a:lnTo>
                  <a:pt x="639607" y="2116"/>
                </a:lnTo>
                <a:lnTo>
                  <a:pt x="675709" y="2116"/>
                </a:lnTo>
                <a:lnTo>
                  <a:pt x="675709" y="4641"/>
                </a:lnTo>
                <a:cubicBezTo>
                  <a:pt x="672478" y="4914"/>
                  <a:pt x="669953" y="5482"/>
                  <a:pt x="668133" y="6347"/>
                </a:cubicBezTo>
                <a:cubicBezTo>
                  <a:pt x="666223" y="7302"/>
                  <a:pt x="661969" y="10464"/>
                  <a:pt x="655371" y="15833"/>
                </a:cubicBezTo>
                <a:lnTo>
                  <a:pt x="628278" y="3753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Method:">
            <a:extLst xmlns:a="http://schemas.openxmlformats.org/drawingml/2006/main">
              <a:ext uri="{FF2B5EF4-FFF2-40B4-BE49-F238E27FC236}">
                <a16:creationId xmlns:a16="http://schemas.microsoft.com/office/drawing/2014/main" id="{9EECF964-D650-4DBB-8AFB-711D4385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881" y="1846337"/>
            <a:ext cx="518085" cy="94497"/>
          </a:xfrm>
          <a:custGeom xmlns:a="http://schemas.openxmlformats.org/drawingml/2006/main">
            <a:pathLst>
              <a:path w="518085" h="94497">
                <a:moveTo>
                  <a:pt x="63810" y="61012"/>
                </a:moveTo>
                <a:lnTo>
                  <a:pt x="88924" y="0"/>
                </a:lnTo>
                <a:lnTo>
                  <a:pt x="126596" y="0"/>
                </a:lnTo>
                <a:lnTo>
                  <a:pt x="126596" y="2525"/>
                </a:lnTo>
                <a:lnTo>
                  <a:pt x="123593" y="2525"/>
                </a:lnTo>
                <a:cubicBezTo>
                  <a:pt x="120863" y="2525"/>
                  <a:pt x="118679" y="3003"/>
                  <a:pt x="117041" y="3958"/>
                </a:cubicBezTo>
                <a:cubicBezTo>
                  <a:pt x="115858" y="4595"/>
                  <a:pt x="114948" y="5664"/>
                  <a:pt x="114311" y="7166"/>
                </a:cubicBezTo>
                <a:cubicBezTo>
                  <a:pt x="113811" y="8303"/>
                  <a:pt x="113561" y="11147"/>
                  <a:pt x="113561" y="15697"/>
                </a:cubicBezTo>
                <a:lnTo>
                  <a:pt x="113561" y="76708"/>
                </a:lnTo>
                <a:cubicBezTo>
                  <a:pt x="113561" y="81485"/>
                  <a:pt x="113811" y="84443"/>
                  <a:pt x="114311" y="85580"/>
                </a:cubicBezTo>
                <a:cubicBezTo>
                  <a:pt x="114766" y="86763"/>
                  <a:pt x="115790" y="87787"/>
                  <a:pt x="117383" y="88651"/>
                </a:cubicBezTo>
                <a:cubicBezTo>
                  <a:pt x="118929" y="89561"/>
                  <a:pt x="121000" y="90016"/>
                  <a:pt x="123593" y="90016"/>
                </a:cubicBezTo>
                <a:lnTo>
                  <a:pt x="126596" y="90016"/>
                </a:lnTo>
                <a:lnTo>
                  <a:pt x="126596" y="92541"/>
                </a:lnTo>
                <a:lnTo>
                  <a:pt x="78278" y="92541"/>
                </a:lnTo>
                <a:lnTo>
                  <a:pt x="78278" y="90016"/>
                </a:lnTo>
                <a:lnTo>
                  <a:pt x="81281" y="90016"/>
                </a:lnTo>
                <a:cubicBezTo>
                  <a:pt x="84010" y="90016"/>
                  <a:pt x="86194" y="89538"/>
                  <a:pt x="87832" y="88583"/>
                </a:cubicBezTo>
                <a:cubicBezTo>
                  <a:pt x="88970" y="87991"/>
                  <a:pt x="89880" y="86899"/>
                  <a:pt x="90562" y="85307"/>
                </a:cubicBezTo>
                <a:cubicBezTo>
                  <a:pt x="91017" y="84215"/>
                  <a:pt x="91267" y="81349"/>
                  <a:pt x="91313" y="76708"/>
                </a:cubicBezTo>
                <a:lnTo>
                  <a:pt x="91313" y="8121"/>
                </a:lnTo>
                <a:lnTo>
                  <a:pt x="55825" y="92541"/>
                </a:lnTo>
                <a:lnTo>
                  <a:pt x="54187" y="92541"/>
                </a:lnTo>
                <a:lnTo>
                  <a:pt x="18153" y="8735"/>
                </a:lnTo>
                <a:lnTo>
                  <a:pt x="18153" y="73910"/>
                </a:lnTo>
                <a:cubicBezTo>
                  <a:pt x="18153" y="78505"/>
                  <a:pt x="18267" y="81303"/>
                  <a:pt x="18495" y="82304"/>
                </a:cubicBezTo>
                <a:cubicBezTo>
                  <a:pt x="19086" y="84579"/>
                  <a:pt x="20383" y="86422"/>
                  <a:pt x="22385" y="87832"/>
                </a:cubicBezTo>
                <a:cubicBezTo>
                  <a:pt x="24341" y="89288"/>
                  <a:pt x="27435" y="90016"/>
                  <a:pt x="31666" y="90016"/>
                </a:cubicBezTo>
                <a:lnTo>
                  <a:pt x="31666" y="92541"/>
                </a:lnTo>
                <a:lnTo>
                  <a:pt x="0" y="92541"/>
                </a:lnTo>
                <a:lnTo>
                  <a:pt x="0" y="90016"/>
                </a:lnTo>
                <a:lnTo>
                  <a:pt x="955" y="90016"/>
                </a:lnTo>
                <a:cubicBezTo>
                  <a:pt x="3003" y="90107"/>
                  <a:pt x="4914" y="89766"/>
                  <a:pt x="6688" y="88992"/>
                </a:cubicBezTo>
                <a:cubicBezTo>
                  <a:pt x="8462" y="88310"/>
                  <a:pt x="9805" y="87377"/>
                  <a:pt x="10715" y="86194"/>
                </a:cubicBezTo>
                <a:cubicBezTo>
                  <a:pt x="11579" y="85057"/>
                  <a:pt x="12284" y="83396"/>
                  <a:pt x="12830" y="81212"/>
                </a:cubicBezTo>
                <a:cubicBezTo>
                  <a:pt x="12876" y="80757"/>
                  <a:pt x="12921" y="78437"/>
                  <a:pt x="12967" y="74251"/>
                </a:cubicBezTo>
                <a:lnTo>
                  <a:pt x="12967" y="15697"/>
                </a:lnTo>
                <a:cubicBezTo>
                  <a:pt x="12921" y="11010"/>
                  <a:pt x="12671" y="8076"/>
                  <a:pt x="12216" y="6893"/>
                </a:cubicBezTo>
                <a:cubicBezTo>
                  <a:pt x="11716" y="5755"/>
                  <a:pt x="10692" y="4732"/>
                  <a:pt x="9145" y="3822"/>
                </a:cubicBezTo>
                <a:cubicBezTo>
                  <a:pt x="7553" y="2957"/>
                  <a:pt x="5482" y="2525"/>
                  <a:pt x="2935" y="2525"/>
                </a:cubicBezTo>
                <a:lnTo>
                  <a:pt x="0" y="2525"/>
                </a:lnTo>
                <a:lnTo>
                  <a:pt x="0" y="0"/>
                </a:lnTo>
                <a:lnTo>
                  <a:pt x="37808" y="0"/>
                </a:lnTo>
                <a:lnTo>
                  <a:pt x="63810" y="61012"/>
                </a:lnTo>
                <a:close/>
                <a:moveTo>
                  <a:pt x="195797" y="58350"/>
                </a:moveTo>
                <a:lnTo>
                  <a:pt x="160787" y="58350"/>
                </a:lnTo>
                <a:cubicBezTo>
                  <a:pt x="161196" y="66813"/>
                  <a:pt x="163448" y="73501"/>
                  <a:pt x="167543" y="78414"/>
                </a:cubicBezTo>
                <a:cubicBezTo>
                  <a:pt x="170637" y="82191"/>
                  <a:pt x="174413" y="84079"/>
                  <a:pt x="178872" y="84079"/>
                </a:cubicBezTo>
                <a:cubicBezTo>
                  <a:pt x="181556" y="84124"/>
                  <a:pt x="184036" y="83351"/>
                  <a:pt x="186311" y="81758"/>
                </a:cubicBezTo>
                <a:cubicBezTo>
                  <a:pt x="188540" y="80257"/>
                  <a:pt x="190929" y="77527"/>
                  <a:pt x="193477" y="73569"/>
                </a:cubicBezTo>
                <a:lnTo>
                  <a:pt x="195797" y="75070"/>
                </a:lnTo>
                <a:cubicBezTo>
                  <a:pt x="192294" y="82122"/>
                  <a:pt x="188472" y="87104"/>
                  <a:pt x="184332" y="90016"/>
                </a:cubicBezTo>
                <a:cubicBezTo>
                  <a:pt x="180146" y="92973"/>
                  <a:pt x="175300" y="94452"/>
                  <a:pt x="169795" y="94452"/>
                </a:cubicBezTo>
                <a:cubicBezTo>
                  <a:pt x="160286" y="94497"/>
                  <a:pt x="153121" y="90858"/>
                  <a:pt x="148298" y="83533"/>
                </a:cubicBezTo>
                <a:cubicBezTo>
                  <a:pt x="144385" y="77664"/>
                  <a:pt x="142429" y="70384"/>
                  <a:pt x="142429" y="61694"/>
                </a:cubicBezTo>
                <a:cubicBezTo>
                  <a:pt x="142383" y="51093"/>
                  <a:pt x="145272" y="42608"/>
                  <a:pt x="151096" y="36238"/>
                </a:cubicBezTo>
                <a:cubicBezTo>
                  <a:pt x="156829" y="29960"/>
                  <a:pt x="163562" y="26821"/>
                  <a:pt x="171297" y="26821"/>
                </a:cubicBezTo>
                <a:cubicBezTo>
                  <a:pt x="177757" y="26866"/>
                  <a:pt x="183376" y="29505"/>
                  <a:pt x="188153" y="34737"/>
                </a:cubicBezTo>
                <a:cubicBezTo>
                  <a:pt x="192840" y="40060"/>
                  <a:pt x="195387" y="47931"/>
                  <a:pt x="195797" y="58350"/>
                </a:cubicBezTo>
                <a:moveTo>
                  <a:pt x="179008" y="53778"/>
                </a:moveTo>
                <a:cubicBezTo>
                  <a:pt x="178963" y="46498"/>
                  <a:pt x="178576" y="41471"/>
                  <a:pt x="177848" y="38695"/>
                </a:cubicBezTo>
                <a:cubicBezTo>
                  <a:pt x="177029" y="36011"/>
                  <a:pt x="175778" y="33941"/>
                  <a:pt x="174095" y="32485"/>
                </a:cubicBezTo>
                <a:cubicBezTo>
                  <a:pt x="173094" y="31666"/>
                  <a:pt x="171820" y="31257"/>
                  <a:pt x="170273" y="31257"/>
                </a:cubicBezTo>
                <a:cubicBezTo>
                  <a:pt x="167862" y="31257"/>
                  <a:pt x="165928" y="32417"/>
                  <a:pt x="164472" y="34737"/>
                </a:cubicBezTo>
                <a:cubicBezTo>
                  <a:pt x="161788" y="38832"/>
                  <a:pt x="160446" y="44382"/>
                  <a:pt x="160446" y="51389"/>
                </a:cubicBezTo>
                <a:lnTo>
                  <a:pt x="160446" y="53778"/>
                </a:lnTo>
                <a:lnTo>
                  <a:pt x="179008" y="53778"/>
                </a:lnTo>
                <a:close/>
                <a:moveTo>
                  <a:pt x="233842" y="5391"/>
                </a:moveTo>
                <a:lnTo>
                  <a:pt x="233842" y="28731"/>
                </a:lnTo>
                <a:lnTo>
                  <a:pt x="248993" y="28731"/>
                </a:lnTo>
                <a:lnTo>
                  <a:pt x="248993" y="35488"/>
                </a:lnTo>
                <a:lnTo>
                  <a:pt x="233842" y="35488"/>
                </a:lnTo>
                <a:lnTo>
                  <a:pt x="233842" y="74865"/>
                </a:lnTo>
                <a:cubicBezTo>
                  <a:pt x="233842" y="78596"/>
                  <a:pt x="234024" y="80962"/>
                  <a:pt x="234388" y="81963"/>
                </a:cubicBezTo>
                <a:cubicBezTo>
                  <a:pt x="234661" y="83100"/>
                  <a:pt x="235253" y="83965"/>
                  <a:pt x="236163" y="84556"/>
                </a:cubicBezTo>
                <a:cubicBezTo>
                  <a:pt x="236982" y="85239"/>
                  <a:pt x="237778" y="85580"/>
                  <a:pt x="238551" y="85580"/>
                </a:cubicBezTo>
                <a:cubicBezTo>
                  <a:pt x="241463" y="85580"/>
                  <a:pt x="244261" y="83328"/>
                  <a:pt x="246946" y="78824"/>
                </a:cubicBezTo>
                <a:lnTo>
                  <a:pt x="248993" y="80325"/>
                </a:lnTo>
                <a:cubicBezTo>
                  <a:pt x="245262" y="89061"/>
                  <a:pt x="239279" y="93428"/>
                  <a:pt x="231044" y="93428"/>
                </a:cubicBezTo>
                <a:cubicBezTo>
                  <a:pt x="226995" y="93428"/>
                  <a:pt x="223583" y="92291"/>
                  <a:pt x="220807" y="90016"/>
                </a:cubicBezTo>
                <a:cubicBezTo>
                  <a:pt x="217941" y="87832"/>
                  <a:pt x="216144" y="85330"/>
                  <a:pt x="215416" y="82509"/>
                </a:cubicBezTo>
                <a:cubicBezTo>
                  <a:pt x="214916" y="80962"/>
                  <a:pt x="214688" y="76776"/>
                  <a:pt x="214734" y="69952"/>
                </a:cubicBezTo>
                <a:lnTo>
                  <a:pt x="214734" y="35488"/>
                </a:lnTo>
                <a:lnTo>
                  <a:pt x="206408" y="35488"/>
                </a:lnTo>
                <a:lnTo>
                  <a:pt x="206408" y="33099"/>
                </a:lnTo>
                <a:cubicBezTo>
                  <a:pt x="212140" y="29095"/>
                  <a:pt x="217031" y="24841"/>
                  <a:pt x="221080" y="20337"/>
                </a:cubicBezTo>
                <a:cubicBezTo>
                  <a:pt x="225084" y="15924"/>
                  <a:pt x="228587" y="10942"/>
                  <a:pt x="231590" y="5391"/>
                </a:cubicBezTo>
                <a:lnTo>
                  <a:pt x="233842" y="5391"/>
                </a:lnTo>
                <a:close/>
                <a:moveTo>
                  <a:pt x="283208" y="0"/>
                </a:moveTo>
                <a:lnTo>
                  <a:pt x="283208" y="36921"/>
                </a:lnTo>
                <a:cubicBezTo>
                  <a:pt x="286666" y="33281"/>
                  <a:pt x="289873" y="30665"/>
                  <a:pt x="292830" y="29073"/>
                </a:cubicBezTo>
                <a:cubicBezTo>
                  <a:pt x="295742" y="27571"/>
                  <a:pt x="298768" y="26821"/>
                  <a:pt x="301907" y="26821"/>
                </a:cubicBezTo>
                <a:cubicBezTo>
                  <a:pt x="305911" y="26866"/>
                  <a:pt x="309346" y="28003"/>
                  <a:pt x="312212" y="30233"/>
                </a:cubicBezTo>
                <a:cubicBezTo>
                  <a:pt x="314987" y="32508"/>
                  <a:pt x="316876" y="35169"/>
                  <a:pt x="317877" y="38218"/>
                </a:cubicBezTo>
                <a:cubicBezTo>
                  <a:pt x="318741" y="41311"/>
                  <a:pt x="319196" y="46498"/>
                  <a:pt x="319241" y="53778"/>
                </a:cubicBezTo>
                <a:lnTo>
                  <a:pt x="319241" y="78687"/>
                </a:lnTo>
                <a:cubicBezTo>
                  <a:pt x="319241" y="83601"/>
                  <a:pt x="319696" y="86626"/>
                  <a:pt x="320606" y="87764"/>
                </a:cubicBezTo>
                <a:cubicBezTo>
                  <a:pt x="321471" y="88992"/>
                  <a:pt x="323313" y="89766"/>
                  <a:pt x="326134" y="90084"/>
                </a:cubicBezTo>
                <a:lnTo>
                  <a:pt x="326134" y="92541"/>
                </a:lnTo>
                <a:lnTo>
                  <a:pt x="293786" y="92541"/>
                </a:lnTo>
                <a:lnTo>
                  <a:pt x="293786" y="90084"/>
                </a:lnTo>
                <a:cubicBezTo>
                  <a:pt x="296015" y="89766"/>
                  <a:pt x="297721" y="88856"/>
                  <a:pt x="298904" y="87354"/>
                </a:cubicBezTo>
                <a:cubicBezTo>
                  <a:pt x="299723" y="86217"/>
                  <a:pt x="300133" y="83328"/>
                  <a:pt x="300133" y="78687"/>
                </a:cubicBezTo>
                <a:lnTo>
                  <a:pt x="300133" y="50229"/>
                </a:lnTo>
                <a:cubicBezTo>
                  <a:pt x="300133" y="44997"/>
                  <a:pt x="299928" y="41675"/>
                  <a:pt x="299518" y="40265"/>
                </a:cubicBezTo>
                <a:cubicBezTo>
                  <a:pt x="299109" y="38991"/>
                  <a:pt x="298427" y="37945"/>
                  <a:pt x="297471" y="37126"/>
                </a:cubicBezTo>
                <a:cubicBezTo>
                  <a:pt x="296425" y="36398"/>
                  <a:pt x="295310" y="36034"/>
                  <a:pt x="294127" y="36034"/>
                </a:cubicBezTo>
                <a:cubicBezTo>
                  <a:pt x="292262" y="36034"/>
                  <a:pt x="290487" y="36648"/>
                  <a:pt x="288804" y="37876"/>
                </a:cubicBezTo>
                <a:cubicBezTo>
                  <a:pt x="287030" y="39196"/>
                  <a:pt x="285164" y="41402"/>
                  <a:pt x="283208" y="44496"/>
                </a:cubicBezTo>
                <a:lnTo>
                  <a:pt x="283208" y="78687"/>
                </a:lnTo>
                <a:cubicBezTo>
                  <a:pt x="283208" y="83282"/>
                  <a:pt x="283549" y="86126"/>
                  <a:pt x="284231" y="87218"/>
                </a:cubicBezTo>
                <a:cubicBezTo>
                  <a:pt x="285096" y="88810"/>
                  <a:pt x="286870" y="89766"/>
                  <a:pt x="289555" y="90084"/>
                </a:cubicBezTo>
                <a:lnTo>
                  <a:pt x="289555" y="92541"/>
                </a:lnTo>
                <a:lnTo>
                  <a:pt x="257206" y="92541"/>
                </a:lnTo>
                <a:lnTo>
                  <a:pt x="257206" y="90084"/>
                </a:lnTo>
                <a:cubicBezTo>
                  <a:pt x="259845" y="89811"/>
                  <a:pt x="261756" y="88947"/>
                  <a:pt x="262939" y="87491"/>
                </a:cubicBezTo>
                <a:cubicBezTo>
                  <a:pt x="263667" y="86490"/>
                  <a:pt x="264053" y="83555"/>
                  <a:pt x="264099" y="78687"/>
                </a:cubicBezTo>
                <a:lnTo>
                  <a:pt x="264099" y="13854"/>
                </a:lnTo>
                <a:cubicBezTo>
                  <a:pt x="264099" y="9031"/>
                  <a:pt x="263667" y="6028"/>
                  <a:pt x="262802" y="4845"/>
                </a:cubicBezTo>
                <a:cubicBezTo>
                  <a:pt x="261847" y="3708"/>
                  <a:pt x="259981" y="2935"/>
                  <a:pt x="257206" y="2525"/>
                </a:cubicBezTo>
                <a:lnTo>
                  <a:pt x="257206" y="0"/>
                </a:lnTo>
                <a:lnTo>
                  <a:pt x="283208" y="0"/>
                </a:lnTo>
                <a:close/>
                <a:moveTo>
                  <a:pt x="366233" y="26821"/>
                </a:moveTo>
                <a:cubicBezTo>
                  <a:pt x="371738" y="26821"/>
                  <a:pt x="376902" y="28254"/>
                  <a:pt x="381725" y="31120"/>
                </a:cubicBezTo>
                <a:cubicBezTo>
                  <a:pt x="386456" y="34032"/>
                  <a:pt x="390096" y="38104"/>
                  <a:pt x="392644" y="43336"/>
                </a:cubicBezTo>
                <a:cubicBezTo>
                  <a:pt x="395101" y="48614"/>
                  <a:pt x="396329" y="54392"/>
                  <a:pt x="396329" y="60670"/>
                </a:cubicBezTo>
                <a:cubicBezTo>
                  <a:pt x="396284" y="69770"/>
                  <a:pt x="393986" y="77345"/>
                  <a:pt x="389437" y="83396"/>
                </a:cubicBezTo>
                <a:cubicBezTo>
                  <a:pt x="383840" y="90767"/>
                  <a:pt x="376174" y="94452"/>
                  <a:pt x="366438" y="94452"/>
                </a:cubicBezTo>
                <a:cubicBezTo>
                  <a:pt x="356792" y="94497"/>
                  <a:pt x="349399" y="91131"/>
                  <a:pt x="344258" y="84352"/>
                </a:cubicBezTo>
                <a:cubicBezTo>
                  <a:pt x="339071" y="77618"/>
                  <a:pt x="336478" y="69815"/>
                  <a:pt x="336478" y="60943"/>
                </a:cubicBezTo>
                <a:cubicBezTo>
                  <a:pt x="336478" y="51798"/>
                  <a:pt x="339139" y="43814"/>
                  <a:pt x="344463" y="36989"/>
                </a:cubicBezTo>
                <a:cubicBezTo>
                  <a:pt x="349695" y="30256"/>
                  <a:pt x="356952" y="26866"/>
                  <a:pt x="366233" y="26821"/>
                </a:cubicBezTo>
                <a:moveTo>
                  <a:pt x="366506" y="31666"/>
                </a:moveTo>
                <a:cubicBezTo>
                  <a:pt x="364186" y="31711"/>
                  <a:pt x="362206" y="32576"/>
                  <a:pt x="360569" y="34259"/>
                </a:cubicBezTo>
                <a:cubicBezTo>
                  <a:pt x="358840" y="36079"/>
                  <a:pt x="357748" y="39537"/>
                  <a:pt x="357293" y="44633"/>
                </a:cubicBezTo>
                <a:cubicBezTo>
                  <a:pt x="356747" y="49819"/>
                  <a:pt x="356474" y="57008"/>
                  <a:pt x="356474" y="66198"/>
                </a:cubicBezTo>
                <a:cubicBezTo>
                  <a:pt x="356474" y="71066"/>
                  <a:pt x="356792" y="75616"/>
                  <a:pt x="357429" y="79847"/>
                </a:cubicBezTo>
                <a:cubicBezTo>
                  <a:pt x="357884" y="83078"/>
                  <a:pt x="358953" y="85535"/>
                  <a:pt x="360637" y="87218"/>
                </a:cubicBezTo>
                <a:cubicBezTo>
                  <a:pt x="362229" y="88947"/>
                  <a:pt x="364095" y="89789"/>
                  <a:pt x="366233" y="89743"/>
                </a:cubicBezTo>
                <a:cubicBezTo>
                  <a:pt x="368280" y="89789"/>
                  <a:pt x="369986" y="89220"/>
                  <a:pt x="371351" y="88037"/>
                </a:cubicBezTo>
                <a:cubicBezTo>
                  <a:pt x="373080" y="86535"/>
                  <a:pt x="374263" y="84374"/>
                  <a:pt x="374900" y="81554"/>
                </a:cubicBezTo>
                <a:cubicBezTo>
                  <a:pt x="375765" y="77277"/>
                  <a:pt x="376220" y="68541"/>
                  <a:pt x="376265" y="55347"/>
                </a:cubicBezTo>
                <a:cubicBezTo>
                  <a:pt x="376265" y="47658"/>
                  <a:pt x="375833" y="42335"/>
                  <a:pt x="374968" y="39378"/>
                </a:cubicBezTo>
                <a:cubicBezTo>
                  <a:pt x="374058" y="36511"/>
                  <a:pt x="372785" y="34419"/>
                  <a:pt x="371147" y="33099"/>
                </a:cubicBezTo>
                <a:cubicBezTo>
                  <a:pt x="369964" y="32144"/>
                  <a:pt x="368417" y="31666"/>
                  <a:pt x="366506" y="31666"/>
                </a:cubicBezTo>
                <a:close/>
                <a:moveTo>
                  <a:pt x="471162" y="0"/>
                </a:moveTo>
                <a:lnTo>
                  <a:pt x="471162" y="73432"/>
                </a:lnTo>
                <a:cubicBezTo>
                  <a:pt x="471162" y="78437"/>
                  <a:pt x="471298" y="81372"/>
                  <a:pt x="471571" y="82236"/>
                </a:cubicBezTo>
                <a:cubicBezTo>
                  <a:pt x="471890" y="83737"/>
                  <a:pt x="472595" y="84852"/>
                  <a:pt x="473687" y="85580"/>
                </a:cubicBezTo>
                <a:cubicBezTo>
                  <a:pt x="474688" y="86354"/>
                  <a:pt x="476462" y="86808"/>
                  <a:pt x="479010" y="86945"/>
                </a:cubicBezTo>
                <a:lnTo>
                  <a:pt x="479010" y="89197"/>
                </a:lnTo>
                <a:lnTo>
                  <a:pt x="452053" y="94452"/>
                </a:lnTo>
                <a:lnTo>
                  <a:pt x="452053" y="84352"/>
                </a:lnTo>
                <a:cubicBezTo>
                  <a:pt x="448823" y="88264"/>
                  <a:pt x="445956" y="90926"/>
                  <a:pt x="443454" y="92336"/>
                </a:cubicBezTo>
                <a:cubicBezTo>
                  <a:pt x="440906" y="93792"/>
                  <a:pt x="438040" y="94497"/>
                  <a:pt x="434855" y="94452"/>
                </a:cubicBezTo>
                <a:cubicBezTo>
                  <a:pt x="426665" y="94497"/>
                  <a:pt x="420228" y="90858"/>
                  <a:pt x="415541" y="83533"/>
                </a:cubicBezTo>
                <a:cubicBezTo>
                  <a:pt x="411720" y="77618"/>
                  <a:pt x="409809" y="70361"/>
                  <a:pt x="409809" y="61762"/>
                </a:cubicBezTo>
                <a:cubicBezTo>
                  <a:pt x="409763" y="54892"/>
                  <a:pt x="410946" y="48727"/>
                  <a:pt x="413358" y="43268"/>
                </a:cubicBezTo>
                <a:cubicBezTo>
                  <a:pt x="415678" y="37899"/>
                  <a:pt x="418931" y="33804"/>
                  <a:pt x="423117" y="30984"/>
                </a:cubicBezTo>
                <a:cubicBezTo>
                  <a:pt x="427211" y="28208"/>
                  <a:pt x="431625" y="26821"/>
                  <a:pt x="436356" y="26821"/>
                </a:cubicBezTo>
                <a:cubicBezTo>
                  <a:pt x="439359" y="26866"/>
                  <a:pt x="442066" y="27458"/>
                  <a:pt x="444478" y="28595"/>
                </a:cubicBezTo>
                <a:cubicBezTo>
                  <a:pt x="446843" y="29823"/>
                  <a:pt x="449368" y="31893"/>
                  <a:pt x="452053" y="34805"/>
                </a:cubicBezTo>
                <a:lnTo>
                  <a:pt x="452053" y="15560"/>
                </a:lnTo>
                <a:cubicBezTo>
                  <a:pt x="452053" y="10737"/>
                  <a:pt x="451848" y="7803"/>
                  <a:pt x="451439" y="6756"/>
                </a:cubicBezTo>
                <a:cubicBezTo>
                  <a:pt x="450893" y="5482"/>
                  <a:pt x="450074" y="4504"/>
                  <a:pt x="448982" y="3822"/>
                </a:cubicBezTo>
                <a:cubicBezTo>
                  <a:pt x="447890" y="3230"/>
                  <a:pt x="445842" y="2912"/>
                  <a:pt x="442840" y="2866"/>
                </a:cubicBezTo>
                <a:lnTo>
                  <a:pt x="442840" y="0"/>
                </a:lnTo>
                <a:lnTo>
                  <a:pt x="471162" y="0"/>
                </a:lnTo>
                <a:moveTo>
                  <a:pt x="452053" y="43268"/>
                </a:moveTo>
                <a:cubicBezTo>
                  <a:pt x="448641" y="36807"/>
                  <a:pt x="444523" y="33577"/>
                  <a:pt x="439700" y="33577"/>
                </a:cubicBezTo>
                <a:cubicBezTo>
                  <a:pt x="437971" y="33622"/>
                  <a:pt x="436584" y="34077"/>
                  <a:pt x="435537" y="34942"/>
                </a:cubicBezTo>
                <a:cubicBezTo>
                  <a:pt x="433808" y="36398"/>
                  <a:pt x="432444" y="38877"/>
                  <a:pt x="431443" y="42381"/>
                </a:cubicBezTo>
                <a:cubicBezTo>
                  <a:pt x="430351" y="45975"/>
                  <a:pt x="429805" y="51412"/>
                  <a:pt x="429805" y="58691"/>
                </a:cubicBezTo>
                <a:cubicBezTo>
                  <a:pt x="429805" y="66744"/>
                  <a:pt x="430396" y="72704"/>
                  <a:pt x="431579" y="76572"/>
                </a:cubicBezTo>
                <a:cubicBezTo>
                  <a:pt x="432717" y="80484"/>
                  <a:pt x="434332" y="83282"/>
                  <a:pt x="436425" y="84966"/>
                </a:cubicBezTo>
                <a:cubicBezTo>
                  <a:pt x="437425" y="85876"/>
                  <a:pt x="438859" y="86308"/>
                  <a:pt x="440724" y="86263"/>
                </a:cubicBezTo>
                <a:cubicBezTo>
                  <a:pt x="444728" y="86263"/>
                  <a:pt x="448504" y="83123"/>
                  <a:pt x="452053" y="76845"/>
                </a:cubicBezTo>
                <a:lnTo>
                  <a:pt x="452053" y="43268"/>
                </a:lnTo>
                <a:close/>
                <a:moveTo>
                  <a:pt x="506757" y="26889"/>
                </a:moveTo>
                <a:cubicBezTo>
                  <a:pt x="509850" y="26889"/>
                  <a:pt x="512535" y="27981"/>
                  <a:pt x="514810" y="30165"/>
                </a:cubicBezTo>
                <a:cubicBezTo>
                  <a:pt x="516994" y="32439"/>
                  <a:pt x="518085" y="35124"/>
                  <a:pt x="518085" y="38218"/>
                </a:cubicBezTo>
                <a:cubicBezTo>
                  <a:pt x="518085" y="41357"/>
                  <a:pt x="516994" y="44018"/>
                  <a:pt x="514810" y="46202"/>
                </a:cubicBezTo>
                <a:cubicBezTo>
                  <a:pt x="512535" y="48477"/>
                  <a:pt x="509850" y="49592"/>
                  <a:pt x="506757" y="49546"/>
                </a:cubicBezTo>
                <a:cubicBezTo>
                  <a:pt x="503617" y="49592"/>
                  <a:pt x="500956" y="48477"/>
                  <a:pt x="498772" y="46202"/>
                </a:cubicBezTo>
                <a:cubicBezTo>
                  <a:pt x="496497" y="44018"/>
                  <a:pt x="495382" y="41357"/>
                  <a:pt x="495428" y="38218"/>
                </a:cubicBezTo>
                <a:cubicBezTo>
                  <a:pt x="495382" y="35124"/>
                  <a:pt x="496497" y="32439"/>
                  <a:pt x="498772" y="30165"/>
                </a:cubicBezTo>
                <a:cubicBezTo>
                  <a:pt x="500956" y="27981"/>
                  <a:pt x="503617" y="26889"/>
                  <a:pt x="506757" y="26889"/>
                </a:cubicBezTo>
                <a:moveTo>
                  <a:pt x="506688" y="71521"/>
                </a:moveTo>
                <a:cubicBezTo>
                  <a:pt x="509828" y="71521"/>
                  <a:pt x="512535" y="72636"/>
                  <a:pt x="514810" y="74865"/>
                </a:cubicBezTo>
                <a:cubicBezTo>
                  <a:pt x="516994" y="77140"/>
                  <a:pt x="518085" y="79825"/>
                  <a:pt x="518085" y="82918"/>
                </a:cubicBezTo>
                <a:cubicBezTo>
                  <a:pt x="518085" y="86058"/>
                  <a:pt x="516971" y="88719"/>
                  <a:pt x="514741" y="90903"/>
                </a:cubicBezTo>
                <a:cubicBezTo>
                  <a:pt x="512467" y="93178"/>
                  <a:pt x="509782" y="94293"/>
                  <a:pt x="506688" y="94247"/>
                </a:cubicBezTo>
                <a:cubicBezTo>
                  <a:pt x="503549" y="94293"/>
                  <a:pt x="500888" y="93178"/>
                  <a:pt x="498704" y="90903"/>
                </a:cubicBezTo>
                <a:cubicBezTo>
                  <a:pt x="496429" y="88719"/>
                  <a:pt x="495314" y="86058"/>
                  <a:pt x="495360" y="82918"/>
                </a:cubicBezTo>
                <a:cubicBezTo>
                  <a:pt x="495314" y="79825"/>
                  <a:pt x="496429" y="77140"/>
                  <a:pt x="498704" y="74865"/>
                </a:cubicBezTo>
                <a:cubicBezTo>
                  <a:pt x="500888" y="72636"/>
                  <a:pt x="503549" y="71521"/>
                  <a:pt x="506688" y="71521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SQL">
            <a:extLst xmlns:a="http://schemas.openxmlformats.org/drawingml/2006/main">
              <a:ext uri="{FF2B5EF4-FFF2-40B4-BE49-F238E27FC236}">
                <a16:creationId xmlns:a16="http://schemas.microsoft.com/office/drawing/2014/main" id="{E17ED67E-2A1D-499C-80E1-9D8D84D5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539" y="1844221"/>
            <a:ext cx="269390" cy="119953"/>
          </a:xfrm>
          <a:custGeom xmlns:a="http://schemas.openxmlformats.org/drawingml/2006/main">
            <a:pathLst>
              <a:path w="269390" h="119953">
                <a:moveTo>
                  <a:pt x="58418" y="0"/>
                </a:moveTo>
                <a:lnTo>
                  <a:pt x="59169" y="30847"/>
                </a:lnTo>
                <a:lnTo>
                  <a:pt x="56371" y="30847"/>
                </a:lnTo>
                <a:cubicBezTo>
                  <a:pt x="55006" y="23158"/>
                  <a:pt x="51776" y="16925"/>
                  <a:pt x="46680" y="12148"/>
                </a:cubicBezTo>
                <a:cubicBezTo>
                  <a:pt x="41493" y="7462"/>
                  <a:pt x="35897" y="5118"/>
                  <a:pt x="29892" y="5118"/>
                </a:cubicBezTo>
                <a:cubicBezTo>
                  <a:pt x="25205" y="5118"/>
                  <a:pt x="21543" y="6347"/>
                  <a:pt x="18904" y="8804"/>
                </a:cubicBezTo>
                <a:cubicBezTo>
                  <a:pt x="16174" y="11352"/>
                  <a:pt x="14809" y="14218"/>
                  <a:pt x="14809" y="17403"/>
                </a:cubicBezTo>
                <a:cubicBezTo>
                  <a:pt x="14809" y="19496"/>
                  <a:pt x="15287" y="21315"/>
                  <a:pt x="16242" y="22862"/>
                </a:cubicBezTo>
                <a:cubicBezTo>
                  <a:pt x="17516" y="25001"/>
                  <a:pt x="19632" y="27116"/>
                  <a:pt x="22589" y="29209"/>
                </a:cubicBezTo>
                <a:cubicBezTo>
                  <a:pt x="24682" y="30711"/>
                  <a:pt x="29619" y="33372"/>
                  <a:pt x="37399" y="37194"/>
                </a:cubicBezTo>
                <a:cubicBezTo>
                  <a:pt x="48227" y="42563"/>
                  <a:pt x="55529" y="47590"/>
                  <a:pt x="59305" y="52276"/>
                </a:cubicBezTo>
                <a:cubicBezTo>
                  <a:pt x="63036" y="57053"/>
                  <a:pt x="64902" y="62468"/>
                  <a:pt x="64902" y="68519"/>
                </a:cubicBezTo>
                <a:cubicBezTo>
                  <a:pt x="64902" y="76299"/>
                  <a:pt x="61899" y="82941"/>
                  <a:pt x="55893" y="88446"/>
                </a:cubicBezTo>
                <a:cubicBezTo>
                  <a:pt x="49797" y="94043"/>
                  <a:pt x="42130" y="96841"/>
                  <a:pt x="32894" y="96841"/>
                </a:cubicBezTo>
                <a:cubicBezTo>
                  <a:pt x="29937" y="96886"/>
                  <a:pt x="27185" y="96590"/>
                  <a:pt x="24637" y="95953"/>
                </a:cubicBezTo>
                <a:cubicBezTo>
                  <a:pt x="21998" y="95362"/>
                  <a:pt x="18745" y="94247"/>
                  <a:pt x="14878" y="92609"/>
                </a:cubicBezTo>
                <a:cubicBezTo>
                  <a:pt x="12694" y="91745"/>
                  <a:pt x="10897" y="91290"/>
                  <a:pt x="9486" y="91244"/>
                </a:cubicBezTo>
                <a:cubicBezTo>
                  <a:pt x="8258" y="91290"/>
                  <a:pt x="7007" y="91745"/>
                  <a:pt x="5733" y="92609"/>
                </a:cubicBezTo>
                <a:cubicBezTo>
                  <a:pt x="4413" y="93565"/>
                  <a:pt x="3344" y="94952"/>
                  <a:pt x="2525" y="96772"/>
                </a:cubicBezTo>
                <a:lnTo>
                  <a:pt x="0" y="96772"/>
                </a:lnTo>
                <a:lnTo>
                  <a:pt x="0" y="61831"/>
                </a:lnTo>
                <a:lnTo>
                  <a:pt x="2525" y="61831"/>
                </a:lnTo>
                <a:cubicBezTo>
                  <a:pt x="4481" y="71703"/>
                  <a:pt x="8349" y="79188"/>
                  <a:pt x="14127" y="84283"/>
                </a:cubicBezTo>
                <a:cubicBezTo>
                  <a:pt x="19768" y="89470"/>
                  <a:pt x="25911" y="92063"/>
                  <a:pt x="32553" y="92063"/>
                </a:cubicBezTo>
                <a:cubicBezTo>
                  <a:pt x="37603" y="92109"/>
                  <a:pt x="41675" y="90721"/>
                  <a:pt x="44769" y="87900"/>
                </a:cubicBezTo>
                <a:cubicBezTo>
                  <a:pt x="47772" y="85125"/>
                  <a:pt x="49273" y="81895"/>
                  <a:pt x="49273" y="78210"/>
                </a:cubicBezTo>
                <a:cubicBezTo>
                  <a:pt x="49273" y="76026"/>
                  <a:pt x="48705" y="73910"/>
                  <a:pt x="47567" y="71863"/>
                </a:cubicBezTo>
                <a:cubicBezTo>
                  <a:pt x="46384" y="69815"/>
                  <a:pt x="44610" y="67859"/>
                  <a:pt x="42244" y="65994"/>
                </a:cubicBezTo>
                <a:cubicBezTo>
                  <a:pt x="39833" y="64174"/>
                  <a:pt x="35647" y="61785"/>
                  <a:pt x="29687" y="58828"/>
                </a:cubicBezTo>
                <a:cubicBezTo>
                  <a:pt x="21270" y="54733"/>
                  <a:pt x="15219" y="51207"/>
                  <a:pt x="11534" y="48250"/>
                </a:cubicBezTo>
                <a:cubicBezTo>
                  <a:pt x="7848" y="45383"/>
                  <a:pt x="5027" y="42130"/>
                  <a:pt x="3071" y="38491"/>
                </a:cubicBezTo>
                <a:cubicBezTo>
                  <a:pt x="1069" y="34896"/>
                  <a:pt x="68" y="30938"/>
                  <a:pt x="68" y="26616"/>
                </a:cubicBezTo>
                <a:cubicBezTo>
                  <a:pt x="68" y="19245"/>
                  <a:pt x="2775" y="12967"/>
                  <a:pt x="8189" y="7780"/>
                </a:cubicBezTo>
                <a:cubicBezTo>
                  <a:pt x="13558" y="2593"/>
                  <a:pt x="20383" y="0"/>
                  <a:pt x="28663" y="0"/>
                </a:cubicBezTo>
                <a:cubicBezTo>
                  <a:pt x="31666" y="0"/>
                  <a:pt x="34578" y="364"/>
                  <a:pt x="37399" y="1092"/>
                </a:cubicBezTo>
                <a:cubicBezTo>
                  <a:pt x="39491" y="1683"/>
                  <a:pt x="42108" y="2684"/>
                  <a:pt x="45247" y="4095"/>
                </a:cubicBezTo>
                <a:cubicBezTo>
                  <a:pt x="48295" y="5596"/>
                  <a:pt x="50434" y="6347"/>
                  <a:pt x="51662" y="6347"/>
                </a:cubicBezTo>
                <a:cubicBezTo>
                  <a:pt x="52799" y="6392"/>
                  <a:pt x="53732" y="6028"/>
                  <a:pt x="54460" y="5255"/>
                </a:cubicBezTo>
                <a:cubicBezTo>
                  <a:pt x="55097" y="4572"/>
                  <a:pt x="55734" y="2821"/>
                  <a:pt x="56371" y="0"/>
                </a:cubicBezTo>
                <a:lnTo>
                  <a:pt x="58418" y="0"/>
                </a:lnTo>
                <a:close/>
                <a:moveTo>
                  <a:pt x="138645" y="95476"/>
                </a:moveTo>
                <a:cubicBezTo>
                  <a:pt x="140693" y="101572"/>
                  <a:pt x="143946" y="106122"/>
                  <a:pt x="148404" y="109125"/>
                </a:cubicBezTo>
                <a:cubicBezTo>
                  <a:pt x="152817" y="112219"/>
                  <a:pt x="158345" y="113743"/>
                  <a:pt x="164988" y="113697"/>
                </a:cubicBezTo>
                <a:cubicBezTo>
                  <a:pt x="166808" y="113697"/>
                  <a:pt x="168741" y="113515"/>
                  <a:pt x="170789" y="113151"/>
                </a:cubicBezTo>
                <a:lnTo>
                  <a:pt x="170789" y="117314"/>
                </a:lnTo>
                <a:cubicBezTo>
                  <a:pt x="163873" y="119043"/>
                  <a:pt x="157731" y="119908"/>
                  <a:pt x="152363" y="119908"/>
                </a:cubicBezTo>
                <a:cubicBezTo>
                  <a:pt x="143855" y="119953"/>
                  <a:pt x="136302" y="117883"/>
                  <a:pt x="129705" y="113697"/>
                </a:cubicBezTo>
                <a:cubicBezTo>
                  <a:pt x="122971" y="109557"/>
                  <a:pt x="117944" y="103483"/>
                  <a:pt x="114623" y="95476"/>
                </a:cubicBezTo>
                <a:cubicBezTo>
                  <a:pt x="103430" y="93110"/>
                  <a:pt x="94422" y="87627"/>
                  <a:pt x="87597" y="79028"/>
                </a:cubicBezTo>
                <a:cubicBezTo>
                  <a:pt x="80682" y="70475"/>
                  <a:pt x="77247" y="60215"/>
                  <a:pt x="77292" y="48250"/>
                </a:cubicBezTo>
                <a:cubicBezTo>
                  <a:pt x="77292" y="34464"/>
                  <a:pt x="81933" y="22953"/>
                  <a:pt x="91214" y="13717"/>
                </a:cubicBezTo>
                <a:cubicBezTo>
                  <a:pt x="100496" y="4572"/>
                  <a:pt x="112280" y="0"/>
                  <a:pt x="126566" y="0"/>
                </a:cubicBezTo>
                <a:cubicBezTo>
                  <a:pt x="140806" y="0"/>
                  <a:pt x="152545" y="4595"/>
                  <a:pt x="161780" y="13786"/>
                </a:cubicBezTo>
                <a:cubicBezTo>
                  <a:pt x="170971" y="23022"/>
                  <a:pt x="175589" y="34510"/>
                  <a:pt x="175634" y="48250"/>
                </a:cubicBezTo>
                <a:cubicBezTo>
                  <a:pt x="175634" y="60261"/>
                  <a:pt x="172017" y="70703"/>
                  <a:pt x="164783" y="79574"/>
                </a:cubicBezTo>
                <a:cubicBezTo>
                  <a:pt x="157504" y="88492"/>
                  <a:pt x="148791" y="93792"/>
                  <a:pt x="138645" y="95476"/>
                </a:cubicBezTo>
                <a:moveTo>
                  <a:pt x="126497" y="5187"/>
                </a:moveTo>
                <a:cubicBezTo>
                  <a:pt x="118262" y="5187"/>
                  <a:pt x="111938" y="9441"/>
                  <a:pt x="107525" y="17949"/>
                </a:cubicBezTo>
                <a:cubicBezTo>
                  <a:pt x="103749" y="25137"/>
                  <a:pt x="101883" y="35306"/>
                  <a:pt x="101929" y="48454"/>
                </a:cubicBezTo>
                <a:cubicBezTo>
                  <a:pt x="101929" y="64287"/>
                  <a:pt x="104727" y="76026"/>
                  <a:pt x="110323" y="83669"/>
                </a:cubicBezTo>
                <a:cubicBezTo>
                  <a:pt x="114190" y="88992"/>
                  <a:pt x="119582" y="91654"/>
                  <a:pt x="126497" y="91654"/>
                </a:cubicBezTo>
                <a:cubicBezTo>
                  <a:pt x="133367" y="91699"/>
                  <a:pt x="138759" y="89083"/>
                  <a:pt x="142672" y="83806"/>
                </a:cubicBezTo>
                <a:cubicBezTo>
                  <a:pt x="148268" y="76344"/>
                  <a:pt x="151066" y="65061"/>
                  <a:pt x="151066" y="49956"/>
                </a:cubicBezTo>
                <a:cubicBezTo>
                  <a:pt x="151020" y="35169"/>
                  <a:pt x="149269" y="24432"/>
                  <a:pt x="145811" y="17744"/>
                </a:cubicBezTo>
                <a:cubicBezTo>
                  <a:pt x="141443" y="9372"/>
                  <a:pt x="135005" y="5187"/>
                  <a:pt x="126497" y="5187"/>
                </a:cubicBezTo>
                <a:close/>
                <a:moveTo>
                  <a:pt x="269390" y="62172"/>
                </a:moveTo>
                <a:lnTo>
                  <a:pt x="265909" y="94657"/>
                </a:lnTo>
                <a:lnTo>
                  <a:pt x="183742" y="94657"/>
                </a:lnTo>
                <a:lnTo>
                  <a:pt x="183742" y="92132"/>
                </a:lnTo>
                <a:lnTo>
                  <a:pt x="186813" y="92132"/>
                </a:lnTo>
                <a:cubicBezTo>
                  <a:pt x="189452" y="92132"/>
                  <a:pt x="191613" y="91654"/>
                  <a:pt x="193296" y="90698"/>
                </a:cubicBezTo>
                <a:cubicBezTo>
                  <a:pt x="194434" y="90107"/>
                  <a:pt x="195343" y="89015"/>
                  <a:pt x="196026" y="87423"/>
                </a:cubicBezTo>
                <a:cubicBezTo>
                  <a:pt x="196481" y="86331"/>
                  <a:pt x="196731" y="83464"/>
                  <a:pt x="196777" y="78824"/>
                </a:cubicBezTo>
                <a:lnTo>
                  <a:pt x="196777" y="17949"/>
                </a:lnTo>
                <a:cubicBezTo>
                  <a:pt x="196731" y="13262"/>
                  <a:pt x="196481" y="10305"/>
                  <a:pt x="196026" y="9077"/>
                </a:cubicBezTo>
                <a:cubicBezTo>
                  <a:pt x="195525" y="7939"/>
                  <a:pt x="194525" y="6893"/>
                  <a:pt x="193023" y="5937"/>
                </a:cubicBezTo>
                <a:cubicBezTo>
                  <a:pt x="191431" y="5073"/>
                  <a:pt x="189361" y="4641"/>
                  <a:pt x="186813" y="4641"/>
                </a:cubicBezTo>
                <a:lnTo>
                  <a:pt x="183742" y="4641"/>
                </a:lnTo>
                <a:lnTo>
                  <a:pt x="183742" y="2116"/>
                </a:lnTo>
                <a:lnTo>
                  <a:pt x="233083" y="2116"/>
                </a:lnTo>
                <a:lnTo>
                  <a:pt x="233083" y="4641"/>
                </a:lnTo>
                <a:lnTo>
                  <a:pt x="229057" y="4641"/>
                </a:lnTo>
                <a:cubicBezTo>
                  <a:pt x="226372" y="4641"/>
                  <a:pt x="224211" y="5118"/>
                  <a:pt x="222573" y="6074"/>
                </a:cubicBezTo>
                <a:cubicBezTo>
                  <a:pt x="221391" y="6711"/>
                  <a:pt x="220458" y="7803"/>
                  <a:pt x="219775" y="9350"/>
                </a:cubicBezTo>
                <a:cubicBezTo>
                  <a:pt x="219275" y="10442"/>
                  <a:pt x="219025" y="13308"/>
                  <a:pt x="219025" y="17949"/>
                </a:cubicBezTo>
                <a:lnTo>
                  <a:pt x="219025" y="76913"/>
                </a:lnTo>
                <a:cubicBezTo>
                  <a:pt x="219025" y="81645"/>
                  <a:pt x="219298" y="84647"/>
                  <a:pt x="219844" y="85921"/>
                </a:cubicBezTo>
                <a:cubicBezTo>
                  <a:pt x="220390" y="87286"/>
                  <a:pt x="221459" y="88264"/>
                  <a:pt x="223051" y="88856"/>
                </a:cubicBezTo>
                <a:cubicBezTo>
                  <a:pt x="224189" y="89265"/>
                  <a:pt x="226941" y="89470"/>
                  <a:pt x="231309" y="89470"/>
                </a:cubicBezTo>
                <a:lnTo>
                  <a:pt x="239021" y="89470"/>
                </a:lnTo>
                <a:cubicBezTo>
                  <a:pt x="243934" y="89470"/>
                  <a:pt x="248029" y="88606"/>
                  <a:pt x="251305" y="86877"/>
                </a:cubicBezTo>
                <a:cubicBezTo>
                  <a:pt x="254581" y="85193"/>
                  <a:pt x="257424" y="82464"/>
                  <a:pt x="259836" y="78687"/>
                </a:cubicBezTo>
                <a:cubicBezTo>
                  <a:pt x="262201" y="75002"/>
                  <a:pt x="264454" y="69497"/>
                  <a:pt x="266592" y="62172"/>
                </a:cubicBezTo>
                <a:lnTo>
                  <a:pt x="269390" y="62172"/>
                </a:lnTo>
                <a:close/>
              </a:path>
            </a:pathLst>
          </a:custGeom>
          <a:solidFill xmlns:a="http://schemas.openxmlformats.org/drawingml/2006/main">
            <a:srgbClr val="B854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Annotation:{...}">
            <a:extLst xmlns:a="http://schemas.openxmlformats.org/drawingml/2006/main">
              <a:ext uri="{FF2B5EF4-FFF2-40B4-BE49-F238E27FC236}">
                <a16:creationId xmlns:a16="http://schemas.microsoft.com/office/drawing/2014/main" id="{44214969-1768-408B-ADD1-7C8A710E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237" y="1844107"/>
            <a:ext cx="972750" cy="123115"/>
          </a:xfrm>
          <a:custGeom xmlns:a="http://schemas.openxmlformats.org/drawingml/2006/main">
            <a:pathLst>
              <a:path w="972750" h="123115">
                <a:moveTo>
                  <a:pt x="57053" y="68428"/>
                </a:moveTo>
                <a:lnTo>
                  <a:pt x="24364" y="68428"/>
                </a:lnTo>
                <a:lnTo>
                  <a:pt x="20474" y="77436"/>
                </a:lnTo>
                <a:cubicBezTo>
                  <a:pt x="19154" y="80439"/>
                  <a:pt x="18517" y="82918"/>
                  <a:pt x="18563" y="84875"/>
                </a:cubicBezTo>
                <a:cubicBezTo>
                  <a:pt x="18517" y="87468"/>
                  <a:pt x="19564" y="89379"/>
                  <a:pt x="21702" y="90607"/>
                </a:cubicBezTo>
                <a:cubicBezTo>
                  <a:pt x="22885" y="91381"/>
                  <a:pt x="25911" y="91927"/>
                  <a:pt x="30779" y="92245"/>
                </a:cubicBezTo>
                <a:lnTo>
                  <a:pt x="30779" y="94770"/>
                </a:lnTo>
                <a:lnTo>
                  <a:pt x="0" y="94770"/>
                </a:lnTo>
                <a:lnTo>
                  <a:pt x="0" y="92245"/>
                </a:lnTo>
                <a:cubicBezTo>
                  <a:pt x="3321" y="91790"/>
                  <a:pt x="6051" y="90403"/>
                  <a:pt x="8189" y="88082"/>
                </a:cubicBezTo>
                <a:cubicBezTo>
                  <a:pt x="10282" y="85853"/>
                  <a:pt x="12921" y="81212"/>
                  <a:pt x="16106" y="74160"/>
                </a:cubicBezTo>
                <a:lnTo>
                  <a:pt x="49205" y="318"/>
                </a:lnTo>
                <a:lnTo>
                  <a:pt x="50502" y="318"/>
                </a:lnTo>
                <a:lnTo>
                  <a:pt x="83874" y="76208"/>
                </a:lnTo>
                <a:cubicBezTo>
                  <a:pt x="87059" y="83442"/>
                  <a:pt x="89675" y="87969"/>
                  <a:pt x="91722" y="89789"/>
                </a:cubicBezTo>
                <a:cubicBezTo>
                  <a:pt x="93269" y="91244"/>
                  <a:pt x="95453" y="92063"/>
                  <a:pt x="98274" y="92245"/>
                </a:cubicBezTo>
                <a:lnTo>
                  <a:pt x="98274" y="94770"/>
                </a:lnTo>
                <a:lnTo>
                  <a:pt x="53505" y="94770"/>
                </a:lnTo>
                <a:lnTo>
                  <a:pt x="53505" y="92245"/>
                </a:lnTo>
                <a:lnTo>
                  <a:pt x="55347" y="92245"/>
                </a:lnTo>
                <a:cubicBezTo>
                  <a:pt x="58942" y="92291"/>
                  <a:pt x="61467" y="91790"/>
                  <a:pt x="62922" y="90744"/>
                </a:cubicBezTo>
                <a:cubicBezTo>
                  <a:pt x="63923" y="90016"/>
                  <a:pt x="64424" y="88970"/>
                  <a:pt x="64424" y="87605"/>
                </a:cubicBezTo>
                <a:cubicBezTo>
                  <a:pt x="64424" y="86831"/>
                  <a:pt x="64287" y="85990"/>
                  <a:pt x="64014" y="85080"/>
                </a:cubicBezTo>
                <a:cubicBezTo>
                  <a:pt x="63923" y="84670"/>
                  <a:pt x="63241" y="82964"/>
                  <a:pt x="61967" y="79961"/>
                </a:cubicBezTo>
                <a:lnTo>
                  <a:pt x="57053" y="68428"/>
                </a:lnTo>
                <a:moveTo>
                  <a:pt x="54733" y="63377"/>
                </a:moveTo>
                <a:lnTo>
                  <a:pt x="40947" y="31507"/>
                </a:lnTo>
                <a:lnTo>
                  <a:pt x="26752" y="63377"/>
                </a:lnTo>
                <a:lnTo>
                  <a:pt x="54733" y="63377"/>
                </a:lnTo>
                <a:close/>
                <a:moveTo>
                  <a:pt x="126917" y="30961"/>
                </a:moveTo>
                <a:lnTo>
                  <a:pt x="126917" y="39219"/>
                </a:lnTo>
                <a:cubicBezTo>
                  <a:pt x="130193" y="35670"/>
                  <a:pt x="133332" y="33076"/>
                  <a:pt x="136335" y="31439"/>
                </a:cubicBezTo>
                <a:cubicBezTo>
                  <a:pt x="139292" y="29892"/>
                  <a:pt x="142522" y="29095"/>
                  <a:pt x="146026" y="29050"/>
                </a:cubicBezTo>
                <a:cubicBezTo>
                  <a:pt x="150166" y="29095"/>
                  <a:pt x="153601" y="30233"/>
                  <a:pt x="156331" y="32462"/>
                </a:cubicBezTo>
                <a:cubicBezTo>
                  <a:pt x="159060" y="34783"/>
                  <a:pt x="160880" y="37649"/>
                  <a:pt x="161790" y="41061"/>
                </a:cubicBezTo>
                <a:cubicBezTo>
                  <a:pt x="162518" y="43654"/>
                  <a:pt x="162882" y="48636"/>
                  <a:pt x="162882" y="56007"/>
                </a:cubicBezTo>
                <a:lnTo>
                  <a:pt x="162882" y="80848"/>
                </a:lnTo>
                <a:cubicBezTo>
                  <a:pt x="162882" y="85808"/>
                  <a:pt x="163337" y="88856"/>
                  <a:pt x="164247" y="89993"/>
                </a:cubicBezTo>
                <a:cubicBezTo>
                  <a:pt x="165112" y="91222"/>
                  <a:pt x="166954" y="91995"/>
                  <a:pt x="169775" y="92314"/>
                </a:cubicBezTo>
                <a:lnTo>
                  <a:pt x="169775" y="94770"/>
                </a:lnTo>
                <a:lnTo>
                  <a:pt x="137495" y="94770"/>
                </a:lnTo>
                <a:lnTo>
                  <a:pt x="137495" y="92314"/>
                </a:lnTo>
                <a:cubicBezTo>
                  <a:pt x="139861" y="92041"/>
                  <a:pt x="141590" y="91040"/>
                  <a:pt x="142681" y="89311"/>
                </a:cubicBezTo>
                <a:cubicBezTo>
                  <a:pt x="143409" y="88173"/>
                  <a:pt x="143773" y="85353"/>
                  <a:pt x="143773" y="80848"/>
                </a:cubicBezTo>
                <a:lnTo>
                  <a:pt x="143773" y="52458"/>
                </a:lnTo>
                <a:cubicBezTo>
                  <a:pt x="143773" y="47226"/>
                  <a:pt x="143569" y="43927"/>
                  <a:pt x="143159" y="42563"/>
                </a:cubicBezTo>
                <a:cubicBezTo>
                  <a:pt x="142750" y="41198"/>
                  <a:pt x="142067" y="40128"/>
                  <a:pt x="141112" y="39355"/>
                </a:cubicBezTo>
                <a:cubicBezTo>
                  <a:pt x="140065" y="38627"/>
                  <a:pt x="138973" y="38263"/>
                  <a:pt x="137836" y="38263"/>
                </a:cubicBezTo>
                <a:cubicBezTo>
                  <a:pt x="133878" y="38263"/>
                  <a:pt x="130238" y="41061"/>
                  <a:pt x="126917" y="46657"/>
                </a:cubicBezTo>
                <a:lnTo>
                  <a:pt x="126917" y="80848"/>
                </a:lnTo>
                <a:cubicBezTo>
                  <a:pt x="126917" y="85626"/>
                  <a:pt x="127372" y="88651"/>
                  <a:pt x="128282" y="89925"/>
                </a:cubicBezTo>
                <a:cubicBezTo>
                  <a:pt x="129146" y="91244"/>
                  <a:pt x="130784" y="92041"/>
                  <a:pt x="133195" y="92314"/>
                </a:cubicBezTo>
                <a:lnTo>
                  <a:pt x="133195" y="94770"/>
                </a:lnTo>
                <a:lnTo>
                  <a:pt x="100915" y="94770"/>
                </a:lnTo>
                <a:lnTo>
                  <a:pt x="100915" y="92314"/>
                </a:lnTo>
                <a:cubicBezTo>
                  <a:pt x="103554" y="92041"/>
                  <a:pt x="105465" y="91176"/>
                  <a:pt x="106648" y="89720"/>
                </a:cubicBezTo>
                <a:cubicBezTo>
                  <a:pt x="107376" y="88719"/>
                  <a:pt x="107762" y="85762"/>
                  <a:pt x="107808" y="80848"/>
                </a:cubicBezTo>
                <a:lnTo>
                  <a:pt x="107808" y="44815"/>
                </a:lnTo>
                <a:cubicBezTo>
                  <a:pt x="107808" y="39992"/>
                  <a:pt x="107376" y="36989"/>
                  <a:pt x="106511" y="35806"/>
                </a:cubicBezTo>
                <a:cubicBezTo>
                  <a:pt x="105556" y="34669"/>
                  <a:pt x="103690" y="33895"/>
                  <a:pt x="100915" y="33486"/>
                </a:cubicBezTo>
                <a:lnTo>
                  <a:pt x="100915" y="30961"/>
                </a:lnTo>
                <a:lnTo>
                  <a:pt x="126917" y="30961"/>
                </a:lnTo>
                <a:close/>
                <a:moveTo>
                  <a:pt x="205916" y="30961"/>
                </a:moveTo>
                <a:lnTo>
                  <a:pt x="205916" y="39219"/>
                </a:lnTo>
                <a:cubicBezTo>
                  <a:pt x="209192" y="35670"/>
                  <a:pt x="212331" y="33076"/>
                  <a:pt x="215334" y="31439"/>
                </a:cubicBezTo>
                <a:cubicBezTo>
                  <a:pt x="218291" y="29892"/>
                  <a:pt x="221521" y="29095"/>
                  <a:pt x="225025" y="29050"/>
                </a:cubicBezTo>
                <a:cubicBezTo>
                  <a:pt x="229165" y="29095"/>
                  <a:pt x="232600" y="30233"/>
                  <a:pt x="235330" y="32462"/>
                </a:cubicBezTo>
                <a:cubicBezTo>
                  <a:pt x="238059" y="34783"/>
                  <a:pt x="239879" y="37649"/>
                  <a:pt x="240789" y="41061"/>
                </a:cubicBezTo>
                <a:cubicBezTo>
                  <a:pt x="241517" y="43654"/>
                  <a:pt x="241881" y="48636"/>
                  <a:pt x="241881" y="56007"/>
                </a:cubicBezTo>
                <a:lnTo>
                  <a:pt x="241881" y="80848"/>
                </a:lnTo>
                <a:cubicBezTo>
                  <a:pt x="241881" y="85808"/>
                  <a:pt x="242336" y="88856"/>
                  <a:pt x="243246" y="89993"/>
                </a:cubicBezTo>
                <a:cubicBezTo>
                  <a:pt x="244111" y="91222"/>
                  <a:pt x="245953" y="91995"/>
                  <a:pt x="248774" y="92314"/>
                </a:cubicBezTo>
                <a:lnTo>
                  <a:pt x="248774" y="94770"/>
                </a:lnTo>
                <a:lnTo>
                  <a:pt x="216494" y="94770"/>
                </a:lnTo>
                <a:lnTo>
                  <a:pt x="216494" y="92314"/>
                </a:lnTo>
                <a:cubicBezTo>
                  <a:pt x="218860" y="92041"/>
                  <a:pt x="220589" y="91040"/>
                  <a:pt x="221680" y="89311"/>
                </a:cubicBezTo>
                <a:cubicBezTo>
                  <a:pt x="222408" y="88173"/>
                  <a:pt x="222772" y="85353"/>
                  <a:pt x="222772" y="80848"/>
                </a:cubicBezTo>
                <a:lnTo>
                  <a:pt x="222772" y="52458"/>
                </a:lnTo>
                <a:cubicBezTo>
                  <a:pt x="222772" y="47226"/>
                  <a:pt x="222568" y="43927"/>
                  <a:pt x="222158" y="42563"/>
                </a:cubicBezTo>
                <a:cubicBezTo>
                  <a:pt x="221749" y="41198"/>
                  <a:pt x="221066" y="40128"/>
                  <a:pt x="220111" y="39355"/>
                </a:cubicBezTo>
                <a:cubicBezTo>
                  <a:pt x="219064" y="38627"/>
                  <a:pt x="217972" y="38263"/>
                  <a:pt x="216835" y="38263"/>
                </a:cubicBezTo>
                <a:cubicBezTo>
                  <a:pt x="212877" y="38263"/>
                  <a:pt x="209237" y="41061"/>
                  <a:pt x="205916" y="46657"/>
                </a:cubicBezTo>
                <a:lnTo>
                  <a:pt x="205916" y="80848"/>
                </a:lnTo>
                <a:cubicBezTo>
                  <a:pt x="205916" y="85626"/>
                  <a:pt x="206371" y="88651"/>
                  <a:pt x="207281" y="89925"/>
                </a:cubicBezTo>
                <a:cubicBezTo>
                  <a:pt x="208145" y="91244"/>
                  <a:pt x="209783" y="92041"/>
                  <a:pt x="212194" y="92314"/>
                </a:cubicBezTo>
                <a:lnTo>
                  <a:pt x="212194" y="94770"/>
                </a:lnTo>
                <a:lnTo>
                  <a:pt x="179914" y="94770"/>
                </a:lnTo>
                <a:lnTo>
                  <a:pt x="179914" y="92314"/>
                </a:lnTo>
                <a:cubicBezTo>
                  <a:pt x="182553" y="92041"/>
                  <a:pt x="184464" y="91176"/>
                  <a:pt x="185647" y="89720"/>
                </a:cubicBezTo>
                <a:cubicBezTo>
                  <a:pt x="186375" y="88719"/>
                  <a:pt x="186761" y="85762"/>
                  <a:pt x="186807" y="80848"/>
                </a:cubicBezTo>
                <a:lnTo>
                  <a:pt x="186807" y="44815"/>
                </a:lnTo>
                <a:cubicBezTo>
                  <a:pt x="186807" y="39992"/>
                  <a:pt x="186375" y="36989"/>
                  <a:pt x="185510" y="35806"/>
                </a:cubicBezTo>
                <a:cubicBezTo>
                  <a:pt x="184555" y="34669"/>
                  <a:pt x="182689" y="33895"/>
                  <a:pt x="179914" y="33486"/>
                </a:cubicBezTo>
                <a:lnTo>
                  <a:pt x="179914" y="30961"/>
                </a:lnTo>
                <a:lnTo>
                  <a:pt x="205916" y="30961"/>
                </a:lnTo>
                <a:close/>
                <a:moveTo>
                  <a:pt x="288940" y="29050"/>
                </a:moveTo>
                <a:cubicBezTo>
                  <a:pt x="294446" y="29050"/>
                  <a:pt x="299609" y="30483"/>
                  <a:pt x="304432" y="33349"/>
                </a:cubicBezTo>
                <a:cubicBezTo>
                  <a:pt x="309164" y="36261"/>
                  <a:pt x="312804" y="40333"/>
                  <a:pt x="315351" y="45565"/>
                </a:cubicBezTo>
                <a:cubicBezTo>
                  <a:pt x="317808" y="50843"/>
                  <a:pt x="319037" y="56621"/>
                  <a:pt x="319037" y="62900"/>
                </a:cubicBezTo>
                <a:cubicBezTo>
                  <a:pt x="318991" y="71999"/>
                  <a:pt x="316694" y="79574"/>
                  <a:pt x="312144" y="85626"/>
                </a:cubicBezTo>
                <a:cubicBezTo>
                  <a:pt x="306548" y="92996"/>
                  <a:pt x="298882" y="96681"/>
                  <a:pt x="289145" y="96681"/>
                </a:cubicBezTo>
                <a:cubicBezTo>
                  <a:pt x="279500" y="96727"/>
                  <a:pt x="272106" y="93360"/>
                  <a:pt x="266965" y="86581"/>
                </a:cubicBezTo>
                <a:cubicBezTo>
                  <a:pt x="261779" y="79847"/>
                  <a:pt x="259185" y="72045"/>
                  <a:pt x="259185" y="63173"/>
                </a:cubicBezTo>
                <a:cubicBezTo>
                  <a:pt x="259185" y="54028"/>
                  <a:pt x="261847" y="46043"/>
                  <a:pt x="267170" y="39219"/>
                </a:cubicBezTo>
                <a:cubicBezTo>
                  <a:pt x="272402" y="32485"/>
                  <a:pt x="279659" y="29095"/>
                  <a:pt x="288940" y="29050"/>
                </a:cubicBezTo>
                <a:moveTo>
                  <a:pt x="289213" y="33895"/>
                </a:moveTo>
                <a:cubicBezTo>
                  <a:pt x="286893" y="33941"/>
                  <a:pt x="284914" y="34805"/>
                  <a:pt x="283276" y="36489"/>
                </a:cubicBezTo>
                <a:cubicBezTo>
                  <a:pt x="281547" y="38309"/>
                  <a:pt x="280455" y="41766"/>
                  <a:pt x="280000" y="46862"/>
                </a:cubicBezTo>
                <a:cubicBezTo>
                  <a:pt x="279454" y="52049"/>
                  <a:pt x="279181" y="59237"/>
                  <a:pt x="279181" y="68428"/>
                </a:cubicBezTo>
                <a:cubicBezTo>
                  <a:pt x="279181" y="73296"/>
                  <a:pt x="279500" y="77846"/>
                  <a:pt x="280137" y="82077"/>
                </a:cubicBezTo>
                <a:cubicBezTo>
                  <a:pt x="280592" y="85307"/>
                  <a:pt x="281661" y="87764"/>
                  <a:pt x="283344" y="89447"/>
                </a:cubicBezTo>
                <a:cubicBezTo>
                  <a:pt x="284937" y="91176"/>
                  <a:pt x="286802" y="92018"/>
                  <a:pt x="288940" y="91972"/>
                </a:cubicBezTo>
                <a:cubicBezTo>
                  <a:pt x="290988" y="92018"/>
                  <a:pt x="292694" y="91449"/>
                  <a:pt x="294059" y="90266"/>
                </a:cubicBezTo>
                <a:cubicBezTo>
                  <a:pt x="295788" y="88765"/>
                  <a:pt x="296971" y="86604"/>
                  <a:pt x="297608" y="83783"/>
                </a:cubicBezTo>
                <a:cubicBezTo>
                  <a:pt x="298472" y="79506"/>
                  <a:pt x="298927" y="70771"/>
                  <a:pt x="298973" y="57577"/>
                </a:cubicBezTo>
                <a:cubicBezTo>
                  <a:pt x="298973" y="49888"/>
                  <a:pt x="298540" y="44564"/>
                  <a:pt x="297676" y="41607"/>
                </a:cubicBezTo>
                <a:cubicBezTo>
                  <a:pt x="296766" y="38741"/>
                  <a:pt x="295492" y="36648"/>
                  <a:pt x="293854" y="35329"/>
                </a:cubicBezTo>
                <a:cubicBezTo>
                  <a:pt x="292671" y="34373"/>
                  <a:pt x="291124" y="33895"/>
                  <a:pt x="289213" y="33895"/>
                </a:cubicBezTo>
                <a:close/>
                <a:moveTo>
                  <a:pt x="357086" y="7621"/>
                </a:moveTo>
                <a:lnTo>
                  <a:pt x="357086" y="30961"/>
                </a:lnTo>
                <a:lnTo>
                  <a:pt x="372236" y="30961"/>
                </a:lnTo>
                <a:lnTo>
                  <a:pt x="372236" y="37717"/>
                </a:lnTo>
                <a:lnTo>
                  <a:pt x="357086" y="37717"/>
                </a:lnTo>
                <a:lnTo>
                  <a:pt x="357086" y="77095"/>
                </a:lnTo>
                <a:cubicBezTo>
                  <a:pt x="357086" y="80826"/>
                  <a:pt x="357268" y="83191"/>
                  <a:pt x="357632" y="84192"/>
                </a:cubicBezTo>
                <a:cubicBezTo>
                  <a:pt x="357905" y="85330"/>
                  <a:pt x="358496" y="86194"/>
                  <a:pt x="359406" y="86786"/>
                </a:cubicBezTo>
                <a:cubicBezTo>
                  <a:pt x="360225" y="87468"/>
                  <a:pt x="361021" y="87809"/>
                  <a:pt x="361795" y="87809"/>
                </a:cubicBezTo>
                <a:cubicBezTo>
                  <a:pt x="364707" y="87809"/>
                  <a:pt x="367505" y="85557"/>
                  <a:pt x="370189" y="81053"/>
                </a:cubicBezTo>
                <a:lnTo>
                  <a:pt x="372236" y="82554"/>
                </a:lnTo>
                <a:cubicBezTo>
                  <a:pt x="368506" y="91290"/>
                  <a:pt x="362523" y="95658"/>
                  <a:pt x="354288" y="95658"/>
                </a:cubicBezTo>
                <a:cubicBezTo>
                  <a:pt x="350238" y="95658"/>
                  <a:pt x="346826" y="94520"/>
                  <a:pt x="344051" y="92245"/>
                </a:cubicBezTo>
                <a:cubicBezTo>
                  <a:pt x="341185" y="90062"/>
                  <a:pt x="339387" y="87559"/>
                  <a:pt x="338659" y="84738"/>
                </a:cubicBezTo>
                <a:cubicBezTo>
                  <a:pt x="338159" y="83191"/>
                  <a:pt x="337931" y="79006"/>
                  <a:pt x="337977" y="72181"/>
                </a:cubicBezTo>
                <a:lnTo>
                  <a:pt x="337977" y="37717"/>
                </a:lnTo>
                <a:lnTo>
                  <a:pt x="329651" y="37717"/>
                </a:lnTo>
                <a:lnTo>
                  <a:pt x="329651" y="35329"/>
                </a:lnTo>
                <a:cubicBezTo>
                  <a:pt x="335384" y="31325"/>
                  <a:pt x="340275" y="27071"/>
                  <a:pt x="344324" y="22567"/>
                </a:cubicBezTo>
                <a:cubicBezTo>
                  <a:pt x="348328" y="18153"/>
                  <a:pt x="351831" y="13171"/>
                  <a:pt x="354834" y="7621"/>
                </a:cubicBezTo>
                <a:lnTo>
                  <a:pt x="357086" y="7621"/>
                </a:lnTo>
                <a:close/>
                <a:moveTo>
                  <a:pt x="415595" y="85353"/>
                </a:moveTo>
                <a:cubicBezTo>
                  <a:pt x="407815" y="92268"/>
                  <a:pt x="400831" y="95703"/>
                  <a:pt x="394644" y="95658"/>
                </a:cubicBezTo>
                <a:cubicBezTo>
                  <a:pt x="390958" y="95658"/>
                  <a:pt x="387933" y="94452"/>
                  <a:pt x="385567" y="92041"/>
                </a:cubicBezTo>
                <a:cubicBezTo>
                  <a:pt x="383156" y="89720"/>
                  <a:pt x="381950" y="86740"/>
                  <a:pt x="381950" y="83100"/>
                </a:cubicBezTo>
                <a:cubicBezTo>
                  <a:pt x="381950" y="78278"/>
                  <a:pt x="384043" y="73887"/>
                  <a:pt x="388229" y="69929"/>
                </a:cubicBezTo>
                <a:cubicBezTo>
                  <a:pt x="392369" y="66107"/>
                  <a:pt x="401491" y="60943"/>
                  <a:pt x="415595" y="54437"/>
                </a:cubicBezTo>
                <a:lnTo>
                  <a:pt x="415595" y="48022"/>
                </a:lnTo>
                <a:cubicBezTo>
                  <a:pt x="415550" y="43245"/>
                  <a:pt x="415299" y="40197"/>
                  <a:pt x="414844" y="38877"/>
                </a:cubicBezTo>
                <a:cubicBezTo>
                  <a:pt x="414253" y="37649"/>
                  <a:pt x="413252" y="36557"/>
                  <a:pt x="411842" y="35601"/>
                </a:cubicBezTo>
                <a:cubicBezTo>
                  <a:pt x="410386" y="34737"/>
                  <a:pt x="408748" y="34282"/>
                  <a:pt x="406928" y="34237"/>
                </a:cubicBezTo>
                <a:cubicBezTo>
                  <a:pt x="403971" y="34282"/>
                  <a:pt x="401537" y="34942"/>
                  <a:pt x="399626" y="36216"/>
                </a:cubicBezTo>
                <a:cubicBezTo>
                  <a:pt x="398443" y="37035"/>
                  <a:pt x="397851" y="37990"/>
                  <a:pt x="397851" y="39082"/>
                </a:cubicBezTo>
                <a:cubicBezTo>
                  <a:pt x="397806" y="40037"/>
                  <a:pt x="398443" y="41220"/>
                  <a:pt x="399762" y="42631"/>
                </a:cubicBezTo>
                <a:cubicBezTo>
                  <a:pt x="401446" y="44633"/>
                  <a:pt x="402310" y="46521"/>
                  <a:pt x="402355" y="48295"/>
                </a:cubicBezTo>
                <a:cubicBezTo>
                  <a:pt x="402355" y="50570"/>
                  <a:pt x="401537" y="52458"/>
                  <a:pt x="399899" y="53960"/>
                </a:cubicBezTo>
                <a:cubicBezTo>
                  <a:pt x="398170" y="55552"/>
                  <a:pt x="395986" y="56348"/>
                  <a:pt x="393347" y="56348"/>
                </a:cubicBezTo>
                <a:cubicBezTo>
                  <a:pt x="390481" y="56348"/>
                  <a:pt x="388092" y="55484"/>
                  <a:pt x="386181" y="53755"/>
                </a:cubicBezTo>
                <a:cubicBezTo>
                  <a:pt x="384179" y="52071"/>
                  <a:pt x="383201" y="50047"/>
                  <a:pt x="383247" y="47681"/>
                </a:cubicBezTo>
                <a:cubicBezTo>
                  <a:pt x="383247" y="44405"/>
                  <a:pt x="384543" y="41266"/>
                  <a:pt x="387137" y="38263"/>
                </a:cubicBezTo>
                <a:cubicBezTo>
                  <a:pt x="389730" y="35351"/>
                  <a:pt x="393347" y="33076"/>
                  <a:pt x="397988" y="31439"/>
                </a:cubicBezTo>
                <a:cubicBezTo>
                  <a:pt x="402628" y="29892"/>
                  <a:pt x="407451" y="29095"/>
                  <a:pt x="412456" y="29050"/>
                </a:cubicBezTo>
                <a:cubicBezTo>
                  <a:pt x="418507" y="29095"/>
                  <a:pt x="423307" y="30369"/>
                  <a:pt x="426856" y="32872"/>
                </a:cubicBezTo>
                <a:cubicBezTo>
                  <a:pt x="430313" y="35465"/>
                  <a:pt x="432588" y="38263"/>
                  <a:pt x="433680" y="41266"/>
                </a:cubicBezTo>
                <a:cubicBezTo>
                  <a:pt x="434272" y="43177"/>
                  <a:pt x="434590" y="47567"/>
                  <a:pt x="434636" y="54437"/>
                </a:cubicBezTo>
                <a:lnTo>
                  <a:pt x="434636" y="79210"/>
                </a:lnTo>
                <a:cubicBezTo>
                  <a:pt x="434636" y="82168"/>
                  <a:pt x="434749" y="83988"/>
                  <a:pt x="434977" y="84670"/>
                </a:cubicBezTo>
                <a:cubicBezTo>
                  <a:pt x="435159" y="85489"/>
                  <a:pt x="435500" y="86058"/>
                  <a:pt x="436001" y="86376"/>
                </a:cubicBezTo>
                <a:cubicBezTo>
                  <a:pt x="436410" y="86740"/>
                  <a:pt x="436933" y="86922"/>
                  <a:pt x="437570" y="86922"/>
                </a:cubicBezTo>
                <a:cubicBezTo>
                  <a:pt x="438708" y="86968"/>
                  <a:pt x="439913" y="86126"/>
                  <a:pt x="441187" y="84397"/>
                </a:cubicBezTo>
                <a:lnTo>
                  <a:pt x="443235" y="86035"/>
                </a:lnTo>
                <a:cubicBezTo>
                  <a:pt x="440914" y="89402"/>
                  <a:pt x="438571" y="91836"/>
                  <a:pt x="436205" y="93337"/>
                </a:cubicBezTo>
                <a:cubicBezTo>
                  <a:pt x="433703" y="94930"/>
                  <a:pt x="430928" y="95703"/>
                  <a:pt x="427879" y="95658"/>
                </a:cubicBezTo>
                <a:cubicBezTo>
                  <a:pt x="424240" y="95658"/>
                  <a:pt x="421396" y="94793"/>
                  <a:pt x="419349" y="93064"/>
                </a:cubicBezTo>
                <a:cubicBezTo>
                  <a:pt x="417301" y="91426"/>
                  <a:pt x="416050" y="88856"/>
                  <a:pt x="415595" y="85353"/>
                </a:cubicBezTo>
                <a:moveTo>
                  <a:pt x="415595" y="80371"/>
                </a:moveTo>
                <a:lnTo>
                  <a:pt x="415595" y="59010"/>
                </a:lnTo>
                <a:cubicBezTo>
                  <a:pt x="410045" y="62240"/>
                  <a:pt x="405950" y="65698"/>
                  <a:pt x="403311" y="69383"/>
                </a:cubicBezTo>
                <a:cubicBezTo>
                  <a:pt x="401537" y="71840"/>
                  <a:pt x="400649" y="74320"/>
                  <a:pt x="400649" y="76822"/>
                </a:cubicBezTo>
                <a:cubicBezTo>
                  <a:pt x="400649" y="78960"/>
                  <a:pt x="401400" y="80803"/>
                  <a:pt x="402901" y="82350"/>
                </a:cubicBezTo>
                <a:cubicBezTo>
                  <a:pt x="404039" y="83578"/>
                  <a:pt x="405631" y="84192"/>
                  <a:pt x="407679" y="84192"/>
                </a:cubicBezTo>
                <a:cubicBezTo>
                  <a:pt x="409908" y="84192"/>
                  <a:pt x="412547" y="82918"/>
                  <a:pt x="415595" y="80371"/>
                </a:cubicBezTo>
                <a:close/>
                <a:moveTo>
                  <a:pt x="478622" y="7621"/>
                </a:moveTo>
                <a:lnTo>
                  <a:pt x="478622" y="30961"/>
                </a:lnTo>
                <a:lnTo>
                  <a:pt x="493772" y="30961"/>
                </a:lnTo>
                <a:lnTo>
                  <a:pt x="493772" y="37717"/>
                </a:lnTo>
                <a:lnTo>
                  <a:pt x="478622" y="37717"/>
                </a:lnTo>
                <a:lnTo>
                  <a:pt x="478622" y="77095"/>
                </a:lnTo>
                <a:cubicBezTo>
                  <a:pt x="478622" y="80826"/>
                  <a:pt x="478804" y="83191"/>
                  <a:pt x="479168" y="84192"/>
                </a:cubicBezTo>
                <a:cubicBezTo>
                  <a:pt x="479441" y="85330"/>
                  <a:pt x="480032" y="86194"/>
                  <a:pt x="480942" y="86786"/>
                </a:cubicBezTo>
                <a:cubicBezTo>
                  <a:pt x="481761" y="87468"/>
                  <a:pt x="482557" y="87809"/>
                  <a:pt x="483331" y="87809"/>
                </a:cubicBezTo>
                <a:cubicBezTo>
                  <a:pt x="486243" y="87809"/>
                  <a:pt x="489041" y="85557"/>
                  <a:pt x="491725" y="81053"/>
                </a:cubicBezTo>
                <a:lnTo>
                  <a:pt x="493772" y="82554"/>
                </a:lnTo>
                <a:cubicBezTo>
                  <a:pt x="490042" y="91290"/>
                  <a:pt x="484059" y="95658"/>
                  <a:pt x="475824" y="95658"/>
                </a:cubicBezTo>
                <a:cubicBezTo>
                  <a:pt x="471774" y="95658"/>
                  <a:pt x="468362" y="94520"/>
                  <a:pt x="465587" y="92245"/>
                </a:cubicBezTo>
                <a:cubicBezTo>
                  <a:pt x="462721" y="90062"/>
                  <a:pt x="460923" y="87559"/>
                  <a:pt x="460195" y="84738"/>
                </a:cubicBezTo>
                <a:cubicBezTo>
                  <a:pt x="459695" y="83191"/>
                  <a:pt x="459468" y="79006"/>
                  <a:pt x="459513" y="72181"/>
                </a:cubicBezTo>
                <a:lnTo>
                  <a:pt x="459513" y="37717"/>
                </a:lnTo>
                <a:lnTo>
                  <a:pt x="451187" y="37717"/>
                </a:lnTo>
                <a:lnTo>
                  <a:pt x="451187" y="35329"/>
                </a:lnTo>
                <a:cubicBezTo>
                  <a:pt x="456920" y="31325"/>
                  <a:pt x="461811" y="27071"/>
                  <a:pt x="465860" y="22567"/>
                </a:cubicBezTo>
                <a:cubicBezTo>
                  <a:pt x="469864" y="18153"/>
                  <a:pt x="473367" y="13171"/>
                  <a:pt x="476370" y="7621"/>
                </a:cubicBezTo>
                <a:lnTo>
                  <a:pt x="478622" y="7621"/>
                </a:lnTo>
                <a:close/>
                <a:moveTo>
                  <a:pt x="517273" y="45"/>
                </a:moveTo>
                <a:cubicBezTo>
                  <a:pt x="520184" y="45"/>
                  <a:pt x="522687" y="1069"/>
                  <a:pt x="524780" y="3117"/>
                </a:cubicBezTo>
                <a:cubicBezTo>
                  <a:pt x="526827" y="5255"/>
                  <a:pt x="527851" y="7757"/>
                  <a:pt x="527851" y="10624"/>
                </a:cubicBezTo>
                <a:cubicBezTo>
                  <a:pt x="527851" y="13581"/>
                  <a:pt x="526827" y="16060"/>
                  <a:pt x="524780" y="18062"/>
                </a:cubicBezTo>
                <a:cubicBezTo>
                  <a:pt x="522641" y="20110"/>
                  <a:pt x="520139" y="21133"/>
                  <a:pt x="517273" y="21133"/>
                </a:cubicBezTo>
                <a:cubicBezTo>
                  <a:pt x="514315" y="21133"/>
                  <a:pt x="511836" y="20110"/>
                  <a:pt x="509834" y="18062"/>
                </a:cubicBezTo>
                <a:cubicBezTo>
                  <a:pt x="507786" y="16060"/>
                  <a:pt x="506763" y="13581"/>
                  <a:pt x="506763" y="10624"/>
                </a:cubicBezTo>
                <a:cubicBezTo>
                  <a:pt x="506763" y="7757"/>
                  <a:pt x="507786" y="5255"/>
                  <a:pt x="509834" y="3117"/>
                </a:cubicBezTo>
                <a:cubicBezTo>
                  <a:pt x="511836" y="1069"/>
                  <a:pt x="514315" y="45"/>
                  <a:pt x="517273" y="45"/>
                </a:cubicBezTo>
                <a:moveTo>
                  <a:pt x="526827" y="30961"/>
                </a:moveTo>
                <a:lnTo>
                  <a:pt x="526827" y="81531"/>
                </a:lnTo>
                <a:cubicBezTo>
                  <a:pt x="526827" y="86035"/>
                  <a:pt x="527350" y="88901"/>
                  <a:pt x="528397" y="90130"/>
                </a:cubicBezTo>
                <a:cubicBezTo>
                  <a:pt x="529398" y="91449"/>
                  <a:pt x="531445" y="92177"/>
                  <a:pt x="534539" y="92314"/>
                </a:cubicBezTo>
                <a:lnTo>
                  <a:pt x="534539" y="94770"/>
                </a:lnTo>
                <a:lnTo>
                  <a:pt x="500075" y="94770"/>
                </a:lnTo>
                <a:lnTo>
                  <a:pt x="500075" y="92314"/>
                </a:lnTo>
                <a:cubicBezTo>
                  <a:pt x="502850" y="92268"/>
                  <a:pt x="504943" y="91449"/>
                  <a:pt x="506353" y="89857"/>
                </a:cubicBezTo>
                <a:cubicBezTo>
                  <a:pt x="507218" y="88856"/>
                  <a:pt x="507673" y="86081"/>
                  <a:pt x="507718" y="81531"/>
                </a:cubicBezTo>
                <a:lnTo>
                  <a:pt x="507718" y="44269"/>
                </a:lnTo>
                <a:cubicBezTo>
                  <a:pt x="507673" y="39810"/>
                  <a:pt x="507149" y="36921"/>
                  <a:pt x="506149" y="35601"/>
                </a:cubicBezTo>
                <a:cubicBezTo>
                  <a:pt x="505102" y="34419"/>
                  <a:pt x="503077" y="33713"/>
                  <a:pt x="500075" y="33486"/>
                </a:cubicBezTo>
                <a:lnTo>
                  <a:pt x="500075" y="30961"/>
                </a:lnTo>
                <a:lnTo>
                  <a:pt x="526827" y="30961"/>
                </a:lnTo>
                <a:close/>
                <a:moveTo>
                  <a:pt x="562398" y="29050"/>
                </a:moveTo>
                <a:cubicBezTo>
                  <a:pt x="567903" y="29050"/>
                  <a:pt x="573067" y="30483"/>
                  <a:pt x="577890" y="33349"/>
                </a:cubicBezTo>
                <a:cubicBezTo>
                  <a:pt x="582621" y="36261"/>
                  <a:pt x="586261" y="40333"/>
                  <a:pt x="588809" y="45565"/>
                </a:cubicBezTo>
                <a:cubicBezTo>
                  <a:pt x="591266" y="50843"/>
                  <a:pt x="592494" y="56621"/>
                  <a:pt x="592494" y="62900"/>
                </a:cubicBezTo>
                <a:cubicBezTo>
                  <a:pt x="592449" y="71999"/>
                  <a:pt x="590151" y="79574"/>
                  <a:pt x="585602" y="85626"/>
                </a:cubicBezTo>
                <a:cubicBezTo>
                  <a:pt x="580005" y="92996"/>
                  <a:pt x="572339" y="96681"/>
                  <a:pt x="562603" y="96681"/>
                </a:cubicBezTo>
                <a:cubicBezTo>
                  <a:pt x="552957" y="96727"/>
                  <a:pt x="545564" y="93360"/>
                  <a:pt x="540423" y="86581"/>
                </a:cubicBezTo>
                <a:cubicBezTo>
                  <a:pt x="535236" y="79847"/>
                  <a:pt x="532643" y="72045"/>
                  <a:pt x="532643" y="63173"/>
                </a:cubicBezTo>
                <a:cubicBezTo>
                  <a:pt x="532643" y="54028"/>
                  <a:pt x="535304" y="46043"/>
                  <a:pt x="540628" y="39219"/>
                </a:cubicBezTo>
                <a:cubicBezTo>
                  <a:pt x="545860" y="32485"/>
                  <a:pt x="553117" y="29095"/>
                  <a:pt x="562398" y="29050"/>
                </a:cubicBezTo>
                <a:moveTo>
                  <a:pt x="562671" y="33895"/>
                </a:moveTo>
                <a:cubicBezTo>
                  <a:pt x="560351" y="33941"/>
                  <a:pt x="558372" y="34805"/>
                  <a:pt x="556734" y="36489"/>
                </a:cubicBezTo>
                <a:cubicBezTo>
                  <a:pt x="555005" y="38309"/>
                  <a:pt x="553913" y="41766"/>
                  <a:pt x="553458" y="46862"/>
                </a:cubicBezTo>
                <a:cubicBezTo>
                  <a:pt x="552912" y="52049"/>
                  <a:pt x="552639" y="59237"/>
                  <a:pt x="552639" y="68428"/>
                </a:cubicBezTo>
                <a:cubicBezTo>
                  <a:pt x="552639" y="73296"/>
                  <a:pt x="552957" y="77846"/>
                  <a:pt x="553594" y="82077"/>
                </a:cubicBezTo>
                <a:cubicBezTo>
                  <a:pt x="554049" y="85307"/>
                  <a:pt x="555118" y="87764"/>
                  <a:pt x="556802" y="89447"/>
                </a:cubicBezTo>
                <a:cubicBezTo>
                  <a:pt x="558394" y="91176"/>
                  <a:pt x="560260" y="92018"/>
                  <a:pt x="562398" y="91972"/>
                </a:cubicBezTo>
                <a:cubicBezTo>
                  <a:pt x="564445" y="92018"/>
                  <a:pt x="566152" y="91449"/>
                  <a:pt x="567516" y="90266"/>
                </a:cubicBezTo>
                <a:cubicBezTo>
                  <a:pt x="569245" y="88765"/>
                  <a:pt x="570428" y="86604"/>
                  <a:pt x="571065" y="83783"/>
                </a:cubicBezTo>
                <a:cubicBezTo>
                  <a:pt x="571930" y="79506"/>
                  <a:pt x="572385" y="70771"/>
                  <a:pt x="572430" y="57577"/>
                </a:cubicBezTo>
                <a:cubicBezTo>
                  <a:pt x="572430" y="49888"/>
                  <a:pt x="571998" y="44564"/>
                  <a:pt x="571133" y="41607"/>
                </a:cubicBezTo>
                <a:cubicBezTo>
                  <a:pt x="570224" y="38741"/>
                  <a:pt x="568950" y="36648"/>
                  <a:pt x="567312" y="35329"/>
                </a:cubicBezTo>
                <a:cubicBezTo>
                  <a:pt x="566129" y="34373"/>
                  <a:pt x="564582" y="33895"/>
                  <a:pt x="562671" y="33895"/>
                </a:cubicBezTo>
                <a:close/>
                <a:moveTo>
                  <a:pt x="631293" y="30961"/>
                </a:moveTo>
                <a:lnTo>
                  <a:pt x="631293" y="39219"/>
                </a:lnTo>
                <a:cubicBezTo>
                  <a:pt x="634568" y="35670"/>
                  <a:pt x="637708" y="33076"/>
                  <a:pt x="640711" y="31439"/>
                </a:cubicBezTo>
                <a:cubicBezTo>
                  <a:pt x="643668" y="29892"/>
                  <a:pt x="646898" y="29095"/>
                  <a:pt x="650401" y="29050"/>
                </a:cubicBezTo>
                <a:cubicBezTo>
                  <a:pt x="654542" y="29095"/>
                  <a:pt x="657977" y="30233"/>
                  <a:pt x="660707" y="32462"/>
                </a:cubicBezTo>
                <a:cubicBezTo>
                  <a:pt x="663436" y="34783"/>
                  <a:pt x="665256" y="37649"/>
                  <a:pt x="666166" y="41061"/>
                </a:cubicBezTo>
                <a:cubicBezTo>
                  <a:pt x="666894" y="43654"/>
                  <a:pt x="667258" y="48636"/>
                  <a:pt x="667258" y="56007"/>
                </a:cubicBezTo>
                <a:lnTo>
                  <a:pt x="667258" y="80848"/>
                </a:lnTo>
                <a:cubicBezTo>
                  <a:pt x="667258" y="85808"/>
                  <a:pt x="667713" y="88856"/>
                  <a:pt x="668623" y="89993"/>
                </a:cubicBezTo>
                <a:cubicBezTo>
                  <a:pt x="669487" y="91222"/>
                  <a:pt x="671330" y="91995"/>
                  <a:pt x="674151" y="92314"/>
                </a:cubicBezTo>
                <a:lnTo>
                  <a:pt x="674151" y="94770"/>
                </a:lnTo>
                <a:lnTo>
                  <a:pt x="641871" y="94770"/>
                </a:lnTo>
                <a:lnTo>
                  <a:pt x="641871" y="92314"/>
                </a:lnTo>
                <a:cubicBezTo>
                  <a:pt x="644237" y="92041"/>
                  <a:pt x="645965" y="91040"/>
                  <a:pt x="647057" y="89311"/>
                </a:cubicBezTo>
                <a:cubicBezTo>
                  <a:pt x="647785" y="88173"/>
                  <a:pt x="648149" y="85353"/>
                  <a:pt x="648149" y="80848"/>
                </a:cubicBezTo>
                <a:lnTo>
                  <a:pt x="648149" y="52458"/>
                </a:lnTo>
                <a:cubicBezTo>
                  <a:pt x="648149" y="47226"/>
                  <a:pt x="647945" y="43927"/>
                  <a:pt x="647535" y="42563"/>
                </a:cubicBezTo>
                <a:cubicBezTo>
                  <a:pt x="647126" y="41198"/>
                  <a:pt x="646443" y="40128"/>
                  <a:pt x="645488" y="39355"/>
                </a:cubicBezTo>
                <a:cubicBezTo>
                  <a:pt x="644441" y="38627"/>
                  <a:pt x="643349" y="38263"/>
                  <a:pt x="642212" y="38263"/>
                </a:cubicBezTo>
                <a:cubicBezTo>
                  <a:pt x="638254" y="38263"/>
                  <a:pt x="634614" y="41061"/>
                  <a:pt x="631293" y="46657"/>
                </a:cubicBezTo>
                <a:lnTo>
                  <a:pt x="631293" y="80848"/>
                </a:lnTo>
                <a:cubicBezTo>
                  <a:pt x="631293" y="85626"/>
                  <a:pt x="631748" y="88651"/>
                  <a:pt x="632658" y="89925"/>
                </a:cubicBezTo>
                <a:cubicBezTo>
                  <a:pt x="633522" y="91244"/>
                  <a:pt x="635160" y="92041"/>
                  <a:pt x="637571" y="92314"/>
                </a:cubicBezTo>
                <a:lnTo>
                  <a:pt x="637571" y="94770"/>
                </a:lnTo>
                <a:lnTo>
                  <a:pt x="605291" y="94770"/>
                </a:lnTo>
                <a:lnTo>
                  <a:pt x="605291" y="92314"/>
                </a:lnTo>
                <a:cubicBezTo>
                  <a:pt x="607930" y="92041"/>
                  <a:pt x="609841" y="91176"/>
                  <a:pt x="611024" y="89720"/>
                </a:cubicBezTo>
                <a:cubicBezTo>
                  <a:pt x="611752" y="88719"/>
                  <a:pt x="612138" y="85762"/>
                  <a:pt x="612184" y="80848"/>
                </a:cubicBezTo>
                <a:lnTo>
                  <a:pt x="612184" y="44815"/>
                </a:lnTo>
                <a:cubicBezTo>
                  <a:pt x="612184" y="39992"/>
                  <a:pt x="611752" y="36989"/>
                  <a:pt x="610887" y="35806"/>
                </a:cubicBezTo>
                <a:cubicBezTo>
                  <a:pt x="609932" y="34669"/>
                  <a:pt x="608066" y="33895"/>
                  <a:pt x="605291" y="33486"/>
                </a:cubicBezTo>
                <a:lnTo>
                  <a:pt x="605291" y="30961"/>
                </a:lnTo>
                <a:lnTo>
                  <a:pt x="631293" y="30961"/>
                </a:lnTo>
                <a:close/>
                <a:moveTo>
                  <a:pt x="702922" y="29118"/>
                </a:moveTo>
                <a:cubicBezTo>
                  <a:pt x="706015" y="29118"/>
                  <a:pt x="708700" y="30210"/>
                  <a:pt x="710975" y="32394"/>
                </a:cubicBezTo>
                <a:cubicBezTo>
                  <a:pt x="713159" y="34669"/>
                  <a:pt x="714250" y="37353"/>
                  <a:pt x="714250" y="40447"/>
                </a:cubicBezTo>
                <a:cubicBezTo>
                  <a:pt x="714250" y="43586"/>
                  <a:pt x="713159" y="46248"/>
                  <a:pt x="710975" y="48432"/>
                </a:cubicBezTo>
                <a:cubicBezTo>
                  <a:pt x="708700" y="50707"/>
                  <a:pt x="706015" y="51821"/>
                  <a:pt x="702922" y="51776"/>
                </a:cubicBezTo>
                <a:cubicBezTo>
                  <a:pt x="699782" y="51821"/>
                  <a:pt x="697121" y="50707"/>
                  <a:pt x="694937" y="48432"/>
                </a:cubicBezTo>
                <a:cubicBezTo>
                  <a:pt x="692662" y="46248"/>
                  <a:pt x="691547" y="43586"/>
                  <a:pt x="691593" y="40447"/>
                </a:cubicBezTo>
                <a:cubicBezTo>
                  <a:pt x="691547" y="37353"/>
                  <a:pt x="692662" y="34669"/>
                  <a:pt x="694937" y="32394"/>
                </a:cubicBezTo>
                <a:cubicBezTo>
                  <a:pt x="697121" y="30210"/>
                  <a:pt x="699782" y="29118"/>
                  <a:pt x="702922" y="29118"/>
                </a:cubicBezTo>
                <a:moveTo>
                  <a:pt x="702853" y="73751"/>
                </a:moveTo>
                <a:cubicBezTo>
                  <a:pt x="705993" y="73751"/>
                  <a:pt x="708700" y="74865"/>
                  <a:pt x="710975" y="77095"/>
                </a:cubicBezTo>
                <a:cubicBezTo>
                  <a:pt x="713159" y="79370"/>
                  <a:pt x="714250" y="82054"/>
                  <a:pt x="714250" y="85148"/>
                </a:cubicBezTo>
                <a:cubicBezTo>
                  <a:pt x="714250" y="88287"/>
                  <a:pt x="713136" y="90949"/>
                  <a:pt x="710906" y="93133"/>
                </a:cubicBezTo>
                <a:cubicBezTo>
                  <a:pt x="708632" y="95407"/>
                  <a:pt x="705947" y="96522"/>
                  <a:pt x="702853" y="96477"/>
                </a:cubicBezTo>
                <a:cubicBezTo>
                  <a:pt x="699714" y="96522"/>
                  <a:pt x="697053" y="95407"/>
                  <a:pt x="694869" y="93133"/>
                </a:cubicBezTo>
                <a:cubicBezTo>
                  <a:pt x="692594" y="90949"/>
                  <a:pt x="691479" y="88287"/>
                  <a:pt x="691525" y="85148"/>
                </a:cubicBezTo>
                <a:cubicBezTo>
                  <a:pt x="691479" y="82054"/>
                  <a:pt x="692594" y="79370"/>
                  <a:pt x="694869" y="77095"/>
                </a:cubicBezTo>
                <a:cubicBezTo>
                  <a:pt x="697053" y="74865"/>
                  <a:pt x="699714" y="73751"/>
                  <a:pt x="702853" y="73751"/>
                </a:cubicBezTo>
                <a:close/>
                <a:moveTo>
                  <a:pt x="813725" y="114"/>
                </a:moveTo>
                <a:lnTo>
                  <a:pt x="813725" y="3185"/>
                </a:lnTo>
                <a:cubicBezTo>
                  <a:pt x="809130" y="4095"/>
                  <a:pt x="805786" y="5687"/>
                  <a:pt x="803693" y="7962"/>
                </a:cubicBezTo>
                <a:cubicBezTo>
                  <a:pt x="801510" y="10373"/>
                  <a:pt x="800418" y="13058"/>
                  <a:pt x="800418" y="16015"/>
                </a:cubicBezTo>
                <a:cubicBezTo>
                  <a:pt x="800418" y="19109"/>
                  <a:pt x="800964" y="22885"/>
                  <a:pt x="802055" y="27344"/>
                </a:cubicBezTo>
                <a:cubicBezTo>
                  <a:pt x="803147" y="31939"/>
                  <a:pt x="803693" y="35897"/>
                  <a:pt x="803693" y="39219"/>
                </a:cubicBezTo>
                <a:cubicBezTo>
                  <a:pt x="803693" y="42312"/>
                  <a:pt x="802783" y="45452"/>
                  <a:pt x="800964" y="48636"/>
                </a:cubicBezTo>
                <a:cubicBezTo>
                  <a:pt x="799098" y="51912"/>
                  <a:pt x="796437" y="54665"/>
                  <a:pt x="792979" y="56894"/>
                </a:cubicBezTo>
                <a:cubicBezTo>
                  <a:pt x="790522" y="58487"/>
                  <a:pt x="786677" y="59988"/>
                  <a:pt x="781445" y="61398"/>
                </a:cubicBezTo>
                <a:cubicBezTo>
                  <a:pt x="787087" y="63218"/>
                  <a:pt x="791182" y="64970"/>
                  <a:pt x="793730" y="66653"/>
                </a:cubicBezTo>
                <a:cubicBezTo>
                  <a:pt x="797051" y="68974"/>
                  <a:pt x="799576" y="71703"/>
                  <a:pt x="801305" y="74843"/>
                </a:cubicBezTo>
                <a:cubicBezTo>
                  <a:pt x="802988" y="78028"/>
                  <a:pt x="803830" y="81008"/>
                  <a:pt x="803830" y="83783"/>
                </a:cubicBezTo>
                <a:cubicBezTo>
                  <a:pt x="803830" y="86513"/>
                  <a:pt x="803261" y="90164"/>
                  <a:pt x="802124" y="94736"/>
                </a:cubicBezTo>
                <a:cubicBezTo>
                  <a:pt x="800986" y="99309"/>
                  <a:pt x="800440" y="103256"/>
                  <a:pt x="800486" y="106577"/>
                </a:cubicBezTo>
                <a:cubicBezTo>
                  <a:pt x="800440" y="109807"/>
                  <a:pt x="801487" y="112583"/>
                  <a:pt x="803625" y="114903"/>
                </a:cubicBezTo>
                <a:cubicBezTo>
                  <a:pt x="805627" y="117314"/>
                  <a:pt x="808994" y="118952"/>
                  <a:pt x="813725" y="119817"/>
                </a:cubicBezTo>
                <a:lnTo>
                  <a:pt x="813725" y="123024"/>
                </a:lnTo>
                <a:lnTo>
                  <a:pt x="811337" y="123024"/>
                </a:lnTo>
                <a:cubicBezTo>
                  <a:pt x="806696" y="123115"/>
                  <a:pt x="802306" y="122046"/>
                  <a:pt x="798165" y="119817"/>
                </a:cubicBezTo>
                <a:cubicBezTo>
                  <a:pt x="793980" y="117678"/>
                  <a:pt x="790840" y="114857"/>
                  <a:pt x="788748" y="111354"/>
                </a:cubicBezTo>
                <a:cubicBezTo>
                  <a:pt x="786609" y="107942"/>
                  <a:pt x="785540" y="104621"/>
                  <a:pt x="785540" y="101390"/>
                </a:cubicBezTo>
                <a:cubicBezTo>
                  <a:pt x="785495" y="98251"/>
                  <a:pt x="786200" y="93952"/>
                  <a:pt x="787656" y="88492"/>
                </a:cubicBezTo>
                <a:cubicBezTo>
                  <a:pt x="788657" y="84488"/>
                  <a:pt x="789180" y="80871"/>
                  <a:pt x="789225" y="77641"/>
                </a:cubicBezTo>
                <a:cubicBezTo>
                  <a:pt x="789180" y="74047"/>
                  <a:pt x="788042" y="70975"/>
                  <a:pt x="785813" y="68428"/>
                </a:cubicBezTo>
                <a:cubicBezTo>
                  <a:pt x="783538" y="65971"/>
                  <a:pt x="780217" y="64356"/>
                  <a:pt x="775849" y="63582"/>
                </a:cubicBezTo>
                <a:lnTo>
                  <a:pt x="775849" y="59419"/>
                </a:lnTo>
                <a:cubicBezTo>
                  <a:pt x="780217" y="58737"/>
                  <a:pt x="783538" y="57053"/>
                  <a:pt x="785813" y="54369"/>
                </a:cubicBezTo>
                <a:cubicBezTo>
                  <a:pt x="788042" y="51730"/>
                  <a:pt x="789180" y="48523"/>
                  <a:pt x="789225" y="44746"/>
                </a:cubicBezTo>
                <a:cubicBezTo>
                  <a:pt x="789225" y="41698"/>
                  <a:pt x="788725" y="38218"/>
                  <a:pt x="787724" y="34305"/>
                </a:cubicBezTo>
                <a:cubicBezTo>
                  <a:pt x="786268" y="28936"/>
                  <a:pt x="785563" y="24819"/>
                  <a:pt x="785608" y="21952"/>
                </a:cubicBezTo>
                <a:cubicBezTo>
                  <a:pt x="785608" y="19041"/>
                  <a:pt x="786495" y="16038"/>
                  <a:pt x="788270" y="12944"/>
                </a:cubicBezTo>
                <a:cubicBezTo>
                  <a:pt x="790044" y="9896"/>
                  <a:pt x="792274" y="7416"/>
                  <a:pt x="794958" y="5505"/>
                </a:cubicBezTo>
                <a:cubicBezTo>
                  <a:pt x="797597" y="3640"/>
                  <a:pt x="800531" y="2252"/>
                  <a:pt x="803762" y="1342"/>
                </a:cubicBezTo>
                <a:cubicBezTo>
                  <a:pt x="806218" y="660"/>
                  <a:pt x="809540" y="250"/>
                  <a:pt x="813725" y="114"/>
                </a:cubicBezTo>
                <a:close/>
                <a:moveTo>
                  <a:pt x="836819" y="73751"/>
                </a:moveTo>
                <a:cubicBezTo>
                  <a:pt x="839959" y="73751"/>
                  <a:pt x="842666" y="74865"/>
                  <a:pt x="844941" y="77095"/>
                </a:cubicBezTo>
                <a:cubicBezTo>
                  <a:pt x="847125" y="79370"/>
                  <a:pt x="848216" y="82054"/>
                  <a:pt x="848216" y="85148"/>
                </a:cubicBezTo>
                <a:cubicBezTo>
                  <a:pt x="848216" y="88287"/>
                  <a:pt x="847102" y="90949"/>
                  <a:pt x="844872" y="93133"/>
                </a:cubicBezTo>
                <a:cubicBezTo>
                  <a:pt x="842598" y="95407"/>
                  <a:pt x="839913" y="96522"/>
                  <a:pt x="836819" y="96477"/>
                </a:cubicBezTo>
                <a:cubicBezTo>
                  <a:pt x="833680" y="96522"/>
                  <a:pt x="831019" y="95407"/>
                  <a:pt x="828835" y="93133"/>
                </a:cubicBezTo>
                <a:cubicBezTo>
                  <a:pt x="826560" y="90949"/>
                  <a:pt x="825445" y="88287"/>
                  <a:pt x="825491" y="85148"/>
                </a:cubicBezTo>
                <a:cubicBezTo>
                  <a:pt x="825445" y="82054"/>
                  <a:pt x="826560" y="79370"/>
                  <a:pt x="828835" y="77095"/>
                </a:cubicBezTo>
                <a:cubicBezTo>
                  <a:pt x="831019" y="74865"/>
                  <a:pt x="833680" y="73751"/>
                  <a:pt x="836819" y="73751"/>
                </a:cubicBezTo>
                <a:close/>
                <a:moveTo>
                  <a:pt x="873281" y="73751"/>
                </a:moveTo>
                <a:cubicBezTo>
                  <a:pt x="876420" y="73751"/>
                  <a:pt x="879127" y="74865"/>
                  <a:pt x="881402" y="77095"/>
                </a:cubicBezTo>
                <a:cubicBezTo>
                  <a:pt x="883586" y="79370"/>
                  <a:pt x="884678" y="82054"/>
                  <a:pt x="884678" y="85148"/>
                </a:cubicBezTo>
                <a:cubicBezTo>
                  <a:pt x="884678" y="88287"/>
                  <a:pt x="883563" y="90949"/>
                  <a:pt x="881334" y="93133"/>
                </a:cubicBezTo>
                <a:cubicBezTo>
                  <a:pt x="879059" y="95407"/>
                  <a:pt x="876374" y="96522"/>
                  <a:pt x="873281" y="96477"/>
                </a:cubicBezTo>
                <a:cubicBezTo>
                  <a:pt x="870141" y="96522"/>
                  <a:pt x="867480" y="95407"/>
                  <a:pt x="865296" y="93133"/>
                </a:cubicBezTo>
                <a:cubicBezTo>
                  <a:pt x="863021" y="90949"/>
                  <a:pt x="861906" y="88287"/>
                  <a:pt x="861952" y="85148"/>
                </a:cubicBezTo>
                <a:cubicBezTo>
                  <a:pt x="861906" y="82054"/>
                  <a:pt x="863021" y="79370"/>
                  <a:pt x="865296" y="77095"/>
                </a:cubicBezTo>
                <a:cubicBezTo>
                  <a:pt x="867480" y="74865"/>
                  <a:pt x="870141" y="73751"/>
                  <a:pt x="873281" y="73751"/>
                </a:cubicBezTo>
                <a:close/>
                <a:moveTo>
                  <a:pt x="909742" y="73751"/>
                </a:moveTo>
                <a:cubicBezTo>
                  <a:pt x="912882" y="73751"/>
                  <a:pt x="915589" y="74865"/>
                  <a:pt x="917864" y="77095"/>
                </a:cubicBezTo>
                <a:cubicBezTo>
                  <a:pt x="920047" y="79370"/>
                  <a:pt x="921139" y="82054"/>
                  <a:pt x="921139" y="85148"/>
                </a:cubicBezTo>
                <a:cubicBezTo>
                  <a:pt x="921139" y="88287"/>
                  <a:pt x="920025" y="90949"/>
                  <a:pt x="917795" y="93133"/>
                </a:cubicBezTo>
                <a:cubicBezTo>
                  <a:pt x="915520" y="95407"/>
                  <a:pt x="912836" y="96522"/>
                  <a:pt x="909742" y="96477"/>
                </a:cubicBezTo>
                <a:cubicBezTo>
                  <a:pt x="906603" y="96522"/>
                  <a:pt x="903941" y="95407"/>
                  <a:pt x="901758" y="93133"/>
                </a:cubicBezTo>
                <a:cubicBezTo>
                  <a:pt x="899483" y="90949"/>
                  <a:pt x="898368" y="88287"/>
                  <a:pt x="898414" y="85148"/>
                </a:cubicBezTo>
                <a:cubicBezTo>
                  <a:pt x="898368" y="82054"/>
                  <a:pt x="899483" y="79370"/>
                  <a:pt x="901758" y="77095"/>
                </a:cubicBezTo>
                <a:cubicBezTo>
                  <a:pt x="903941" y="74865"/>
                  <a:pt x="906603" y="73751"/>
                  <a:pt x="909742" y="73751"/>
                </a:cubicBezTo>
                <a:close/>
                <a:moveTo>
                  <a:pt x="934874" y="123024"/>
                </a:moveTo>
                <a:lnTo>
                  <a:pt x="934874" y="119885"/>
                </a:lnTo>
                <a:cubicBezTo>
                  <a:pt x="939378" y="119066"/>
                  <a:pt x="942722" y="117451"/>
                  <a:pt x="944906" y="115039"/>
                </a:cubicBezTo>
                <a:cubicBezTo>
                  <a:pt x="947090" y="112719"/>
                  <a:pt x="948182" y="110057"/>
                  <a:pt x="948182" y="107055"/>
                </a:cubicBezTo>
                <a:cubicBezTo>
                  <a:pt x="948182" y="104097"/>
                  <a:pt x="947636" y="100321"/>
                  <a:pt x="946544" y="95726"/>
                </a:cubicBezTo>
                <a:cubicBezTo>
                  <a:pt x="945452" y="91222"/>
                  <a:pt x="944906" y="87286"/>
                  <a:pt x="944906" y="83919"/>
                </a:cubicBezTo>
                <a:cubicBezTo>
                  <a:pt x="944860" y="80780"/>
                  <a:pt x="945770" y="77595"/>
                  <a:pt x="947636" y="74365"/>
                </a:cubicBezTo>
                <a:cubicBezTo>
                  <a:pt x="949456" y="71180"/>
                  <a:pt x="952117" y="68450"/>
                  <a:pt x="955620" y="66176"/>
                </a:cubicBezTo>
                <a:cubicBezTo>
                  <a:pt x="957986" y="64629"/>
                  <a:pt x="961831" y="63127"/>
                  <a:pt x="967154" y="61671"/>
                </a:cubicBezTo>
                <a:cubicBezTo>
                  <a:pt x="961467" y="59897"/>
                  <a:pt x="957372" y="58145"/>
                  <a:pt x="954870" y="56416"/>
                </a:cubicBezTo>
                <a:cubicBezTo>
                  <a:pt x="951457" y="54096"/>
                  <a:pt x="948910" y="51366"/>
                  <a:pt x="947226" y="48227"/>
                </a:cubicBezTo>
                <a:cubicBezTo>
                  <a:pt x="945497" y="45088"/>
                  <a:pt x="944656" y="42108"/>
                  <a:pt x="944701" y="39287"/>
                </a:cubicBezTo>
                <a:cubicBezTo>
                  <a:pt x="944656" y="36602"/>
                  <a:pt x="945224" y="32963"/>
                  <a:pt x="946407" y="28367"/>
                </a:cubicBezTo>
                <a:cubicBezTo>
                  <a:pt x="947499" y="23863"/>
                  <a:pt x="948045" y="19928"/>
                  <a:pt x="948045" y="16561"/>
                </a:cubicBezTo>
                <a:cubicBezTo>
                  <a:pt x="948045" y="13285"/>
                  <a:pt x="947021" y="10487"/>
                  <a:pt x="944974" y="8167"/>
                </a:cubicBezTo>
                <a:cubicBezTo>
                  <a:pt x="942927" y="5846"/>
                  <a:pt x="939560" y="4208"/>
                  <a:pt x="934874" y="3253"/>
                </a:cubicBezTo>
                <a:lnTo>
                  <a:pt x="934874" y="114"/>
                </a:lnTo>
                <a:lnTo>
                  <a:pt x="937262" y="45"/>
                </a:lnTo>
                <a:cubicBezTo>
                  <a:pt x="941812" y="0"/>
                  <a:pt x="946203" y="1069"/>
                  <a:pt x="950434" y="3253"/>
                </a:cubicBezTo>
                <a:cubicBezTo>
                  <a:pt x="954574" y="5437"/>
                  <a:pt x="957736" y="8235"/>
                  <a:pt x="959920" y="11647"/>
                </a:cubicBezTo>
                <a:cubicBezTo>
                  <a:pt x="962013" y="15151"/>
                  <a:pt x="963059" y="18517"/>
                  <a:pt x="963059" y="21748"/>
                </a:cubicBezTo>
                <a:cubicBezTo>
                  <a:pt x="963059" y="24841"/>
                  <a:pt x="962354" y="29118"/>
                  <a:pt x="960944" y="34578"/>
                </a:cubicBezTo>
                <a:cubicBezTo>
                  <a:pt x="959897" y="38627"/>
                  <a:pt x="959374" y="42244"/>
                  <a:pt x="959374" y="45429"/>
                </a:cubicBezTo>
                <a:cubicBezTo>
                  <a:pt x="959374" y="49069"/>
                  <a:pt x="960511" y="52140"/>
                  <a:pt x="962786" y="54642"/>
                </a:cubicBezTo>
                <a:cubicBezTo>
                  <a:pt x="964970" y="57190"/>
                  <a:pt x="968291" y="58805"/>
                  <a:pt x="972750" y="59487"/>
                </a:cubicBezTo>
                <a:lnTo>
                  <a:pt x="972750" y="63650"/>
                </a:lnTo>
                <a:cubicBezTo>
                  <a:pt x="968291" y="64424"/>
                  <a:pt x="964970" y="66107"/>
                  <a:pt x="962786" y="68701"/>
                </a:cubicBezTo>
                <a:cubicBezTo>
                  <a:pt x="960511" y="71385"/>
                  <a:pt x="959374" y="74593"/>
                  <a:pt x="959374" y="78323"/>
                </a:cubicBezTo>
                <a:cubicBezTo>
                  <a:pt x="959328" y="81417"/>
                  <a:pt x="959829" y="84898"/>
                  <a:pt x="960875" y="88765"/>
                </a:cubicBezTo>
                <a:cubicBezTo>
                  <a:pt x="962240" y="94225"/>
                  <a:pt x="962923" y="98342"/>
                  <a:pt x="962923" y="101117"/>
                </a:cubicBezTo>
                <a:cubicBezTo>
                  <a:pt x="962877" y="104120"/>
                  <a:pt x="962013" y="107123"/>
                  <a:pt x="960329" y="110126"/>
                </a:cubicBezTo>
                <a:cubicBezTo>
                  <a:pt x="958510" y="113220"/>
                  <a:pt x="956280" y="115699"/>
                  <a:pt x="953641" y="117565"/>
                </a:cubicBezTo>
                <a:cubicBezTo>
                  <a:pt x="950957" y="119475"/>
                  <a:pt x="948022" y="120863"/>
                  <a:pt x="944838" y="121728"/>
                </a:cubicBezTo>
                <a:cubicBezTo>
                  <a:pt x="942335" y="122410"/>
                  <a:pt x="939014" y="122842"/>
                  <a:pt x="934874" y="123024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TraceV">
            <a:extLst xmlns:a="http://schemas.openxmlformats.org/drawingml/2006/main">
              <a:ext uri="{FF2B5EF4-FFF2-40B4-BE49-F238E27FC236}">
                <a16:creationId xmlns:a16="http://schemas.microsoft.com/office/drawing/2014/main" id="{70CBD88D-6200-4F05-8824-AC0E1926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845" y="141520"/>
            <a:ext cx="641865" cy="131696"/>
          </a:xfrm>
          <a:custGeom xmlns:a="http://schemas.openxmlformats.org/drawingml/2006/main">
            <a:pathLst>
              <a:path w="641865" h="131696">
                <a:moveTo>
                  <a:pt x="115650" y="0"/>
                </a:moveTo>
                <a:lnTo>
                  <a:pt x="115650" y="34847"/>
                </a:lnTo>
                <a:lnTo>
                  <a:pt x="112231" y="34847"/>
                </a:lnTo>
                <a:cubicBezTo>
                  <a:pt x="110206" y="26808"/>
                  <a:pt x="107959" y="21016"/>
                  <a:pt x="105490" y="17471"/>
                </a:cubicBezTo>
                <a:cubicBezTo>
                  <a:pt x="102958" y="13989"/>
                  <a:pt x="99571" y="11204"/>
                  <a:pt x="95330" y="9115"/>
                </a:cubicBezTo>
                <a:cubicBezTo>
                  <a:pt x="92862" y="7976"/>
                  <a:pt x="88652" y="7406"/>
                  <a:pt x="82702" y="7406"/>
                </a:cubicBezTo>
                <a:lnTo>
                  <a:pt x="73112" y="7406"/>
                </a:lnTo>
                <a:lnTo>
                  <a:pt x="73112" y="106724"/>
                </a:lnTo>
                <a:cubicBezTo>
                  <a:pt x="73112" y="113371"/>
                  <a:pt x="73492" y="117485"/>
                  <a:pt x="74251" y="119068"/>
                </a:cubicBezTo>
                <a:cubicBezTo>
                  <a:pt x="74884" y="120714"/>
                  <a:pt x="76309" y="122138"/>
                  <a:pt x="78524" y="123341"/>
                </a:cubicBezTo>
                <a:cubicBezTo>
                  <a:pt x="80550" y="124607"/>
                  <a:pt x="83430" y="125240"/>
                  <a:pt x="87165" y="125240"/>
                </a:cubicBezTo>
                <a:lnTo>
                  <a:pt x="91437" y="125240"/>
                </a:lnTo>
                <a:lnTo>
                  <a:pt x="91437" y="128753"/>
                </a:lnTo>
                <a:lnTo>
                  <a:pt x="24022" y="128753"/>
                </a:lnTo>
                <a:lnTo>
                  <a:pt x="24022" y="125240"/>
                </a:lnTo>
                <a:lnTo>
                  <a:pt x="28295" y="125240"/>
                </a:lnTo>
                <a:cubicBezTo>
                  <a:pt x="31967" y="125240"/>
                  <a:pt x="34973" y="124575"/>
                  <a:pt x="37316" y="123246"/>
                </a:cubicBezTo>
                <a:cubicBezTo>
                  <a:pt x="38898" y="122423"/>
                  <a:pt x="40196" y="120904"/>
                  <a:pt x="41209" y="118688"/>
                </a:cubicBezTo>
                <a:cubicBezTo>
                  <a:pt x="41842" y="117169"/>
                  <a:pt x="42190" y="113181"/>
                  <a:pt x="42253" y="106724"/>
                </a:cubicBezTo>
                <a:lnTo>
                  <a:pt x="42253" y="7406"/>
                </a:lnTo>
                <a:lnTo>
                  <a:pt x="32948" y="7406"/>
                </a:lnTo>
                <a:cubicBezTo>
                  <a:pt x="24212" y="7406"/>
                  <a:pt x="17914" y="9242"/>
                  <a:pt x="14053" y="12913"/>
                </a:cubicBezTo>
                <a:cubicBezTo>
                  <a:pt x="8482" y="18041"/>
                  <a:pt x="5001" y="25352"/>
                  <a:pt x="3608" y="34847"/>
                </a:cubicBezTo>
                <a:lnTo>
                  <a:pt x="0" y="34847"/>
                </a:lnTo>
                <a:lnTo>
                  <a:pt x="0" y="0"/>
                </a:lnTo>
                <a:lnTo>
                  <a:pt x="115650" y="0"/>
                </a:lnTo>
                <a:close/>
                <a:moveTo>
                  <a:pt x="151826" y="39974"/>
                </a:moveTo>
                <a:lnTo>
                  <a:pt x="151826" y="60104"/>
                </a:lnTo>
                <a:cubicBezTo>
                  <a:pt x="157650" y="50925"/>
                  <a:pt x="162808" y="44817"/>
                  <a:pt x="167303" y="41778"/>
                </a:cubicBezTo>
                <a:cubicBezTo>
                  <a:pt x="171734" y="38866"/>
                  <a:pt x="176007" y="37379"/>
                  <a:pt x="180121" y="37316"/>
                </a:cubicBezTo>
                <a:cubicBezTo>
                  <a:pt x="183603" y="37316"/>
                  <a:pt x="186451" y="38392"/>
                  <a:pt x="188667" y="40544"/>
                </a:cubicBezTo>
                <a:cubicBezTo>
                  <a:pt x="190756" y="42759"/>
                  <a:pt x="191800" y="45861"/>
                  <a:pt x="191800" y="49849"/>
                </a:cubicBezTo>
                <a:cubicBezTo>
                  <a:pt x="191737" y="54153"/>
                  <a:pt x="190724" y="57445"/>
                  <a:pt x="188762" y="59724"/>
                </a:cubicBezTo>
                <a:cubicBezTo>
                  <a:pt x="186673" y="62129"/>
                  <a:pt x="184172" y="63300"/>
                  <a:pt x="181261" y="63237"/>
                </a:cubicBezTo>
                <a:cubicBezTo>
                  <a:pt x="177906" y="63300"/>
                  <a:pt x="174994" y="62224"/>
                  <a:pt x="172525" y="60009"/>
                </a:cubicBezTo>
                <a:cubicBezTo>
                  <a:pt x="170056" y="57920"/>
                  <a:pt x="168600" y="56717"/>
                  <a:pt x="168157" y="56401"/>
                </a:cubicBezTo>
                <a:cubicBezTo>
                  <a:pt x="167461" y="56021"/>
                  <a:pt x="166733" y="55831"/>
                  <a:pt x="165974" y="55831"/>
                </a:cubicBezTo>
                <a:cubicBezTo>
                  <a:pt x="164075" y="55831"/>
                  <a:pt x="162334" y="56527"/>
                  <a:pt x="160751" y="57920"/>
                </a:cubicBezTo>
                <a:cubicBezTo>
                  <a:pt x="158156" y="60135"/>
                  <a:pt x="156194" y="63205"/>
                  <a:pt x="154864" y="67130"/>
                </a:cubicBezTo>
                <a:cubicBezTo>
                  <a:pt x="152839" y="73333"/>
                  <a:pt x="151826" y="80107"/>
                  <a:pt x="151826" y="87449"/>
                </a:cubicBezTo>
                <a:lnTo>
                  <a:pt x="151826" y="107864"/>
                </a:lnTo>
                <a:lnTo>
                  <a:pt x="151921" y="113181"/>
                </a:lnTo>
                <a:cubicBezTo>
                  <a:pt x="151858" y="116789"/>
                  <a:pt x="152079" y="119100"/>
                  <a:pt x="152585" y="120112"/>
                </a:cubicBezTo>
                <a:cubicBezTo>
                  <a:pt x="153345" y="121821"/>
                  <a:pt x="154485" y="123056"/>
                  <a:pt x="156004" y="123815"/>
                </a:cubicBezTo>
                <a:cubicBezTo>
                  <a:pt x="157396" y="124702"/>
                  <a:pt x="159897" y="125208"/>
                  <a:pt x="163505" y="125335"/>
                </a:cubicBezTo>
                <a:lnTo>
                  <a:pt x="163505" y="128753"/>
                </a:lnTo>
                <a:lnTo>
                  <a:pt x="115555" y="128753"/>
                </a:lnTo>
                <a:lnTo>
                  <a:pt x="115555" y="125335"/>
                </a:lnTo>
                <a:cubicBezTo>
                  <a:pt x="119353" y="125081"/>
                  <a:pt x="121980" y="124005"/>
                  <a:pt x="123436" y="122106"/>
                </a:cubicBezTo>
                <a:cubicBezTo>
                  <a:pt x="124765" y="120334"/>
                  <a:pt x="125430" y="115586"/>
                  <a:pt x="125430" y="107864"/>
                </a:cubicBezTo>
                <a:lnTo>
                  <a:pt x="125430" y="58774"/>
                </a:lnTo>
                <a:cubicBezTo>
                  <a:pt x="125366" y="53774"/>
                  <a:pt x="125113" y="50545"/>
                  <a:pt x="124670" y="49089"/>
                </a:cubicBezTo>
                <a:cubicBezTo>
                  <a:pt x="123974" y="47380"/>
                  <a:pt x="123056" y="46083"/>
                  <a:pt x="121916" y="45196"/>
                </a:cubicBezTo>
                <a:cubicBezTo>
                  <a:pt x="120650" y="44374"/>
                  <a:pt x="118530" y="43804"/>
                  <a:pt x="115555" y="43487"/>
                </a:cubicBezTo>
                <a:lnTo>
                  <a:pt x="115555" y="39974"/>
                </a:lnTo>
                <a:lnTo>
                  <a:pt x="151826" y="39974"/>
                </a:lnTo>
                <a:close/>
                <a:moveTo>
                  <a:pt x="249055" y="115650"/>
                </a:moveTo>
                <a:cubicBezTo>
                  <a:pt x="238231" y="125271"/>
                  <a:pt x="228514" y="130051"/>
                  <a:pt x="219906" y="129987"/>
                </a:cubicBezTo>
                <a:cubicBezTo>
                  <a:pt x="214778" y="129987"/>
                  <a:pt x="210569" y="128310"/>
                  <a:pt x="207277" y="124955"/>
                </a:cubicBezTo>
                <a:cubicBezTo>
                  <a:pt x="203922" y="121727"/>
                  <a:pt x="202245" y="117580"/>
                  <a:pt x="202245" y="112516"/>
                </a:cubicBezTo>
                <a:cubicBezTo>
                  <a:pt x="202245" y="105806"/>
                  <a:pt x="205157" y="99698"/>
                  <a:pt x="210980" y="94191"/>
                </a:cubicBezTo>
                <a:cubicBezTo>
                  <a:pt x="216741" y="88874"/>
                  <a:pt x="229432" y="81689"/>
                  <a:pt x="249055" y="72637"/>
                </a:cubicBezTo>
                <a:lnTo>
                  <a:pt x="249055" y="63712"/>
                </a:lnTo>
                <a:cubicBezTo>
                  <a:pt x="248992" y="57065"/>
                  <a:pt x="248644" y="52824"/>
                  <a:pt x="248011" y="50988"/>
                </a:cubicBezTo>
                <a:cubicBezTo>
                  <a:pt x="247188" y="49279"/>
                  <a:pt x="245795" y="47760"/>
                  <a:pt x="243833" y="46431"/>
                </a:cubicBezTo>
                <a:cubicBezTo>
                  <a:pt x="241807" y="45228"/>
                  <a:pt x="239529" y="44595"/>
                  <a:pt x="236997" y="44532"/>
                </a:cubicBezTo>
                <a:cubicBezTo>
                  <a:pt x="232882" y="44595"/>
                  <a:pt x="229496" y="45513"/>
                  <a:pt x="226837" y="47285"/>
                </a:cubicBezTo>
                <a:cubicBezTo>
                  <a:pt x="225191" y="48425"/>
                  <a:pt x="224368" y="49754"/>
                  <a:pt x="224368" y="51273"/>
                </a:cubicBezTo>
                <a:cubicBezTo>
                  <a:pt x="224305" y="52603"/>
                  <a:pt x="225191" y="54248"/>
                  <a:pt x="227027" y="56211"/>
                </a:cubicBezTo>
                <a:cubicBezTo>
                  <a:pt x="229369" y="58996"/>
                  <a:pt x="230572" y="61623"/>
                  <a:pt x="230635" y="64092"/>
                </a:cubicBezTo>
                <a:cubicBezTo>
                  <a:pt x="230635" y="67257"/>
                  <a:pt x="229496" y="69884"/>
                  <a:pt x="227217" y="71972"/>
                </a:cubicBezTo>
                <a:cubicBezTo>
                  <a:pt x="224811" y="74188"/>
                  <a:pt x="221773" y="75296"/>
                  <a:pt x="218101" y="75296"/>
                </a:cubicBezTo>
                <a:cubicBezTo>
                  <a:pt x="214114" y="75296"/>
                  <a:pt x="210790" y="74093"/>
                  <a:pt x="208132" y="71688"/>
                </a:cubicBezTo>
                <a:cubicBezTo>
                  <a:pt x="205346" y="69346"/>
                  <a:pt x="203986" y="66529"/>
                  <a:pt x="204049" y="63237"/>
                </a:cubicBezTo>
                <a:cubicBezTo>
                  <a:pt x="204049" y="58679"/>
                  <a:pt x="205853" y="54312"/>
                  <a:pt x="209461" y="50134"/>
                </a:cubicBezTo>
                <a:cubicBezTo>
                  <a:pt x="213069" y="46083"/>
                  <a:pt x="218101" y="42918"/>
                  <a:pt x="224558" y="40639"/>
                </a:cubicBezTo>
                <a:cubicBezTo>
                  <a:pt x="231015" y="38487"/>
                  <a:pt x="237725" y="37379"/>
                  <a:pt x="244688" y="37316"/>
                </a:cubicBezTo>
                <a:cubicBezTo>
                  <a:pt x="253107" y="37379"/>
                  <a:pt x="259785" y="39151"/>
                  <a:pt x="264722" y="42633"/>
                </a:cubicBezTo>
                <a:cubicBezTo>
                  <a:pt x="269533" y="46241"/>
                  <a:pt x="272698" y="50134"/>
                  <a:pt x="274217" y="54312"/>
                </a:cubicBezTo>
                <a:cubicBezTo>
                  <a:pt x="275040" y="56970"/>
                  <a:pt x="275483" y="63079"/>
                  <a:pt x="275547" y="72637"/>
                </a:cubicBezTo>
                <a:lnTo>
                  <a:pt x="275547" y="107104"/>
                </a:lnTo>
                <a:cubicBezTo>
                  <a:pt x="275547" y="111219"/>
                  <a:pt x="275705" y="113751"/>
                  <a:pt x="276021" y="114700"/>
                </a:cubicBezTo>
                <a:cubicBezTo>
                  <a:pt x="276274" y="115840"/>
                  <a:pt x="276749" y="116631"/>
                  <a:pt x="277446" y="117074"/>
                </a:cubicBezTo>
                <a:cubicBezTo>
                  <a:pt x="278015" y="117580"/>
                  <a:pt x="278743" y="117834"/>
                  <a:pt x="279629" y="117834"/>
                </a:cubicBezTo>
                <a:cubicBezTo>
                  <a:pt x="281212" y="117897"/>
                  <a:pt x="282889" y="116726"/>
                  <a:pt x="284662" y="114320"/>
                </a:cubicBezTo>
                <a:lnTo>
                  <a:pt x="287510" y="116599"/>
                </a:lnTo>
                <a:cubicBezTo>
                  <a:pt x="284282" y="121283"/>
                  <a:pt x="281022" y="124670"/>
                  <a:pt x="277730" y="126759"/>
                </a:cubicBezTo>
                <a:cubicBezTo>
                  <a:pt x="274249" y="128974"/>
                  <a:pt x="270388" y="130051"/>
                  <a:pt x="266146" y="129987"/>
                </a:cubicBezTo>
                <a:cubicBezTo>
                  <a:pt x="261082" y="129987"/>
                  <a:pt x="257126" y="128785"/>
                  <a:pt x="254278" y="126379"/>
                </a:cubicBezTo>
                <a:cubicBezTo>
                  <a:pt x="251429" y="124100"/>
                  <a:pt x="249688" y="120524"/>
                  <a:pt x="249055" y="115650"/>
                </a:cubicBezTo>
                <a:moveTo>
                  <a:pt x="249055" y="108718"/>
                </a:moveTo>
                <a:lnTo>
                  <a:pt x="249055" y="78999"/>
                </a:lnTo>
                <a:cubicBezTo>
                  <a:pt x="241333" y="83493"/>
                  <a:pt x="235636" y="88304"/>
                  <a:pt x="231964" y="93431"/>
                </a:cubicBezTo>
                <a:cubicBezTo>
                  <a:pt x="229496" y="96849"/>
                  <a:pt x="228261" y="100299"/>
                  <a:pt x="228261" y="103781"/>
                </a:cubicBezTo>
                <a:cubicBezTo>
                  <a:pt x="228261" y="106756"/>
                  <a:pt x="229306" y="109320"/>
                  <a:pt x="231395" y="111472"/>
                </a:cubicBezTo>
                <a:cubicBezTo>
                  <a:pt x="232977" y="113181"/>
                  <a:pt x="235193" y="114036"/>
                  <a:pt x="238041" y="114036"/>
                </a:cubicBezTo>
                <a:cubicBezTo>
                  <a:pt x="241143" y="114036"/>
                  <a:pt x="244814" y="112263"/>
                  <a:pt x="249055" y="108718"/>
                </a:cubicBezTo>
                <a:close/>
                <a:moveTo>
                  <a:pt x="369832" y="105870"/>
                </a:moveTo>
                <a:lnTo>
                  <a:pt x="372776" y="108149"/>
                </a:lnTo>
                <a:cubicBezTo>
                  <a:pt x="368535" y="116061"/>
                  <a:pt x="363344" y="121885"/>
                  <a:pt x="357204" y="125619"/>
                </a:cubicBezTo>
                <a:cubicBezTo>
                  <a:pt x="350937" y="129544"/>
                  <a:pt x="344291" y="131475"/>
                  <a:pt x="337264" y="131411"/>
                </a:cubicBezTo>
                <a:cubicBezTo>
                  <a:pt x="325364" y="131411"/>
                  <a:pt x="315900" y="126949"/>
                  <a:pt x="308874" y="118023"/>
                </a:cubicBezTo>
                <a:cubicBezTo>
                  <a:pt x="301721" y="109098"/>
                  <a:pt x="298176" y="98369"/>
                  <a:pt x="298240" y="85835"/>
                </a:cubicBezTo>
                <a:cubicBezTo>
                  <a:pt x="298240" y="73808"/>
                  <a:pt x="301468" y="63174"/>
                  <a:pt x="307925" y="53932"/>
                </a:cubicBezTo>
                <a:cubicBezTo>
                  <a:pt x="315711" y="42854"/>
                  <a:pt x="326440" y="37316"/>
                  <a:pt x="340113" y="37316"/>
                </a:cubicBezTo>
                <a:cubicBezTo>
                  <a:pt x="349291" y="37316"/>
                  <a:pt x="356603" y="39626"/>
                  <a:pt x="362046" y="44247"/>
                </a:cubicBezTo>
                <a:cubicBezTo>
                  <a:pt x="367427" y="48931"/>
                  <a:pt x="370117" y="54090"/>
                  <a:pt x="370117" y="59724"/>
                </a:cubicBezTo>
                <a:cubicBezTo>
                  <a:pt x="370117" y="63332"/>
                  <a:pt x="369041" y="66212"/>
                  <a:pt x="366889" y="68364"/>
                </a:cubicBezTo>
                <a:cubicBezTo>
                  <a:pt x="364610" y="70580"/>
                  <a:pt x="361730" y="71656"/>
                  <a:pt x="358248" y="71593"/>
                </a:cubicBezTo>
                <a:cubicBezTo>
                  <a:pt x="354450" y="71593"/>
                  <a:pt x="351380" y="70358"/>
                  <a:pt x="349038" y="67890"/>
                </a:cubicBezTo>
                <a:cubicBezTo>
                  <a:pt x="346569" y="65484"/>
                  <a:pt x="345050" y="61085"/>
                  <a:pt x="344481" y="54691"/>
                </a:cubicBezTo>
                <a:cubicBezTo>
                  <a:pt x="344037" y="50767"/>
                  <a:pt x="343120" y="47982"/>
                  <a:pt x="341727" y="46336"/>
                </a:cubicBezTo>
                <a:cubicBezTo>
                  <a:pt x="340271" y="44753"/>
                  <a:pt x="338562" y="43962"/>
                  <a:pt x="336600" y="43962"/>
                </a:cubicBezTo>
                <a:cubicBezTo>
                  <a:pt x="333561" y="43962"/>
                  <a:pt x="330966" y="45576"/>
                  <a:pt x="328814" y="48805"/>
                </a:cubicBezTo>
                <a:cubicBezTo>
                  <a:pt x="325459" y="53679"/>
                  <a:pt x="323813" y="61148"/>
                  <a:pt x="323876" y="71213"/>
                </a:cubicBezTo>
                <a:cubicBezTo>
                  <a:pt x="323876" y="79569"/>
                  <a:pt x="325206" y="87544"/>
                  <a:pt x="327864" y="95140"/>
                </a:cubicBezTo>
                <a:cubicBezTo>
                  <a:pt x="330460" y="102863"/>
                  <a:pt x="334099" y="108560"/>
                  <a:pt x="338784" y="112231"/>
                </a:cubicBezTo>
                <a:cubicBezTo>
                  <a:pt x="342265" y="115017"/>
                  <a:pt x="346380" y="116378"/>
                  <a:pt x="351127" y="116314"/>
                </a:cubicBezTo>
                <a:cubicBezTo>
                  <a:pt x="354229" y="116314"/>
                  <a:pt x="357172" y="115586"/>
                  <a:pt x="359957" y="114130"/>
                </a:cubicBezTo>
                <a:cubicBezTo>
                  <a:pt x="362679" y="112738"/>
                  <a:pt x="365971" y="109984"/>
                  <a:pt x="369832" y="105870"/>
                </a:cubicBezTo>
                <a:close/>
                <a:moveTo>
                  <a:pt x="457661" y="81183"/>
                </a:moveTo>
                <a:lnTo>
                  <a:pt x="408952" y="81183"/>
                </a:lnTo>
                <a:cubicBezTo>
                  <a:pt x="409522" y="92957"/>
                  <a:pt x="412655" y="102262"/>
                  <a:pt x="418352" y="109098"/>
                </a:cubicBezTo>
                <a:cubicBezTo>
                  <a:pt x="422656" y="114352"/>
                  <a:pt x="427910" y="116979"/>
                  <a:pt x="434114" y="116979"/>
                </a:cubicBezTo>
                <a:cubicBezTo>
                  <a:pt x="437848" y="117042"/>
                  <a:pt x="441298" y="115966"/>
                  <a:pt x="444463" y="113751"/>
                </a:cubicBezTo>
                <a:cubicBezTo>
                  <a:pt x="447565" y="111662"/>
                  <a:pt x="450888" y="107864"/>
                  <a:pt x="454433" y="102357"/>
                </a:cubicBezTo>
                <a:lnTo>
                  <a:pt x="457661" y="104446"/>
                </a:lnTo>
                <a:cubicBezTo>
                  <a:pt x="452787" y="114257"/>
                  <a:pt x="447470" y="121188"/>
                  <a:pt x="441710" y="125240"/>
                </a:cubicBezTo>
                <a:cubicBezTo>
                  <a:pt x="435886" y="129354"/>
                  <a:pt x="429145" y="131411"/>
                  <a:pt x="421485" y="131411"/>
                </a:cubicBezTo>
                <a:cubicBezTo>
                  <a:pt x="408255" y="131475"/>
                  <a:pt x="398286" y="126411"/>
                  <a:pt x="391576" y="116219"/>
                </a:cubicBezTo>
                <a:cubicBezTo>
                  <a:pt x="386132" y="108054"/>
                  <a:pt x="383410" y="97926"/>
                  <a:pt x="383410" y="85835"/>
                </a:cubicBezTo>
                <a:cubicBezTo>
                  <a:pt x="383347" y="71086"/>
                  <a:pt x="387366" y="59281"/>
                  <a:pt x="395469" y="50419"/>
                </a:cubicBezTo>
                <a:cubicBezTo>
                  <a:pt x="403445" y="41683"/>
                  <a:pt x="412813" y="37316"/>
                  <a:pt x="423574" y="37316"/>
                </a:cubicBezTo>
                <a:cubicBezTo>
                  <a:pt x="432563" y="37379"/>
                  <a:pt x="440380" y="41050"/>
                  <a:pt x="447027" y="48330"/>
                </a:cubicBezTo>
                <a:cubicBezTo>
                  <a:pt x="453547" y="55736"/>
                  <a:pt x="457092" y="66687"/>
                  <a:pt x="457661" y="81183"/>
                </a:cubicBezTo>
                <a:moveTo>
                  <a:pt x="434304" y="74821"/>
                </a:moveTo>
                <a:cubicBezTo>
                  <a:pt x="434240" y="64693"/>
                  <a:pt x="433702" y="57698"/>
                  <a:pt x="432689" y="53837"/>
                </a:cubicBezTo>
                <a:cubicBezTo>
                  <a:pt x="431550" y="50102"/>
                  <a:pt x="429809" y="47222"/>
                  <a:pt x="427467" y="45196"/>
                </a:cubicBezTo>
                <a:cubicBezTo>
                  <a:pt x="426075" y="44057"/>
                  <a:pt x="424302" y="43487"/>
                  <a:pt x="422150" y="43487"/>
                </a:cubicBezTo>
                <a:cubicBezTo>
                  <a:pt x="418795" y="43487"/>
                  <a:pt x="416105" y="45101"/>
                  <a:pt x="414079" y="48330"/>
                </a:cubicBezTo>
                <a:cubicBezTo>
                  <a:pt x="410344" y="54027"/>
                  <a:pt x="408477" y="61749"/>
                  <a:pt x="408477" y="71498"/>
                </a:cubicBezTo>
                <a:lnTo>
                  <a:pt x="408477" y="74821"/>
                </a:lnTo>
                <a:lnTo>
                  <a:pt x="434304" y="74821"/>
                </a:lnTo>
                <a:close/>
                <a:moveTo>
                  <a:pt x="641865" y="0"/>
                </a:moveTo>
                <a:lnTo>
                  <a:pt x="641865" y="3513"/>
                </a:lnTo>
                <a:cubicBezTo>
                  <a:pt x="637181" y="4273"/>
                  <a:pt x="633003" y="6773"/>
                  <a:pt x="629332" y="11014"/>
                </a:cubicBezTo>
                <a:cubicBezTo>
                  <a:pt x="626610" y="14243"/>
                  <a:pt x="622654" y="21680"/>
                  <a:pt x="617463" y="33328"/>
                </a:cubicBezTo>
                <a:lnTo>
                  <a:pt x="573121" y="131696"/>
                </a:lnTo>
                <a:lnTo>
                  <a:pt x="569988" y="131696"/>
                </a:lnTo>
                <a:lnTo>
                  <a:pt x="525836" y="29340"/>
                </a:lnTo>
                <a:cubicBezTo>
                  <a:pt x="520519" y="17059"/>
                  <a:pt x="516974" y="9812"/>
                  <a:pt x="515201" y="7596"/>
                </a:cubicBezTo>
                <a:cubicBezTo>
                  <a:pt x="513366" y="5444"/>
                  <a:pt x="509947" y="4083"/>
                  <a:pt x="504947" y="3513"/>
                </a:cubicBezTo>
                <a:lnTo>
                  <a:pt x="504947" y="0"/>
                </a:lnTo>
                <a:lnTo>
                  <a:pt x="566664" y="0"/>
                </a:lnTo>
                <a:lnTo>
                  <a:pt x="566664" y="3513"/>
                </a:lnTo>
                <a:lnTo>
                  <a:pt x="564576" y="3513"/>
                </a:lnTo>
                <a:cubicBezTo>
                  <a:pt x="558942" y="3513"/>
                  <a:pt x="555144" y="4209"/>
                  <a:pt x="553182" y="5602"/>
                </a:cubicBezTo>
                <a:cubicBezTo>
                  <a:pt x="551726" y="6615"/>
                  <a:pt x="550998" y="8007"/>
                  <a:pt x="550998" y="9780"/>
                </a:cubicBezTo>
                <a:cubicBezTo>
                  <a:pt x="550998" y="10919"/>
                  <a:pt x="551251" y="12249"/>
                  <a:pt x="551757" y="13768"/>
                </a:cubicBezTo>
                <a:cubicBezTo>
                  <a:pt x="552200" y="15414"/>
                  <a:pt x="553909" y="19591"/>
                  <a:pt x="556885" y="26301"/>
                </a:cubicBezTo>
                <a:lnTo>
                  <a:pt x="584325" y="90393"/>
                </a:lnTo>
                <a:lnTo>
                  <a:pt x="609772" y="33328"/>
                </a:lnTo>
                <a:cubicBezTo>
                  <a:pt x="612810" y="26491"/>
                  <a:pt x="614678" y="21870"/>
                  <a:pt x="615374" y="19465"/>
                </a:cubicBezTo>
                <a:cubicBezTo>
                  <a:pt x="616007" y="17123"/>
                  <a:pt x="616355" y="15129"/>
                  <a:pt x="616419" y="13483"/>
                </a:cubicBezTo>
                <a:cubicBezTo>
                  <a:pt x="616419" y="11584"/>
                  <a:pt x="615912" y="9907"/>
                  <a:pt x="614899" y="8451"/>
                </a:cubicBezTo>
                <a:cubicBezTo>
                  <a:pt x="613823" y="7058"/>
                  <a:pt x="612336" y="5950"/>
                  <a:pt x="610437" y="5127"/>
                </a:cubicBezTo>
                <a:cubicBezTo>
                  <a:pt x="607651" y="4115"/>
                  <a:pt x="604043" y="3576"/>
                  <a:pt x="599612" y="3513"/>
                </a:cubicBezTo>
                <a:lnTo>
                  <a:pt x="599612" y="0"/>
                </a:lnTo>
                <a:lnTo>
                  <a:pt x="641865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ector">
            <a:extLst xmlns:a="http://schemas.openxmlformats.org/drawingml/2006/main">
              <a:ext uri="{FF2B5EF4-FFF2-40B4-BE49-F238E27FC236}">
                <a16:creationId xmlns:a16="http://schemas.microsoft.com/office/drawing/2014/main" id="{CDA843CB-2EB1-4D94-A456-8887C1C5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341" y="149021"/>
            <a:ext cx="410060" cy="123974"/>
          </a:xfrm>
          <a:custGeom xmlns:a="http://schemas.openxmlformats.org/drawingml/2006/main">
            <a:pathLst>
              <a:path w="410060" h="123974">
                <a:moveTo>
                  <a:pt x="74315" y="73682"/>
                </a:moveTo>
                <a:lnTo>
                  <a:pt x="25605" y="73682"/>
                </a:lnTo>
                <a:cubicBezTo>
                  <a:pt x="26175" y="85455"/>
                  <a:pt x="29308" y="94761"/>
                  <a:pt x="35005" y="101597"/>
                </a:cubicBezTo>
                <a:cubicBezTo>
                  <a:pt x="39309" y="106851"/>
                  <a:pt x="44563" y="109478"/>
                  <a:pt x="50767" y="109478"/>
                </a:cubicBezTo>
                <a:cubicBezTo>
                  <a:pt x="54502" y="109541"/>
                  <a:pt x="57951" y="108465"/>
                  <a:pt x="61116" y="106250"/>
                </a:cubicBezTo>
                <a:cubicBezTo>
                  <a:pt x="64218" y="104161"/>
                  <a:pt x="67541" y="100363"/>
                  <a:pt x="71086" y="94856"/>
                </a:cubicBezTo>
                <a:lnTo>
                  <a:pt x="74315" y="96944"/>
                </a:lnTo>
                <a:cubicBezTo>
                  <a:pt x="69440" y="106756"/>
                  <a:pt x="64123" y="113687"/>
                  <a:pt x="58363" y="117739"/>
                </a:cubicBezTo>
                <a:cubicBezTo>
                  <a:pt x="52539" y="121853"/>
                  <a:pt x="45798" y="123910"/>
                  <a:pt x="38138" y="123910"/>
                </a:cubicBezTo>
                <a:cubicBezTo>
                  <a:pt x="24909" y="123974"/>
                  <a:pt x="14939" y="118910"/>
                  <a:pt x="8229" y="108718"/>
                </a:cubicBezTo>
                <a:cubicBezTo>
                  <a:pt x="2785" y="100553"/>
                  <a:pt x="63" y="90425"/>
                  <a:pt x="63" y="78334"/>
                </a:cubicBezTo>
                <a:cubicBezTo>
                  <a:pt x="0" y="63585"/>
                  <a:pt x="4020" y="51780"/>
                  <a:pt x="12122" y="42918"/>
                </a:cubicBezTo>
                <a:cubicBezTo>
                  <a:pt x="20098" y="34182"/>
                  <a:pt x="29466" y="29814"/>
                  <a:pt x="40227" y="29814"/>
                </a:cubicBezTo>
                <a:cubicBezTo>
                  <a:pt x="49216" y="29878"/>
                  <a:pt x="57034" y="33549"/>
                  <a:pt x="63680" y="40829"/>
                </a:cubicBezTo>
                <a:cubicBezTo>
                  <a:pt x="70200" y="48235"/>
                  <a:pt x="73745" y="59186"/>
                  <a:pt x="74315" y="73682"/>
                </a:cubicBezTo>
                <a:moveTo>
                  <a:pt x="50957" y="67320"/>
                </a:moveTo>
                <a:cubicBezTo>
                  <a:pt x="50893" y="57192"/>
                  <a:pt x="50355" y="50197"/>
                  <a:pt x="49343" y="46336"/>
                </a:cubicBezTo>
                <a:cubicBezTo>
                  <a:pt x="48203" y="42601"/>
                  <a:pt x="46462" y="39721"/>
                  <a:pt x="44120" y="37695"/>
                </a:cubicBezTo>
                <a:cubicBezTo>
                  <a:pt x="42728" y="36556"/>
                  <a:pt x="40955" y="35986"/>
                  <a:pt x="38803" y="35986"/>
                </a:cubicBezTo>
                <a:cubicBezTo>
                  <a:pt x="35448" y="35986"/>
                  <a:pt x="32758" y="37600"/>
                  <a:pt x="30732" y="40829"/>
                </a:cubicBezTo>
                <a:cubicBezTo>
                  <a:pt x="26998" y="46526"/>
                  <a:pt x="25130" y="54248"/>
                  <a:pt x="25130" y="63997"/>
                </a:cubicBezTo>
                <a:lnTo>
                  <a:pt x="25130" y="67320"/>
                </a:lnTo>
                <a:lnTo>
                  <a:pt x="50957" y="67320"/>
                </a:lnTo>
                <a:close/>
                <a:moveTo>
                  <a:pt x="156637" y="98369"/>
                </a:moveTo>
                <a:lnTo>
                  <a:pt x="159580" y="100648"/>
                </a:lnTo>
                <a:cubicBezTo>
                  <a:pt x="155339" y="108560"/>
                  <a:pt x="150149" y="114384"/>
                  <a:pt x="144008" y="118118"/>
                </a:cubicBezTo>
                <a:cubicBezTo>
                  <a:pt x="137742" y="122043"/>
                  <a:pt x="131095" y="123974"/>
                  <a:pt x="124069" y="123910"/>
                </a:cubicBezTo>
                <a:cubicBezTo>
                  <a:pt x="112168" y="123910"/>
                  <a:pt x="102705" y="119448"/>
                  <a:pt x="95679" y="110522"/>
                </a:cubicBezTo>
                <a:cubicBezTo>
                  <a:pt x="88526" y="101597"/>
                  <a:pt x="84981" y="90868"/>
                  <a:pt x="85044" y="78334"/>
                </a:cubicBezTo>
                <a:cubicBezTo>
                  <a:pt x="85044" y="66307"/>
                  <a:pt x="88272" y="55673"/>
                  <a:pt x="94729" y="46431"/>
                </a:cubicBezTo>
                <a:cubicBezTo>
                  <a:pt x="102515" y="35353"/>
                  <a:pt x="113244" y="29814"/>
                  <a:pt x="126917" y="29814"/>
                </a:cubicBezTo>
                <a:cubicBezTo>
                  <a:pt x="136096" y="29814"/>
                  <a:pt x="143407" y="32125"/>
                  <a:pt x="148851" y="36746"/>
                </a:cubicBezTo>
                <a:cubicBezTo>
                  <a:pt x="154231" y="41430"/>
                  <a:pt x="156922" y="46589"/>
                  <a:pt x="156922" y="52223"/>
                </a:cubicBezTo>
                <a:cubicBezTo>
                  <a:pt x="156922" y="55831"/>
                  <a:pt x="155846" y="58711"/>
                  <a:pt x="153693" y="60863"/>
                </a:cubicBezTo>
                <a:cubicBezTo>
                  <a:pt x="151415" y="63079"/>
                  <a:pt x="148534" y="64155"/>
                  <a:pt x="145053" y="64092"/>
                </a:cubicBezTo>
                <a:cubicBezTo>
                  <a:pt x="141255" y="64092"/>
                  <a:pt x="138185" y="62857"/>
                  <a:pt x="135843" y="60389"/>
                </a:cubicBezTo>
                <a:cubicBezTo>
                  <a:pt x="133374" y="57983"/>
                  <a:pt x="131855" y="53584"/>
                  <a:pt x="131285" y="47190"/>
                </a:cubicBezTo>
                <a:cubicBezTo>
                  <a:pt x="130842" y="43266"/>
                  <a:pt x="129924" y="40481"/>
                  <a:pt x="128531" y="38835"/>
                </a:cubicBezTo>
                <a:cubicBezTo>
                  <a:pt x="127076" y="37252"/>
                  <a:pt x="125366" y="36461"/>
                  <a:pt x="123404" y="36461"/>
                </a:cubicBezTo>
                <a:cubicBezTo>
                  <a:pt x="120366" y="36461"/>
                  <a:pt x="117770" y="38075"/>
                  <a:pt x="115618" y="41303"/>
                </a:cubicBezTo>
                <a:cubicBezTo>
                  <a:pt x="112263" y="46178"/>
                  <a:pt x="110617" y="53647"/>
                  <a:pt x="110681" y="63712"/>
                </a:cubicBezTo>
                <a:cubicBezTo>
                  <a:pt x="110681" y="72067"/>
                  <a:pt x="112010" y="80043"/>
                  <a:pt x="114669" y="87639"/>
                </a:cubicBezTo>
                <a:cubicBezTo>
                  <a:pt x="117264" y="95362"/>
                  <a:pt x="120904" y="101059"/>
                  <a:pt x="125588" y="104730"/>
                </a:cubicBezTo>
                <a:cubicBezTo>
                  <a:pt x="129070" y="107516"/>
                  <a:pt x="133184" y="108877"/>
                  <a:pt x="137932" y="108813"/>
                </a:cubicBezTo>
                <a:cubicBezTo>
                  <a:pt x="141033" y="108813"/>
                  <a:pt x="143977" y="108085"/>
                  <a:pt x="146762" y="106629"/>
                </a:cubicBezTo>
                <a:cubicBezTo>
                  <a:pt x="149484" y="105237"/>
                  <a:pt x="152775" y="102483"/>
                  <a:pt x="156637" y="98369"/>
                </a:cubicBezTo>
                <a:close/>
                <a:moveTo>
                  <a:pt x="204397" y="0"/>
                </a:moveTo>
                <a:lnTo>
                  <a:pt x="204397" y="32473"/>
                </a:lnTo>
                <a:lnTo>
                  <a:pt x="225476" y="32473"/>
                </a:lnTo>
                <a:lnTo>
                  <a:pt x="225476" y="41873"/>
                </a:lnTo>
                <a:lnTo>
                  <a:pt x="204397" y="41873"/>
                </a:lnTo>
                <a:lnTo>
                  <a:pt x="204397" y="96660"/>
                </a:lnTo>
                <a:cubicBezTo>
                  <a:pt x="204397" y="101850"/>
                  <a:pt x="204650" y="105142"/>
                  <a:pt x="205157" y="106534"/>
                </a:cubicBezTo>
                <a:cubicBezTo>
                  <a:pt x="205536" y="108117"/>
                  <a:pt x="206359" y="109320"/>
                  <a:pt x="207625" y="110143"/>
                </a:cubicBezTo>
                <a:cubicBezTo>
                  <a:pt x="208765" y="111092"/>
                  <a:pt x="209873" y="111567"/>
                  <a:pt x="210949" y="111567"/>
                </a:cubicBezTo>
                <a:cubicBezTo>
                  <a:pt x="215000" y="111567"/>
                  <a:pt x="218893" y="108433"/>
                  <a:pt x="222628" y="102167"/>
                </a:cubicBezTo>
                <a:lnTo>
                  <a:pt x="225476" y="104256"/>
                </a:lnTo>
                <a:cubicBezTo>
                  <a:pt x="220285" y="116409"/>
                  <a:pt x="211961" y="122486"/>
                  <a:pt x="200504" y="122486"/>
                </a:cubicBezTo>
                <a:cubicBezTo>
                  <a:pt x="194870" y="122486"/>
                  <a:pt x="190123" y="120904"/>
                  <a:pt x="186261" y="117739"/>
                </a:cubicBezTo>
                <a:cubicBezTo>
                  <a:pt x="182274" y="114700"/>
                  <a:pt x="179773" y="111219"/>
                  <a:pt x="178760" y="107294"/>
                </a:cubicBezTo>
                <a:cubicBezTo>
                  <a:pt x="178064" y="105142"/>
                  <a:pt x="177748" y="99318"/>
                  <a:pt x="177811" y="89823"/>
                </a:cubicBezTo>
                <a:lnTo>
                  <a:pt x="177811" y="41873"/>
                </a:lnTo>
                <a:lnTo>
                  <a:pt x="166227" y="41873"/>
                </a:lnTo>
                <a:lnTo>
                  <a:pt x="166227" y="38550"/>
                </a:lnTo>
                <a:cubicBezTo>
                  <a:pt x="174203" y="32979"/>
                  <a:pt x="181008" y="27061"/>
                  <a:pt x="186641" y="20794"/>
                </a:cubicBezTo>
                <a:cubicBezTo>
                  <a:pt x="192212" y="14654"/>
                  <a:pt x="197086" y="7723"/>
                  <a:pt x="201264" y="0"/>
                </a:cubicBezTo>
                <a:lnTo>
                  <a:pt x="204397" y="0"/>
                </a:lnTo>
                <a:close/>
                <a:moveTo>
                  <a:pt x="277888" y="29814"/>
                </a:moveTo>
                <a:cubicBezTo>
                  <a:pt x="285548" y="29814"/>
                  <a:pt x="292732" y="31808"/>
                  <a:pt x="299442" y="35796"/>
                </a:cubicBezTo>
                <a:cubicBezTo>
                  <a:pt x="306025" y="39848"/>
                  <a:pt x="311090" y="45513"/>
                  <a:pt x="314634" y="52792"/>
                </a:cubicBezTo>
                <a:cubicBezTo>
                  <a:pt x="318053" y="60135"/>
                  <a:pt x="319762" y="68174"/>
                  <a:pt x="319762" y="76910"/>
                </a:cubicBezTo>
                <a:cubicBezTo>
                  <a:pt x="319698" y="89570"/>
                  <a:pt x="316502" y="100109"/>
                  <a:pt x="310172" y="108528"/>
                </a:cubicBezTo>
                <a:cubicBezTo>
                  <a:pt x="302386" y="118783"/>
                  <a:pt x="291720" y="123910"/>
                  <a:pt x="278173" y="123910"/>
                </a:cubicBezTo>
                <a:cubicBezTo>
                  <a:pt x="264754" y="123974"/>
                  <a:pt x="254467" y="119289"/>
                  <a:pt x="247314" y="109858"/>
                </a:cubicBezTo>
                <a:cubicBezTo>
                  <a:pt x="240098" y="100489"/>
                  <a:pt x="236490" y="89633"/>
                  <a:pt x="236490" y="77290"/>
                </a:cubicBezTo>
                <a:cubicBezTo>
                  <a:pt x="236490" y="64566"/>
                  <a:pt x="240193" y="53457"/>
                  <a:pt x="247599" y="43962"/>
                </a:cubicBezTo>
                <a:cubicBezTo>
                  <a:pt x="254879" y="34594"/>
                  <a:pt x="264975" y="29878"/>
                  <a:pt x="277888" y="29814"/>
                </a:cubicBezTo>
                <a:moveTo>
                  <a:pt x="278268" y="36556"/>
                </a:moveTo>
                <a:cubicBezTo>
                  <a:pt x="275040" y="36619"/>
                  <a:pt x="272286" y="37822"/>
                  <a:pt x="270008" y="40164"/>
                </a:cubicBezTo>
                <a:cubicBezTo>
                  <a:pt x="267602" y="42696"/>
                  <a:pt x="266083" y="47507"/>
                  <a:pt x="265450" y="54597"/>
                </a:cubicBezTo>
                <a:cubicBezTo>
                  <a:pt x="264690" y="61813"/>
                  <a:pt x="264311" y="71814"/>
                  <a:pt x="264311" y="84601"/>
                </a:cubicBezTo>
                <a:cubicBezTo>
                  <a:pt x="264311" y="91374"/>
                  <a:pt x="264754" y="97704"/>
                  <a:pt x="265640" y="103591"/>
                </a:cubicBezTo>
                <a:cubicBezTo>
                  <a:pt x="266273" y="108085"/>
                  <a:pt x="267760" y="111504"/>
                  <a:pt x="270103" y="113846"/>
                </a:cubicBezTo>
                <a:cubicBezTo>
                  <a:pt x="272318" y="116251"/>
                  <a:pt x="274913" y="117422"/>
                  <a:pt x="277888" y="117359"/>
                </a:cubicBezTo>
                <a:cubicBezTo>
                  <a:pt x="280737" y="117422"/>
                  <a:pt x="283111" y="116631"/>
                  <a:pt x="285010" y="114985"/>
                </a:cubicBezTo>
                <a:cubicBezTo>
                  <a:pt x="287415" y="112896"/>
                  <a:pt x="289061" y="109889"/>
                  <a:pt x="289947" y="105965"/>
                </a:cubicBezTo>
                <a:cubicBezTo>
                  <a:pt x="291150" y="100015"/>
                  <a:pt x="291783" y="87861"/>
                  <a:pt x="291846" y="69504"/>
                </a:cubicBezTo>
                <a:cubicBezTo>
                  <a:pt x="291846" y="58806"/>
                  <a:pt x="291245" y="51400"/>
                  <a:pt x="290042" y="47285"/>
                </a:cubicBezTo>
                <a:cubicBezTo>
                  <a:pt x="288776" y="43297"/>
                  <a:pt x="287004" y="40386"/>
                  <a:pt x="284725" y="38550"/>
                </a:cubicBezTo>
                <a:cubicBezTo>
                  <a:pt x="283079" y="37221"/>
                  <a:pt x="280927" y="36556"/>
                  <a:pt x="278268" y="36556"/>
                </a:cubicBezTo>
                <a:close/>
                <a:moveTo>
                  <a:pt x="370085" y="32473"/>
                </a:moveTo>
                <a:lnTo>
                  <a:pt x="370085" y="52603"/>
                </a:lnTo>
                <a:cubicBezTo>
                  <a:pt x="375909" y="43424"/>
                  <a:pt x="381068" y="37316"/>
                  <a:pt x="385562" y="34277"/>
                </a:cubicBezTo>
                <a:cubicBezTo>
                  <a:pt x="389993" y="31365"/>
                  <a:pt x="394266" y="29878"/>
                  <a:pt x="398381" y="29814"/>
                </a:cubicBezTo>
                <a:cubicBezTo>
                  <a:pt x="401862" y="29814"/>
                  <a:pt x="404711" y="30891"/>
                  <a:pt x="406926" y="33043"/>
                </a:cubicBezTo>
                <a:cubicBezTo>
                  <a:pt x="409015" y="35258"/>
                  <a:pt x="410060" y="38360"/>
                  <a:pt x="410060" y="42348"/>
                </a:cubicBezTo>
                <a:cubicBezTo>
                  <a:pt x="409996" y="46652"/>
                  <a:pt x="408983" y="49944"/>
                  <a:pt x="407021" y="52223"/>
                </a:cubicBezTo>
                <a:cubicBezTo>
                  <a:pt x="404932" y="54628"/>
                  <a:pt x="402432" y="55799"/>
                  <a:pt x="399520" y="55736"/>
                </a:cubicBezTo>
                <a:cubicBezTo>
                  <a:pt x="396165" y="55799"/>
                  <a:pt x="393253" y="54723"/>
                  <a:pt x="390785" y="52508"/>
                </a:cubicBezTo>
                <a:cubicBezTo>
                  <a:pt x="388316" y="50419"/>
                  <a:pt x="386860" y="49216"/>
                  <a:pt x="386417" y="48900"/>
                </a:cubicBezTo>
                <a:cubicBezTo>
                  <a:pt x="385721" y="48520"/>
                  <a:pt x="384993" y="48330"/>
                  <a:pt x="384233" y="48330"/>
                </a:cubicBezTo>
                <a:cubicBezTo>
                  <a:pt x="382334" y="48330"/>
                  <a:pt x="380593" y="49026"/>
                  <a:pt x="379011" y="50419"/>
                </a:cubicBezTo>
                <a:cubicBezTo>
                  <a:pt x="376415" y="52634"/>
                  <a:pt x="374453" y="55704"/>
                  <a:pt x="373124" y="59629"/>
                </a:cubicBezTo>
                <a:cubicBezTo>
                  <a:pt x="371098" y="65832"/>
                  <a:pt x="370085" y="72605"/>
                  <a:pt x="370085" y="79948"/>
                </a:cubicBezTo>
                <a:lnTo>
                  <a:pt x="370085" y="100363"/>
                </a:lnTo>
                <a:lnTo>
                  <a:pt x="370180" y="105680"/>
                </a:lnTo>
                <a:cubicBezTo>
                  <a:pt x="370117" y="109288"/>
                  <a:pt x="370339" y="111598"/>
                  <a:pt x="370845" y="112611"/>
                </a:cubicBezTo>
                <a:cubicBezTo>
                  <a:pt x="371605" y="114320"/>
                  <a:pt x="372744" y="115555"/>
                  <a:pt x="374263" y="116314"/>
                </a:cubicBezTo>
                <a:cubicBezTo>
                  <a:pt x="375656" y="117201"/>
                  <a:pt x="378156" y="117707"/>
                  <a:pt x="381764" y="117834"/>
                </a:cubicBezTo>
                <a:lnTo>
                  <a:pt x="381764" y="121252"/>
                </a:lnTo>
                <a:lnTo>
                  <a:pt x="333814" y="121252"/>
                </a:lnTo>
                <a:lnTo>
                  <a:pt x="333814" y="117834"/>
                </a:lnTo>
                <a:cubicBezTo>
                  <a:pt x="337612" y="117580"/>
                  <a:pt x="340239" y="116504"/>
                  <a:pt x="341695" y="114605"/>
                </a:cubicBezTo>
                <a:cubicBezTo>
                  <a:pt x="343025" y="112833"/>
                  <a:pt x="343689" y="108085"/>
                  <a:pt x="343689" y="100363"/>
                </a:cubicBezTo>
                <a:lnTo>
                  <a:pt x="343689" y="51273"/>
                </a:lnTo>
                <a:cubicBezTo>
                  <a:pt x="343626" y="46273"/>
                  <a:pt x="343373" y="43044"/>
                  <a:pt x="342930" y="41588"/>
                </a:cubicBezTo>
                <a:cubicBezTo>
                  <a:pt x="342233" y="39879"/>
                  <a:pt x="341315" y="38582"/>
                  <a:pt x="340176" y="37695"/>
                </a:cubicBezTo>
                <a:cubicBezTo>
                  <a:pt x="338910" y="36872"/>
                  <a:pt x="336789" y="36303"/>
                  <a:pt x="333814" y="35986"/>
                </a:cubicBezTo>
                <a:lnTo>
                  <a:pt x="333814" y="32473"/>
                </a:lnTo>
                <a:lnTo>
                  <a:pt x="370085" y="3247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RelatedSubSpanBag">
            <a:extLst xmlns:a="http://schemas.openxmlformats.org/drawingml/2006/main">
              <a:ext uri="{FF2B5EF4-FFF2-40B4-BE49-F238E27FC236}">
                <a16:creationId xmlns:a16="http://schemas.microsoft.com/office/drawing/2014/main" id="{E71C2EF7-761A-46A7-BE61-AA52293F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597" y="225658"/>
            <a:ext cx="1858561" cy="173728"/>
          </a:xfrm>
          <a:custGeom xmlns:a="http://schemas.openxmlformats.org/drawingml/2006/main">
            <a:pathLst>
              <a:path w="1858561" h="173728">
                <a:moveTo>
                  <a:pt x="48045" y="73017"/>
                </a:moveTo>
                <a:lnTo>
                  <a:pt x="48045" y="109098"/>
                </a:lnTo>
                <a:cubicBezTo>
                  <a:pt x="48045" y="116061"/>
                  <a:pt x="48488" y="120429"/>
                  <a:pt x="49374" y="122201"/>
                </a:cubicBezTo>
                <a:cubicBezTo>
                  <a:pt x="50134" y="124100"/>
                  <a:pt x="51621" y="125556"/>
                  <a:pt x="53837" y="126569"/>
                </a:cubicBezTo>
                <a:cubicBezTo>
                  <a:pt x="55989" y="127645"/>
                  <a:pt x="60009" y="128183"/>
                  <a:pt x="65896" y="128183"/>
                </a:cubicBezTo>
                <a:lnTo>
                  <a:pt x="65896" y="131696"/>
                </a:lnTo>
                <a:lnTo>
                  <a:pt x="0" y="131696"/>
                </a:lnTo>
                <a:lnTo>
                  <a:pt x="0" y="128183"/>
                </a:lnTo>
                <a:cubicBezTo>
                  <a:pt x="5887" y="128183"/>
                  <a:pt x="9938" y="127613"/>
                  <a:pt x="12154" y="126474"/>
                </a:cubicBezTo>
                <a:cubicBezTo>
                  <a:pt x="14243" y="125461"/>
                  <a:pt x="15730" y="124037"/>
                  <a:pt x="16616" y="122201"/>
                </a:cubicBezTo>
                <a:cubicBezTo>
                  <a:pt x="17439" y="120429"/>
                  <a:pt x="17851" y="116061"/>
                  <a:pt x="17851" y="109098"/>
                </a:cubicBezTo>
                <a:lnTo>
                  <a:pt x="17851" y="25542"/>
                </a:lnTo>
                <a:cubicBezTo>
                  <a:pt x="17851" y="18642"/>
                  <a:pt x="17439" y="14243"/>
                  <a:pt x="16616" y="12344"/>
                </a:cubicBezTo>
                <a:cubicBezTo>
                  <a:pt x="15730" y="10571"/>
                  <a:pt x="14211" y="9147"/>
                  <a:pt x="12059" y="8071"/>
                </a:cubicBezTo>
                <a:cubicBezTo>
                  <a:pt x="9843" y="7058"/>
                  <a:pt x="5824" y="6520"/>
                  <a:pt x="0" y="6457"/>
                </a:cubicBezTo>
                <a:lnTo>
                  <a:pt x="0" y="2943"/>
                </a:lnTo>
                <a:lnTo>
                  <a:pt x="59819" y="2943"/>
                </a:lnTo>
                <a:cubicBezTo>
                  <a:pt x="75391" y="2943"/>
                  <a:pt x="86785" y="4020"/>
                  <a:pt x="94001" y="6172"/>
                </a:cubicBezTo>
                <a:cubicBezTo>
                  <a:pt x="101217" y="8387"/>
                  <a:pt x="107104" y="12344"/>
                  <a:pt x="111662" y="18041"/>
                </a:cubicBezTo>
                <a:cubicBezTo>
                  <a:pt x="116219" y="23864"/>
                  <a:pt x="118498" y="30669"/>
                  <a:pt x="118498" y="38455"/>
                </a:cubicBezTo>
                <a:cubicBezTo>
                  <a:pt x="118498" y="48013"/>
                  <a:pt x="115080" y="55863"/>
                  <a:pt x="108244" y="62003"/>
                </a:cubicBezTo>
                <a:cubicBezTo>
                  <a:pt x="103876" y="65927"/>
                  <a:pt x="97767" y="68871"/>
                  <a:pt x="89918" y="70833"/>
                </a:cubicBezTo>
                <a:lnTo>
                  <a:pt x="120872" y="114415"/>
                </a:lnTo>
                <a:cubicBezTo>
                  <a:pt x="124923" y="120049"/>
                  <a:pt x="127803" y="123562"/>
                  <a:pt x="129512" y="124955"/>
                </a:cubicBezTo>
                <a:cubicBezTo>
                  <a:pt x="132044" y="126980"/>
                  <a:pt x="135051" y="128057"/>
                  <a:pt x="138533" y="128183"/>
                </a:cubicBezTo>
                <a:lnTo>
                  <a:pt x="138533" y="131696"/>
                </a:lnTo>
                <a:lnTo>
                  <a:pt x="97989" y="131696"/>
                </a:lnTo>
                <a:lnTo>
                  <a:pt x="56496" y="73017"/>
                </a:lnTo>
                <a:lnTo>
                  <a:pt x="48045" y="73017"/>
                </a:lnTo>
                <a:moveTo>
                  <a:pt x="48045" y="9875"/>
                </a:moveTo>
                <a:lnTo>
                  <a:pt x="48045" y="66275"/>
                </a:lnTo>
                <a:lnTo>
                  <a:pt x="53457" y="66275"/>
                </a:lnTo>
                <a:cubicBezTo>
                  <a:pt x="62256" y="66275"/>
                  <a:pt x="68839" y="65453"/>
                  <a:pt x="73207" y="63807"/>
                </a:cubicBezTo>
                <a:cubicBezTo>
                  <a:pt x="77511" y="62288"/>
                  <a:pt x="80961" y="59376"/>
                  <a:pt x="83556" y="55071"/>
                </a:cubicBezTo>
                <a:cubicBezTo>
                  <a:pt x="86025" y="50893"/>
                  <a:pt x="87259" y="45418"/>
                  <a:pt x="87259" y="38645"/>
                </a:cubicBezTo>
                <a:cubicBezTo>
                  <a:pt x="87259" y="28897"/>
                  <a:pt x="84981" y="21649"/>
                  <a:pt x="80423" y="16901"/>
                </a:cubicBezTo>
                <a:cubicBezTo>
                  <a:pt x="75739" y="12280"/>
                  <a:pt x="68333" y="9938"/>
                  <a:pt x="58205" y="9875"/>
                </a:cubicBezTo>
                <a:lnTo>
                  <a:pt x="48045" y="9875"/>
                </a:lnTo>
                <a:close/>
                <a:moveTo>
                  <a:pt x="218006" y="84126"/>
                </a:moveTo>
                <a:lnTo>
                  <a:pt x="169296" y="84126"/>
                </a:lnTo>
                <a:cubicBezTo>
                  <a:pt x="169866" y="95900"/>
                  <a:pt x="172999" y="105205"/>
                  <a:pt x="178696" y="112042"/>
                </a:cubicBezTo>
                <a:cubicBezTo>
                  <a:pt x="183001" y="117295"/>
                  <a:pt x="188255" y="119922"/>
                  <a:pt x="194458" y="119922"/>
                </a:cubicBezTo>
                <a:cubicBezTo>
                  <a:pt x="198193" y="119986"/>
                  <a:pt x="201643" y="118910"/>
                  <a:pt x="204808" y="116694"/>
                </a:cubicBezTo>
                <a:cubicBezTo>
                  <a:pt x="207909" y="114605"/>
                  <a:pt x="211233" y="110807"/>
                  <a:pt x="214777" y="105300"/>
                </a:cubicBezTo>
                <a:lnTo>
                  <a:pt x="218006" y="107389"/>
                </a:lnTo>
                <a:cubicBezTo>
                  <a:pt x="213132" y="117201"/>
                  <a:pt x="207814" y="124132"/>
                  <a:pt x="202054" y="128183"/>
                </a:cubicBezTo>
                <a:cubicBezTo>
                  <a:pt x="196231" y="132298"/>
                  <a:pt x="189489" y="134355"/>
                  <a:pt x="181830" y="134355"/>
                </a:cubicBezTo>
                <a:cubicBezTo>
                  <a:pt x="168600" y="134418"/>
                  <a:pt x="158630" y="129354"/>
                  <a:pt x="151920" y="119163"/>
                </a:cubicBezTo>
                <a:cubicBezTo>
                  <a:pt x="146476" y="110997"/>
                  <a:pt x="143755" y="100869"/>
                  <a:pt x="143755" y="88779"/>
                </a:cubicBezTo>
                <a:cubicBezTo>
                  <a:pt x="143691" y="74030"/>
                  <a:pt x="147711" y="62224"/>
                  <a:pt x="155813" y="53362"/>
                </a:cubicBezTo>
                <a:cubicBezTo>
                  <a:pt x="163789" y="44627"/>
                  <a:pt x="173158" y="40259"/>
                  <a:pt x="183919" y="40259"/>
                </a:cubicBezTo>
                <a:cubicBezTo>
                  <a:pt x="192907" y="40322"/>
                  <a:pt x="200725" y="43994"/>
                  <a:pt x="207371" y="51273"/>
                </a:cubicBezTo>
                <a:cubicBezTo>
                  <a:pt x="213891" y="58679"/>
                  <a:pt x="217436" y="69630"/>
                  <a:pt x="218006" y="84126"/>
                </a:cubicBezTo>
                <a:moveTo>
                  <a:pt x="194648" y="77764"/>
                </a:moveTo>
                <a:cubicBezTo>
                  <a:pt x="194585" y="67636"/>
                  <a:pt x="194047" y="60642"/>
                  <a:pt x="193034" y="56780"/>
                </a:cubicBezTo>
                <a:cubicBezTo>
                  <a:pt x="191894" y="53046"/>
                  <a:pt x="190154" y="50166"/>
                  <a:pt x="187812" y="48140"/>
                </a:cubicBezTo>
                <a:cubicBezTo>
                  <a:pt x="186419" y="47000"/>
                  <a:pt x="184647" y="46431"/>
                  <a:pt x="182494" y="46431"/>
                </a:cubicBezTo>
                <a:cubicBezTo>
                  <a:pt x="179139" y="46431"/>
                  <a:pt x="176449" y="48045"/>
                  <a:pt x="174424" y="51273"/>
                </a:cubicBezTo>
                <a:cubicBezTo>
                  <a:pt x="170689" y="56970"/>
                  <a:pt x="168821" y="64693"/>
                  <a:pt x="168821" y="74441"/>
                </a:cubicBezTo>
                <a:lnTo>
                  <a:pt x="168821" y="77764"/>
                </a:lnTo>
                <a:lnTo>
                  <a:pt x="194648" y="77764"/>
                </a:lnTo>
                <a:close/>
                <a:moveTo>
                  <a:pt x="262538" y="2943"/>
                </a:moveTo>
                <a:lnTo>
                  <a:pt x="262538" y="113276"/>
                </a:lnTo>
                <a:cubicBezTo>
                  <a:pt x="262538" y="119543"/>
                  <a:pt x="263266" y="123531"/>
                  <a:pt x="264722" y="125240"/>
                </a:cubicBezTo>
                <a:cubicBezTo>
                  <a:pt x="266115" y="127075"/>
                  <a:pt x="268963" y="128088"/>
                  <a:pt x="273268" y="128278"/>
                </a:cubicBezTo>
                <a:lnTo>
                  <a:pt x="273268" y="131696"/>
                </a:lnTo>
                <a:lnTo>
                  <a:pt x="225318" y="131696"/>
                </a:lnTo>
                <a:lnTo>
                  <a:pt x="225318" y="128278"/>
                </a:lnTo>
                <a:cubicBezTo>
                  <a:pt x="229179" y="128215"/>
                  <a:pt x="232091" y="127075"/>
                  <a:pt x="234053" y="124860"/>
                </a:cubicBezTo>
                <a:cubicBezTo>
                  <a:pt x="235256" y="123467"/>
                  <a:pt x="235889" y="119606"/>
                  <a:pt x="235952" y="113276"/>
                </a:cubicBezTo>
                <a:lnTo>
                  <a:pt x="235952" y="21364"/>
                </a:lnTo>
                <a:cubicBezTo>
                  <a:pt x="235889" y="15224"/>
                  <a:pt x="235161" y="11236"/>
                  <a:pt x="233768" y="9400"/>
                </a:cubicBezTo>
                <a:cubicBezTo>
                  <a:pt x="232312" y="7754"/>
                  <a:pt x="229496" y="6773"/>
                  <a:pt x="225318" y="6457"/>
                </a:cubicBezTo>
                <a:lnTo>
                  <a:pt x="225318" y="2943"/>
                </a:lnTo>
                <a:lnTo>
                  <a:pt x="262538" y="2943"/>
                </a:lnTo>
                <a:close/>
                <a:moveTo>
                  <a:pt x="331472" y="118593"/>
                </a:moveTo>
                <a:cubicBezTo>
                  <a:pt x="320648" y="128215"/>
                  <a:pt x="310931" y="132994"/>
                  <a:pt x="302322" y="132931"/>
                </a:cubicBezTo>
                <a:cubicBezTo>
                  <a:pt x="297195" y="132931"/>
                  <a:pt x="292985" y="131253"/>
                  <a:pt x="289694" y="127898"/>
                </a:cubicBezTo>
                <a:cubicBezTo>
                  <a:pt x="286339" y="124670"/>
                  <a:pt x="284661" y="120524"/>
                  <a:pt x="284661" y="115460"/>
                </a:cubicBezTo>
                <a:cubicBezTo>
                  <a:pt x="284661" y="108750"/>
                  <a:pt x="287573" y="102641"/>
                  <a:pt x="293397" y="97134"/>
                </a:cubicBezTo>
                <a:cubicBezTo>
                  <a:pt x="299157" y="91817"/>
                  <a:pt x="311849" y="84633"/>
                  <a:pt x="331472" y="75581"/>
                </a:cubicBezTo>
                <a:lnTo>
                  <a:pt x="331472" y="66655"/>
                </a:lnTo>
                <a:cubicBezTo>
                  <a:pt x="331409" y="60009"/>
                  <a:pt x="331061" y="55768"/>
                  <a:pt x="330428" y="53932"/>
                </a:cubicBezTo>
                <a:cubicBezTo>
                  <a:pt x="329605" y="52223"/>
                  <a:pt x="328212" y="50704"/>
                  <a:pt x="326250" y="49374"/>
                </a:cubicBezTo>
                <a:cubicBezTo>
                  <a:pt x="324224" y="48172"/>
                  <a:pt x="321945" y="47539"/>
                  <a:pt x="319413" y="47475"/>
                </a:cubicBezTo>
                <a:cubicBezTo>
                  <a:pt x="315299" y="47539"/>
                  <a:pt x="311912" y="48456"/>
                  <a:pt x="309254" y="50229"/>
                </a:cubicBezTo>
                <a:cubicBezTo>
                  <a:pt x="307608" y="51368"/>
                  <a:pt x="306785" y="52698"/>
                  <a:pt x="306785" y="54217"/>
                </a:cubicBezTo>
                <a:cubicBezTo>
                  <a:pt x="306722" y="55546"/>
                  <a:pt x="307608" y="57192"/>
                  <a:pt x="309443" y="59154"/>
                </a:cubicBezTo>
                <a:cubicBezTo>
                  <a:pt x="311786" y="61939"/>
                  <a:pt x="312988" y="64566"/>
                  <a:pt x="313052" y="67035"/>
                </a:cubicBezTo>
                <a:cubicBezTo>
                  <a:pt x="313052" y="70200"/>
                  <a:pt x="311912" y="72827"/>
                  <a:pt x="309633" y="74916"/>
                </a:cubicBezTo>
                <a:cubicBezTo>
                  <a:pt x="307228" y="77131"/>
                  <a:pt x="304190" y="78239"/>
                  <a:pt x="300518" y="78239"/>
                </a:cubicBezTo>
                <a:cubicBezTo>
                  <a:pt x="296530" y="78239"/>
                  <a:pt x="293207" y="77036"/>
                  <a:pt x="290548" y="74631"/>
                </a:cubicBezTo>
                <a:cubicBezTo>
                  <a:pt x="287763" y="72289"/>
                  <a:pt x="286402" y="69472"/>
                  <a:pt x="286465" y="66180"/>
                </a:cubicBezTo>
                <a:cubicBezTo>
                  <a:pt x="286465" y="61623"/>
                  <a:pt x="288270" y="57255"/>
                  <a:pt x="291878" y="53077"/>
                </a:cubicBezTo>
                <a:cubicBezTo>
                  <a:pt x="295486" y="49026"/>
                  <a:pt x="300518" y="45861"/>
                  <a:pt x="306975" y="43582"/>
                </a:cubicBezTo>
                <a:cubicBezTo>
                  <a:pt x="313431" y="41430"/>
                  <a:pt x="320141" y="40322"/>
                  <a:pt x="327104" y="40259"/>
                </a:cubicBezTo>
                <a:cubicBezTo>
                  <a:pt x="335523" y="40322"/>
                  <a:pt x="342201" y="42095"/>
                  <a:pt x="347139" y="45576"/>
                </a:cubicBezTo>
                <a:cubicBezTo>
                  <a:pt x="351950" y="49184"/>
                  <a:pt x="355115" y="53077"/>
                  <a:pt x="356634" y="57255"/>
                </a:cubicBezTo>
                <a:cubicBezTo>
                  <a:pt x="357457" y="59914"/>
                  <a:pt x="357900" y="66022"/>
                  <a:pt x="357963" y="75581"/>
                </a:cubicBezTo>
                <a:lnTo>
                  <a:pt x="357963" y="110048"/>
                </a:lnTo>
                <a:cubicBezTo>
                  <a:pt x="357963" y="114162"/>
                  <a:pt x="358121" y="116694"/>
                  <a:pt x="358438" y="117644"/>
                </a:cubicBezTo>
                <a:cubicBezTo>
                  <a:pt x="358691" y="118783"/>
                  <a:pt x="359166" y="119574"/>
                  <a:pt x="359862" y="120017"/>
                </a:cubicBezTo>
                <a:cubicBezTo>
                  <a:pt x="360432" y="120524"/>
                  <a:pt x="361160" y="120777"/>
                  <a:pt x="362046" y="120777"/>
                </a:cubicBezTo>
                <a:cubicBezTo>
                  <a:pt x="363629" y="120840"/>
                  <a:pt x="365306" y="119669"/>
                  <a:pt x="367078" y="117264"/>
                </a:cubicBezTo>
                <a:lnTo>
                  <a:pt x="369927" y="119543"/>
                </a:lnTo>
                <a:cubicBezTo>
                  <a:pt x="366699" y="124227"/>
                  <a:pt x="363439" y="127613"/>
                  <a:pt x="360147" y="129702"/>
                </a:cubicBezTo>
                <a:cubicBezTo>
                  <a:pt x="356666" y="131918"/>
                  <a:pt x="352804" y="132994"/>
                  <a:pt x="348563" y="132931"/>
                </a:cubicBezTo>
                <a:cubicBezTo>
                  <a:pt x="343499" y="132931"/>
                  <a:pt x="339543" y="131728"/>
                  <a:pt x="336694" y="129323"/>
                </a:cubicBezTo>
                <a:cubicBezTo>
                  <a:pt x="333846" y="127044"/>
                  <a:pt x="332105" y="123467"/>
                  <a:pt x="331472" y="118593"/>
                </a:cubicBezTo>
                <a:moveTo>
                  <a:pt x="331472" y="111662"/>
                </a:moveTo>
                <a:lnTo>
                  <a:pt x="331472" y="81942"/>
                </a:lnTo>
                <a:cubicBezTo>
                  <a:pt x="323749" y="86437"/>
                  <a:pt x="318052" y="91247"/>
                  <a:pt x="314381" y="96375"/>
                </a:cubicBezTo>
                <a:cubicBezTo>
                  <a:pt x="311912" y="99793"/>
                  <a:pt x="310678" y="103243"/>
                  <a:pt x="310678" y="106724"/>
                </a:cubicBezTo>
                <a:cubicBezTo>
                  <a:pt x="310678" y="109699"/>
                  <a:pt x="311722" y="112263"/>
                  <a:pt x="313811" y="114415"/>
                </a:cubicBezTo>
                <a:cubicBezTo>
                  <a:pt x="315394" y="116124"/>
                  <a:pt x="317609" y="116979"/>
                  <a:pt x="320458" y="116979"/>
                </a:cubicBezTo>
                <a:cubicBezTo>
                  <a:pt x="323559" y="116979"/>
                  <a:pt x="327231" y="115207"/>
                  <a:pt x="331472" y="111662"/>
                </a:cubicBezTo>
                <a:close/>
                <a:moveTo>
                  <a:pt x="414934" y="10445"/>
                </a:moveTo>
                <a:lnTo>
                  <a:pt x="414934" y="42918"/>
                </a:lnTo>
                <a:lnTo>
                  <a:pt x="436013" y="42918"/>
                </a:lnTo>
                <a:lnTo>
                  <a:pt x="436013" y="52318"/>
                </a:lnTo>
                <a:lnTo>
                  <a:pt x="414934" y="52318"/>
                </a:lnTo>
                <a:lnTo>
                  <a:pt x="414934" y="107104"/>
                </a:lnTo>
                <a:cubicBezTo>
                  <a:pt x="414934" y="112295"/>
                  <a:pt x="415187" y="115586"/>
                  <a:pt x="415694" y="116979"/>
                </a:cubicBezTo>
                <a:cubicBezTo>
                  <a:pt x="416073" y="118562"/>
                  <a:pt x="416896" y="119764"/>
                  <a:pt x="418162" y="120587"/>
                </a:cubicBezTo>
                <a:cubicBezTo>
                  <a:pt x="419302" y="121537"/>
                  <a:pt x="420410" y="122011"/>
                  <a:pt x="421486" y="122011"/>
                </a:cubicBezTo>
                <a:cubicBezTo>
                  <a:pt x="425537" y="122011"/>
                  <a:pt x="429430" y="118878"/>
                  <a:pt x="433165" y="112611"/>
                </a:cubicBezTo>
                <a:lnTo>
                  <a:pt x="436013" y="114700"/>
                </a:lnTo>
                <a:cubicBezTo>
                  <a:pt x="430822" y="126854"/>
                  <a:pt x="422498" y="132931"/>
                  <a:pt x="411041" y="132931"/>
                </a:cubicBezTo>
                <a:cubicBezTo>
                  <a:pt x="405407" y="132931"/>
                  <a:pt x="400660" y="131348"/>
                  <a:pt x="396798" y="128183"/>
                </a:cubicBezTo>
                <a:cubicBezTo>
                  <a:pt x="392811" y="125145"/>
                  <a:pt x="390310" y="121663"/>
                  <a:pt x="389297" y="117739"/>
                </a:cubicBezTo>
                <a:cubicBezTo>
                  <a:pt x="388601" y="115586"/>
                  <a:pt x="388285" y="109763"/>
                  <a:pt x="388348" y="100268"/>
                </a:cubicBezTo>
                <a:lnTo>
                  <a:pt x="388348" y="52318"/>
                </a:lnTo>
                <a:lnTo>
                  <a:pt x="376764" y="52318"/>
                </a:lnTo>
                <a:lnTo>
                  <a:pt x="376764" y="48994"/>
                </a:lnTo>
                <a:cubicBezTo>
                  <a:pt x="384740" y="43424"/>
                  <a:pt x="391545" y="37505"/>
                  <a:pt x="397178" y="31239"/>
                </a:cubicBezTo>
                <a:cubicBezTo>
                  <a:pt x="402749" y="25099"/>
                  <a:pt x="407623" y="18167"/>
                  <a:pt x="411801" y="10445"/>
                </a:cubicBezTo>
                <a:lnTo>
                  <a:pt x="414934" y="10445"/>
                </a:lnTo>
                <a:close/>
                <a:moveTo>
                  <a:pt x="521849" y="84126"/>
                </a:moveTo>
                <a:lnTo>
                  <a:pt x="473139" y="84126"/>
                </a:lnTo>
                <a:cubicBezTo>
                  <a:pt x="473709" y="95900"/>
                  <a:pt x="476842" y="105205"/>
                  <a:pt x="482539" y="112042"/>
                </a:cubicBezTo>
                <a:cubicBezTo>
                  <a:pt x="486844" y="117295"/>
                  <a:pt x="492097" y="119922"/>
                  <a:pt x="498301" y="119922"/>
                </a:cubicBezTo>
                <a:cubicBezTo>
                  <a:pt x="502036" y="119986"/>
                  <a:pt x="505486" y="118910"/>
                  <a:pt x="508651" y="116694"/>
                </a:cubicBezTo>
                <a:cubicBezTo>
                  <a:pt x="511752" y="114605"/>
                  <a:pt x="515076" y="110807"/>
                  <a:pt x="518620" y="105300"/>
                </a:cubicBezTo>
                <a:lnTo>
                  <a:pt x="521849" y="107389"/>
                </a:lnTo>
                <a:cubicBezTo>
                  <a:pt x="516975" y="117201"/>
                  <a:pt x="511657" y="124132"/>
                  <a:pt x="505897" y="128183"/>
                </a:cubicBezTo>
                <a:cubicBezTo>
                  <a:pt x="500073" y="132298"/>
                  <a:pt x="493332" y="134355"/>
                  <a:pt x="485673" y="134355"/>
                </a:cubicBezTo>
                <a:cubicBezTo>
                  <a:pt x="472443" y="134418"/>
                  <a:pt x="462473" y="129354"/>
                  <a:pt x="455763" y="119163"/>
                </a:cubicBezTo>
                <a:cubicBezTo>
                  <a:pt x="450319" y="110997"/>
                  <a:pt x="447597" y="100869"/>
                  <a:pt x="447597" y="88779"/>
                </a:cubicBezTo>
                <a:cubicBezTo>
                  <a:pt x="447534" y="74030"/>
                  <a:pt x="451554" y="62224"/>
                  <a:pt x="459656" y="53362"/>
                </a:cubicBezTo>
                <a:cubicBezTo>
                  <a:pt x="467632" y="44627"/>
                  <a:pt x="477000" y="40259"/>
                  <a:pt x="487761" y="40259"/>
                </a:cubicBezTo>
                <a:cubicBezTo>
                  <a:pt x="496750" y="40322"/>
                  <a:pt x="504568" y="43994"/>
                  <a:pt x="511214" y="51273"/>
                </a:cubicBezTo>
                <a:cubicBezTo>
                  <a:pt x="517734" y="58679"/>
                  <a:pt x="521279" y="69630"/>
                  <a:pt x="521849" y="84126"/>
                </a:cubicBezTo>
                <a:moveTo>
                  <a:pt x="498491" y="77764"/>
                </a:moveTo>
                <a:cubicBezTo>
                  <a:pt x="498428" y="67636"/>
                  <a:pt x="497889" y="60642"/>
                  <a:pt x="496877" y="56780"/>
                </a:cubicBezTo>
                <a:cubicBezTo>
                  <a:pt x="495737" y="53046"/>
                  <a:pt x="493997" y="50166"/>
                  <a:pt x="491654" y="48140"/>
                </a:cubicBezTo>
                <a:cubicBezTo>
                  <a:pt x="490262" y="47000"/>
                  <a:pt x="488489" y="46431"/>
                  <a:pt x="486337" y="46431"/>
                </a:cubicBezTo>
                <a:cubicBezTo>
                  <a:pt x="482982" y="46431"/>
                  <a:pt x="480292" y="48045"/>
                  <a:pt x="478266" y="51273"/>
                </a:cubicBezTo>
                <a:cubicBezTo>
                  <a:pt x="474532" y="56970"/>
                  <a:pt x="472664" y="64693"/>
                  <a:pt x="472664" y="74441"/>
                </a:cubicBezTo>
                <a:lnTo>
                  <a:pt x="472664" y="77764"/>
                </a:lnTo>
                <a:lnTo>
                  <a:pt x="498491" y="77764"/>
                </a:lnTo>
                <a:close/>
                <a:moveTo>
                  <a:pt x="618033" y="2943"/>
                </a:moveTo>
                <a:lnTo>
                  <a:pt x="618033" y="105110"/>
                </a:lnTo>
                <a:cubicBezTo>
                  <a:pt x="618033" y="112073"/>
                  <a:pt x="618223" y="116156"/>
                  <a:pt x="618603" y="117359"/>
                </a:cubicBezTo>
                <a:cubicBezTo>
                  <a:pt x="619046" y="119448"/>
                  <a:pt x="620027" y="120999"/>
                  <a:pt x="621546" y="122011"/>
                </a:cubicBezTo>
                <a:cubicBezTo>
                  <a:pt x="622939" y="123087"/>
                  <a:pt x="625408" y="123720"/>
                  <a:pt x="628952" y="123910"/>
                </a:cubicBezTo>
                <a:lnTo>
                  <a:pt x="628952" y="127044"/>
                </a:lnTo>
                <a:lnTo>
                  <a:pt x="591447" y="134355"/>
                </a:lnTo>
                <a:lnTo>
                  <a:pt x="591447" y="120302"/>
                </a:lnTo>
                <a:cubicBezTo>
                  <a:pt x="586953" y="125746"/>
                  <a:pt x="582965" y="129449"/>
                  <a:pt x="579483" y="131411"/>
                </a:cubicBezTo>
                <a:cubicBezTo>
                  <a:pt x="575938" y="133437"/>
                  <a:pt x="571950" y="134418"/>
                  <a:pt x="567519" y="134355"/>
                </a:cubicBezTo>
                <a:cubicBezTo>
                  <a:pt x="556125" y="134418"/>
                  <a:pt x="547168" y="129354"/>
                  <a:pt x="540648" y="119163"/>
                </a:cubicBezTo>
                <a:cubicBezTo>
                  <a:pt x="535331" y="110934"/>
                  <a:pt x="532673" y="100837"/>
                  <a:pt x="532673" y="88874"/>
                </a:cubicBezTo>
                <a:cubicBezTo>
                  <a:pt x="532609" y="79315"/>
                  <a:pt x="534255" y="70738"/>
                  <a:pt x="537610" y="63142"/>
                </a:cubicBezTo>
                <a:cubicBezTo>
                  <a:pt x="540838" y="55673"/>
                  <a:pt x="545364" y="49976"/>
                  <a:pt x="551188" y="46051"/>
                </a:cubicBezTo>
                <a:cubicBezTo>
                  <a:pt x="556885" y="42190"/>
                  <a:pt x="563025" y="40259"/>
                  <a:pt x="569608" y="40259"/>
                </a:cubicBezTo>
                <a:cubicBezTo>
                  <a:pt x="573786" y="40322"/>
                  <a:pt x="577552" y="41145"/>
                  <a:pt x="580907" y="42728"/>
                </a:cubicBezTo>
                <a:cubicBezTo>
                  <a:pt x="584199" y="44437"/>
                  <a:pt x="587712" y="47317"/>
                  <a:pt x="591447" y="51368"/>
                </a:cubicBezTo>
                <a:lnTo>
                  <a:pt x="591447" y="24592"/>
                </a:lnTo>
                <a:cubicBezTo>
                  <a:pt x="591447" y="17882"/>
                  <a:pt x="591162" y="13799"/>
                  <a:pt x="590592" y="12344"/>
                </a:cubicBezTo>
                <a:cubicBezTo>
                  <a:pt x="589833" y="10571"/>
                  <a:pt x="588693" y="9210"/>
                  <a:pt x="587174" y="8261"/>
                </a:cubicBezTo>
                <a:cubicBezTo>
                  <a:pt x="585655" y="7438"/>
                  <a:pt x="582806" y="6995"/>
                  <a:pt x="578629" y="6931"/>
                </a:cubicBezTo>
                <a:lnTo>
                  <a:pt x="578629" y="2943"/>
                </a:lnTo>
                <a:lnTo>
                  <a:pt x="618033" y="2943"/>
                </a:lnTo>
                <a:moveTo>
                  <a:pt x="591447" y="63142"/>
                </a:moveTo>
                <a:cubicBezTo>
                  <a:pt x="586699" y="54153"/>
                  <a:pt x="580971" y="49659"/>
                  <a:pt x="574261" y="49659"/>
                </a:cubicBezTo>
                <a:cubicBezTo>
                  <a:pt x="571855" y="49722"/>
                  <a:pt x="569925" y="50355"/>
                  <a:pt x="568469" y="51558"/>
                </a:cubicBezTo>
                <a:cubicBezTo>
                  <a:pt x="566063" y="53584"/>
                  <a:pt x="564164" y="57034"/>
                  <a:pt x="562772" y="61908"/>
                </a:cubicBezTo>
                <a:cubicBezTo>
                  <a:pt x="561253" y="66908"/>
                  <a:pt x="560493" y="74473"/>
                  <a:pt x="560493" y="84601"/>
                </a:cubicBezTo>
                <a:cubicBezTo>
                  <a:pt x="560493" y="95805"/>
                  <a:pt x="561316" y="104097"/>
                  <a:pt x="562962" y="109478"/>
                </a:cubicBezTo>
                <a:cubicBezTo>
                  <a:pt x="564544" y="114922"/>
                  <a:pt x="566791" y="118815"/>
                  <a:pt x="569703" y="121157"/>
                </a:cubicBezTo>
                <a:cubicBezTo>
                  <a:pt x="571096" y="122423"/>
                  <a:pt x="573090" y="123024"/>
                  <a:pt x="575685" y="122961"/>
                </a:cubicBezTo>
                <a:cubicBezTo>
                  <a:pt x="581256" y="122961"/>
                  <a:pt x="586509" y="118593"/>
                  <a:pt x="591447" y="109858"/>
                </a:cubicBezTo>
                <a:lnTo>
                  <a:pt x="591447" y="63142"/>
                </a:lnTo>
                <a:close/>
                <a:moveTo>
                  <a:pt x="774417" y="0"/>
                </a:moveTo>
                <a:lnTo>
                  <a:pt x="775461" y="42918"/>
                </a:lnTo>
                <a:lnTo>
                  <a:pt x="771568" y="42918"/>
                </a:lnTo>
                <a:cubicBezTo>
                  <a:pt x="769669" y="32220"/>
                  <a:pt x="765175" y="23548"/>
                  <a:pt x="758085" y="16901"/>
                </a:cubicBezTo>
                <a:cubicBezTo>
                  <a:pt x="750869" y="10381"/>
                  <a:pt x="743083" y="7121"/>
                  <a:pt x="734728" y="7121"/>
                </a:cubicBezTo>
                <a:cubicBezTo>
                  <a:pt x="728208" y="7121"/>
                  <a:pt x="723112" y="8830"/>
                  <a:pt x="719441" y="12249"/>
                </a:cubicBezTo>
                <a:cubicBezTo>
                  <a:pt x="715643" y="15793"/>
                  <a:pt x="713744" y="19781"/>
                  <a:pt x="713744" y="24212"/>
                </a:cubicBezTo>
                <a:cubicBezTo>
                  <a:pt x="713744" y="27124"/>
                  <a:pt x="714408" y="29656"/>
                  <a:pt x="715738" y="31808"/>
                </a:cubicBezTo>
                <a:cubicBezTo>
                  <a:pt x="717510" y="34784"/>
                  <a:pt x="720453" y="37727"/>
                  <a:pt x="724568" y="40639"/>
                </a:cubicBezTo>
                <a:cubicBezTo>
                  <a:pt x="727480" y="42728"/>
                  <a:pt x="734348" y="46431"/>
                  <a:pt x="745172" y="51748"/>
                </a:cubicBezTo>
                <a:cubicBezTo>
                  <a:pt x="760238" y="59217"/>
                  <a:pt x="770397" y="66212"/>
                  <a:pt x="775651" y="72732"/>
                </a:cubicBezTo>
                <a:cubicBezTo>
                  <a:pt x="780842" y="79379"/>
                  <a:pt x="783437" y="86911"/>
                  <a:pt x="783437" y="95330"/>
                </a:cubicBezTo>
                <a:cubicBezTo>
                  <a:pt x="783437" y="106155"/>
                  <a:pt x="779259" y="115396"/>
                  <a:pt x="770904" y="123056"/>
                </a:cubicBezTo>
                <a:cubicBezTo>
                  <a:pt x="762422" y="130842"/>
                  <a:pt x="751755" y="134735"/>
                  <a:pt x="738905" y="134735"/>
                </a:cubicBezTo>
                <a:cubicBezTo>
                  <a:pt x="734791" y="134798"/>
                  <a:pt x="730961" y="134387"/>
                  <a:pt x="727416" y="133500"/>
                </a:cubicBezTo>
                <a:cubicBezTo>
                  <a:pt x="723745" y="132677"/>
                  <a:pt x="719219" y="131127"/>
                  <a:pt x="713839" y="128848"/>
                </a:cubicBezTo>
                <a:cubicBezTo>
                  <a:pt x="710800" y="127645"/>
                  <a:pt x="708300" y="127012"/>
                  <a:pt x="706337" y="126949"/>
                </a:cubicBezTo>
                <a:cubicBezTo>
                  <a:pt x="704628" y="127012"/>
                  <a:pt x="702888" y="127645"/>
                  <a:pt x="701115" y="128848"/>
                </a:cubicBezTo>
                <a:cubicBezTo>
                  <a:pt x="699279" y="130177"/>
                  <a:pt x="697792" y="132108"/>
                  <a:pt x="696652" y="134640"/>
                </a:cubicBezTo>
                <a:lnTo>
                  <a:pt x="693139" y="134640"/>
                </a:lnTo>
                <a:lnTo>
                  <a:pt x="693139" y="86025"/>
                </a:lnTo>
                <a:lnTo>
                  <a:pt x="696652" y="86025"/>
                </a:lnTo>
                <a:cubicBezTo>
                  <a:pt x="699374" y="99761"/>
                  <a:pt x="704755" y="110174"/>
                  <a:pt x="712794" y="117264"/>
                </a:cubicBezTo>
                <a:cubicBezTo>
                  <a:pt x="720643" y="124480"/>
                  <a:pt x="729189" y="128088"/>
                  <a:pt x="738431" y="128088"/>
                </a:cubicBezTo>
                <a:cubicBezTo>
                  <a:pt x="745457" y="128152"/>
                  <a:pt x="751122" y="126221"/>
                  <a:pt x="755427" y="122296"/>
                </a:cubicBezTo>
                <a:cubicBezTo>
                  <a:pt x="759605" y="118435"/>
                  <a:pt x="761694" y="113941"/>
                  <a:pt x="761694" y="108813"/>
                </a:cubicBezTo>
                <a:cubicBezTo>
                  <a:pt x="761694" y="105775"/>
                  <a:pt x="760902" y="102831"/>
                  <a:pt x="759320" y="99983"/>
                </a:cubicBezTo>
                <a:cubicBezTo>
                  <a:pt x="757674" y="97134"/>
                  <a:pt x="755205" y="94412"/>
                  <a:pt x="751914" y="91817"/>
                </a:cubicBezTo>
                <a:cubicBezTo>
                  <a:pt x="748559" y="89285"/>
                  <a:pt x="742735" y="85962"/>
                  <a:pt x="734443" y="81847"/>
                </a:cubicBezTo>
                <a:cubicBezTo>
                  <a:pt x="722732" y="76150"/>
                  <a:pt x="714313" y="71245"/>
                  <a:pt x="709186" y="67130"/>
                </a:cubicBezTo>
                <a:cubicBezTo>
                  <a:pt x="704059" y="63142"/>
                  <a:pt x="700134" y="58616"/>
                  <a:pt x="697412" y="53552"/>
                </a:cubicBezTo>
                <a:cubicBezTo>
                  <a:pt x="694627" y="48551"/>
                  <a:pt x="693234" y="43044"/>
                  <a:pt x="693234" y="37031"/>
                </a:cubicBezTo>
                <a:cubicBezTo>
                  <a:pt x="693234" y="26776"/>
                  <a:pt x="697001" y="18041"/>
                  <a:pt x="704533" y="10824"/>
                </a:cubicBezTo>
                <a:cubicBezTo>
                  <a:pt x="712003" y="3608"/>
                  <a:pt x="721498" y="0"/>
                  <a:pt x="733019" y="0"/>
                </a:cubicBezTo>
                <a:cubicBezTo>
                  <a:pt x="737196" y="0"/>
                  <a:pt x="741248" y="506"/>
                  <a:pt x="745172" y="1519"/>
                </a:cubicBezTo>
                <a:cubicBezTo>
                  <a:pt x="748084" y="2342"/>
                  <a:pt x="751724" y="3735"/>
                  <a:pt x="756091" y="5697"/>
                </a:cubicBezTo>
                <a:cubicBezTo>
                  <a:pt x="760333" y="7786"/>
                  <a:pt x="763308" y="8830"/>
                  <a:pt x="765017" y="8830"/>
                </a:cubicBezTo>
                <a:cubicBezTo>
                  <a:pt x="766599" y="8894"/>
                  <a:pt x="767897" y="8387"/>
                  <a:pt x="768910" y="7311"/>
                </a:cubicBezTo>
                <a:cubicBezTo>
                  <a:pt x="769796" y="6362"/>
                  <a:pt x="770682" y="3925"/>
                  <a:pt x="771568" y="0"/>
                </a:cubicBezTo>
                <a:lnTo>
                  <a:pt x="774417" y="0"/>
                </a:lnTo>
                <a:close/>
                <a:moveTo>
                  <a:pt x="884749" y="42918"/>
                </a:moveTo>
                <a:lnTo>
                  <a:pt x="884749" y="112421"/>
                </a:lnTo>
                <a:cubicBezTo>
                  <a:pt x="884749" y="119258"/>
                  <a:pt x="885382" y="123467"/>
                  <a:pt x="886648" y="125050"/>
                </a:cubicBezTo>
                <a:cubicBezTo>
                  <a:pt x="887851" y="126759"/>
                  <a:pt x="890414" y="127835"/>
                  <a:pt x="894339" y="128278"/>
                </a:cubicBezTo>
                <a:lnTo>
                  <a:pt x="894339" y="131696"/>
                </a:lnTo>
                <a:lnTo>
                  <a:pt x="858163" y="131696"/>
                </a:lnTo>
                <a:lnTo>
                  <a:pt x="858163" y="119828"/>
                </a:lnTo>
                <a:cubicBezTo>
                  <a:pt x="853858" y="124892"/>
                  <a:pt x="849617" y="128563"/>
                  <a:pt x="845439" y="130842"/>
                </a:cubicBezTo>
                <a:cubicBezTo>
                  <a:pt x="841135" y="133247"/>
                  <a:pt x="836388" y="134418"/>
                  <a:pt x="831197" y="134355"/>
                </a:cubicBezTo>
                <a:cubicBezTo>
                  <a:pt x="826133" y="134418"/>
                  <a:pt x="821702" y="132867"/>
                  <a:pt x="817904" y="129702"/>
                </a:cubicBezTo>
                <a:cubicBezTo>
                  <a:pt x="813979" y="126664"/>
                  <a:pt x="811352" y="123087"/>
                  <a:pt x="810023" y="118973"/>
                </a:cubicBezTo>
                <a:cubicBezTo>
                  <a:pt x="808694" y="114922"/>
                  <a:pt x="808029" y="107737"/>
                  <a:pt x="808029" y="97419"/>
                </a:cubicBezTo>
                <a:lnTo>
                  <a:pt x="808029" y="62193"/>
                </a:lnTo>
                <a:cubicBezTo>
                  <a:pt x="808029" y="55483"/>
                  <a:pt x="807428" y="51305"/>
                  <a:pt x="806225" y="49659"/>
                </a:cubicBezTo>
                <a:cubicBezTo>
                  <a:pt x="804896" y="48077"/>
                  <a:pt x="802300" y="47000"/>
                  <a:pt x="798439" y="46431"/>
                </a:cubicBezTo>
                <a:lnTo>
                  <a:pt x="798439" y="42918"/>
                </a:lnTo>
                <a:lnTo>
                  <a:pt x="834615" y="42918"/>
                </a:lnTo>
                <a:lnTo>
                  <a:pt x="834615" y="103591"/>
                </a:lnTo>
                <a:cubicBezTo>
                  <a:pt x="834552" y="109984"/>
                  <a:pt x="834868" y="114067"/>
                  <a:pt x="835565" y="115840"/>
                </a:cubicBezTo>
                <a:cubicBezTo>
                  <a:pt x="836134" y="117675"/>
                  <a:pt x="837084" y="119068"/>
                  <a:pt x="838413" y="120017"/>
                </a:cubicBezTo>
                <a:cubicBezTo>
                  <a:pt x="839616" y="120967"/>
                  <a:pt x="841103" y="121442"/>
                  <a:pt x="842876" y="121442"/>
                </a:cubicBezTo>
                <a:cubicBezTo>
                  <a:pt x="845155" y="121505"/>
                  <a:pt x="847212" y="120904"/>
                  <a:pt x="849048" y="119638"/>
                </a:cubicBezTo>
                <a:cubicBezTo>
                  <a:pt x="851580" y="118055"/>
                  <a:pt x="854618" y="114732"/>
                  <a:pt x="858163" y="109668"/>
                </a:cubicBezTo>
                <a:lnTo>
                  <a:pt x="858163" y="62193"/>
                </a:lnTo>
                <a:cubicBezTo>
                  <a:pt x="858163" y="55483"/>
                  <a:pt x="857561" y="51305"/>
                  <a:pt x="856359" y="49659"/>
                </a:cubicBezTo>
                <a:cubicBezTo>
                  <a:pt x="855029" y="48077"/>
                  <a:pt x="852434" y="47000"/>
                  <a:pt x="848573" y="46431"/>
                </a:cubicBezTo>
                <a:lnTo>
                  <a:pt x="848573" y="42918"/>
                </a:lnTo>
                <a:lnTo>
                  <a:pt x="884749" y="42918"/>
                </a:lnTo>
                <a:close/>
                <a:moveTo>
                  <a:pt x="942763" y="2943"/>
                </a:moveTo>
                <a:lnTo>
                  <a:pt x="942763" y="51843"/>
                </a:lnTo>
                <a:cubicBezTo>
                  <a:pt x="950233" y="44184"/>
                  <a:pt x="958398" y="40322"/>
                  <a:pt x="967261" y="40259"/>
                </a:cubicBezTo>
                <a:cubicBezTo>
                  <a:pt x="973274" y="40322"/>
                  <a:pt x="979003" y="42095"/>
                  <a:pt x="984447" y="45576"/>
                </a:cubicBezTo>
                <a:cubicBezTo>
                  <a:pt x="989827" y="49248"/>
                  <a:pt x="994037" y="54343"/>
                  <a:pt x="997075" y="60863"/>
                </a:cubicBezTo>
                <a:cubicBezTo>
                  <a:pt x="1000113" y="67446"/>
                  <a:pt x="1001633" y="75043"/>
                  <a:pt x="1001633" y="83651"/>
                </a:cubicBezTo>
                <a:cubicBezTo>
                  <a:pt x="1001633" y="93400"/>
                  <a:pt x="999702" y="102198"/>
                  <a:pt x="995841" y="110048"/>
                </a:cubicBezTo>
                <a:cubicBezTo>
                  <a:pt x="991916" y="118023"/>
                  <a:pt x="986757" y="124037"/>
                  <a:pt x="980364" y="128088"/>
                </a:cubicBezTo>
                <a:cubicBezTo>
                  <a:pt x="973844" y="132266"/>
                  <a:pt x="966469" y="134355"/>
                  <a:pt x="958240" y="134355"/>
                </a:cubicBezTo>
                <a:cubicBezTo>
                  <a:pt x="953366" y="134355"/>
                  <a:pt x="949093" y="133595"/>
                  <a:pt x="945422" y="132076"/>
                </a:cubicBezTo>
                <a:cubicBezTo>
                  <a:pt x="941687" y="130557"/>
                  <a:pt x="938016" y="128088"/>
                  <a:pt x="934408" y="124670"/>
                </a:cubicBezTo>
                <a:lnTo>
                  <a:pt x="919690" y="134260"/>
                </a:lnTo>
                <a:lnTo>
                  <a:pt x="916462" y="134260"/>
                </a:lnTo>
                <a:lnTo>
                  <a:pt x="916462" y="21364"/>
                </a:lnTo>
                <a:cubicBezTo>
                  <a:pt x="916462" y="16300"/>
                  <a:pt x="916240" y="13135"/>
                  <a:pt x="915797" y="11869"/>
                </a:cubicBezTo>
                <a:cubicBezTo>
                  <a:pt x="915101" y="10096"/>
                  <a:pt x="914120" y="8767"/>
                  <a:pt x="912854" y="7881"/>
                </a:cubicBezTo>
                <a:cubicBezTo>
                  <a:pt x="911398" y="7058"/>
                  <a:pt x="909088" y="6583"/>
                  <a:pt x="905922" y="6457"/>
                </a:cubicBezTo>
                <a:lnTo>
                  <a:pt x="905922" y="2943"/>
                </a:lnTo>
                <a:lnTo>
                  <a:pt x="942763" y="2943"/>
                </a:lnTo>
                <a:moveTo>
                  <a:pt x="942763" y="60294"/>
                </a:moveTo>
                <a:lnTo>
                  <a:pt x="942763" y="99793"/>
                </a:lnTo>
                <a:cubicBezTo>
                  <a:pt x="942763" y="107895"/>
                  <a:pt x="942953" y="113023"/>
                  <a:pt x="943333" y="115175"/>
                </a:cubicBezTo>
                <a:cubicBezTo>
                  <a:pt x="943966" y="118910"/>
                  <a:pt x="945485" y="121916"/>
                  <a:pt x="947891" y="124195"/>
                </a:cubicBezTo>
                <a:cubicBezTo>
                  <a:pt x="950233" y="126601"/>
                  <a:pt x="953303" y="127772"/>
                  <a:pt x="957101" y="127708"/>
                </a:cubicBezTo>
                <a:cubicBezTo>
                  <a:pt x="960266" y="127708"/>
                  <a:pt x="963051" y="126791"/>
                  <a:pt x="965456" y="124955"/>
                </a:cubicBezTo>
                <a:cubicBezTo>
                  <a:pt x="967672" y="123182"/>
                  <a:pt x="969603" y="119543"/>
                  <a:pt x="971248" y="114036"/>
                </a:cubicBezTo>
                <a:cubicBezTo>
                  <a:pt x="972768" y="108655"/>
                  <a:pt x="973527" y="98843"/>
                  <a:pt x="973527" y="84601"/>
                </a:cubicBezTo>
                <a:cubicBezTo>
                  <a:pt x="973527" y="71055"/>
                  <a:pt x="971818" y="61718"/>
                  <a:pt x="968400" y="56590"/>
                </a:cubicBezTo>
                <a:cubicBezTo>
                  <a:pt x="965931" y="52919"/>
                  <a:pt x="962608" y="51083"/>
                  <a:pt x="958430" y="51083"/>
                </a:cubicBezTo>
                <a:cubicBezTo>
                  <a:pt x="952986" y="51083"/>
                  <a:pt x="947764" y="54153"/>
                  <a:pt x="942763" y="60294"/>
                </a:cubicBezTo>
                <a:close/>
                <a:moveTo>
                  <a:pt x="1151179" y="0"/>
                </a:moveTo>
                <a:lnTo>
                  <a:pt x="1152224" y="42918"/>
                </a:lnTo>
                <a:lnTo>
                  <a:pt x="1148331" y="42918"/>
                </a:lnTo>
                <a:cubicBezTo>
                  <a:pt x="1146432" y="32220"/>
                  <a:pt x="1141937" y="23548"/>
                  <a:pt x="1134848" y="16901"/>
                </a:cubicBezTo>
                <a:cubicBezTo>
                  <a:pt x="1127631" y="10381"/>
                  <a:pt x="1119846" y="7121"/>
                  <a:pt x="1111490" y="7121"/>
                </a:cubicBezTo>
                <a:cubicBezTo>
                  <a:pt x="1104970" y="7121"/>
                  <a:pt x="1099874" y="8830"/>
                  <a:pt x="1096203" y="12249"/>
                </a:cubicBezTo>
                <a:cubicBezTo>
                  <a:pt x="1092405" y="15793"/>
                  <a:pt x="1090506" y="19781"/>
                  <a:pt x="1090506" y="24212"/>
                </a:cubicBezTo>
                <a:cubicBezTo>
                  <a:pt x="1090506" y="27124"/>
                  <a:pt x="1091170" y="29656"/>
                  <a:pt x="1092500" y="31808"/>
                </a:cubicBezTo>
                <a:cubicBezTo>
                  <a:pt x="1094272" y="34784"/>
                  <a:pt x="1097216" y="37727"/>
                  <a:pt x="1101330" y="40639"/>
                </a:cubicBezTo>
                <a:cubicBezTo>
                  <a:pt x="1104242" y="42728"/>
                  <a:pt x="1111110" y="46431"/>
                  <a:pt x="1121934" y="51748"/>
                </a:cubicBezTo>
                <a:cubicBezTo>
                  <a:pt x="1137000" y="59217"/>
                  <a:pt x="1147160" y="66212"/>
                  <a:pt x="1152414" y="72732"/>
                </a:cubicBezTo>
                <a:cubicBezTo>
                  <a:pt x="1157604" y="79379"/>
                  <a:pt x="1160199" y="86911"/>
                  <a:pt x="1160199" y="95330"/>
                </a:cubicBezTo>
                <a:cubicBezTo>
                  <a:pt x="1160199" y="106155"/>
                  <a:pt x="1156022" y="115396"/>
                  <a:pt x="1147666" y="123056"/>
                </a:cubicBezTo>
                <a:cubicBezTo>
                  <a:pt x="1139184" y="130842"/>
                  <a:pt x="1128518" y="134735"/>
                  <a:pt x="1115668" y="134735"/>
                </a:cubicBezTo>
                <a:cubicBezTo>
                  <a:pt x="1111553" y="134798"/>
                  <a:pt x="1107723" y="134387"/>
                  <a:pt x="1104179" y="133500"/>
                </a:cubicBezTo>
                <a:cubicBezTo>
                  <a:pt x="1100507" y="132677"/>
                  <a:pt x="1095981" y="131127"/>
                  <a:pt x="1090601" y="128848"/>
                </a:cubicBezTo>
                <a:cubicBezTo>
                  <a:pt x="1087562" y="127645"/>
                  <a:pt x="1085062" y="127012"/>
                  <a:pt x="1083100" y="126949"/>
                </a:cubicBezTo>
                <a:cubicBezTo>
                  <a:pt x="1081391" y="127012"/>
                  <a:pt x="1079650" y="127645"/>
                  <a:pt x="1077877" y="128848"/>
                </a:cubicBezTo>
                <a:cubicBezTo>
                  <a:pt x="1076042" y="130177"/>
                  <a:pt x="1074554" y="132108"/>
                  <a:pt x="1073415" y="134640"/>
                </a:cubicBezTo>
                <a:lnTo>
                  <a:pt x="1069902" y="134640"/>
                </a:lnTo>
                <a:lnTo>
                  <a:pt x="1069902" y="86025"/>
                </a:lnTo>
                <a:lnTo>
                  <a:pt x="1073415" y="86025"/>
                </a:lnTo>
                <a:cubicBezTo>
                  <a:pt x="1076137" y="99761"/>
                  <a:pt x="1081517" y="110174"/>
                  <a:pt x="1089556" y="117264"/>
                </a:cubicBezTo>
                <a:cubicBezTo>
                  <a:pt x="1097406" y="124480"/>
                  <a:pt x="1105951" y="128088"/>
                  <a:pt x="1115193" y="128088"/>
                </a:cubicBezTo>
                <a:cubicBezTo>
                  <a:pt x="1122219" y="128152"/>
                  <a:pt x="1127885" y="126221"/>
                  <a:pt x="1132189" y="122296"/>
                </a:cubicBezTo>
                <a:cubicBezTo>
                  <a:pt x="1136367" y="118435"/>
                  <a:pt x="1138456" y="113941"/>
                  <a:pt x="1138456" y="108813"/>
                </a:cubicBezTo>
                <a:cubicBezTo>
                  <a:pt x="1138456" y="105775"/>
                  <a:pt x="1137665" y="102831"/>
                  <a:pt x="1136082" y="99983"/>
                </a:cubicBezTo>
                <a:cubicBezTo>
                  <a:pt x="1134436" y="97134"/>
                  <a:pt x="1131968" y="94412"/>
                  <a:pt x="1128676" y="91817"/>
                </a:cubicBezTo>
                <a:cubicBezTo>
                  <a:pt x="1125321" y="89285"/>
                  <a:pt x="1119497" y="85962"/>
                  <a:pt x="1111205" y="81847"/>
                </a:cubicBezTo>
                <a:cubicBezTo>
                  <a:pt x="1099494" y="76150"/>
                  <a:pt x="1091076" y="71245"/>
                  <a:pt x="1085948" y="67130"/>
                </a:cubicBezTo>
                <a:cubicBezTo>
                  <a:pt x="1080821" y="63142"/>
                  <a:pt x="1076896" y="58616"/>
                  <a:pt x="1074174" y="53552"/>
                </a:cubicBezTo>
                <a:cubicBezTo>
                  <a:pt x="1071389" y="48551"/>
                  <a:pt x="1069996" y="43044"/>
                  <a:pt x="1069996" y="37031"/>
                </a:cubicBezTo>
                <a:cubicBezTo>
                  <a:pt x="1069996" y="26776"/>
                  <a:pt x="1073763" y="18041"/>
                  <a:pt x="1081296" y="10824"/>
                </a:cubicBezTo>
                <a:cubicBezTo>
                  <a:pt x="1088765" y="3608"/>
                  <a:pt x="1098260" y="0"/>
                  <a:pt x="1109781" y="0"/>
                </a:cubicBezTo>
                <a:cubicBezTo>
                  <a:pt x="1113959" y="0"/>
                  <a:pt x="1118010" y="506"/>
                  <a:pt x="1121934" y="1519"/>
                </a:cubicBezTo>
                <a:cubicBezTo>
                  <a:pt x="1124846" y="2342"/>
                  <a:pt x="1128486" y="3735"/>
                  <a:pt x="1132854" y="5697"/>
                </a:cubicBezTo>
                <a:cubicBezTo>
                  <a:pt x="1137095" y="7786"/>
                  <a:pt x="1140070" y="8830"/>
                  <a:pt x="1141779" y="8830"/>
                </a:cubicBezTo>
                <a:cubicBezTo>
                  <a:pt x="1143362" y="8894"/>
                  <a:pt x="1144659" y="8387"/>
                  <a:pt x="1145672" y="7311"/>
                </a:cubicBezTo>
                <a:cubicBezTo>
                  <a:pt x="1146558" y="6362"/>
                  <a:pt x="1147444" y="3925"/>
                  <a:pt x="1148331" y="0"/>
                </a:cubicBezTo>
                <a:lnTo>
                  <a:pt x="1151179" y="0"/>
                </a:lnTo>
                <a:close/>
                <a:moveTo>
                  <a:pt x="1210145" y="122676"/>
                </a:moveTo>
                <a:lnTo>
                  <a:pt x="1210145" y="155719"/>
                </a:lnTo>
                <a:cubicBezTo>
                  <a:pt x="1210145" y="160340"/>
                  <a:pt x="1210524" y="163441"/>
                  <a:pt x="1211284" y="165024"/>
                </a:cubicBezTo>
                <a:cubicBezTo>
                  <a:pt x="1211917" y="166670"/>
                  <a:pt x="1213025" y="167872"/>
                  <a:pt x="1214607" y="168632"/>
                </a:cubicBezTo>
                <a:cubicBezTo>
                  <a:pt x="1216063" y="169392"/>
                  <a:pt x="1219038" y="169771"/>
                  <a:pt x="1223533" y="169771"/>
                </a:cubicBezTo>
                <a:lnTo>
                  <a:pt x="1223533" y="173285"/>
                </a:lnTo>
                <a:lnTo>
                  <a:pt x="1172924" y="173285"/>
                </a:lnTo>
                <a:lnTo>
                  <a:pt x="1172924" y="169771"/>
                </a:lnTo>
                <a:cubicBezTo>
                  <a:pt x="1176785" y="169708"/>
                  <a:pt x="1179697" y="168600"/>
                  <a:pt x="1181660" y="166448"/>
                </a:cubicBezTo>
                <a:cubicBezTo>
                  <a:pt x="1182862" y="165056"/>
                  <a:pt x="1183495" y="161289"/>
                  <a:pt x="1183559" y="155149"/>
                </a:cubicBezTo>
                <a:lnTo>
                  <a:pt x="1183559" y="61433"/>
                </a:lnTo>
                <a:cubicBezTo>
                  <a:pt x="1183495" y="55230"/>
                  <a:pt x="1182767" y="51210"/>
                  <a:pt x="1181375" y="49374"/>
                </a:cubicBezTo>
                <a:cubicBezTo>
                  <a:pt x="1179919" y="47728"/>
                  <a:pt x="1177102" y="46747"/>
                  <a:pt x="1172924" y="46431"/>
                </a:cubicBezTo>
                <a:lnTo>
                  <a:pt x="1172924" y="42918"/>
                </a:lnTo>
                <a:lnTo>
                  <a:pt x="1210145" y="42918"/>
                </a:lnTo>
                <a:lnTo>
                  <a:pt x="1210145" y="54597"/>
                </a:lnTo>
                <a:cubicBezTo>
                  <a:pt x="1213246" y="50039"/>
                  <a:pt x="1216411" y="46747"/>
                  <a:pt x="1219640" y="44722"/>
                </a:cubicBezTo>
                <a:cubicBezTo>
                  <a:pt x="1224261" y="41810"/>
                  <a:pt x="1229293" y="40322"/>
                  <a:pt x="1234737" y="40259"/>
                </a:cubicBezTo>
                <a:cubicBezTo>
                  <a:pt x="1241194" y="40322"/>
                  <a:pt x="1247144" y="42380"/>
                  <a:pt x="1252588" y="46431"/>
                </a:cubicBezTo>
                <a:cubicBezTo>
                  <a:pt x="1257905" y="50545"/>
                  <a:pt x="1261956" y="56211"/>
                  <a:pt x="1264741" y="63427"/>
                </a:cubicBezTo>
                <a:cubicBezTo>
                  <a:pt x="1267463" y="70770"/>
                  <a:pt x="1268856" y="78587"/>
                  <a:pt x="1268919" y="86880"/>
                </a:cubicBezTo>
                <a:cubicBezTo>
                  <a:pt x="1268919" y="95932"/>
                  <a:pt x="1267495" y="104129"/>
                  <a:pt x="1264646" y="111472"/>
                </a:cubicBezTo>
                <a:cubicBezTo>
                  <a:pt x="1261671" y="119005"/>
                  <a:pt x="1257493" y="124670"/>
                  <a:pt x="1252113" y="128468"/>
                </a:cubicBezTo>
                <a:cubicBezTo>
                  <a:pt x="1246606" y="132393"/>
                  <a:pt x="1240497" y="134355"/>
                  <a:pt x="1233787" y="134355"/>
                </a:cubicBezTo>
                <a:cubicBezTo>
                  <a:pt x="1228913" y="134418"/>
                  <a:pt x="1224356" y="133342"/>
                  <a:pt x="1220114" y="131127"/>
                </a:cubicBezTo>
                <a:cubicBezTo>
                  <a:pt x="1216949" y="129544"/>
                  <a:pt x="1213626" y="126727"/>
                  <a:pt x="1210145" y="122676"/>
                </a:cubicBezTo>
                <a:moveTo>
                  <a:pt x="1210145" y="113086"/>
                </a:moveTo>
                <a:cubicBezTo>
                  <a:pt x="1215525" y="120809"/>
                  <a:pt x="1221349" y="124670"/>
                  <a:pt x="1227616" y="124670"/>
                </a:cubicBezTo>
                <a:cubicBezTo>
                  <a:pt x="1231034" y="124670"/>
                  <a:pt x="1233851" y="122866"/>
                  <a:pt x="1236066" y="119258"/>
                </a:cubicBezTo>
                <a:cubicBezTo>
                  <a:pt x="1239358" y="113941"/>
                  <a:pt x="1241004" y="103813"/>
                  <a:pt x="1241004" y="88874"/>
                </a:cubicBezTo>
                <a:cubicBezTo>
                  <a:pt x="1241004" y="73618"/>
                  <a:pt x="1239200" y="63142"/>
                  <a:pt x="1235591" y="57445"/>
                </a:cubicBezTo>
                <a:cubicBezTo>
                  <a:pt x="1233186" y="53774"/>
                  <a:pt x="1229958" y="51906"/>
                  <a:pt x="1225906" y="51843"/>
                </a:cubicBezTo>
                <a:cubicBezTo>
                  <a:pt x="1219450" y="51906"/>
                  <a:pt x="1214196" y="56527"/>
                  <a:pt x="1210145" y="65706"/>
                </a:cubicBezTo>
                <a:lnTo>
                  <a:pt x="1210145" y="113086"/>
                </a:lnTo>
                <a:close/>
                <a:moveTo>
                  <a:pt x="1334150" y="118593"/>
                </a:moveTo>
                <a:cubicBezTo>
                  <a:pt x="1323325" y="128215"/>
                  <a:pt x="1313609" y="132994"/>
                  <a:pt x="1305000" y="132931"/>
                </a:cubicBezTo>
                <a:cubicBezTo>
                  <a:pt x="1299872" y="132931"/>
                  <a:pt x="1295663" y="131253"/>
                  <a:pt x="1292371" y="127898"/>
                </a:cubicBezTo>
                <a:cubicBezTo>
                  <a:pt x="1289016" y="124670"/>
                  <a:pt x="1287339" y="120524"/>
                  <a:pt x="1287339" y="115460"/>
                </a:cubicBezTo>
                <a:cubicBezTo>
                  <a:pt x="1287339" y="108750"/>
                  <a:pt x="1290251" y="102641"/>
                  <a:pt x="1296074" y="97134"/>
                </a:cubicBezTo>
                <a:cubicBezTo>
                  <a:pt x="1301835" y="91817"/>
                  <a:pt x="1314526" y="84633"/>
                  <a:pt x="1334150" y="75581"/>
                </a:cubicBezTo>
                <a:lnTo>
                  <a:pt x="1334150" y="66655"/>
                </a:lnTo>
                <a:cubicBezTo>
                  <a:pt x="1334086" y="60009"/>
                  <a:pt x="1333738" y="55768"/>
                  <a:pt x="1333105" y="53932"/>
                </a:cubicBezTo>
                <a:cubicBezTo>
                  <a:pt x="1332282" y="52223"/>
                  <a:pt x="1330890" y="50704"/>
                  <a:pt x="1328927" y="49374"/>
                </a:cubicBezTo>
                <a:cubicBezTo>
                  <a:pt x="1326902" y="48172"/>
                  <a:pt x="1324623" y="47539"/>
                  <a:pt x="1322091" y="47475"/>
                </a:cubicBezTo>
                <a:cubicBezTo>
                  <a:pt x="1317976" y="47539"/>
                  <a:pt x="1314590" y="48456"/>
                  <a:pt x="1311931" y="50229"/>
                </a:cubicBezTo>
                <a:cubicBezTo>
                  <a:pt x="1310285" y="51368"/>
                  <a:pt x="1309462" y="52698"/>
                  <a:pt x="1309462" y="54217"/>
                </a:cubicBezTo>
                <a:cubicBezTo>
                  <a:pt x="1309399" y="55546"/>
                  <a:pt x="1310285" y="57192"/>
                  <a:pt x="1312121" y="59154"/>
                </a:cubicBezTo>
                <a:cubicBezTo>
                  <a:pt x="1314463" y="61939"/>
                  <a:pt x="1315666" y="64566"/>
                  <a:pt x="1315729" y="67035"/>
                </a:cubicBezTo>
                <a:cubicBezTo>
                  <a:pt x="1315729" y="70200"/>
                  <a:pt x="1314590" y="72827"/>
                  <a:pt x="1312311" y="74916"/>
                </a:cubicBezTo>
                <a:cubicBezTo>
                  <a:pt x="1309906" y="77131"/>
                  <a:pt x="1306867" y="78239"/>
                  <a:pt x="1303196" y="78239"/>
                </a:cubicBezTo>
                <a:cubicBezTo>
                  <a:pt x="1299208" y="78239"/>
                  <a:pt x="1295885" y="77036"/>
                  <a:pt x="1293226" y="74631"/>
                </a:cubicBezTo>
                <a:cubicBezTo>
                  <a:pt x="1290441" y="72289"/>
                  <a:pt x="1289080" y="69472"/>
                  <a:pt x="1289143" y="66180"/>
                </a:cubicBezTo>
                <a:cubicBezTo>
                  <a:pt x="1289143" y="61623"/>
                  <a:pt x="1290947" y="57255"/>
                  <a:pt x="1294555" y="53077"/>
                </a:cubicBezTo>
                <a:cubicBezTo>
                  <a:pt x="1298163" y="49026"/>
                  <a:pt x="1303196" y="45861"/>
                  <a:pt x="1309652" y="43582"/>
                </a:cubicBezTo>
                <a:cubicBezTo>
                  <a:pt x="1316109" y="41430"/>
                  <a:pt x="1322819" y="40322"/>
                  <a:pt x="1329782" y="40259"/>
                </a:cubicBezTo>
                <a:cubicBezTo>
                  <a:pt x="1338201" y="40322"/>
                  <a:pt x="1344879" y="42095"/>
                  <a:pt x="1349816" y="45576"/>
                </a:cubicBezTo>
                <a:cubicBezTo>
                  <a:pt x="1354627" y="49184"/>
                  <a:pt x="1357792" y="53077"/>
                  <a:pt x="1359311" y="57255"/>
                </a:cubicBezTo>
                <a:cubicBezTo>
                  <a:pt x="1360134" y="59914"/>
                  <a:pt x="1360577" y="66022"/>
                  <a:pt x="1360641" y="75581"/>
                </a:cubicBezTo>
                <a:lnTo>
                  <a:pt x="1360641" y="110048"/>
                </a:lnTo>
                <a:cubicBezTo>
                  <a:pt x="1360641" y="114162"/>
                  <a:pt x="1360799" y="116694"/>
                  <a:pt x="1361116" y="117644"/>
                </a:cubicBezTo>
                <a:cubicBezTo>
                  <a:pt x="1361369" y="118783"/>
                  <a:pt x="1361843" y="119574"/>
                  <a:pt x="1362540" y="120017"/>
                </a:cubicBezTo>
                <a:cubicBezTo>
                  <a:pt x="1363109" y="120524"/>
                  <a:pt x="1363837" y="120777"/>
                  <a:pt x="1364724" y="120777"/>
                </a:cubicBezTo>
                <a:cubicBezTo>
                  <a:pt x="1366306" y="120840"/>
                  <a:pt x="1367984" y="119669"/>
                  <a:pt x="1369756" y="117264"/>
                </a:cubicBezTo>
                <a:lnTo>
                  <a:pt x="1372605" y="119543"/>
                </a:lnTo>
                <a:cubicBezTo>
                  <a:pt x="1369376" y="124227"/>
                  <a:pt x="1366116" y="127613"/>
                  <a:pt x="1362825" y="129702"/>
                </a:cubicBezTo>
                <a:cubicBezTo>
                  <a:pt x="1359343" y="131918"/>
                  <a:pt x="1355482" y="132994"/>
                  <a:pt x="1351241" y="132931"/>
                </a:cubicBezTo>
                <a:cubicBezTo>
                  <a:pt x="1346177" y="132931"/>
                  <a:pt x="1342220" y="131728"/>
                  <a:pt x="1339372" y="129323"/>
                </a:cubicBezTo>
                <a:cubicBezTo>
                  <a:pt x="1336523" y="127044"/>
                  <a:pt x="1334783" y="123467"/>
                  <a:pt x="1334150" y="118593"/>
                </a:cubicBezTo>
                <a:moveTo>
                  <a:pt x="1334150" y="111662"/>
                </a:moveTo>
                <a:lnTo>
                  <a:pt x="1334150" y="81942"/>
                </a:lnTo>
                <a:cubicBezTo>
                  <a:pt x="1326427" y="86437"/>
                  <a:pt x="1320730" y="91247"/>
                  <a:pt x="1317059" y="96375"/>
                </a:cubicBezTo>
                <a:cubicBezTo>
                  <a:pt x="1314590" y="99793"/>
                  <a:pt x="1313355" y="103243"/>
                  <a:pt x="1313355" y="106724"/>
                </a:cubicBezTo>
                <a:cubicBezTo>
                  <a:pt x="1313355" y="109699"/>
                  <a:pt x="1314400" y="112263"/>
                  <a:pt x="1316489" y="114415"/>
                </a:cubicBezTo>
                <a:cubicBezTo>
                  <a:pt x="1318071" y="116124"/>
                  <a:pt x="1320287" y="116979"/>
                  <a:pt x="1323135" y="116979"/>
                </a:cubicBezTo>
                <a:cubicBezTo>
                  <a:pt x="1326237" y="116979"/>
                  <a:pt x="1329908" y="115207"/>
                  <a:pt x="1334150" y="111662"/>
                </a:cubicBezTo>
                <a:close/>
                <a:moveTo>
                  <a:pt x="1418655" y="42918"/>
                </a:moveTo>
                <a:lnTo>
                  <a:pt x="1418655" y="54407"/>
                </a:lnTo>
                <a:cubicBezTo>
                  <a:pt x="1423213" y="49469"/>
                  <a:pt x="1427581" y="45861"/>
                  <a:pt x="1431758" y="43582"/>
                </a:cubicBezTo>
                <a:cubicBezTo>
                  <a:pt x="1435873" y="41430"/>
                  <a:pt x="1440367" y="40322"/>
                  <a:pt x="1445241" y="40259"/>
                </a:cubicBezTo>
                <a:cubicBezTo>
                  <a:pt x="1451002" y="40322"/>
                  <a:pt x="1455781" y="41905"/>
                  <a:pt x="1459579" y="45007"/>
                </a:cubicBezTo>
                <a:cubicBezTo>
                  <a:pt x="1463377" y="48235"/>
                  <a:pt x="1465909" y="52223"/>
                  <a:pt x="1467175" y="56970"/>
                </a:cubicBezTo>
                <a:cubicBezTo>
                  <a:pt x="1468188" y="60578"/>
                  <a:pt x="1468694" y="67510"/>
                  <a:pt x="1468694" y="77764"/>
                </a:cubicBezTo>
                <a:lnTo>
                  <a:pt x="1468694" y="112326"/>
                </a:lnTo>
                <a:cubicBezTo>
                  <a:pt x="1468694" y="119226"/>
                  <a:pt x="1469327" y="123467"/>
                  <a:pt x="1470593" y="125050"/>
                </a:cubicBezTo>
                <a:cubicBezTo>
                  <a:pt x="1471796" y="126759"/>
                  <a:pt x="1474360" y="127835"/>
                  <a:pt x="1478284" y="128278"/>
                </a:cubicBezTo>
                <a:lnTo>
                  <a:pt x="1478284" y="131696"/>
                </a:lnTo>
                <a:lnTo>
                  <a:pt x="1433373" y="131696"/>
                </a:lnTo>
                <a:lnTo>
                  <a:pt x="1433373" y="128278"/>
                </a:lnTo>
                <a:cubicBezTo>
                  <a:pt x="1436664" y="127898"/>
                  <a:pt x="1439070" y="126506"/>
                  <a:pt x="1440589" y="124100"/>
                </a:cubicBezTo>
                <a:cubicBezTo>
                  <a:pt x="1441602" y="122518"/>
                  <a:pt x="1442108" y="118593"/>
                  <a:pt x="1442108" y="112326"/>
                </a:cubicBezTo>
                <a:lnTo>
                  <a:pt x="1442108" y="72827"/>
                </a:lnTo>
                <a:cubicBezTo>
                  <a:pt x="1442108" y="65547"/>
                  <a:pt x="1441823" y="60958"/>
                  <a:pt x="1441253" y="59059"/>
                </a:cubicBezTo>
                <a:cubicBezTo>
                  <a:pt x="1440684" y="57160"/>
                  <a:pt x="1439734" y="55673"/>
                  <a:pt x="1438405" y="54597"/>
                </a:cubicBezTo>
                <a:cubicBezTo>
                  <a:pt x="1436949" y="53584"/>
                  <a:pt x="1435430" y="53077"/>
                  <a:pt x="1433847" y="53077"/>
                </a:cubicBezTo>
                <a:cubicBezTo>
                  <a:pt x="1428340" y="53077"/>
                  <a:pt x="1423276" y="56970"/>
                  <a:pt x="1418655" y="64756"/>
                </a:cubicBezTo>
                <a:lnTo>
                  <a:pt x="1418655" y="112326"/>
                </a:lnTo>
                <a:cubicBezTo>
                  <a:pt x="1418655" y="118973"/>
                  <a:pt x="1419288" y="123182"/>
                  <a:pt x="1420554" y="124955"/>
                </a:cubicBezTo>
                <a:cubicBezTo>
                  <a:pt x="1421757" y="126791"/>
                  <a:pt x="1424036" y="127898"/>
                  <a:pt x="1427391" y="128278"/>
                </a:cubicBezTo>
                <a:lnTo>
                  <a:pt x="1427391" y="131696"/>
                </a:lnTo>
                <a:lnTo>
                  <a:pt x="1382479" y="131696"/>
                </a:lnTo>
                <a:lnTo>
                  <a:pt x="1382479" y="128278"/>
                </a:lnTo>
                <a:cubicBezTo>
                  <a:pt x="1386151" y="127898"/>
                  <a:pt x="1388809" y="126696"/>
                  <a:pt x="1390455" y="124670"/>
                </a:cubicBezTo>
                <a:cubicBezTo>
                  <a:pt x="1391468" y="123277"/>
                  <a:pt x="1392006" y="119163"/>
                  <a:pt x="1392069" y="112326"/>
                </a:cubicBezTo>
                <a:lnTo>
                  <a:pt x="1392069" y="62193"/>
                </a:lnTo>
                <a:cubicBezTo>
                  <a:pt x="1392069" y="55483"/>
                  <a:pt x="1391468" y="51305"/>
                  <a:pt x="1390265" y="49659"/>
                </a:cubicBezTo>
                <a:cubicBezTo>
                  <a:pt x="1388936" y="48077"/>
                  <a:pt x="1386340" y="47000"/>
                  <a:pt x="1382479" y="46431"/>
                </a:cubicBezTo>
                <a:lnTo>
                  <a:pt x="1382479" y="42918"/>
                </a:lnTo>
                <a:lnTo>
                  <a:pt x="1418655" y="42918"/>
                </a:lnTo>
                <a:close/>
                <a:moveTo>
                  <a:pt x="1620330" y="63427"/>
                </a:moveTo>
                <a:cubicBezTo>
                  <a:pt x="1632547" y="66275"/>
                  <a:pt x="1641124" y="69725"/>
                  <a:pt x="1646062" y="73777"/>
                </a:cubicBezTo>
                <a:cubicBezTo>
                  <a:pt x="1653151" y="79600"/>
                  <a:pt x="1656696" y="87070"/>
                  <a:pt x="1656696" y="96185"/>
                </a:cubicBezTo>
                <a:cubicBezTo>
                  <a:pt x="1656696" y="105870"/>
                  <a:pt x="1652803" y="113877"/>
                  <a:pt x="1645017" y="120207"/>
                </a:cubicBezTo>
                <a:cubicBezTo>
                  <a:pt x="1635396" y="127930"/>
                  <a:pt x="1621501" y="131760"/>
                  <a:pt x="1603334" y="131696"/>
                </a:cubicBezTo>
                <a:lnTo>
                  <a:pt x="1537913" y="131696"/>
                </a:lnTo>
                <a:lnTo>
                  <a:pt x="1537913" y="128183"/>
                </a:lnTo>
                <a:cubicBezTo>
                  <a:pt x="1543800" y="128183"/>
                  <a:pt x="1547851" y="127613"/>
                  <a:pt x="1550067" y="126474"/>
                </a:cubicBezTo>
                <a:cubicBezTo>
                  <a:pt x="1552156" y="125461"/>
                  <a:pt x="1553643" y="124037"/>
                  <a:pt x="1554530" y="122201"/>
                </a:cubicBezTo>
                <a:cubicBezTo>
                  <a:pt x="1555352" y="120429"/>
                  <a:pt x="1555764" y="116061"/>
                  <a:pt x="1555764" y="109098"/>
                </a:cubicBezTo>
                <a:lnTo>
                  <a:pt x="1555764" y="25542"/>
                </a:lnTo>
                <a:cubicBezTo>
                  <a:pt x="1555764" y="18642"/>
                  <a:pt x="1555352" y="14243"/>
                  <a:pt x="1554530" y="12344"/>
                </a:cubicBezTo>
                <a:cubicBezTo>
                  <a:pt x="1553643" y="10571"/>
                  <a:pt x="1552124" y="9147"/>
                  <a:pt x="1549972" y="8071"/>
                </a:cubicBezTo>
                <a:cubicBezTo>
                  <a:pt x="1547756" y="7058"/>
                  <a:pt x="1543737" y="6520"/>
                  <a:pt x="1537913" y="6457"/>
                </a:cubicBezTo>
                <a:lnTo>
                  <a:pt x="1537913" y="2943"/>
                </a:lnTo>
                <a:lnTo>
                  <a:pt x="1599631" y="2943"/>
                </a:lnTo>
                <a:cubicBezTo>
                  <a:pt x="1614317" y="3007"/>
                  <a:pt x="1624761" y="4304"/>
                  <a:pt x="1630965" y="6836"/>
                </a:cubicBezTo>
                <a:cubicBezTo>
                  <a:pt x="1637105" y="9495"/>
                  <a:pt x="1641947" y="13420"/>
                  <a:pt x="1645492" y="18610"/>
                </a:cubicBezTo>
                <a:cubicBezTo>
                  <a:pt x="1648974" y="23864"/>
                  <a:pt x="1650746" y="29435"/>
                  <a:pt x="1650809" y="35322"/>
                </a:cubicBezTo>
                <a:cubicBezTo>
                  <a:pt x="1650746" y="41525"/>
                  <a:pt x="1648499" y="47032"/>
                  <a:pt x="1644068" y="51843"/>
                </a:cubicBezTo>
                <a:cubicBezTo>
                  <a:pt x="1639510" y="56717"/>
                  <a:pt x="1631598" y="60578"/>
                  <a:pt x="1620330" y="63427"/>
                </a:cubicBezTo>
                <a:moveTo>
                  <a:pt x="1585768" y="60863"/>
                </a:moveTo>
                <a:cubicBezTo>
                  <a:pt x="1594757" y="60863"/>
                  <a:pt x="1601403" y="59850"/>
                  <a:pt x="1605708" y="57825"/>
                </a:cubicBezTo>
                <a:cubicBezTo>
                  <a:pt x="1609949" y="55863"/>
                  <a:pt x="1613209" y="53014"/>
                  <a:pt x="1615488" y="49279"/>
                </a:cubicBezTo>
                <a:cubicBezTo>
                  <a:pt x="1617767" y="45608"/>
                  <a:pt x="1618906" y="40924"/>
                  <a:pt x="1618906" y="35227"/>
                </a:cubicBezTo>
                <a:cubicBezTo>
                  <a:pt x="1618843" y="29593"/>
                  <a:pt x="1617735" y="24909"/>
                  <a:pt x="1615583" y="21174"/>
                </a:cubicBezTo>
                <a:cubicBezTo>
                  <a:pt x="1613304" y="17566"/>
                  <a:pt x="1610076" y="14812"/>
                  <a:pt x="1605898" y="12913"/>
                </a:cubicBezTo>
                <a:cubicBezTo>
                  <a:pt x="1601657" y="11014"/>
                  <a:pt x="1594947" y="10096"/>
                  <a:pt x="1585768" y="10160"/>
                </a:cubicBezTo>
                <a:lnTo>
                  <a:pt x="1585768" y="60863"/>
                </a:lnTo>
                <a:moveTo>
                  <a:pt x="1585768" y="68269"/>
                </a:moveTo>
                <a:lnTo>
                  <a:pt x="1585768" y="109573"/>
                </a:lnTo>
                <a:lnTo>
                  <a:pt x="1585673" y="114320"/>
                </a:lnTo>
                <a:cubicBezTo>
                  <a:pt x="1585610" y="117739"/>
                  <a:pt x="1586496" y="120302"/>
                  <a:pt x="1588332" y="122011"/>
                </a:cubicBezTo>
                <a:cubicBezTo>
                  <a:pt x="1590041" y="123847"/>
                  <a:pt x="1592605" y="124733"/>
                  <a:pt x="1596023" y="124670"/>
                </a:cubicBezTo>
                <a:cubicBezTo>
                  <a:pt x="1601024" y="124670"/>
                  <a:pt x="1605708" y="123531"/>
                  <a:pt x="1610076" y="121252"/>
                </a:cubicBezTo>
                <a:cubicBezTo>
                  <a:pt x="1614317" y="119100"/>
                  <a:pt x="1617577" y="115840"/>
                  <a:pt x="1619855" y="111472"/>
                </a:cubicBezTo>
                <a:cubicBezTo>
                  <a:pt x="1622134" y="107231"/>
                  <a:pt x="1623274" y="102483"/>
                  <a:pt x="1623274" y="97229"/>
                </a:cubicBezTo>
                <a:cubicBezTo>
                  <a:pt x="1623210" y="91279"/>
                  <a:pt x="1621818" y="85867"/>
                  <a:pt x="1619096" y="80993"/>
                </a:cubicBezTo>
                <a:cubicBezTo>
                  <a:pt x="1616247" y="76245"/>
                  <a:pt x="1612418" y="72922"/>
                  <a:pt x="1607607" y="71023"/>
                </a:cubicBezTo>
                <a:cubicBezTo>
                  <a:pt x="1602733" y="69124"/>
                  <a:pt x="1595453" y="68206"/>
                  <a:pt x="1585768" y="68269"/>
                </a:cubicBezTo>
                <a:close/>
                <a:moveTo>
                  <a:pt x="1723066" y="118593"/>
                </a:moveTo>
                <a:cubicBezTo>
                  <a:pt x="1712242" y="128215"/>
                  <a:pt x="1702525" y="132994"/>
                  <a:pt x="1693916" y="132931"/>
                </a:cubicBezTo>
                <a:cubicBezTo>
                  <a:pt x="1688789" y="132931"/>
                  <a:pt x="1684580" y="131253"/>
                  <a:pt x="1681288" y="127898"/>
                </a:cubicBezTo>
                <a:cubicBezTo>
                  <a:pt x="1677933" y="124670"/>
                  <a:pt x="1676256" y="120524"/>
                  <a:pt x="1676256" y="115460"/>
                </a:cubicBezTo>
                <a:cubicBezTo>
                  <a:pt x="1676256" y="108750"/>
                  <a:pt x="1679167" y="102641"/>
                  <a:pt x="1684991" y="97134"/>
                </a:cubicBezTo>
                <a:cubicBezTo>
                  <a:pt x="1690751" y="91817"/>
                  <a:pt x="1703443" y="84633"/>
                  <a:pt x="1723066" y="75581"/>
                </a:cubicBezTo>
                <a:lnTo>
                  <a:pt x="1723066" y="66655"/>
                </a:lnTo>
                <a:cubicBezTo>
                  <a:pt x="1723003" y="60009"/>
                  <a:pt x="1722655" y="55768"/>
                  <a:pt x="1722022" y="53932"/>
                </a:cubicBezTo>
                <a:cubicBezTo>
                  <a:pt x="1721199" y="52223"/>
                  <a:pt x="1719806" y="50704"/>
                  <a:pt x="1717844" y="49374"/>
                </a:cubicBezTo>
                <a:cubicBezTo>
                  <a:pt x="1715818" y="48172"/>
                  <a:pt x="1713540" y="47539"/>
                  <a:pt x="1711007" y="47475"/>
                </a:cubicBezTo>
                <a:cubicBezTo>
                  <a:pt x="1706893" y="47539"/>
                  <a:pt x="1703506" y="48456"/>
                  <a:pt x="1700848" y="50229"/>
                </a:cubicBezTo>
                <a:cubicBezTo>
                  <a:pt x="1699202" y="51368"/>
                  <a:pt x="1698379" y="52698"/>
                  <a:pt x="1698379" y="54217"/>
                </a:cubicBezTo>
                <a:cubicBezTo>
                  <a:pt x="1698316" y="55546"/>
                  <a:pt x="1699202" y="57192"/>
                  <a:pt x="1701038" y="59154"/>
                </a:cubicBezTo>
                <a:cubicBezTo>
                  <a:pt x="1703380" y="61939"/>
                  <a:pt x="1704583" y="64566"/>
                  <a:pt x="1704646" y="67035"/>
                </a:cubicBezTo>
                <a:cubicBezTo>
                  <a:pt x="1704646" y="70200"/>
                  <a:pt x="1703506" y="72827"/>
                  <a:pt x="1701228" y="74916"/>
                </a:cubicBezTo>
                <a:cubicBezTo>
                  <a:pt x="1698822" y="77131"/>
                  <a:pt x="1695784" y="78239"/>
                  <a:pt x="1692112" y="78239"/>
                </a:cubicBezTo>
                <a:cubicBezTo>
                  <a:pt x="1688124" y="78239"/>
                  <a:pt x="1684801" y="77036"/>
                  <a:pt x="1682143" y="74631"/>
                </a:cubicBezTo>
                <a:cubicBezTo>
                  <a:pt x="1679357" y="72289"/>
                  <a:pt x="1677996" y="69472"/>
                  <a:pt x="1678060" y="66180"/>
                </a:cubicBezTo>
                <a:cubicBezTo>
                  <a:pt x="1678060" y="61623"/>
                  <a:pt x="1679864" y="57255"/>
                  <a:pt x="1683472" y="53077"/>
                </a:cubicBezTo>
                <a:cubicBezTo>
                  <a:pt x="1687080" y="49026"/>
                  <a:pt x="1692112" y="45861"/>
                  <a:pt x="1698569" y="43582"/>
                </a:cubicBezTo>
                <a:cubicBezTo>
                  <a:pt x="1705026" y="41430"/>
                  <a:pt x="1711735" y="40322"/>
                  <a:pt x="1718698" y="40259"/>
                </a:cubicBezTo>
                <a:cubicBezTo>
                  <a:pt x="1727117" y="40322"/>
                  <a:pt x="1733796" y="42095"/>
                  <a:pt x="1738733" y="45576"/>
                </a:cubicBezTo>
                <a:cubicBezTo>
                  <a:pt x="1743544" y="49184"/>
                  <a:pt x="1746709" y="53077"/>
                  <a:pt x="1748228" y="57255"/>
                </a:cubicBezTo>
                <a:cubicBezTo>
                  <a:pt x="1749051" y="59914"/>
                  <a:pt x="1749494" y="66022"/>
                  <a:pt x="1749557" y="75581"/>
                </a:cubicBezTo>
                <a:lnTo>
                  <a:pt x="1749557" y="110048"/>
                </a:lnTo>
                <a:cubicBezTo>
                  <a:pt x="1749557" y="114162"/>
                  <a:pt x="1749716" y="116694"/>
                  <a:pt x="1750032" y="117644"/>
                </a:cubicBezTo>
                <a:cubicBezTo>
                  <a:pt x="1750285" y="118783"/>
                  <a:pt x="1750760" y="119574"/>
                  <a:pt x="1751456" y="120017"/>
                </a:cubicBezTo>
                <a:cubicBezTo>
                  <a:pt x="1752026" y="120524"/>
                  <a:pt x="1752754" y="120777"/>
                  <a:pt x="1753640" y="120777"/>
                </a:cubicBezTo>
                <a:cubicBezTo>
                  <a:pt x="1755223" y="120840"/>
                  <a:pt x="1756900" y="119669"/>
                  <a:pt x="1758673" y="117264"/>
                </a:cubicBezTo>
                <a:lnTo>
                  <a:pt x="1761521" y="119543"/>
                </a:lnTo>
                <a:cubicBezTo>
                  <a:pt x="1758293" y="124227"/>
                  <a:pt x="1755033" y="127613"/>
                  <a:pt x="1751741" y="129702"/>
                </a:cubicBezTo>
                <a:cubicBezTo>
                  <a:pt x="1748260" y="131918"/>
                  <a:pt x="1744398" y="132994"/>
                  <a:pt x="1740157" y="132931"/>
                </a:cubicBezTo>
                <a:cubicBezTo>
                  <a:pt x="1735093" y="132931"/>
                  <a:pt x="1731137" y="131728"/>
                  <a:pt x="1728288" y="129323"/>
                </a:cubicBezTo>
                <a:cubicBezTo>
                  <a:pt x="1725440" y="127044"/>
                  <a:pt x="1723699" y="123467"/>
                  <a:pt x="1723066" y="118593"/>
                </a:cubicBezTo>
                <a:moveTo>
                  <a:pt x="1723066" y="111662"/>
                </a:moveTo>
                <a:lnTo>
                  <a:pt x="1723066" y="81942"/>
                </a:lnTo>
                <a:cubicBezTo>
                  <a:pt x="1715344" y="86437"/>
                  <a:pt x="1709647" y="91247"/>
                  <a:pt x="1705975" y="96375"/>
                </a:cubicBezTo>
                <a:cubicBezTo>
                  <a:pt x="1703506" y="99793"/>
                  <a:pt x="1702272" y="103243"/>
                  <a:pt x="1702272" y="106724"/>
                </a:cubicBezTo>
                <a:cubicBezTo>
                  <a:pt x="1702272" y="109699"/>
                  <a:pt x="1703317" y="112263"/>
                  <a:pt x="1705405" y="114415"/>
                </a:cubicBezTo>
                <a:cubicBezTo>
                  <a:pt x="1706988" y="116124"/>
                  <a:pt x="1709203" y="116979"/>
                  <a:pt x="1712052" y="116979"/>
                </a:cubicBezTo>
                <a:cubicBezTo>
                  <a:pt x="1715154" y="116979"/>
                  <a:pt x="1718825" y="115207"/>
                  <a:pt x="1723066" y="111662"/>
                </a:cubicBezTo>
                <a:close/>
                <a:moveTo>
                  <a:pt x="1828367" y="43962"/>
                </a:moveTo>
                <a:lnTo>
                  <a:pt x="1858276" y="43962"/>
                </a:lnTo>
                <a:lnTo>
                  <a:pt x="1858276" y="54407"/>
                </a:lnTo>
                <a:lnTo>
                  <a:pt x="1841280" y="54407"/>
                </a:lnTo>
                <a:cubicBezTo>
                  <a:pt x="1844319" y="57572"/>
                  <a:pt x="1846471" y="60389"/>
                  <a:pt x="1847737" y="62857"/>
                </a:cubicBezTo>
                <a:cubicBezTo>
                  <a:pt x="1849256" y="66339"/>
                  <a:pt x="1850016" y="69915"/>
                  <a:pt x="1850016" y="73587"/>
                </a:cubicBezTo>
                <a:cubicBezTo>
                  <a:pt x="1850016" y="79980"/>
                  <a:pt x="1848275" y="85455"/>
                  <a:pt x="1844793" y="90013"/>
                </a:cubicBezTo>
                <a:cubicBezTo>
                  <a:pt x="1841185" y="94761"/>
                  <a:pt x="1836406" y="98400"/>
                  <a:pt x="1830456" y="100932"/>
                </a:cubicBezTo>
                <a:cubicBezTo>
                  <a:pt x="1824316" y="103591"/>
                  <a:pt x="1818935" y="104920"/>
                  <a:pt x="1814314" y="104920"/>
                </a:cubicBezTo>
                <a:cubicBezTo>
                  <a:pt x="1813934" y="104920"/>
                  <a:pt x="1810136" y="104762"/>
                  <a:pt x="1802920" y="104446"/>
                </a:cubicBezTo>
                <a:cubicBezTo>
                  <a:pt x="1800072" y="104509"/>
                  <a:pt x="1797698" y="105427"/>
                  <a:pt x="1795799" y="107199"/>
                </a:cubicBezTo>
                <a:cubicBezTo>
                  <a:pt x="1793773" y="109161"/>
                  <a:pt x="1792792" y="111409"/>
                  <a:pt x="1792855" y="113941"/>
                </a:cubicBezTo>
                <a:cubicBezTo>
                  <a:pt x="1792792" y="116283"/>
                  <a:pt x="1793678" y="118150"/>
                  <a:pt x="1795514" y="119543"/>
                </a:cubicBezTo>
                <a:cubicBezTo>
                  <a:pt x="1797223" y="120999"/>
                  <a:pt x="1800040" y="121727"/>
                  <a:pt x="1803965" y="121727"/>
                </a:cubicBezTo>
                <a:lnTo>
                  <a:pt x="1820391" y="121537"/>
                </a:lnTo>
                <a:cubicBezTo>
                  <a:pt x="1833621" y="121537"/>
                  <a:pt x="1842768" y="122993"/>
                  <a:pt x="1847832" y="125904"/>
                </a:cubicBezTo>
                <a:cubicBezTo>
                  <a:pt x="1854921" y="130019"/>
                  <a:pt x="1858498" y="136254"/>
                  <a:pt x="1858561" y="144610"/>
                </a:cubicBezTo>
                <a:cubicBezTo>
                  <a:pt x="1858561" y="150053"/>
                  <a:pt x="1856915" y="154928"/>
                  <a:pt x="1853624" y="159232"/>
                </a:cubicBezTo>
                <a:cubicBezTo>
                  <a:pt x="1850269" y="163726"/>
                  <a:pt x="1845933" y="166986"/>
                  <a:pt x="1840615" y="169012"/>
                </a:cubicBezTo>
                <a:cubicBezTo>
                  <a:pt x="1832450" y="172177"/>
                  <a:pt x="1823050" y="173728"/>
                  <a:pt x="1812415" y="173664"/>
                </a:cubicBezTo>
                <a:cubicBezTo>
                  <a:pt x="1804376" y="173728"/>
                  <a:pt x="1797097" y="172936"/>
                  <a:pt x="1790577" y="171291"/>
                </a:cubicBezTo>
                <a:cubicBezTo>
                  <a:pt x="1783993" y="169771"/>
                  <a:pt x="1779277" y="167619"/>
                  <a:pt x="1776429" y="164834"/>
                </a:cubicBezTo>
                <a:cubicBezTo>
                  <a:pt x="1773580" y="162112"/>
                  <a:pt x="1772156" y="159232"/>
                  <a:pt x="1772156" y="156194"/>
                </a:cubicBezTo>
                <a:cubicBezTo>
                  <a:pt x="1772156" y="153345"/>
                  <a:pt x="1773264" y="150718"/>
                  <a:pt x="1775479" y="148313"/>
                </a:cubicBezTo>
                <a:cubicBezTo>
                  <a:pt x="1777568" y="146097"/>
                  <a:pt x="1781620" y="144166"/>
                  <a:pt x="1787633" y="142521"/>
                </a:cubicBezTo>
                <a:cubicBezTo>
                  <a:pt x="1779341" y="138469"/>
                  <a:pt x="1775226" y="132836"/>
                  <a:pt x="1775290" y="125619"/>
                </a:cubicBezTo>
                <a:cubicBezTo>
                  <a:pt x="1775290" y="121252"/>
                  <a:pt x="1776967" y="117011"/>
                  <a:pt x="1780322" y="112896"/>
                </a:cubicBezTo>
                <a:cubicBezTo>
                  <a:pt x="1783614" y="108845"/>
                  <a:pt x="1788931" y="105268"/>
                  <a:pt x="1796274" y="102167"/>
                </a:cubicBezTo>
                <a:cubicBezTo>
                  <a:pt x="1787791" y="99065"/>
                  <a:pt x="1781651" y="94982"/>
                  <a:pt x="1777853" y="89918"/>
                </a:cubicBezTo>
                <a:cubicBezTo>
                  <a:pt x="1774055" y="84917"/>
                  <a:pt x="1772156" y="79062"/>
                  <a:pt x="1772156" y="72352"/>
                </a:cubicBezTo>
                <a:cubicBezTo>
                  <a:pt x="1772093" y="63743"/>
                  <a:pt x="1775638" y="56211"/>
                  <a:pt x="1782791" y="49754"/>
                </a:cubicBezTo>
                <a:cubicBezTo>
                  <a:pt x="1789880" y="43424"/>
                  <a:pt x="1798996" y="40259"/>
                  <a:pt x="1810136" y="40259"/>
                </a:cubicBezTo>
                <a:cubicBezTo>
                  <a:pt x="1816023" y="40259"/>
                  <a:pt x="1822100" y="41493"/>
                  <a:pt x="1828367" y="43962"/>
                </a:cubicBezTo>
                <a:moveTo>
                  <a:pt x="1811940" y="46146"/>
                </a:moveTo>
                <a:cubicBezTo>
                  <a:pt x="1808206" y="46146"/>
                  <a:pt x="1805104" y="47982"/>
                  <a:pt x="1802635" y="51653"/>
                </a:cubicBezTo>
                <a:cubicBezTo>
                  <a:pt x="1800040" y="55388"/>
                  <a:pt x="1798774" y="63079"/>
                  <a:pt x="1798837" y="74726"/>
                </a:cubicBezTo>
                <a:cubicBezTo>
                  <a:pt x="1798774" y="84158"/>
                  <a:pt x="1800040" y="90614"/>
                  <a:pt x="1802635" y="94096"/>
                </a:cubicBezTo>
                <a:cubicBezTo>
                  <a:pt x="1805104" y="97641"/>
                  <a:pt x="1808047" y="99413"/>
                  <a:pt x="1811466" y="99413"/>
                </a:cubicBezTo>
                <a:cubicBezTo>
                  <a:pt x="1815200" y="99476"/>
                  <a:pt x="1818365" y="97736"/>
                  <a:pt x="1820961" y="94191"/>
                </a:cubicBezTo>
                <a:cubicBezTo>
                  <a:pt x="1823493" y="90709"/>
                  <a:pt x="1824759" y="83936"/>
                  <a:pt x="1824759" y="73871"/>
                </a:cubicBezTo>
                <a:cubicBezTo>
                  <a:pt x="1824759" y="62604"/>
                  <a:pt x="1823334" y="54881"/>
                  <a:pt x="1820486" y="50704"/>
                </a:cubicBezTo>
                <a:cubicBezTo>
                  <a:pt x="1818460" y="47665"/>
                  <a:pt x="1815612" y="46146"/>
                  <a:pt x="1811940" y="46146"/>
                </a:cubicBezTo>
                <a:moveTo>
                  <a:pt x="1806338" y="144799"/>
                </a:moveTo>
                <a:cubicBezTo>
                  <a:pt x="1799882" y="144863"/>
                  <a:pt x="1795609" y="145401"/>
                  <a:pt x="1793520" y="146414"/>
                </a:cubicBezTo>
                <a:cubicBezTo>
                  <a:pt x="1789912" y="148439"/>
                  <a:pt x="1788108" y="151098"/>
                  <a:pt x="1788108" y="154389"/>
                </a:cubicBezTo>
                <a:cubicBezTo>
                  <a:pt x="1788108" y="157681"/>
                  <a:pt x="1789975" y="160593"/>
                  <a:pt x="1793710" y="163125"/>
                </a:cubicBezTo>
                <a:cubicBezTo>
                  <a:pt x="1797381" y="165784"/>
                  <a:pt x="1804408" y="167113"/>
                  <a:pt x="1814789" y="167113"/>
                </a:cubicBezTo>
                <a:cubicBezTo>
                  <a:pt x="1823588" y="167176"/>
                  <a:pt x="1830519" y="166005"/>
                  <a:pt x="1835583" y="163600"/>
                </a:cubicBezTo>
                <a:cubicBezTo>
                  <a:pt x="1840584" y="161321"/>
                  <a:pt x="1843084" y="158029"/>
                  <a:pt x="1843084" y="153725"/>
                </a:cubicBezTo>
                <a:cubicBezTo>
                  <a:pt x="1843084" y="152142"/>
                  <a:pt x="1842609" y="150813"/>
                  <a:pt x="1841660" y="149737"/>
                </a:cubicBezTo>
                <a:cubicBezTo>
                  <a:pt x="1839951" y="147838"/>
                  <a:pt x="1837387" y="146540"/>
                  <a:pt x="1833969" y="145844"/>
                </a:cubicBezTo>
                <a:cubicBezTo>
                  <a:pt x="1830424" y="145211"/>
                  <a:pt x="1821214" y="144863"/>
                  <a:pt x="1806338" y="144799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InputTraceData">
            <a:extLst xmlns:a="http://schemas.openxmlformats.org/drawingml/2006/main">
              <a:ext uri="{FF2B5EF4-FFF2-40B4-BE49-F238E27FC236}">
                <a16:creationId xmlns:a16="http://schemas.microsoft.com/office/drawing/2014/main" id="{4B2071C9-71C7-49ED-A8D0-2CDB02B9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75" y="1031240"/>
            <a:ext cx="1414857" cy="170341"/>
          </a:xfrm>
          <a:custGeom xmlns:a="http://schemas.openxmlformats.org/drawingml/2006/main">
            <a:pathLst>
              <a:path w="1414857" h="170341">
                <a:moveTo>
                  <a:pt x="67320" y="125240"/>
                </a:moveTo>
                <a:lnTo>
                  <a:pt x="67320" y="128753"/>
                </a:lnTo>
                <a:lnTo>
                  <a:pt x="0" y="128753"/>
                </a:lnTo>
                <a:lnTo>
                  <a:pt x="0" y="125240"/>
                </a:lnTo>
                <a:lnTo>
                  <a:pt x="4273" y="125240"/>
                </a:lnTo>
                <a:cubicBezTo>
                  <a:pt x="7944" y="125240"/>
                  <a:pt x="10951" y="124575"/>
                  <a:pt x="13293" y="123246"/>
                </a:cubicBezTo>
                <a:cubicBezTo>
                  <a:pt x="14876" y="122423"/>
                  <a:pt x="16142" y="120904"/>
                  <a:pt x="17091" y="118688"/>
                </a:cubicBezTo>
                <a:cubicBezTo>
                  <a:pt x="17724" y="117169"/>
                  <a:pt x="18072" y="113181"/>
                  <a:pt x="18136" y="106724"/>
                </a:cubicBezTo>
                <a:lnTo>
                  <a:pt x="18136" y="22029"/>
                </a:lnTo>
                <a:cubicBezTo>
                  <a:pt x="18072" y="15509"/>
                  <a:pt x="17724" y="11394"/>
                  <a:pt x="17091" y="9685"/>
                </a:cubicBezTo>
                <a:cubicBezTo>
                  <a:pt x="16395" y="8102"/>
                  <a:pt x="15002" y="6647"/>
                  <a:pt x="12913" y="5317"/>
                </a:cubicBezTo>
                <a:cubicBezTo>
                  <a:pt x="10698" y="4115"/>
                  <a:pt x="7818" y="3513"/>
                  <a:pt x="4273" y="3513"/>
                </a:cubicBezTo>
                <a:lnTo>
                  <a:pt x="0" y="3513"/>
                </a:lnTo>
                <a:lnTo>
                  <a:pt x="0" y="0"/>
                </a:lnTo>
                <a:lnTo>
                  <a:pt x="67320" y="0"/>
                </a:lnTo>
                <a:lnTo>
                  <a:pt x="67320" y="3513"/>
                </a:lnTo>
                <a:lnTo>
                  <a:pt x="63047" y="3513"/>
                </a:lnTo>
                <a:cubicBezTo>
                  <a:pt x="59312" y="3513"/>
                  <a:pt x="56306" y="4178"/>
                  <a:pt x="54027" y="5507"/>
                </a:cubicBezTo>
                <a:cubicBezTo>
                  <a:pt x="52381" y="6393"/>
                  <a:pt x="51083" y="7913"/>
                  <a:pt x="50134" y="10065"/>
                </a:cubicBezTo>
                <a:cubicBezTo>
                  <a:pt x="49438" y="11584"/>
                  <a:pt x="49089" y="15572"/>
                  <a:pt x="49089" y="22029"/>
                </a:cubicBezTo>
                <a:lnTo>
                  <a:pt x="49089" y="106724"/>
                </a:lnTo>
                <a:cubicBezTo>
                  <a:pt x="49089" y="113371"/>
                  <a:pt x="49469" y="117485"/>
                  <a:pt x="50229" y="119068"/>
                </a:cubicBezTo>
                <a:cubicBezTo>
                  <a:pt x="50862" y="120714"/>
                  <a:pt x="52286" y="122138"/>
                  <a:pt x="54502" y="123341"/>
                </a:cubicBezTo>
                <a:cubicBezTo>
                  <a:pt x="56590" y="124607"/>
                  <a:pt x="59439" y="125240"/>
                  <a:pt x="63047" y="125240"/>
                </a:cubicBezTo>
                <a:lnTo>
                  <a:pt x="67320" y="125240"/>
                </a:lnTo>
                <a:close/>
                <a:moveTo>
                  <a:pt x="105775" y="39974"/>
                </a:moveTo>
                <a:lnTo>
                  <a:pt x="105775" y="51463"/>
                </a:lnTo>
                <a:cubicBezTo>
                  <a:pt x="110332" y="46526"/>
                  <a:pt x="114700" y="42918"/>
                  <a:pt x="118878" y="40639"/>
                </a:cubicBezTo>
                <a:cubicBezTo>
                  <a:pt x="122992" y="38487"/>
                  <a:pt x="127487" y="37379"/>
                  <a:pt x="132361" y="37316"/>
                </a:cubicBezTo>
                <a:cubicBezTo>
                  <a:pt x="138121" y="37379"/>
                  <a:pt x="142900" y="38961"/>
                  <a:pt x="146698" y="42063"/>
                </a:cubicBezTo>
                <a:cubicBezTo>
                  <a:pt x="150496" y="45291"/>
                  <a:pt x="153028" y="49279"/>
                  <a:pt x="154294" y="54027"/>
                </a:cubicBezTo>
                <a:cubicBezTo>
                  <a:pt x="155307" y="57635"/>
                  <a:pt x="155814" y="64566"/>
                  <a:pt x="155814" y="74821"/>
                </a:cubicBezTo>
                <a:lnTo>
                  <a:pt x="155814" y="109383"/>
                </a:lnTo>
                <a:cubicBezTo>
                  <a:pt x="155814" y="116283"/>
                  <a:pt x="156447" y="120524"/>
                  <a:pt x="157713" y="122106"/>
                </a:cubicBezTo>
                <a:cubicBezTo>
                  <a:pt x="158915" y="123815"/>
                  <a:pt x="161479" y="124892"/>
                  <a:pt x="165404" y="125335"/>
                </a:cubicBezTo>
                <a:lnTo>
                  <a:pt x="165404" y="128753"/>
                </a:lnTo>
                <a:lnTo>
                  <a:pt x="120492" y="128753"/>
                </a:lnTo>
                <a:lnTo>
                  <a:pt x="120492" y="125335"/>
                </a:lnTo>
                <a:cubicBezTo>
                  <a:pt x="123784" y="124955"/>
                  <a:pt x="126189" y="123562"/>
                  <a:pt x="127708" y="121157"/>
                </a:cubicBezTo>
                <a:cubicBezTo>
                  <a:pt x="128721" y="119574"/>
                  <a:pt x="129228" y="115650"/>
                  <a:pt x="129228" y="109383"/>
                </a:cubicBezTo>
                <a:lnTo>
                  <a:pt x="129228" y="69884"/>
                </a:lnTo>
                <a:cubicBezTo>
                  <a:pt x="129228" y="62604"/>
                  <a:pt x="128943" y="58015"/>
                  <a:pt x="128373" y="56116"/>
                </a:cubicBezTo>
                <a:cubicBezTo>
                  <a:pt x="127803" y="54217"/>
                  <a:pt x="126854" y="52729"/>
                  <a:pt x="125524" y="51653"/>
                </a:cubicBezTo>
                <a:cubicBezTo>
                  <a:pt x="124069" y="50640"/>
                  <a:pt x="122549" y="50134"/>
                  <a:pt x="120967" y="50134"/>
                </a:cubicBezTo>
                <a:cubicBezTo>
                  <a:pt x="115460" y="50134"/>
                  <a:pt x="110396" y="54027"/>
                  <a:pt x="105775" y="61813"/>
                </a:cubicBezTo>
                <a:lnTo>
                  <a:pt x="105775" y="109383"/>
                </a:lnTo>
                <a:cubicBezTo>
                  <a:pt x="105775" y="116029"/>
                  <a:pt x="106408" y="120239"/>
                  <a:pt x="107674" y="122011"/>
                </a:cubicBezTo>
                <a:cubicBezTo>
                  <a:pt x="108877" y="123847"/>
                  <a:pt x="111155" y="124955"/>
                  <a:pt x="114510" y="125335"/>
                </a:cubicBezTo>
                <a:lnTo>
                  <a:pt x="114510" y="128753"/>
                </a:lnTo>
                <a:lnTo>
                  <a:pt x="69599" y="128753"/>
                </a:lnTo>
                <a:lnTo>
                  <a:pt x="69599" y="125335"/>
                </a:lnTo>
                <a:cubicBezTo>
                  <a:pt x="73270" y="124955"/>
                  <a:pt x="75929" y="123752"/>
                  <a:pt x="77575" y="121727"/>
                </a:cubicBezTo>
                <a:cubicBezTo>
                  <a:pt x="78587" y="120334"/>
                  <a:pt x="79125" y="116219"/>
                  <a:pt x="79189" y="109383"/>
                </a:cubicBezTo>
                <a:lnTo>
                  <a:pt x="79189" y="59249"/>
                </a:lnTo>
                <a:cubicBezTo>
                  <a:pt x="79189" y="52539"/>
                  <a:pt x="78587" y="48361"/>
                  <a:pt x="77385" y="46716"/>
                </a:cubicBezTo>
                <a:cubicBezTo>
                  <a:pt x="76055" y="45133"/>
                  <a:pt x="73460" y="44057"/>
                  <a:pt x="69599" y="43487"/>
                </a:cubicBezTo>
                <a:lnTo>
                  <a:pt x="69599" y="39974"/>
                </a:lnTo>
                <a:lnTo>
                  <a:pt x="105775" y="39974"/>
                </a:lnTo>
                <a:close/>
                <a:moveTo>
                  <a:pt x="213259" y="119733"/>
                </a:moveTo>
                <a:lnTo>
                  <a:pt x="213259" y="152775"/>
                </a:lnTo>
                <a:cubicBezTo>
                  <a:pt x="213259" y="157396"/>
                  <a:pt x="213639" y="160498"/>
                  <a:pt x="214398" y="162080"/>
                </a:cubicBezTo>
                <a:cubicBezTo>
                  <a:pt x="215031" y="163726"/>
                  <a:pt x="216139" y="164929"/>
                  <a:pt x="217722" y="165689"/>
                </a:cubicBezTo>
                <a:cubicBezTo>
                  <a:pt x="219177" y="166448"/>
                  <a:pt x="222153" y="166828"/>
                  <a:pt x="226647" y="166828"/>
                </a:cubicBezTo>
                <a:lnTo>
                  <a:pt x="226647" y="170341"/>
                </a:lnTo>
                <a:lnTo>
                  <a:pt x="176038" y="170341"/>
                </a:lnTo>
                <a:lnTo>
                  <a:pt x="176038" y="166828"/>
                </a:lnTo>
                <a:cubicBezTo>
                  <a:pt x="179900" y="166765"/>
                  <a:pt x="182811" y="165657"/>
                  <a:pt x="184774" y="163505"/>
                </a:cubicBezTo>
                <a:cubicBezTo>
                  <a:pt x="185976" y="162112"/>
                  <a:pt x="186609" y="158346"/>
                  <a:pt x="186673" y="152206"/>
                </a:cubicBezTo>
                <a:lnTo>
                  <a:pt x="186673" y="58489"/>
                </a:lnTo>
                <a:cubicBezTo>
                  <a:pt x="186609" y="52286"/>
                  <a:pt x="185881" y="48266"/>
                  <a:pt x="184489" y="46431"/>
                </a:cubicBezTo>
                <a:cubicBezTo>
                  <a:pt x="183033" y="44785"/>
                  <a:pt x="180216" y="43804"/>
                  <a:pt x="176038" y="43487"/>
                </a:cubicBezTo>
                <a:lnTo>
                  <a:pt x="176038" y="39974"/>
                </a:lnTo>
                <a:lnTo>
                  <a:pt x="213259" y="39974"/>
                </a:lnTo>
                <a:lnTo>
                  <a:pt x="213259" y="51653"/>
                </a:lnTo>
                <a:cubicBezTo>
                  <a:pt x="216361" y="47095"/>
                  <a:pt x="219526" y="43804"/>
                  <a:pt x="222754" y="41778"/>
                </a:cubicBezTo>
                <a:cubicBezTo>
                  <a:pt x="227375" y="38866"/>
                  <a:pt x="232407" y="37379"/>
                  <a:pt x="237851" y="37316"/>
                </a:cubicBezTo>
                <a:cubicBezTo>
                  <a:pt x="244308" y="37379"/>
                  <a:pt x="250258" y="39436"/>
                  <a:pt x="255702" y="43487"/>
                </a:cubicBezTo>
                <a:cubicBezTo>
                  <a:pt x="261019" y="47602"/>
                  <a:pt x="265070" y="53267"/>
                  <a:pt x="267855" y="60483"/>
                </a:cubicBezTo>
                <a:cubicBezTo>
                  <a:pt x="270577" y="67826"/>
                  <a:pt x="271970" y="75644"/>
                  <a:pt x="272033" y="83936"/>
                </a:cubicBezTo>
                <a:cubicBezTo>
                  <a:pt x="272033" y="92988"/>
                  <a:pt x="270609" y="101186"/>
                  <a:pt x="267760" y="108528"/>
                </a:cubicBezTo>
                <a:cubicBezTo>
                  <a:pt x="264785" y="116061"/>
                  <a:pt x="260607" y="121727"/>
                  <a:pt x="255227" y="125525"/>
                </a:cubicBezTo>
                <a:cubicBezTo>
                  <a:pt x="249720" y="129449"/>
                  <a:pt x="243611" y="131411"/>
                  <a:pt x="236901" y="131411"/>
                </a:cubicBezTo>
                <a:cubicBezTo>
                  <a:pt x="232027" y="131475"/>
                  <a:pt x="227470" y="130399"/>
                  <a:pt x="223229" y="128183"/>
                </a:cubicBezTo>
                <a:cubicBezTo>
                  <a:pt x="220064" y="126601"/>
                  <a:pt x="216740" y="123784"/>
                  <a:pt x="213259" y="119733"/>
                </a:cubicBezTo>
                <a:moveTo>
                  <a:pt x="213259" y="110143"/>
                </a:moveTo>
                <a:cubicBezTo>
                  <a:pt x="218639" y="117865"/>
                  <a:pt x="224463" y="121727"/>
                  <a:pt x="230730" y="121727"/>
                </a:cubicBezTo>
                <a:cubicBezTo>
                  <a:pt x="234148" y="121727"/>
                  <a:pt x="236965" y="119922"/>
                  <a:pt x="239180" y="116314"/>
                </a:cubicBezTo>
                <a:cubicBezTo>
                  <a:pt x="242472" y="110997"/>
                  <a:pt x="244118" y="100869"/>
                  <a:pt x="244118" y="85930"/>
                </a:cubicBezTo>
                <a:cubicBezTo>
                  <a:pt x="244118" y="70675"/>
                  <a:pt x="242314" y="60199"/>
                  <a:pt x="238706" y="54502"/>
                </a:cubicBezTo>
                <a:cubicBezTo>
                  <a:pt x="236300" y="50830"/>
                  <a:pt x="233072" y="48963"/>
                  <a:pt x="229021" y="48900"/>
                </a:cubicBezTo>
                <a:cubicBezTo>
                  <a:pt x="222564" y="48963"/>
                  <a:pt x="217310" y="53584"/>
                  <a:pt x="213259" y="62762"/>
                </a:cubicBezTo>
                <a:lnTo>
                  <a:pt x="213259" y="110143"/>
                </a:lnTo>
                <a:close/>
                <a:moveTo>
                  <a:pt x="374010" y="39974"/>
                </a:moveTo>
                <a:lnTo>
                  <a:pt x="374010" y="109478"/>
                </a:lnTo>
                <a:cubicBezTo>
                  <a:pt x="374010" y="116314"/>
                  <a:pt x="374643" y="120524"/>
                  <a:pt x="375909" y="122106"/>
                </a:cubicBezTo>
                <a:cubicBezTo>
                  <a:pt x="377112" y="123815"/>
                  <a:pt x="379675" y="124892"/>
                  <a:pt x="383600" y="125335"/>
                </a:cubicBezTo>
                <a:lnTo>
                  <a:pt x="383600" y="128753"/>
                </a:lnTo>
                <a:lnTo>
                  <a:pt x="347424" y="128753"/>
                </a:lnTo>
                <a:lnTo>
                  <a:pt x="347424" y="116884"/>
                </a:lnTo>
                <a:cubicBezTo>
                  <a:pt x="343119" y="121948"/>
                  <a:pt x="338878" y="125619"/>
                  <a:pt x="334700" y="127898"/>
                </a:cubicBezTo>
                <a:cubicBezTo>
                  <a:pt x="330396" y="130304"/>
                  <a:pt x="325648" y="131475"/>
                  <a:pt x="320458" y="131411"/>
                </a:cubicBezTo>
                <a:cubicBezTo>
                  <a:pt x="315394" y="131475"/>
                  <a:pt x="310963" y="129924"/>
                  <a:pt x="307165" y="126759"/>
                </a:cubicBezTo>
                <a:cubicBezTo>
                  <a:pt x="303240" y="123720"/>
                  <a:pt x="300613" y="120144"/>
                  <a:pt x="299284" y="116029"/>
                </a:cubicBezTo>
                <a:cubicBezTo>
                  <a:pt x="297955" y="111978"/>
                  <a:pt x="297290" y="104794"/>
                  <a:pt x="297290" y="94476"/>
                </a:cubicBezTo>
                <a:lnTo>
                  <a:pt x="297290" y="59249"/>
                </a:lnTo>
                <a:cubicBezTo>
                  <a:pt x="297290" y="52539"/>
                  <a:pt x="296689" y="48361"/>
                  <a:pt x="295486" y="46716"/>
                </a:cubicBezTo>
                <a:cubicBezTo>
                  <a:pt x="294157" y="45133"/>
                  <a:pt x="291561" y="44057"/>
                  <a:pt x="287700" y="43487"/>
                </a:cubicBezTo>
                <a:lnTo>
                  <a:pt x="287700" y="39974"/>
                </a:lnTo>
                <a:lnTo>
                  <a:pt x="323876" y="39974"/>
                </a:lnTo>
                <a:lnTo>
                  <a:pt x="323876" y="100648"/>
                </a:lnTo>
                <a:cubicBezTo>
                  <a:pt x="323813" y="107041"/>
                  <a:pt x="324129" y="111124"/>
                  <a:pt x="324826" y="112896"/>
                </a:cubicBezTo>
                <a:cubicBezTo>
                  <a:pt x="325395" y="114732"/>
                  <a:pt x="326345" y="116124"/>
                  <a:pt x="327674" y="117074"/>
                </a:cubicBezTo>
                <a:cubicBezTo>
                  <a:pt x="328877" y="118023"/>
                  <a:pt x="330364" y="118498"/>
                  <a:pt x="332137" y="118498"/>
                </a:cubicBezTo>
                <a:cubicBezTo>
                  <a:pt x="334416" y="118562"/>
                  <a:pt x="336473" y="117960"/>
                  <a:pt x="338309" y="116694"/>
                </a:cubicBezTo>
                <a:cubicBezTo>
                  <a:pt x="340841" y="115112"/>
                  <a:pt x="343879" y="111788"/>
                  <a:pt x="347424" y="106724"/>
                </a:cubicBezTo>
                <a:lnTo>
                  <a:pt x="347424" y="59249"/>
                </a:lnTo>
                <a:cubicBezTo>
                  <a:pt x="347424" y="52539"/>
                  <a:pt x="346822" y="48361"/>
                  <a:pt x="345620" y="46716"/>
                </a:cubicBezTo>
                <a:cubicBezTo>
                  <a:pt x="344290" y="45133"/>
                  <a:pt x="341695" y="44057"/>
                  <a:pt x="337834" y="43487"/>
                </a:cubicBezTo>
                <a:lnTo>
                  <a:pt x="337834" y="39974"/>
                </a:lnTo>
                <a:lnTo>
                  <a:pt x="374010" y="39974"/>
                </a:lnTo>
                <a:close/>
                <a:moveTo>
                  <a:pt x="432879" y="7501"/>
                </a:moveTo>
                <a:lnTo>
                  <a:pt x="432879" y="39974"/>
                </a:lnTo>
                <a:lnTo>
                  <a:pt x="453958" y="39974"/>
                </a:lnTo>
                <a:lnTo>
                  <a:pt x="453958" y="49374"/>
                </a:lnTo>
                <a:lnTo>
                  <a:pt x="432879" y="49374"/>
                </a:lnTo>
                <a:lnTo>
                  <a:pt x="432879" y="104161"/>
                </a:lnTo>
                <a:cubicBezTo>
                  <a:pt x="432879" y="109351"/>
                  <a:pt x="433132" y="112643"/>
                  <a:pt x="433639" y="114036"/>
                </a:cubicBezTo>
                <a:cubicBezTo>
                  <a:pt x="434019" y="115618"/>
                  <a:pt x="434841" y="116821"/>
                  <a:pt x="436107" y="117644"/>
                </a:cubicBezTo>
                <a:cubicBezTo>
                  <a:pt x="437247" y="118593"/>
                  <a:pt x="438355" y="119068"/>
                  <a:pt x="439431" y="119068"/>
                </a:cubicBezTo>
                <a:cubicBezTo>
                  <a:pt x="443482" y="119068"/>
                  <a:pt x="447375" y="115935"/>
                  <a:pt x="451110" y="109668"/>
                </a:cubicBezTo>
                <a:lnTo>
                  <a:pt x="453958" y="111757"/>
                </a:lnTo>
                <a:cubicBezTo>
                  <a:pt x="448768" y="123910"/>
                  <a:pt x="440444" y="129987"/>
                  <a:pt x="428986" y="129987"/>
                </a:cubicBezTo>
                <a:cubicBezTo>
                  <a:pt x="423352" y="129987"/>
                  <a:pt x="418605" y="128405"/>
                  <a:pt x="414744" y="125240"/>
                </a:cubicBezTo>
                <a:cubicBezTo>
                  <a:pt x="410756" y="122201"/>
                  <a:pt x="408255" y="118720"/>
                  <a:pt x="407243" y="114795"/>
                </a:cubicBezTo>
                <a:cubicBezTo>
                  <a:pt x="406546" y="112643"/>
                  <a:pt x="406230" y="106819"/>
                  <a:pt x="406293" y="97324"/>
                </a:cubicBezTo>
                <a:lnTo>
                  <a:pt x="406293" y="49374"/>
                </a:lnTo>
                <a:lnTo>
                  <a:pt x="394709" y="49374"/>
                </a:lnTo>
                <a:lnTo>
                  <a:pt x="394709" y="46051"/>
                </a:lnTo>
                <a:cubicBezTo>
                  <a:pt x="402685" y="40481"/>
                  <a:pt x="409490" y="34562"/>
                  <a:pt x="415123" y="28295"/>
                </a:cubicBezTo>
                <a:cubicBezTo>
                  <a:pt x="420694" y="22155"/>
                  <a:pt x="425568" y="15224"/>
                  <a:pt x="429746" y="7501"/>
                </a:cubicBezTo>
                <a:lnTo>
                  <a:pt x="432879" y="7501"/>
                </a:lnTo>
                <a:close/>
                <a:moveTo>
                  <a:pt x="623160" y="0"/>
                </a:moveTo>
                <a:lnTo>
                  <a:pt x="623160" y="34847"/>
                </a:lnTo>
                <a:lnTo>
                  <a:pt x="619742" y="34847"/>
                </a:lnTo>
                <a:cubicBezTo>
                  <a:pt x="617716" y="26808"/>
                  <a:pt x="615469" y="21016"/>
                  <a:pt x="613000" y="17471"/>
                </a:cubicBezTo>
                <a:cubicBezTo>
                  <a:pt x="610468" y="13989"/>
                  <a:pt x="607082" y="11204"/>
                  <a:pt x="602841" y="9115"/>
                </a:cubicBezTo>
                <a:cubicBezTo>
                  <a:pt x="600372" y="7976"/>
                  <a:pt x="596162" y="7406"/>
                  <a:pt x="590212" y="7406"/>
                </a:cubicBezTo>
                <a:lnTo>
                  <a:pt x="580622" y="7406"/>
                </a:lnTo>
                <a:lnTo>
                  <a:pt x="580622" y="106724"/>
                </a:lnTo>
                <a:cubicBezTo>
                  <a:pt x="580622" y="113371"/>
                  <a:pt x="581002" y="117485"/>
                  <a:pt x="581762" y="119068"/>
                </a:cubicBezTo>
                <a:cubicBezTo>
                  <a:pt x="582395" y="120714"/>
                  <a:pt x="583819" y="122138"/>
                  <a:pt x="586034" y="123341"/>
                </a:cubicBezTo>
                <a:cubicBezTo>
                  <a:pt x="588060" y="124607"/>
                  <a:pt x="590940" y="125240"/>
                  <a:pt x="594675" y="125240"/>
                </a:cubicBezTo>
                <a:lnTo>
                  <a:pt x="598948" y="125240"/>
                </a:lnTo>
                <a:lnTo>
                  <a:pt x="598948" y="128753"/>
                </a:lnTo>
                <a:lnTo>
                  <a:pt x="531533" y="128753"/>
                </a:lnTo>
                <a:lnTo>
                  <a:pt x="531533" y="125240"/>
                </a:lnTo>
                <a:lnTo>
                  <a:pt x="535806" y="125240"/>
                </a:lnTo>
                <a:cubicBezTo>
                  <a:pt x="539477" y="125240"/>
                  <a:pt x="542484" y="124575"/>
                  <a:pt x="544826" y="123246"/>
                </a:cubicBezTo>
                <a:cubicBezTo>
                  <a:pt x="546408" y="122423"/>
                  <a:pt x="547706" y="120904"/>
                  <a:pt x="548719" y="118688"/>
                </a:cubicBezTo>
                <a:cubicBezTo>
                  <a:pt x="549352" y="117169"/>
                  <a:pt x="549700" y="113181"/>
                  <a:pt x="549763" y="106724"/>
                </a:cubicBezTo>
                <a:lnTo>
                  <a:pt x="549763" y="7406"/>
                </a:lnTo>
                <a:lnTo>
                  <a:pt x="540458" y="7406"/>
                </a:lnTo>
                <a:cubicBezTo>
                  <a:pt x="531723" y="7406"/>
                  <a:pt x="525424" y="9242"/>
                  <a:pt x="521563" y="12913"/>
                </a:cubicBezTo>
                <a:cubicBezTo>
                  <a:pt x="515993" y="18041"/>
                  <a:pt x="512511" y="25352"/>
                  <a:pt x="511118" y="34847"/>
                </a:cubicBezTo>
                <a:lnTo>
                  <a:pt x="507510" y="34847"/>
                </a:lnTo>
                <a:lnTo>
                  <a:pt x="507510" y="0"/>
                </a:lnTo>
                <a:lnTo>
                  <a:pt x="623160" y="0"/>
                </a:lnTo>
                <a:close/>
                <a:moveTo>
                  <a:pt x="659336" y="39974"/>
                </a:moveTo>
                <a:lnTo>
                  <a:pt x="659336" y="60104"/>
                </a:lnTo>
                <a:cubicBezTo>
                  <a:pt x="665160" y="50925"/>
                  <a:pt x="670319" y="44817"/>
                  <a:pt x="674813" y="41778"/>
                </a:cubicBezTo>
                <a:cubicBezTo>
                  <a:pt x="679244" y="38866"/>
                  <a:pt x="683517" y="37379"/>
                  <a:pt x="687631" y="37316"/>
                </a:cubicBezTo>
                <a:cubicBezTo>
                  <a:pt x="691113" y="37316"/>
                  <a:pt x="693961" y="38392"/>
                  <a:pt x="696177" y="40544"/>
                </a:cubicBezTo>
                <a:cubicBezTo>
                  <a:pt x="698266" y="42759"/>
                  <a:pt x="699310" y="45861"/>
                  <a:pt x="699310" y="49849"/>
                </a:cubicBezTo>
                <a:cubicBezTo>
                  <a:pt x="699247" y="54153"/>
                  <a:pt x="698234" y="57445"/>
                  <a:pt x="696272" y="59724"/>
                </a:cubicBezTo>
                <a:cubicBezTo>
                  <a:pt x="694183" y="62129"/>
                  <a:pt x="691683" y="63300"/>
                  <a:pt x="688771" y="63237"/>
                </a:cubicBezTo>
                <a:cubicBezTo>
                  <a:pt x="685416" y="63300"/>
                  <a:pt x="682504" y="62224"/>
                  <a:pt x="680035" y="60009"/>
                </a:cubicBezTo>
                <a:cubicBezTo>
                  <a:pt x="677567" y="57920"/>
                  <a:pt x="676111" y="56717"/>
                  <a:pt x="675668" y="56401"/>
                </a:cubicBezTo>
                <a:cubicBezTo>
                  <a:pt x="674971" y="56021"/>
                  <a:pt x="674243" y="55831"/>
                  <a:pt x="673484" y="55831"/>
                </a:cubicBezTo>
                <a:cubicBezTo>
                  <a:pt x="671585" y="55831"/>
                  <a:pt x="669844" y="56527"/>
                  <a:pt x="668262" y="57920"/>
                </a:cubicBezTo>
                <a:cubicBezTo>
                  <a:pt x="665666" y="60135"/>
                  <a:pt x="663704" y="63205"/>
                  <a:pt x="662375" y="67130"/>
                </a:cubicBezTo>
                <a:cubicBezTo>
                  <a:pt x="660349" y="73333"/>
                  <a:pt x="659336" y="80107"/>
                  <a:pt x="659336" y="87449"/>
                </a:cubicBezTo>
                <a:lnTo>
                  <a:pt x="659336" y="107864"/>
                </a:lnTo>
                <a:lnTo>
                  <a:pt x="659431" y="113181"/>
                </a:lnTo>
                <a:cubicBezTo>
                  <a:pt x="659368" y="116789"/>
                  <a:pt x="659589" y="119100"/>
                  <a:pt x="660096" y="120112"/>
                </a:cubicBezTo>
                <a:cubicBezTo>
                  <a:pt x="660855" y="121821"/>
                  <a:pt x="661995" y="123056"/>
                  <a:pt x="663514" y="123815"/>
                </a:cubicBezTo>
                <a:cubicBezTo>
                  <a:pt x="664907" y="124702"/>
                  <a:pt x="667407" y="125208"/>
                  <a:pt x="671015" y="125335"/>
                </a:cubicBezTo>
                <a:lnTo>
                  <a:pt x="671015" y="128753"/>
                </a:lnTo>
                <a:lnTo>
                  <a:pt x="623065" y="128753"/>
                </a:lnTo>
                <a:lnTo>
                  <a:pt x="623065" y="125335"/>
                </a:lnTo>
                <a:cubicBezTo>
                  <a:pt x="626863" y="125081"/>
                  <a:pt x="629490" y="124005"/>
                  <a:pt x="630946" y="122106"/>
                </a:cubicBezTo>
                <a:cubicBezTo>
                  <a:pt x="632275" y="120334"/>
                  <a:pt x="632940" y="115586"/>
                  <a:pt x="632940" y="107864"/>
                </a:cubicBezTo>
                <a:lnTo>
                  <a:pt x="632940" y="58774"/>
                </a:lnTo>
                <a:cubicBezTo>
                  <a:pt x="632877" y="53774"/>
                  <a:pt x="632623" y="50545"/>
                  <a:pt x="632180" y="49089"/>
                </a:cubicBezTo>
                <a:cubicBezTo>
                  <a:pt x="631484" y="47380"/>
                  <a:pt x="630566" y="46083"/>
                  <a:pt x="629427" y="45196"/>
                </a:cubicBezTo>
                <a:cubicBezTo>
                  <a:pt x="628161" y="44374"/>
                  <a:pt x="626040" y="43804"/>
                  <a:pt x="623065" y="43487"/>
                </a:cubicBezTo>
                <a:lnTo>
                  <a:pt x="623065" y="39974"/>
                </a:lnTo>
                <a:lnTo>
                  <a:pt x="659336" y="39974"/>
                </a:lnTo>
                <a:close/>
                <a:moveTo>
                  <a:pt x="756565" y="115650"/>
                </a:moveTo>
                <a:cubicBezTo>
                  <a:pt x="745741" y="125271"/>
                  <a:pt x="736024" y="130051"/>
                  <a:pt x="727416" y="129987"/>
                </a:cubicBezTo>
                <a:cubicBezTo>
                  <a:pt x="722288" y="129987"/>
                  <a:pt x="718079" y="128310"/>
                  <a:pt x="714787" y="124955"/>
                </a:cubicBezTo>
                <a:cubicBezTo>
                  <a:pt x="711432" y="121727"/>
                  <a:pt x="709755" y="117580"/>
                  <a:pt x="709755" y="112516"/>
                </a:cubicBezTo>
                <a:cubicBezTo>
                  <a:pt x="709755" y="105806"/>
                  <a:pt x="712667" y="99698"/>
                  <a:pt x="718490" y="94191"/>
                </a:cubicBezTo>
                <a:cubicBezTo>
                  <a:pt x="724251" y="88874"/>
                  <a:pt x="736942" y="81689"/>
                  <a:pt x="756565" y="72637"/>
                </a:cubicBezTo>
                <a:lnTo>
                  <a:pt x="756565" y="63712"/>
                </a:lnTo>
                <a:cubicBezTo>
                  <a:pt x="756502" y="57065"/>
                  <a:pt x="756154" y="52824"/>
                  <a:pt x="755521" y="50988"/>
                </a:cubicBezTo>
                <a:cubicBezTo>
                  <a:pt x="754698" y="49279"/>
                  <a:pt x="753305" y="47760"/>
                  <a:pt x="751343" y="46431"/>
                </a:cubicBezTo>
                <a:cubicBezTo>
                  <a:pt x="749317" y="45228"/>
                  <a:pt x="747039" y="44595"/>
                  <a:pt x="744507" y="44532"/>
                </a:cubicBezTo>
                <a:cubicBezTo>
                  <a:pt x="740392" y="44595"/>
                  <a:pt x="737006" y="45513"/>
                  <a:pt x="734347" y="47285"/>
                </a:cubicBezTo>
                <a:cubicBezTo>
                  <a:pt x="732701" y="48425"/>
                  <a:pt x="731878" y="49754"/>
                  <a:pt x="731878" y="51273"/>
                </a:cubicBezTo>
                <a:cubicBezTo>
                  <a:pt x="731815" y="52603"/>
                  <a:pt x="732701" y="54248"/>
                  <a:pt x="734537" y="56211"/>
                </a:cubicBezTo>
                <a:cubicBezTo>
                  <a:pt x="736879" y="58996"/>
                  <a:pt x="738082" y="61623"/>
                  <a:pt x="738145" y="64092"/>
                </a:cubicBezTo>
                <a:cubicBezTo>
                  <a:pt x="738145" y="67257"/>
                  <a:pt x="737006" y="69884"/>
                  <a:pt x="734727" y="71972"/>
                </a:cubicBezTo>
                <a:cubicBezTo>
                  <a:pt x="732321" y="74188"/>
                  <a:pt x="729283" y="75296"/>
                  <a:pt x="725611" y="75296"/>
                </a:cubicBezTo>
                <a:cubicBezTo>
                  <a:pt x="721624" y="75296"/>
                  <a:pt x="718300" y="74093"/>
                  <a:pt x="715642" y="71688"/>
                </a:cubicBezTo>
                <a:cubicBezTo>
                  <a:pt x="712856" y="69346"/>
                  <a:pt x="711496" y="66529"/>
                  <a:pt x="711559" y="63237"/>
                </a:cubicBezTo>
                <a:cubicBezTo>
                  <a:pt x="711559" y="58679"/>
                  <a:pt x="713363" y="54312"/>
                  <a:pt x="716971" y="50134"/>
                </a:cubicBezTo>
                <a:cubicBezTo>
                  <a:pt x="720579" y="46083"/>
                  <a:pt x="725611" y="42918"/>
                  <a:pt x="732068" y="40639"/>
                </a:cubicBezTo>
                <a:cubicBezTo>
                  <a:pt x="738525" y="38487"/>
                  <a:pt x="745235" y="37379"/>
                  <a:pt x="752198" y="37316"/>
                </a:cubicBezTo>
                <a:cubicBezTo>
                  <a:pt x="760617" y="37379"/>
                  <a:pt x="767295" y="39151"/>
                  <a:pt x="772232" y="42633"/>
                </a:cubicBezTo>
                <a:cubicBezTo>
                  <a:pt x="777043" y="46241"/>
                  <a:pt x="780208" y="50134"/>
                  <a:pt x="781727" y="54312"/>
                </a:cubicBezTo>
                <a:cubicBezTo>
                  <a:pt x="782550" y="56970"/>
                  <a:pt x="782993" y="63079"/>
                  <a:pt x="783057" y="72637"/>
                </a:cubicBezTo>
                <a:lnTo>
                  <a:pt x="783057" y="107104"/>
                </a:lnTo>
                <a:cubicBezTo>
                  <a:pt x="783057" y="111219"/>
                  <a:pt x="783215" y="113751"/>
                  <a:pt x="783531" y="114700"/>
                </a:cubicBezTo>
                <a:cubicBezTo>
                  <a:pt x="783784" y="115840"/>
                  <a:pt x="784259" y="116631"/>
                  <a:pt x="784956" y="117074"/>
                </a:cubicBezTo>
                <a:cubicBezTo>
                  <a:pt x="785525" y="117580"/>
                  <a:pt x="786253" y="117834"/>
                  <a:pt x="787139" y="117834"/>
                </a:cubicBezTo>
                <a:cubicBezTo>
                  <a:pt x="788722" y="117897"/>
                  <a:pt x="790399" y="116726"/>
                  <a:pt x="792172" y="114320"/>
                </a:cubicBezTo>
                <a:lnTo>
                  <a:pt x="795020" y="116599"/>
                </a:lnTo>
                <a:cubicBezTo>
                  <a:pt x="791792" y="121283"/>
                  <a:pt x="788532" y="124670"/>
                  <a:pt x="785240" y="126759"/>
                </a:cubicBezTo>
                <a:cubicBezTo>
                  <a:pt x="781759" y="128974"/>
                  <a:pt x="777898" y="130051"/>
                  <a:pt x="773656" y="129987"/>
                </a:cubicBezTo>
                <a:cubicBezTo>
                  <a:pt x="768592" y="129987"/>
                  <a:pt x="764636" y="128785"/>
                  <a:pt x="761788" y="126379"/>
                </a:cubicBezTo>
                <a:cubicBezTo>
                  <a:pt x="758939" y="124100"/>
                  <a:pt x="757198" y="120524"/>
                  <a:pt x="756565" y="115650"/>
                </a:cubicBezTo>
                <a:moveTo>
                  <a:pt x="756565" y="108718"/>
                </a:moveTo>
                <a:lnTo>
                  <a:pt x="756565" y="78999"/>
                </a:lnTo>
                <a:cubicBezTo>
                  <a:pt x="748843" y="83493"/>
                  <a:pt x="743146" y="88304"/>
                  <a:pt x="739474" y="93431"/>
                </a:cubicBezTo>
                <a:cubicBezTo>
                  <a:pt x="737006" y="96849"/>
                  <a:pt x="735771" y="100299"/>
                  <a:pt x="735771" y="103781"/>
                </a:cubicBezTo>
                <a:cubicBezTo>
                  <a:pt x="735771" y="106756"/>
                  <a:pt x="736816" y="109320"/>
                  <a:pt x="738905" y="111472"/>
                </a:cubicBezTo>
                <a:cubicBezTo>
                  <a:pt x="740487" y="113181"/>
                  <a:pt x="742703" y="114036"/>
                  <a:pt x="745551" y="114036"/>
                </a:cubicBezTo>
                <a:cubicBezTo>
                  <a:pt x="748653" y="114036"/>
                  <a:pt x="752324" y="112263"/>
                  <a:pt x="756565" y="108718"/>
                </a:cubicBezTo>
                <a:close/>
                <a:moveTo>
                  <a:pt x="877342" y="105870"/>
                </a:moveTo>
                <a:lnTo>
                  <a:pt x="880286" y="108149"/>
                </a:lnTo>
                <a:cubicBezTo>
                  <a:pt x="876045" y="116061"/>
                  <a:pt x="870854" y="121885"/>
                  <a:pt x="864714" y="125619"/>
                </a:cubicBezTo>
                <a:cubicBezTo>
                  <a:pt x="858447" y="129544"/>
                  <a:pt x="851801" y="131475"/>
                  <a:pt x="844774" y="131411"/>
                </a:cubicBezTo>
                <a:cubicBezTo>
                  <a:pt x="832874" y="131411"/>
                  <a:pt x="823410" y="126949"/>
                  <a:pt x="816384" y="118023"/>
                </a:cubicBezTo>
                <a:cubicBezTo>
                  <a:pt x="809231" y="109098"/>
                  <a:pt x="805686" y="98369"/>
                  <a:pt x="805750" y="85835"/>
                </a:cubicBezTo>
                <a:cubicBezTo>
                  <a:pt x="805750" y="73808"/>
                  <a:pt x="808978" y="63174"/>
                  <a:pt x="815435" y="53932"/>
                </a:cubicBezTo>
                <a:cubicBezTo>
                  <a:pt x="823221" y="42854"/>
                  <a:pt x="833950" y="37316"/>
                  <a:pt x="847623" y="37316"/>
                </a:cubicBezTo>
                <a:cubicBezTo>
                  <a:pt x="856801" y="37316"/>
                  <a:pt x="864113" y="39626"/>
                  <a:pt x="869556" y="44247"/>
                </a:cubicBezTo>
                <a:cubicBezTo>
                  <a:pt x="874937" y="48931"/>
                  <a:pt x="877627" y="54090"/>
                  <a:pt x="877627" y="59724"/>
                </a:cubicBezTo>
                <a:cubicBezTo>
                  <a:pt x="877627" y="63332"/>
                  <a:pt x="876551" y="66212"/>
                  <a:pt x="874399" y="68364"/>
                </a:cubicBezTo>
                <a:cubicBezTo>
                  <a:pt x="872120" y="70580"/>
                  <a:pt x="869240" y="71656"/>
                  <a:pt x="865758" y="71593"/>
                </a:cubicBezTo>
                <a:cubicBezTo>
                  <a:pt x="861960" y="71593"/>
                  <a:pt x="858890" y="70358"/>
                  <a:pt x="856548" y="67890"/>
                </a:cubicBezTo>
                <a:cubicBezTo>
                  <a:pt x="854079" y="65484"/>
                  <a:pt x="852560" y="61085"/>
                  <a:pt x="851991" y="54691"/>
                </a:cubicBezTo>
                <a:cubicBezTo>
                  <a:pt x="851547" y="50767"/>
                  <a:pt x="850630" y="47982"/>
                  <a:pt x="849237" y="46336"/>
                </a:cubicBezTo>
                <a:cubicBezTo>
                  <a:pt x="847781" y="44753"/>
                  <a:pt x="846072" y="43962"/>
                  <a:pt x="844110" y="43962"/>
                </a:cubicBezTo>
                <a:cubicBezTo>
                  <a:pt x="841071" y="43962"/>
                  <a:pt x="838476" y="45576"/>
                  <a:pt x="836324" y="48805"/>
                </a:cubicBezTo>
                <a:cubicBezTo>
                  <a:pt x="832969" y="53679"/>
                  <a:pt x="831323" y="61148"/>
                  <a:pt x="831386" y="71213"/>
                </a:cubicBezTo>
                <a:cubicBezTo>
                  <a:pt x="831386" y="79569"/>
                  <a:pt x="832716" y="87544"/>
                  <a:pt x="835374" y="95140"/>
                </a:cubicBezTo>
                <a:cubicBezTo>
                  <a:pt x="837970" y="102863"/>
                  <a:pt x="841609" y="108560"/>
                  <a:pt x="846294" y="112231"/>
                </a:cubicBezTo>
                <a:cubicBezTo>
                  <a:pt x="849775" y="115017"/>
                  <a:pt x="853890" y="116378"/>
                  <a:pt x="858637" y="116314"/>
                </a:cubicBezTo>
                <a:cubicBezTo>
                  <a:pt x="861739" y="116314"/>
                  <a:pt x="864682" y="115586"/>
                  <a:pt x="867468" y="114130"/>
                </a:cubicBezTo>
                <a:cubicBezTo>
                  <a:pt x="870189" y="112738"/>
                  <a:pt x="873481" y="109984"/>
                  <a:pt x="877342" y="105870"/>
                </a:cubicBezTo>
                <a:close/>
                <a:moveTo>
                  <a:pt x="965172" y="81183"/>
                </a:moveTo>
                <a:lnTo>
                  <a:pt x="916462" y="81183"/>
                </a:lnTo>
                <a:cubicBezTo>
                  <a:pt x="917032" y="92957"/>
                  <a:pt x="920165" y="102262"/>
                  <a:pt x="925862" y="109098"/>
                </a:cubicBezTo>
                <a:cubicBezTo>
                  <a:pt x="930167" y="114352"/>
                  <a:pt x="935420" y="116979"/>
                  <a:pt x="941624" y="116979"/>
                </a:cubicBezTo>
                <a:cubicBezTo>
                  <a:pt x="945359" y="117042"/>
                  <a:pt x="948808" y="115966"/>
                  <a:pt x="951974" y="113751"/>
                </a:cubicBezTo>
                <a:cubicBezTo>
                  <a:pt x="955075" y="111662"/>
                  <a:pt x="958399" y="107864"/>
                  <a:pt x="961943" y="102357"/>
                </a:cubicBezTo>
                <a:lnTo>
                  <a:pt x="965172" y="104446"/>
                </a:lnTo>
                <a:cubicBezTo>
                  <a:pt x="960298" y="114257"/>
                  <a:pt x="954980" y="121188"/>
                  <a:pt x="949220" y="125240"/>
                </a:cubicBezTo>
                <a:cubicBezTo>
                  <a:pt x="943396" y="129354"/>
                  <a:pt x="936655" y="131411"/>
                  <a:pt x="928995" y="131411"/>
                </a:cubicBezTo>
                <a:cubicBezTo>
                  <a:pt x="915766" y="131475"/>
                  <a:pt x="905796" y="126411"/>
                  <a:pt x="899086" y="116219"/>
                </a:cubicBezTo>
                <a:cubicBezTo>
                  <a:pt x="893642" y="108054"/>
                  <a:pt x="890920" y="97926"/>
                  <a:pt x="890920" y="85835"/>
                </a:cubicBezTo>
                <a:cubicBezTo>
                  <a:pt x="890857" y="71086"/>
                  <a:pt x="894877" y="59281"/>
                  <a:pt x="902979" y="50419"/>
                </a:cubicBezTo>
                <a:cubicBezTo>
                  <a:pt x="910955" y="41683"/>
                  <a:pt x="920323" y="37316"/>
                  <a:pt x="931084" y="37316"/>
                </a:cubicBezTo>
                <a:cubicBezTo>
                  <a:pt x="940073" y="37379"/>
                  <a:pt x="947891" y="41050"/>
                  <a:pt x="954537" y="48330"/>
                </a:cubicBezTo>
                <a:cubicBezTo>
                  <a:pt x="961057" y="55736"/>
                  <a:pt x="964602" y="66687"/>
                  <a:pt x="965172" y="81183"/>
                </a:cubicBezTo>
                <a:moveTo>
                  <a:pt x="941814" y="74821"/>
                </a:moveTo>
                <a:cubicBezTo>
                  <a:pt x="941751" y="64693"/>
                  <a:pt x="941212" y="57698"/>
                  <a:pt x="940200" y="53837"/>
                </a:cubicBezTo>
                <a:cubicBezTo>
                  <a:pt x="939060" y="50102"/>
                  <a:pt x="937319" y="47222"/>
                  <a:pt x="934977" y="45196"/>
                </a:cubicBezTo>
                <a:cubicBezTo>
                  <a:pt x="933585" y="44057"/>
                  <a:pt x="931812" y="43487"/>
                  <a:pt x="929660" y="43487"/>
                </a:cubicBezTo>
                <a:cubicBezTo>
                  <a:pt x="926305" y="43487"/>
                  <a:pt x="923615" y="45101"/>
                  <a:pt x="921589" y="48330"/>
                </a:cubicBezTo>
                <a:cubicBezTo>
                  <a:pt x="917855" y="54027"/>
                  <a:pt x="915987" y="61749"/>
                  <a:pt x="915987" y="71498"/>
                </a:cubicBezTo>
                <a:lnTo>
                  <a:pt x="915987" y="74821"/>
                </a:lnTo>
                <a:lnTo>
                  <a:pt x="941814" y="74821"/>
                </a:lnTo>
                <a:close/>
                <a:moveTo>
                  <a:pt x="1019578" y="128753"/>
                </a:moveTo>
                <a:lnTo>
                  <a:pt x="1019578" y="125240"/>
                </a:lnTo>
                <a:lnTo>
                  <a:pt x="1023851" y="125240"/>
                </a:lnTo>
                <a:cubicBezTo>
                  <a:pt x="1027522" y="125303"/>
                  <a:pt x="1030403" y="124702"/>
                  <a:pt x="1032491" y="123436"/>
                </a:cubicBezTo>
                <a:cubicBezTo>
                  <a:pt x="1034454" y="122296"/>
                  <a:pt x="1035910" y="120714"/>
                  <a:pt x="1036859" y="118688"/>
                </a:cubicBezTo>
                <a:cubicBezTo>
                  <a:pt x="1037429" y="117359"/>
                  <a:pt x="1037714" y="113371"/>
                  <a:pt x="1037714" y="106724"/>
                </a:cubicBezTo>
                <a:lnTo>
                  <a:pt x="1037714" y="22029"/>
                </a:lnTo>
                <a:cubicBezTo>
                  <a:pt x="1037650" y="15509"/>
                  <a:pt x="1037302" y="11394"/>
                  <a:pt x="1036669" y="9685"/>
                </a:cubicBezTo>
                <a:cubicBezTo>
                  <a:pt x="1035973" y="8102"/>
                  <a:pt x="1034580" y="6647"/>
                  <a:pt x="1032491" y="5317"/>
                </a:cubicBezTo>
                <a:cubicBezTo>
                  <a:pt x="1030276" y="4115"/>
                  <a:pt x="1027396" y="3513"/>
                  <a:pt x="1023851" y="3513"/>
                </a:cubicBezTo>
                <a:lnTo>
                  <a:pt x="1019578" y="3513"/>
                </a:lnTo>
                <a:lnTo>
                  <a:pt x="1019578" y="0"/>
                </a:lnTo>
                <a:lnTo>
                  <a:pt x="1077213" y="0"/>
                </a:lnTo>
                <a:cubicBezTo>
                  <a:pt x="1092532" y="0"/>
                  <a:pt x="1104907" y="2089"/>
                  <a:pt x="1114339" y="6267"/>
                </a:cubicBezTo>
                <a:cubicBezTo>
                  <a:pt x="1125733" y="11457"/>
                  <a:pt x="1134437" y="19212"/>
                  <a:pt x="1140450" y="29530"/>
                </a:cubicBezTo>
                <a:cubicBezTo>
                  <a:pt x="1146337" y="39911"/>
                  <a:pt x="1149281" y="51653"/>
                  <a:pt x="1149281" y="64756"/>
                </a:cubicBezTo>
                <a:cubicBezTo>
                  <a:pt x="1149281" y="73808"/>
                  <a:pt x="1147825" y="82132"/>
                  <a:pt x="1144913" y="89728"/>
                </a:cubicBezTo>
                <a:cubicBezTo>
                  <a:pt x="1141938" y="97451"/>
                  <a:pt x="1138171" y="103749"/>
                  <a:pt x="1133614" y="108623"/>
                </a:cubicBezTo>
                <a:cubicBezTo>
                  <a:pt x="1128929" y="113687"/>
                  <a:pt x="1123612" y="117675"/>
                  <a:pt x="1117662" y="120587"/>
                </a:cubicBezTo>
                <a:cubicBezTo>
                  <a:pt x="1111585" y="123689"/>
                  <a:pt x="1104179" y="126031"/>
                  <a:pt x="1095444" y="127613"/>
                </a:cubicBezTo>
                <a:cubicBezTo>
                  <a:pt x="1091519" y="128373"/>
                  <a:pt x="1085442" y="128753"/>
                  <a:pt x="1077213" y="128753"/>
                </a:cubicBezTo>
                <a:lnTo>
                  <a:pt x="1019578" y="128753"/>
                </a:lnTo>
                <a:moveTo>
                  <a:pt x="1068668" y="7311"/>
                </a:moveTo>
                <a:lnTo>
                  <a:pt x="1068668" y="107769"/>
                </a:lnTo>
                <a:cubicBezTo>
                  <a:pt x="1068668" y="113086"/>
                  <a:pt x="1068921" y="116346"/>
                  <a:pt x="1069427" y="117549"/>
                </a:cubicBezTo>
                <a:cubicBezTo>
                  <a:pt x="1069870" y="118815"/>
                  <a:pt x="1070725" y="119733"/>
                  <a:pt x="1071991" y="120302"/>
                </a:cubicBezTo>
                <a:cubicBezTo>
                  <a:pt x="1073700" y="121252"/>
                  <a:pt x="1076169" y="121727"/>
                  <a:pt x="1079397" y="121727"/>
                </a:cubicBezTo>
                <a:cubicBezTo>
                  <a:pt x="1089905" y="121727"/>
                  <a:pt x="1097976" y="118118"/>
                  <a:pt x="1103609" y="110902"/>
                </a:cubicBezTo>
                <a:cubicBezTo>
                  <a:pt x="1111205" y="101154"/>
                  <a:pt x="1115003" y="86025"/>
                  <a:pt x="1115003" y="65516"/>
                </a:cubicBezTo>
                <a:cubicBezTo>
                  <a:pt x="1115003" y="48994"/>
                  <a:pt x="1112408" y="35796"/>
                  <a:pt x="1107217" y="25921"/>
                </a:cubicBezTo>
                <a:cubicBezTo>
                  <a:pt x="1103103" y="18262"/>
                  <a:pt x="1097817" y="13008"/>
                  <a:pt x="1091361" y="10160"/>
                </a:cubicBezTo>
                <a:cubicBezTo>
                  <a:pt x="1086740" y="8197"/>
                  <a:pt x="1079175" y="7248"/>
                  <a:pt x="1068668" y="7311"/>
                </a:cubicBezTo>
                <a:close/>
                <a:moveTo>
                  <a:pt x="1212327" y="115650"/>
                </a:moveTo>
                <a:cubicBezTo>
                  <a:pt x="1201503" y="125271"/>
                  <a:pt x="1191786" y="130051"/>
                  <a:pt x="1183178" y="129987"/>
                </a:cubicBezTo>
                <a:cubicBezTo>
                  <a:pt x="1178050" y="129987"/>
                  <a:pt x="1173841" y="128310"/>
                  <a:pt x="1170549" y="124955"/>
                </a:cubicBezTo>
                <a:cubicBezTo>
                  <a:pt x="1167194" y="121727"/>
                  <a:pt x="1165517" y="117580"/>
                  <a:pt x="1165517" y="112516"/>
                </a:cubicBezTo>
                <a:cubicBezTo>
                  <a:pt x="1165517" y="105806"/>
                  <a:pt x="1168429" y="99698"/>
                  <a:pt x="1174252" y="94191"/>
                </a:cubicBezTo>
                <a:cubicBezTo>
                  <a:pt x="1180013" y="88874"/>
                  <a:pt x="1192704" y="81689"/>
                  <a:pt x="1212327" y="72637"/>
                </a:cubicBezTo>
                <a:lnTo>
                  <a:pt x="1212327" y="63712"/>
                </a:lnTo>
                <a:cubicBezTo>
                  <a:pt x="1212264" y="57065"/>
                  <a:pt x="1211916" y="52824"/>
                  <a:pt x="1211283" y="50988"/>
                </a:cubicBezTo>
                <a:cubicBezTo>
                  <a:pt x="1210460" y="49279"/>
                  <a:pt x="1209067" y="47760"/>
                  <a:pt x="1207105" y="46431"/>
                </a:cubicBezTo>
                <a:cubicBezTo>
                  <a:pt x="1205080" y="45228"/>
                  <a:pt x="1202801" y="44595"/>
                  <a:pt x="1200269" y="44532"/>
                </a:cubicBezTo>
                <a:cubicBezTo>
                  <a:pt x="1196154" y="44595"/>
                  <a:pt x="1192768" y="45513"/>
                  <a:pt x="1190109" y="47285"/>
                </a:cubicBezTo>
                <a:cubicBezTo>
                  <a:pt x="1188463" y="48425"/>
                  <a:pt x="1187640" y="49754"/>
                  <a:pt x="1187640" y="51273"/>
                </a:cubicBezTo>
                <a:cubicBezTo>
                  <a:pt x="1187577" y="52603"/>
                  <a:pt x="1188463" y="54248"/>
                  <a:pt x="1190299" y="56211"/>
                </a:cubicBezTo>
                <a:cubicBezTo>
                  <a:pt x="1192641" y="58996"/>
                  <a:pt x="1193844" y="61623"/>
                  <a:pt x="1193907" y="64092"/>
                </a:cubicBezTo>
                <a:cubicBezTo>
                  <a:pt x="1193907" y="67257"/>
                  <a:pt x="1192768" y="69884"/>
                  <a:pt x="1190489" y="71972"/>
                </a:cubicBezTo>
                <a:cubicBezTo>
                  <a:pt x="1188083" y="74188"/>
                  <a:pt x="1185045" y="75296"/>
                  <a:pt x="1181374" y="75296"/>
                </a:cubicBezTo>
                <a:cubicBezTo>
                  <a:pt x="1177386" y="75296"/>
                  <a:pt x="1174062" y="74093"/>
                  <a:pt x="1171404" y="71688"/>
                </a:cubicBezTo>
                <a:cubicBezTo>
                  <a:pt x="1168619" y="69346"/>
                  <a:pt x="1167258" y="66529"/>
                  <a:pt x="1167321" y="63237"/>
                </a:cubicBezTo>
                <a:cubicBezTo>
                  <a:pt x="1167321" y="58679"/>
                  <a:pt x="1169125" y="54312"/>
                  <a:pt x="1172733" y="50134"/>
                </a:cubicBezTo>
                <a:cubicBezTo>
                  <a:pt x="1176341" y="46083"/>
                  <a:pt x="1181374" y="42918"/>
                  <a:pt x="1187830" y="40639"/>
                </a:cubicBezTo>
                <a:cubicBezTo>
                  <a:pt x="1194287" y="38487"/>
                  <a:pt x="1200997" y="37379"/>
                  <a:pt x="1207960" y="37316"/>
                </a:cubicBezTo>
                <a:cubicBezTo>
                  <a:pt x="1216379" y="37379"/>
                  <a:pt x="1223057" y="39151"/>
                  <a:pt x="1227994" y="42633"/>
                </a:cubicBezTo>
                <a:cubicBezTo>
                  <a:pt x="1232805" y="46241"/>
                  <a:pt x="1235970" y="50134"/>
                  <a:pt x="1237489" y="54312"/>
                </a:cubicBezTo>
                <a:cubicBezTo>
                  <a:pt x="1238312" y="56970"/>
                  <a:pt x="1238755" y="63079"/>
                  <a:pt x="1238819" y="72637"/>
                </a:cubicBezTo>
                <a:lnTo>
                  <a:pt x="1238819" y="107104"/>
                </a:lnTo>
                <a:cubicBezTo>
                  <a:pt x="1238819" y="111219"/>
                  <a:pt x="1238977" y="113751"/>
                  <a:pt x="1239293" y="114700"/>
                </a:cubicBezTo>
                <a:cubicBezTo>
                  <a:pt x="1239547" y="115840"/>
                  <a:pt x="1240021" y="116631"/>
                  <a:pt x="1240718" y="117074"/>
                </a:cubicBezTo>
                <a:cubicBezTo>
                  <a:pt x="1241287" y="117580"/>
                  <a:pt x="1242015" y="117834"/>
                  <a:pt x="1242901" y="117834"/>
                </a:cubicBezTo>
                <a:cubicBezTo>
                  <a:pt x="1244484" y="117897"/>
                  <a:pt x="1246161" y="116726"/>
                  <a:pt x="1247934" y="114320"/>
                </a:cubicBezTo>
                <a:lnTo>
                  <a:pt x="1250782" y="116599"/>
                </a:lnTo>
                <a:cubicBezTo>
                  <a:pt x="1247554" y="121283"/>
                  <a:pt x="1244294" y="124670"/>
                  <a:pt x="1241002" y="126759"/>
                </a:cubicBezTo>
                <a:cubicBezTo>
                  <a:pt x="1237521" y="128974"/>
                  <a:pt x="1233660" y="130051"/>
                  <a:pt x="1229419" y="129987"/>
                </a:cubicBezTo>
                <a:cubicBezTo>
                  <a:pt x="1224355" y="129987"/>
                  <a:pt x="1220398" y="128785"/>
                  <a:pt x="1217550" y="126379"/>
                </a:cubicBezTo>
                <a:cubicBezTo>
                  <a:pt x="1214701" y="124100"/>
                  <a:pt x="1212960" y="120524"/>
                  <a:pt x="1212327" y="115650"/>
                </a:cubicBezTo>
                <a:moveTo>
                  <a:pt x="1212327" y="108718"/>
                </a:moveTo>
                <a:lnTo>
                  <a:pt x="1212327" y="78999"/>
                </a:lnTo>
                <a:cubicBezTo>
                  <a:pt x="1204605" y="83493"/>
                  <a:pt x="1198908" y="88304"/>
                  <a:pt x="1195236" y="93431"/>
                </a:cubicBezTo>
                <a:cubicBezTo>
                  <a:pt x="1192768" y="96849"/>
                  <a:pt x="1191533" y="100299"/>
                  <a:pt x="1191533" y="103781"/>
                </a:cubicBezTo>
                <a:cubicBezTo>
                  <a:pt x="1191533" y="106756"/>
                  <a:pt x="1192578" y="109320"/>
                  <a:pt x="1194667" y="111472"/>
                </a:cubicBezTo>
                <a:cubicBezTo>
                  <a:pt x="1196249" y="113181"/>
                  <a:pt x="1198465" y="114036"/>
                  <a:pt x="1201313" y="114036"/>
                </a:cubicBezTo>
                <a:cubicBezTo>
                  <a:pt x="1204415" y="114036"/>
                  <a:pt x="1208086" y="112263"/>
                  <a:pt x="1212327" y="108718"/>
                </a:cubicBezTo>
                <a:close/>
                <a:moveTo>
                  <a:pt x="1295789" y="7501"/>
                </a:moveTo>
                <a:lnTo>
                  <a:pt x="1295789" y="39974"/>
                </a:lnTo>
                <a:lnTo>
                  <a:pt x="1316868" y="39974"/>
                </a:lnTo>
                <a:lnTo>
                  <a:pt x="1316868" y="49374"/>
                </a:lnTo>
                <a:lnTo>
                  <a:pt x="1295789" y="49374"/>
                </a:lnTo>
                <a:lnTo>
                  <a:pt x="1295789" y="104161"/>
                </a:lnTo>
                <a:cubicBezTo>
                  <a:pt x="1295789" y="109351"/>
                  <a:pt x="1296042" y="112643"/>
                  <a:pt x="1296549" y="114036"/>
                </a:cubicBezTo>
                <a:cubicBezTo>
                  <a:pt x="1296929" y="115618"/>
                  <a:pt x="1297752" y="116821"/>
                  <a:pt x="1299018" y="117644"/>
                </a:cubicBezTo>
                <a:cubicBezTo>
                  <a:pt x="1300157" y="118593"/>
                  <a:pt x="1301265" y="119068"/>
                  <a:pt x="1302341" y="119068"/>
                </a:cubicBezTo>
                <a:cubicBezTo>
                  <a:pt x="1306392" y="119068"/>
                  <a:pt x="1310285" y="115935"/>
                  <a:pt x="1314020" y="109668"/>
                </a:cubicBezTo>
                <a:lnTo>
                  <a:pt x="1316868" y="111757"/>
                </a:lnTo>
                <a:cubicBezTo>
                  <a:pt x="1311678" y="123910"/>
                  <a:pt x="1303354" y="129987"/>
                  <a:pt x="1291896" y="129987"/>
                </a:cubicBezTo>
                <a:cubicBezTo>
                  <a:pt x="1286263" y="129987"/>
                  <a:pt x="1281515" y="128405"/>
                  <a:pt x="1277654" y="125240"/>
                </a:cubicBezTo>
                <a:cubicBezTo>
                  <a:pt x="1273666" y="122201"/>
                  <a:pt x="1271165" y="118720"/>
                  <a:pt x="1270153" y="114795"/>
                </a:cubicBezTo>
                <a:cubicBezTo>
                  <a:pt x="1269456" y="112643"/>
                  <a:pt x="1269140" y="106819"/>
                  <a:pt x="1269203" y="97324"/>
                </a:cubicBezTo>
                <a:lnTo>
                  <a:pt x="1269203" y="49374"/>
                </a:lnTo>
                <a:lnTo>
                  <a:pt x="1257619" y="49374"/>
                </a:lnTo>
                <a:lnTo>
                  <a:pt x="1257619" y="46051"/>
                </a:lnTo>
                <a:cubicBezTo>
                  <a:pt x="1265595" y="40481"/>
                  <a:pt x="1272400" y="34562"/>
                  <a:pt x="1278033" y="28295"/>
                </a:cubicBezTo>
                <a:cubicBezTo>
                  <a:pt x="1283604" y="22155"/>
                  <a:pt x="1288478" y="15224"/>
                  <a:pt x="1292656" y="7501"/>
                </a:cubicBezTo>
                <a:lnTo>
                  <a:pt x="1295789" y="7501"/>
                </a:lnTo>
                <a:close/>
                <a:moveTo>
                  <a:pt x="1376402" y="115650"/>
                </a:moveTo>
                <a:cubicBezTo>
                  <a:pt x="1365578" y="125271"/>
                  <a:pt x="1355861" y="130051"/>
                  <a:pt x="1347252" y="129987"/>
                </a:cubicBezTo>
                <a:cubicBezTo>
                  <a:pt x="1342125" y="129987"/>
                  <a:pt x="1337915" y="128310"/>
                  <a:pt x="1334624" y="124955"/>
                </a:cubicBezTo>
                <a:cubicBezTo>
                  <a:pt x="1331269" y="121727"/>
                  <a:pt x="1329591" y="117580"/>
                  <a:pt x="1329591" y="112516"/>
                </a:cubicBezTo>
                <a:cubicBezTo>
                  <a:pt x="1329591" y="105806"/>
                  <a:pt x="1332503" y="99698"/>
                  <a:pt x="1338327" y="94191"/>
                </a:cubicBezTo>
                <a:cubicBezTo>
                  <a:pt x="1344087" y="88874"/>
                  <a:pt x="1356779" y="81689"/>
                  <a:pt x="1376402" y="72637"/>
                </a:cubicBezTo>
                <a:lnTo>
                  <a:pt x="1376402" y="63712"/>
                </a:lnTo>
                <a:cubicBezTo>
                  <a:pt x="1376339" y="57065"/>
                  <a:pt x="1375991" y="52824"/>
                  <a:pt x="1375357" y="50988"/>
                </a:cubicBezTo>
                <a:cubicBezTo>
                  <a:pt x="1374535" y="49279"/>
                  <a:pt x="1373142" y="47760"/>
                  <a:pt x="1371180" y="46431"/>
                </a:cubicBezTo>
                <a:cubicBezTo>
                  <a:pt x="1369154" y="45228"/>
                  <a:pt x="1366875" y="44595"/>
                  <a:pt x="1364343" y="44532"/>
                </a:cubicBezTo>
                <a:cubicBezTo>
                  <a:pt x="1360229" y="44595"/>
                  <a:pt x="1356842" y="45513"/>
                  <a:pt x="1354184" y="47285"/>
                </a:cubicBezTo>
                <a:cubicBezTo>
                  <a:pt x="1352538" y="48425"/>
                  <a:pt x="1351715" y="49754"/>
                  <a:pt x="1351715" y="51273"/>
                </a:cubicBezTo>
                <a:cubicBezTo>
                  <a:pt x="1351652" y="52603"/>
                  <a:pt x="1352538" y="54248"/>
                  <a:pt x="1354373" y="56211"/>
                </a:cubicBezTo>
                <a:cubicBezTo>
                  <a:pt x="1356716" y="58996"/>
                  <a:pt x="1357918" y="61623"/>
                  <a:pt x="1357982" y="64092"/>
                </a:cubicBezTo>
                <a:cubicBezTo>
                  <a:pt x="1357982" y="67257"/>
                  <a:pt x="1356842" y="69884"/>
                  <a:pt x="1354563" y="71972"/>
                </a:cubicBezTo>
                <a:cubicBezTo>
                  <a:pt x="1352158" y="74188"/>
                  <a:pt x="1349120" y="75296"/>
                  <a:pt x="1345448" y="75296"/>
                </a:cubicBezTo>
                <a:cubicBezTo>
                  <a:pt x="1341460" y="75296"/>
                  <a:pt x="1338137" y="74093"/>
                  <a:pt x="1335478" y="71688"/>
                </a:cubicBezTo>
                <a:cubicBezTo>
                  <a:pt x="1332693" y="69346"/>
                  <a:pt x="1331332" y="66529"/>
                  <a:pt x="1331395" y="63237"/>
                </a:cubicBezTo>
                <a:cubicBezTo>
                  <a:pt x="1331395" y="58679"/>
                  <a:pt x="1333199" y="54312"/>
                  <a:pt x="1336808" y="50134"/>
                </a:cubicBezTo>
                <a:cubicBezTo>
                  <a:pt x="1340416" y="46083"/>
                  <a:pt x="1345448" y="42918"/>
                  <a:pt x="1351905" y="40639"/>
                </a:cubicBezTo>
                <a:cubicBezTo>
                  <a:pt x="1358361" y="38487"/>
                  <a:pt x="1365071" y="37379"/>
                  <a:pt x="1372034" y="37316"/>
                </a:cubicBezTo>
                <a:cubicBezTo>
                  <a:pt x="1380453" y="37379"/>
                  <a:pt x="1387131" y="39151"/>
                  <a:pt x="1392069" y="42633"/>
                </a:cubicBezTo>
                <a:cubicBezTo>
                  <a:pt x="1396880" y="46241"/>
                  <a:pt x="1400045" y="50134"/>
                  <a:pt x="1401564" y="54312"/>
                </a:cubicBezTo>
                <a:cubicBezTo>
                  <a:pt x="1402387" y="56970"/>
                  <a:pt x="1402830" y="63079"/>
                  <a:pt x="1402893" y="72637"/>
                </a:cubicBezTo>
                <a:lnTo>
                  <a:pt x="1402893" y="107104"/>
                </a:lnTo>
                <a:cubicBezTo>
                  <a:pt x="1402893" y="111219"/>
                  <a:pt x="1403051" y="113751"/>
                  <a:pt x="1403368" y="114700"/>
                </a:cubicBezTo>
                <a:cubicBezTo>
                  <a:pt x="1403621" y="115840"/>
                  <a:pt x="1404096" y="116631"/>
                  <a:pt x="1404792" y="117074"/>
                </a:cubicBezTo>
                <a:cubicBezTo>
                  <a:pt x="1405362" y="117580"/>
                  <a:pt x="1406090" y="117834"/>
                  <a:pt x="1406976" y="117834"/>
                </a:cubicBezTo>
                <a:cubicBezTo>
                  <a:pt x="1408559" y="117897"/>
                  <a:pt x="1410236" y="116726"/>
                  <a:pt x="1412008" y="114320"/>
                </a:cubicBezTo>
                <a:lnTo>
                  <a:pt x="1414857" y="116599"/>
                </a:lnTo>
                <a:cubicBezTo>
                  <a:pt x="1411629" y="121283"/>
                  <a:pt x="1408369" y="124670"/>
                  <a:pt x="1405077" y="126759"/>
                </a:cubicBezTo>
                <a:cubicBezTo>
                  <a:pt x="1401595" y="128974"/>
                  <a:pt x="1397734" y="130051"/>
                  <a:pt x="1393493" y="129987"/>
                </a:cubicBezTo>
                <a:cubicBezTo>
                  <a:pt x="1388429" y="129987"/>
                  <a:pt x="1384473" y="128785"/>
                  <a:pt x="1381624" y="126379"/>
                </a:cubicBezTo>
                <a:cubicBezTo>
                  <a:pt x="1378776" y="124100"/>
                  <a:pt x="1377035" y="120524"/>
                  <a:pt x="1376402" y="115650"/>
                </a:cubicBezTo>
                <a:moveTo>
                  <a:pt x="1376402" y="108718"/>
                </a:moveTo>
                <a:lnTo>
                  <a:pt x="1376402" y="78999"/>
                </a:lnTo>
                <a:cubicBezTo>
                  <a:pt x="1368679" y="83493"/>
                  <a:pt x="1362982" y="88304"/>
                  <a:pt x="1359311" y="93431"/>
                </a:cubicBezTo>
                <a:cubicBezTo>
                  <a:pt x="1356842" y="96849"/>
                  <a:pt x="1355608" y="100299"/>
                  <a:pt x="1355608" y="103781"/>
                </a:cubicBezTo>
                <a:cubicBezTo>
                  <a:pt x="1355608" y="106756"/>
                  <a:pt x="1356652" y="109320"/>
                  <a:pt x="1358741" y="111472"/>
                </a:cubicBezTo>
                <a:cubicBezTo>
                  <a:pt x="1360324" y="113181"/>
                  <a:pt x="1362539" y="114036"/>
                  <a:pt x="1365388" y="114036"/>
                </a:cubicBezTo>
                <a:cubicBezTo>
                  <a:pt x="1368489" y="114036"/>
                  <a:pt x="1372161" y="112263"/>
                  <a:pt x="1376402" y="108718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···">
            <a:extLst xmlns:a="http://schemas.openxmlformats.org/drawingml/2006/main">
              <a:ext uri="{FF2B5EF4-FFF2-40B4-BE49-F238E27FC236}">
                <a16:creationId xmlns:a16="http://schemas.microsoft.com/office/drawing/2014/main" id="{4DBF31E5-EC63-4A2F-B8E7-729EC84B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615" y="2199724"/>
            <a:ext cx="144254" cy="22631"/>
          </a:xfrm>
          <a:custGeom xmlns:a="http://schemas.openxmlformats.org/drawingml/2006/main">
            <a:pathLst>
              <a:path w="144254" h="22631">
                <a:moveTo>
                  <a:pt x="11358" y="0"/>
                </a:moveTo>
                <a:cubicBezTo>
                  <a:pt x="14514" y="57"/>
                  <a:pt x="17210" y="1147"/>
                  <a:pt x="19447" y="3270"/>
                </a:cubicBezTo>
                <a:cubicBezTo>
                  <a:pt x="21570" y="5507"/>
                  <a:pt x="22660" y="8175"/>
                  <a:pt x="22717" y="11272"/>
                </a:cubicBezTo>
                <a:cubicBezTo>
                  <a:pt x="22717" y="14485"/>
                  <a:pt x="21598" y="17152"/>
                  <a:pt x="19361" y="19275"/>
                </a:cubicBezTo>
                <a:cubicBezTo>
                  <a:pt x="17124" y="21512"/>
                  <a:pt x="14456" y="22631"/>
                  <a:pt x="11358" y="22631"/>
                </a:cubicBezTo>
                <a:cubicBezTo>
                  <a:pt x="8146" y="22631"/>
                  <a:pt x="5478" y="21512"/>
                  <a:pt x="3356" y="19275"/>
                </a:cubicBezTo>
                <a:cubicBezTo>
                  <a:pt x="1119" y="17152"/>
                  <a:pt x="0" y="14485"/>
                  <a:pt x="0" y="11272"/>
                </a:cubicBezTo>
                <a:cubicBezTo>
                  <a:pt x="0" y="8175"/>
                  <a:pt x="1119" y="5507"/>
                  <a:pt x="3356" y="3270"/>
                </a:cubicBezTo>
                <a:cubicBezTo>
                  <a:pt x="5478" y="1147"/>
                  <a:pt x="8146" y="57"/>
                  <a:pt x="11358" y="0"/>
                </a:cubicBezTo>
                <a:close/>
                <a:moveTo>
                  <a:pt x="72127" y="0"/>
                </a:moveTo>
                <a:cubicBezTo>
                  <a:pt x="75282" y="57"/>
                  <a:pt x="77978" y="1147"/>
                  <a:pt x="80215" y="3270"/>
                </a:cubicBezTo>
                <a:cubicBezTo>
                  <a:pt x="82338" y="5507"/>
                  <a:pt x="83428" y="8175"/>
                  <a:pt x="83485" y="11272"/>
                </a:cubicBezTo>
                <a:cubicBezTo>
                  <a:pt x="83485" y="14485"/>
                  <a:pt x="82366" y="17152"/>
                  <a:pt x="80129" y="19275"/>
                </a:cubicBezTo>
                <a:cubicBezTo>
                  <a:pt x="77892" y="21512"/>
                  <a:pt x="75224" y="22631"/>
                  <a:pt x="72127" y="22631"/>
                </a:cubicBezTo>
                <a:cubicBezTo>
                  <a:pt x="68914" y="22631"/>
                  <a:pt x="66247" y="21512"/>
                  <a:pt x="64124" y="19275"/>
                </a:cubicBezTo>
                <a:cubicBezTo>
                  <a:pt x="61887" y="17152"/>
                  <a:pt x="60768" y="14485"/>
                  <a:pt x="60768" y="11272"/>
                </a:cubicBezTo>
                <a:cubicBezTo>
                  <a:pt x="60768" y="8175"/>
                  <a:pt x="61887" y="5507"/>
                  <a:pt x="64124" y="3270"/>
                </a:cubicBezTo>
                <a:cubicBezTo>
                  <a:pt x="66247" y="1147"/>
                  <a:pt x="68914" y="57"/>
                  <a:pt x="72127" y="0"/>
                </a:cubicBezTo>
                <a:close/>
                <a:moveTo>
                  <a:pt x="132895" y="0"/>
                </a:moveTo>
                <a:cubicBezTo>
                  <a:pt x="136050" y="57"/>
                  <a:pt x="138746" y="1147"/>
                  <a:pt x="140984" y="3270"/>
                </a:cubicBezTo>
                <a:cubicBezTo>
                  <a:pt x="143106" y="5507"/>
                  <a:pt x="144196" y="8175"/>
                  <a:pt x="144254" y="11272"/>
                </a:cubicBezTo>
                <a:cubicBezTo>
                  <a:pt x="144254" y="14485"/>
                  <a:pt x="143135" y="17152"/>
                  <a:pt x="140898" y="19275"/>
                </a:cubicBezTo>
                <a:cubicBezTo>
                  <a:pt x="138660" y="21512"/>
                  <a:pt x="135993" y="22631"/>
                  <a:pt x="132895" y="22631"/>
                </a:cubicBezTo>
                <a:cubicBezTo>
                  <a:pt x="129683" y="22631"/>
                  <a:pt x="127015" y="21512"/>
                  <a:pt x="124893" y="19275"/>
                </a:cubicBezTo>
                <a:cubicBezTo>
                  <a:pt x="122655" y="17152"/>
                  <a:pt x="121537" y="14485"/>
                  <a:pt x="121537" y="11272"/>
                </a:cubicBezTo>
                <a:cubicBezTo>
                  <a:pt x="121537" y="8175"/>
                  <a:pt x="122655" y="5507"/>
                  <a:pt x="124893" y="3270"/>
                </a:cubicBezTo>
                <a:cubicBezTo>
                  <a:pt x="127015" y="1147"/>
                  <a:pt x="129683" y="57"/>
                  <a:pt x="132895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E65CC-11B5-46D9-842B-3753E275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066" y="2788057"/>
            <a:ext cx="232101" cy="115251"/>
          </a:xfrm>
          <a:custGeom xmlns:a="http://schemas.openxmlformats.org/drawingml/2006/main">
            <a:pathLst>
              <a:path w="232101" h="115251" fill="none">
                <a:moveTo>
                  <a:pt x="0" y="0"/>
                </a:moveTo>
                <a:lnTo>
                  <a:pt x="232101" y="115251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58AD6-B544-489A-BEE6-011EF37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926" y="2876644"/>
            <a:ext cx="66568" cy="53328"/>
          </a:xfrm>
          <a:custGeom xmlns:a="http://schemas.openxmlformats.org/drawingml/2006/main">
            <a:pathLst>
              <a:path w="66568" h="53328">
                <a:moveTo>
                  <a:pt x="26480" y="0"/>
                </a:moveTo>
                <a:lnTo>
                  <a:pt x="66568" y="53144"/>
                </a:lnTo>
                <a:lnTo>
                  <a:pt x="0" y="53328"/>
                </a:lnTo>
                <a:lnTo>
                  <a:pt x="2648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95665-465E-4D2D-84D4-FADEE0B9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9926" y="2876644"/>
            <a:ext cx="66568" cy="53328"/>
          </a:xfrm>
          <a:custGeom xmlns:a="http://schemas.openxmlformats.org/drawingml/2006/main">
            <a:pathLst>
              <a:path w="66568" h="53328" fill="none">
                <a:moveTo>
                  <a:pt x="26480" y="0"/>
                </a:moveTo>
                <a:lnTo>
                  <a:pt x="66568" y="53144"/>
                </a:lnTo>
                <a:lnTo>
                  <a:pt x="0" y="53328"/>
                </a:lnTo>
                <a:lnTo>
                  <a:pt x="264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66BF5-8CB7-4AD4-BF05-AFFC39C4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626" y="2529179"/>
            <a:ext cx="258880" cy="258878"/>
          </a:xfrm>
          <a:custGeom xmlns:a="http://schemas.openxmlformats.org/drawingml/2006/main">
            <a:pathLst>
              <a:path w="258880" h="258878">
                <a:moveTo>
                  <a:pt x="129440" y="0"/>
                </a:moveTo>
                <a:cubicBezTo>
                  <a:pt x="200927" y="0"/>
                  <a:pt x="258880" y="57952"/>
                  <a:pt x="258880" y="129439"/>
                </a:cubicBezTo>
                <a:cubicBezTo>
                  <a:pt x="258880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5033D-2214-4679-B554-F7CCC76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626" y="2529179"/>
            <a:ext cx="258880" cy="258878"/>
          </a:xfrm>
          <a:custGeom xmlns:a="http://schemas.openxmlformats.org/drawingml/2006/main">
            <a:pathLst>
              <a:path w="258880" h="258878" fill="none">
                <a:moveTo>
                  <a:pt x="129440" y="0"/>
                </a:moveTo>
                <a:cubicBezTo>
                  <a:pt x="200927" y="0"/>
                  <a:pt x="258880" y="57952"/>
                  <a:pt x="258880" y="129439"/>
                </a:cubicBezTo>
                <a:cubicBezTo>
                  <a:pt x="258880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41861-7940-4593-AA15-F1E6FB5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117" y="2788057"/>
            <a:ext cx="214948" cy="113860"/>
          </a:xfrm>
          <a:custGeom xmlns:a="http://schemas.openxmlformats.org/drawingml/2006/main">
            <a:pathLst>
              <a:path w="214948" h="113860" fill="none">
                <a:moveTo>
                  <a:pt x="214948" y="0"/>
                </a:moveTo>
                <a:lnTo>
                  <a:pt x="0" y="113860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95E6A-8B2A-4F2B-B7F6-5B209071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503" y="2875610"/>
            <a:ext cx="66550" cy="54178"/>
          </a:xfrm>
          <a:custGeom xmlns:a="http://schemas.openxmlformats.org/drawingml/2006/main">
            <a:pathLst>
              <a:path w="66550" h="54178">
                <a:moveTo>
                  <a:pt x="66550" y="52614"/>
                </a:moveTo>
                <a:lnTo>
                  <a:pt x="0" y="54178"/>
                </a:lnTo>
                <a:lnTo>
                  <a:pt x="38680" y="0"/>
                </a:lnTo>
                <a:lnTo>
                  <a:pt x="66550" y="52614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25D52-AC29-4508-B5AD-82E2123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503" y="2875610"/>
            <a:ext cx="66550" cy="54178"/>
          </a:xfrm>
          <a:custGeom xmlns:a="http://schemas.openxmlformats.org/drawingml/2006/main">
            <a:pathLst>
              <a:path w="66550" h="54178" fill="none">
                <a:moveTo>
                  <a:pt x="66550" y="52614"/>
                </a:moveTo>
                <a:lnTo>
                  <a:pt x="0" y="54178"/>
                </a:lnTo>
                <a:lnTo>
                  <a:pt x="38680" y="0"/>
                </a:lnTo>
                <a:lnTo>
                  <a:pt x="66550" y="526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56A89A-356C-4A0C-A70C-08330390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063" y="2929788"/>
            <a:ext cx="258879" cy="258878"/>
          </a:xfrm>
          <a:custGeom xmlns:a="http://schemas.openxmlformats.org/drawingml/2006/main">
            <a:pathLst>
              <a:path w="258879" h="258878">
                <a:moveTo>
                  <a:pt x="129440" y="0"/>
                </a:moveTo>
                <a:cubicBezTo>
                  <a:pt x="200927" y="0"/>
                  <a:pt x="258879" y="57952"/>
                  <a:pt x="258879" y="129439"/>
                </a:cubicBezTo>
                <a:cubicBezTo>
                  <a:pt x="258879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C385C-4E92-4E7A-900F-638F682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063" y="2929788"/>
            <a:ext cx="258879" cy="258878"/>
          </a:xfrm>
          <a:custGeom xmlns:a="http://schemas.openxmlformats.org/drawingml/2006/main">
            <a:pathLst>
              <a:path w="258879" h="258878" fill="none">
                <a:moveTo>
                  <a:pt x="129440" y="0"/>
                </a:moveTo>
                <a:cubicBezTo>
                  <a:pt x="200927" y="0"/>
                  <a:pt x="258879" y="57952"/>
                  <a:pt x="258879" y="129439"/>
                </a:cubicBezTo>
                <a:cubicBezTo>
                  <a:pt x="258879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C0A71-083C-41F9-899E-F3427AFC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503" y="3188664"/>
            <a:ext cx="10" cy="61562"/>
          </a:xfrm>
          <a:custGeom xmlns:a="http://schemas.openxmlformats.org/drawingml/2006/main">
            <a:pathLst>
              <a:path w="1" h="61562" fill="none">
                <a:moveTo>
                  <a:pt x="0" y="0"/>
                </a:moveTo>
                <a:lnTo>
                  <a:pt x="0" y="61562"/>
                </a:ln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1E13A-7863-4BBB-8D2B-382710A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733" y="3250226"/>
            <a:ext cx="59540" cy="59541"/>
          </a:xfrm>
          <a:custGeom xmlns:a="http://schemas.openxmlformats.org/drawingml/2006/main">
            <a:pathLst>
              <a:path w="59540" h="59541">
                <a:moveTo>
                  <a:pt x="59540" y="0"/>
                </a:moveTo>
                <a:lnTo>
                  <a:pt x="29770" y="59541"/>
                </a:lnTo>
                <a:lnTo>
                  <a:pt x="0" y="0"/>
                </a:lnTo>
                <a:lnTo>
                  <a:pt x="5954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3BA35-5924-414D-BE8A-E68977F4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733" y="3250226"/>
            <a:ext cx="59540" cy="59541"/>
          </a:xfrm>
          <a:custGeom xmlns:a="http://schemas.openxmlformats.org/drawingml/2006/main">
            <a:pathLst>
              <a:path w="59540" h="59541" fill="none">
                <a:moveTo>
                  <a:pt x="59540" y="0"/>
                </a:moveTo>
                <a:lnTo>
                  <a:pt x="29770" y="59541"/>
                </a:lnTo>
                <a:lnTo>
                  <a:pt x="0" y="0"/>
                </a:lnTo>
                <a:lnTo>
                  <a:pt x="595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956B8-3B1E-415B-A07D-D890E77E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055" y="2929788"/>
            <a:ext cx="258879" cy="258878"/>
          </a:xfrm>
          <a:custGeom xmlns:a="http://schemas.openxmlformats.org/drawingml/2006/main">
            <a:pathLst>
              <a:path w="258879" h="258878">
                <a:moveTo>
                  <a:pt x="129440" y="0"/>
                </a:moveTo>
                <a:cubicBezTo>
                  <a:pt x="200927" y="0"/>
                  <a:pt x="258879" y="57952"/>
                  <a:pt x="258879" y="129439"/>
                </a:cubicBezTo>
                <a:cubicBezTo>
                  <a:pt x="258879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FC09A-CAF6-449C-B78D-278E30CA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055" y="2929788"/>
            <a:ext cx="258879" cy="258878"/>
          </a:xfrm>
          <a:custGeom xmlns:a="http://schemas.openxmlformats.org/drawingml/2006/main">
            <a:pathLst>
              <a:path w="258879" h="258878" fill="none">
                <a:moveTo>
                  <a:pt x="129440" y="0"/>
                </a:moveTo>
                <a:cubicBezTo>
                  <a:pt x="200927" y="0"/>
                  <a:pt x="258879" y="57952"/>
                  <a:pt x="258879" y="129439"/>
                </a:cubicBezTo>
                <a:cubicBezTo>
                  <a:pt x="258879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40939-B590-4D05-8BA3-57C25A7F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063" y="3309766"/>
            <a:ext cx="258879" cy="258878"/>
          </a:xfrm>
          <a:custGeom xmlns:a="http://schemas.openxmlformats.org/drawingml/2006/main">
            <a:pathLst>
              <a:path w="258879" h="258878">
                <a:moveTo>
                  <a:pt x="129440" y="0"/>
                </a:moveTo>
                <a:cubicBezTo>
                  <a:pt x="200927" y="0"/>
                  <a:pt x="258879" y="57952"/>
                  <a:pt x="258879" y="129439"/>
                </a:cubicBezTo>
                <a:cubicBezTo>
                  <a:pt x="258879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1983A-9A0E-4E3E-A6E5-EEFEEB9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063" y="3309766"/>
            <a:ext cx="258879" cy="258878"/>
          </a:xfrm>
          <a:custGeom xmlns:a="http://schemas.openxmlformats.org/drawingml/2006/main">
            <a:pathLst>
              <a:path w="258879" h="258878" fill="none">
                <a:moveTo>
                  <a:pt x="129440" y="0"/>
                </a:moveTo>
                <a:cubicBezTo>
                  <a:pt x="200927" y="0"/>
                  <a:pt x="258879" y="57952"/>
                  <a:pt x="258879" y="129439"/>
                </a:cubicBezTo>
                <a:cubicBezTo>
                  <a:pt x="258879" y="200926"/>
                  <a:pt x="200927" y="258878"/>
                  <a:pt x="129440" y="258878"/>
                </a:cubicBezTo>
                <a:cubicBezTo>
                  <a:pt x="57952" y="258878"/>
                  <a:pt x="0" y="200926"/>
                  <a:pt x="0" y="129439"/>
                </a:cubicBezTo>
                <a:cubicBezTo>
                  <a:pt x="0" y="57952"/>
                  <a:pt x="57952" y="0"/>
                  <a:pt x="12944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868686"/>
            </a:solidFill>
            <a:round/>
          </a:ln>
        </p:spPr>
      </p:sp>
      <p:sp>
        <p:nvSpPr>
          <p:cNvPr id="155" name="Text 1">
            <a:extLst xmlns:a="http://schemas.openxmlformats.org/drawingml/2006/main">
              <a:ext uri="{FF2B5EF4-FFF2-40B4-BE49-F238E27FC236}">
                <a16:creationId xmlns:a16="http://schemas.microsoft.com/office/drawing/2014/main" id="{BEB945B9-475C-4E1B-9077-1B1F796B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105" y="2600050"/>
            <a:ext cx="62988" cy="119092"/>
          </a:xfrm>
          <a:custGeom xmlns:a="http://schemas.openxmlformats.org/drawingml/2006/main">
            <a:pathLst>
              <a:path w="62988" h="119092">
                <a:moveTo>
                  <a:pt x="45778" y="0"/>
                </a:moveTo>
                <a:lnTo>
                  <a:pt x="45778" y="95428"/>
                </a:lnTo>
                <a:cubicBezTo>
                  <a:pt x="45778" y="102599"/>
                  <a:pt x="46094" y="107160"/>
                  <a:pt x="46725" y="109110"/>
                </a:cubicBezTo>
                <a:cubicBezTo>
                  <a:pt x="47298" y="111118"/>
                  <a:pt x="48618" y="112753"/>
                  <a:pt x="50683" y="114015"/>
                </a:cubicBezTo>
                <a:cubicBezTo>
                  <a:pt x="52633" y="115334"/>
                  <a:pt x="55846" y="115965"/>
                  <a:pt x="60320" y="115908"/>
                </a:cubicBezTo>
                <a:lnTo>
                  <a:pt x="62988" y="115908"/>
                </a:lnTo>
                <a:lnTo>
                  <a:pt x="62988" y="119092"/>
                </a:lnTo>
                <a:lnTo>
                  <a:pt x="1549" y="119092"/>
                </a:lnTo>
                <a:lnTo>
                  <a:pt x="1549" y="115908"/>
                </a:lnTo>
                <a:lnTo>
                  <a:pt x="4647" y="115908"/>
                </a:lnTo>
                <a:cubicBezTo>
                  <a:pt x="9580" y="115908"/>
                  <a:pt x="13137" y="115334"/>
                  <a:pt x="15317" y="114187"/>
                </a:cubicBezTo>
                <a:cubicBezTo>
                  <a:pt x="17382" y="113097"/>
                  <a:pt x="18816" y="111519"/>
                  <a:pt x="19619" y="109454"/>
                </a:cubicBezTo>
                <a:cubicBezTo>
                  <a:pt x="20365" y="107504"/>
                  <a:pt x="20738" y="102828"/>
                  <a:pt x="20738" y="95428"/>
                </a:cubicBezTo>
                <a:lnTo>
                  <a:pt x="20738" y="34936"/>
                </a:lnTo>
                <a:cubicBezTo>
                  <a:pt x="20738" y="29543"/>
                  <a:pt x="20480" y="26159"/>
                  <a:pt x="19963" y="24782"/>
                </a:cubicBezTo>
                <a:cubicBezTo>
                  <a:pt x="19447" y="23520"/>
                  <a:pt x="18501" y="22373"/>
                  <a:pt x="17124" y="21340"/>
                </a:cubicBezTo>
                <a:cubicBezTo>
                  <a:pt x="15632" y="20422"/>
                  <a:pt x="13997" y="19963"/>
                  <a:pt x="12219" y="19963"/>
                </a:cubicBezTo>
                <a:cubicBezTo>
                  <a:pt x="9293" y="20021"/>
                  <a:pt x="5737" y="20939"/>
                  <a:pt x="1549" y="22717"/>
                </a:cubicBezTo>
                <a:lnTo>
                  <a:pt x="0" y="19619"/>
                </a:lnTo>
                <a:lnTo>
                  <a:pt x="42938" y="0"/>
                </a:lnTo>
                <a:lnTo>
                  <a:pt x="4577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2">
            <a:extLst xmlns:a="http://schemas.openxmlformats.org/drawingml/2006/main">
              <a:ext uri="{FF2B5EF4-FFF2-40B4-BE49-F238E27FC236}">
                <a16:creationId xmlns:a16="http://schemas.microsoft.com/office/drawing/2014/main" id="{2DFCCA7A-A831-4632-8189-92E2285C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228" y="3000659"/>
            <a:ext cx="75207" cy="119092"/>
          </a:xfrm>
          <a:custGeom xmlns:a="http://schemas.openxmlformats.org/drawingml/2006/main">
            <a:pathLst>
              <a:path w="75207" h="119092">
                <a:moveTo>
                  <a:pt x="68667" y="119092"/>
                </a:moveTo>
                <a:lnTo>
                  <a:pt x="0" y="119092"/>
                </a:lnTo>
                <a:lnTo>
                  <a:pt x="0" y="117199"/>
                </a:lnTo>
                <a:cubicBezTo>
                  <a:pt x="20996" y="92187"/>
                  <a:pt x="33789" y="75321"/>
                  <a:pt x="38378" y="66602"/>
                </a:cubicBezTo>
                <a:cubicBezTo>
                  <a:pt x="42852" y="57940"/>
                  <a:pt x="45090" y="49478"/>
                  <a:pt x="45090" y="41217"/>
                </a:cubicBezTo>
                <a:cubicBezTo>
                  <a:pt x="45032" y="35251"/>
                  <a:pt x="43168" y="30232"/>
                  <a:pt x="39496" y="26159"/>
                </a:cubicBezTo>
                <a:cubicBezTo>
                  <a:pt x="35768" y="22201"/>
                  <a:pt x="31207" y="20221"/>
                  <a:pt x="25815" y="20221"/>
                </a:cubicBezTo>
                <a:cubicBezTo>
                  <a:pt x="16923" y="20221"/>
                  <a:pt x="10068" y="24639"/>
                  <a:pt x="5249" y="33473"/>
                </a:cubicBezTo>
                <a:lnTo>
                  <a:pt x="2065" y="32354"/>
                </a:lnTo>
                <a:cubicBezTo>
                  <a:pt x="5163" y="21340"/>
                  <a:pt x="9867" y="13194"/>
                  <a:pt x="16177" y="7916"/>
                </a:cubicBezTo>
                <a:cubicBezTo>
                  <a:pt x="22430" y="2696"/>
                  <a:pt x="29716" y="57"/>
                  <a:pt x="38034" y="0"/>
                </a:cubicBezTo>
                <a:cubicBezTo>
                  <a:pt x="43885" y="0"/>
                  <a:pt x="49277" y="1377"/>
                  <a:pt x="54211" y="4130"/>
                </a:cubicBezTo>
                <a:cubicBezTo>
                  <a:pt x="59087" y="6941"/>
                  <a:pt x="62902" y="10699"/>
                  <a:pt x="65655" y="15403"/>
                </a:cubicBezTo>
                <a:cubicBezTo>
                  <a:pt x="68409" y="20221"/>
                  <a:pt x="69786" y="24725"/>
                  <a:pt x="69786" y="28912"/>
                </a:cubicBezTo>
                <a:cubicBezTo>
                  <a:pt x="69728" y="36599"/>
                  <a:pt x="67606" y="44344"/>
                  <a:pt x="63418" y="52146"/>
                </a:cubicBezTo>
                <a:cubicBezTo>
                  <a:pt x="57624" y="62758"/>
                  <a:pt x="44975" y="77559"/>
                  <a:pt x="25470" y="96547"/>
                </a:cubicBezTo>
                <a:lnTo>
                  <a:pt x="50683" y="96547"/>
                </a:lnTo>
                <a:cubicBezTo>
                  <a:pt x="56878" y="96547"/>
                  <a:pt x="60923" y="96289"/>
                  <a:pt x="62816" y="95772"/>
                </a:cubicBezTo>
                <a:cubicBezTo>
                  <a:pt x="64594" y="95313"/>
                  <a:pt x="66114" y="94424"/>
                  <a:pt x="67376" y="93105"/>
                </a:cubicBezTo>
                <a:cubicBezTo>
                  <a:pt x="68524" y="91900"/>
                  <a:pt x="70101" y="89319"/>
                  <a:pt x="72109" y="85360"/>
                </a:cubicBezTo>
                <a:lnTo>
                  <a:pt x="75207" y="85360"/>
                </a:lnTo>
                <a:lnTo>
                  <a:pt x="68667" y="11909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3">
            <a:extLst xmlns:a="http://schemas.openxmlformats.org/drawingml/2006/main">
              <a:ext uri="{FF2B5EF4-FFF2-40B4-BE49-F238E27FC236}">
                <a16:creationId xmlns:a16="http://schemas.microsoft.com/office/drawing/2014/main" id="{B0BE78D0-DC91-4752-93B0-47075FD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775" y="3005401"/>
            <a:ext cx="75121" cy="121587"/>
          </a:xfrm>
          <a:custGeom xmlns:a="http://schemas.openxmlformats.org/drawingml/2006/main">
            <a:pathLst>
              <a:path w="75121" h="121587">
                <a:moveTo>
                  <a:pt x="23233" y="60578"/>
                </a:moveTo>
                <a:lnTo>
                  <a:pt x="23233" y="57567"/>
                </a:lnTo>
                <a:cubicBezTo>
                  <a:pt x="29773" y="55674"/>
                  <a:pt x="34305" y="53895"/>
                  <a:pt x="36829" y="52232"/>
                </a:cubicBezTo>
                <a:cubicBezTo>
                  <a:pt x="39296" y="50625"/>
                  <a:pt x="41476" y="48130"/>
                  <a:pt x="43369" y="44745"/>
                </a:cubicBezTo>
                <a:cubicBezTo>
                  <a:pt x="45147" y="41418"/>
                  <a:pt x="46065" y="38034"/>
                  <a:pt x="46122" y="34592"/>
                </a:cubicBezTo>
                <a:cubicBezTo>
                  <a:pt x="46122" y="29888"/>
                  <a:pt x="44401" y="25786"/>
                  <a:pt x="40959" y="22287"/>
                </a:cubicBezTo>
                <a:cubicBezTo>
                  <a:pt x="37403" y="18959"/>
                  <a:pt x="33071" y="17267"/>
                  <a:pt x="27966" y="17210"/>
                </a:cubicBezTo>
                <a:cubicBezTo>
                  <a:pt x="19877" y="17210"/>
                  <a:pt x="13051" y="21455"/>
                  <a:pt x="7486" y="29945"/>
                </a:cubicBezTo>
                <a:lnTo>
                  <a:pt x="4302" y="28826"/>
                </a:lnTo>
                <a:cubicBezTo>
                  <a:pt x="8433" y="19304"/>
                  <a:pt x="13739" y="12104"/>
                  <a:pt x="20221" y="7228"/>
                </a:cubicBezTo>
                <a:cubicBezTo>
                  <a:pt x="26646" y="2409"/>
                  <a:pt x="33817" y="0"/>
                  <a:pt x="41734" y="0"/>
                </a:cubicBezTo>
                <a:cubicBezTo>
                  <a:pt x="49822" y="57"/>
                  <a:pt x="56505" y="2524"/>
                  <a:pt x="61783" y="7400"/>
                </a:cubicBezTo>
                <a:cubicBezTo>
                  <a:pt x="67003" y="12334"/>
                  <a:pt x="69614" y="18099"/>
                  <a:pt x="69614" y="24696"/>
                </a:cubicBezTo>
                <a:cubicBezTo>
                  <a:pt x="69614" y="28998"/>
                  <a:pt x="68409" y="33129"/>
                  <a:pt x="65999" y="37087"/>
                </a:cubicBezTo>
                <a:cubicBezTo>
                  <a:pt x="63475" y="41160"/>
                  <a:pt x="59632" y="44688"/>
                  <a:pt x="54469" y="47671"/>
                </a:cubicBezTo>
                <a:cubicBezTo>
                  <a:pt x="61181" y="50998"/>
                  <a:pt x="66315" y="55014"/>
                  <a:pt x="69872" y="59718"/>
                </a:cubicBezTo>
                <a:cubicBezTo>
                  <a:pt x="73371" y="64537"/>
                  <a:pt x="75121" y="70560"/>
                  <a:pt x="75121" y="77788"/>
                </a:cubicBezTo>
                <a:cubicBezTo>
                  <a:pt x="75121" y="89950"/>
                  <a:pt x="70732" y="100276"/>
                  <a:pt x="61955" y="108766"/>
                </a:cubicBezTo>
                <a:cubicBezTo>
                  <a:pt x="53063" y="117313"/>
                  <a:pt x="41246" y="121587"/>
                  <a:pt x="26503" y="121587"/>
                </a:cubicBezTo>
                <a:cubicBezTo>
                  <a:pt x="16579" y="121587"/>
                  <a:pt x="9379" y="119952"/>
                  <a:pt x="4905" y="116682"/>
                </a:cubicBezTo>
                <a:cubicBezTo>
                  <a:pt x="1635" y="114388"/>
                  <a:pt x="0" y="111433"/>
                  <a:pt x="0" y="107819"/>
                </a:cubicBezTo>
                <a:cubicBezTo>
                  <a:pt x="0" y="105180"/>
                  <a:pt x="947" y="102914"/>
                  <a:pt x="2840" y="101021"/>
                </a:cubicBezTo>
                <a:cubicBezTo>
                  <a:pt x="4675" y="99243"/>
                  <a:pt x="6855" y="98325"/>
                  <a:pt x="9379" y="98268"/>
                </a:cubicBezTo>
                <a:cubicBezTo>
                  <a:pt x="11272" y="98325"/>
                  <a:pt x="13051" y="98727"/>
                  <a:pt x="14714" y="99472"/>
                </a:cubicBezTo>
                <a:cubicBezTo>
                  <a:pt x="15632" y="99931"/>
                  <a:pt x="18902" y="102427"/>
                  <a:pt x="24524" y="106959"/>
                </a:cubicBezTo>
                <a:cubicBezTo>
                  <a:pt x="30031" y="111548"/>
                  <a:pt x="35251" y="113843"/>
                  <a:pt x="40185" y="113843"/>
                </a:cubicBezTo>
                <a:cubicBezTo>
                  <a:pt x="44373" y="113843"/>
                  <a:pt x="48015" y="112150"/>
                  <a:pt x="51113" y="108766"/>
                </a:cubicBezTo>
                <a:cubicBezTo>
                  <a:pt x="54096" y="105439"/>
                  <a:pt x="55616" y="101193"/>
                  <a:pt x="55674" y="96031"/>
                </a:cubicBezTo>
                <a:cubicBezTo>
                  <a:pt x="55674" y="88229"/>
                  <a:pt x="52920" y="80972"/>
                  <a:pt x="47413" y="74260"/>
                </a:cubicBezTo>
                <a:cubicBezTo>
                  <a:pt x="41848" y="67663"/>
                  <a:pt x="33789" y="63103"/>
                  <a:pt x="23233" y="60578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4">
            <a:extLst xmlns:a="http://schemas.openxmlformats.org/drawingml/2006/main">
              <a:ext uri="{FF2B5EF4-FFF2-40B4-BE49-F238E27FC236}">
                <a16:creationId xmlns:a16="http://schemas.microsoft.com/office/drawing/2014/main" id="{27CD071A-D657-42E7-8A70-CFAB4C60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314" y="3380637"/>
            <a:ext cx="76583" cy="119092"/>
          </a:xfrm>
          <a:custGeom xmlns:a="http://schemas.openxmlformats.org/drawingml/2006/main">
            <a:pathLst>
              <a:path w="76583" h="119092">
                <a:moveTo>
                  <a:pt x="0" y="75121"/>
                </a:moveTo>
                <a:lnTo>
                  <a:pt x="55415" y="0"/>
                </a:lnTo>
                <a:lnTo>
                  <a:pt x="65913" y="0"/>
                </a:lnTo>
                <a:lnTo>
                  <a:pt x="65913" y="75121"/>
                </a:lnTo>
                <a:lnTo>
                  <a:pt x="76583" y="75121"/>
                </a:lnTo>
                <a:lnTo>
                  <a:pt x="76583" y="92933"/>
                </a:lnTo>
                <a:lnTo>
                  <a:pt x="65913" y="92933"/>
                </a:lnTo>
                <a:lnTo>
                  <a:pt x="65913" y="119092"/>
                </a:lnTo>
                <a:lnTo>
                  <a:pt x="42250" y="119092"/>
                </a:lnTo>
                <a:lnTo>
                  <a:pt x="42250" y="92933"/>
                </a:lnTo>
                <a:lnTo>
                  <a:pt x="0" y="92933"/>
                </a:lnTo>
                <a:lnTo>
                  <a:pt x="0" y="75121"/>
                </a:lnTo>
                <a:moveTo>
                  <a:pt x="8347" y="75121"/>
                </a:moveTo>
                <a:lnTo>
                  <a:pt x="42250" y="75121"/>
                </a:lnTo>
                <a:lnTo>
                  <a:pt x="42250" y="29085"/>
                </a:lnTo>
                <a:lnTo>
                  <a:pt x="8347" y="7512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2B6A0-8256-4575-81CE-D2B6026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967" y="2698762"/>
            <a:ext cx="346379" cy="10"/>
          </a:xfrm>
          <a:custGeom xmlns:a="http://schemas.openxmlformats.org/drawingml/2006/main">
            <a:pathLst>
              <a:path w="346379" h="1" fill="none">
                <a:moveTo>
                  <a:pt x="34637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868686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9A4EE-A483-4C26-8517-6CFD3DEA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045" y="2662301"/>
            <a:ext cx="72922" cy="72922"/>
          </a:xfrm>
          <a:custGeom xmlns:a="http://schemas.openxmlformats.org/drawingml/2006/main">
            <a:pathLst>
              <a:path w="72922" h="72922">
                <a:moveTo>
                  <a:pt x="72922" y="72922"/>
                </a:moveTo>
                <a:lnTo>
                  <a:pt x="0" y="36461"/>
                </a:lnTo>
                <a:lnTo>
                  <a:pt x="72922" y="0"/>
                </a:lnTo>
                <a:lnTo>
                  <a:pt x="72922" y="72922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EF6C8-8388-4085-8B8A-8904D8F0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045" y="2662301"/>
            <a:ext cx="72922" cy="72922"/>
          </a:xfrm>
          <a:custGeom xmlns:a="http://schemas.openxmlformats.org/drawingml/2006/main">
            <a:pathLst>
              <a:path w="72922" h="72922" fill="none">
                <a:moveTo>
                  <a:pt x="72922" y="72922"/>
                </a:moveTo>
                <a:lnTo>
                  <a:pt x="0" y="36461"/>
                </a:lnTo>
                <a:lnTo>
                  <a:pt x="72922" y="0"/>
                </a:lnTo>
                <a:lnTo>
                  <a:pt x="72922" y="72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957C2-0073-413B-93BB-ED2456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967" y="3039065"/>
            <a:ext cx="346379" cy="10"/>
          </a:xfrm>
          <a:custGeom xmlns:a="http://schemas.openxmlformats.org/drawingml/2006/main">
            <a:pathLst>
              <a:path w="346379" h="1" fill="none">
                <a:moveTo>
                  <a:pt x="34637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868686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173540-B5C6-4968-A90B-6CA62CB9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045" y="3002604"/>
            <a:ext cx="72922" cy="72922"/>
          </a:xfrm>
          <a:custGeom xmlns:a="http://schemas.openxmlformats.org/drawingml/2006/main">
            <a:pathLst>
              <a:path w="72922" h="72922">
                <a:moveTo>
                  <a:pt x="72922" y="72922"/>
                </a:moveTo>
                <a:lnTo>
                  <a:pt x="0" y="36461"/>
                </a:lnTo>
                <a:lnTo>
                  <a:pt x="72922" y="0"/>
                </a:lnTo>
                <a:lnTo>
                  <a:pt x="72922" y="72922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19BAB-863B-4EAB-BDC6-2B82E8D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045" y="3002604"/>
            <a:ext cx="72922" cy="72922"/>
          </a:xfrm>
          <a:custGeom xmlns:a="http://schemas.openxmlformats.org/drawingml/2006/main">
            <a:pathLst>
              <a:path w="72922" h="72922" fill="none">
                <a:moveTo>
                  <a:pt x="72922" y="72922"/>
                </a:moveTo>
                <a:lnTo>
                  <a:pt x="0" y="36461"/>
                </a:lnTo>
                <a:lnTo>
                  <a:pt x="72922" y="0"/>
                </a:lnTo>
                <a:lnTo>
                  <a:pt x="72922" y="72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925EA-0EBA-442E-82E6-54F4F651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967" y="3385444"/>
            <a:ext cx="346379" cy="10"/>
          </a:xfrm>
          <a:custGeom xmlns:a="http://schemas.openxmlformats.org/drawingml/2006/main">
            <a:pathLst>
              <a:path w="346379" h="1" fill="none">
                <a:moveTo>
                  <a:pt x="34637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868686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D1D7A-9E8D-425D-8F35-8AE448F1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045" y="3348983"/>
            <a:ext cx="72922" cy="72922"/>
          </a:xfrm>
          <a:custGeom xmlns:a="http://schemas.openxmlformats.org/drawingml/2006/main">
            <a:pathLst>
              <a:path w="72922" h="72922">
                <a:moveTo>
                  <a:pt x="72922" y="72922"/>
                </a:moveTo>
                <a:lnTo>
                  <a:pt x="0" y="36461"/>
                </a:lnTo>
                <a:lnTo>
                  <a:pt x="72922" y="0"/>
                </a:lnTo>
                <a:lnTo>
                  <a:pt x="72922" y="72922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08A9D-E185-4BC1-9355-2D244098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045" y="3348983"/>
            <a:ext cx="72922" cy="72922"/>
          </a:xfrm>
          <a:custGeom xmlns:a="http://schemas.openxmlformats.org/drawingml/2006/main">
            <a:pathLst>
              <a:path w="72922" h="72922" fill="none">
                <a:moveTo>
                  <a:pt x="72922" y="72922"/>
                </a:moveTo>
                <a:lnTo>
                  <a:pt x="0" y="36461"/>
                </a:lnTo>
                <a:lnTo>
                  <a:pt x="72922" y="0"/>
                </a:lnTo>
                <a:lnTo>
                  <a:pt x="72922" y="729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E8B87-9FA5-4189-9DF5-DCB58E7A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344" y="618416"/>
            <a:ext cx="281702" cy="276220"/>
          </a:xfrm>
          <a:custGeom xmlns:a="http://schemas.openxmlformats.org/drawingml/2006/main">
            <a:pathLst>
              <a:path w="281702" h="276220" fill="none">
                <a:moveTo>
                  <a:pt x="281702" y="2762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868686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F983F-7BBF-4B63-8392-FA73BD60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276" y="567362"/>
            <a:ext cx="77596" cy="77088"/>
          </a:xfrm>
          <a:custGeom xmlns:a="http://schemas.openxmlformats.org/drawingml/2006/main">
            <a:pathLst>
              <a:path w="77596" h="77088">
                <a:moveTo>
                  <a:pt x="26541" y="77088"/>
                </a:moveTo>
                <a:lnTo>
                  <a:pt x="0" y="0"/>
                </a:lnTo>
                <a:lnTo>
                  <a:pt x="77596" y="25021"/>
                </a:lnTo>
                <a:lnTo>
                  <a:pt x="26541" y="77088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45BBC-2C5B-4A3A-BA14-670B4823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276" y="567362"/>
            <a:ext cx="77596" cy="77088"/>
          </a:xfrm>
          <a:custGeom xmlns:a="http://schemas.openxmlformats.org/drawingml/2006/main">
            <a:pathLst>
              <a:path w="77596" h="77088" fill="none">
                <a:moveTo>
                  <a:pt x="26541" y="77088"/>
                </a:moveTo>
                <a:lnTo>
                  <a:pt x="0" y="0"/>
                </a:lnTo>
                <a:lnTo>
                  <a:pt x="77596" y="25021"/>
                </a:lnTo>
                <a:lnTo>
                  <a:pt x="26541" y="770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4B66B-8ECB-4506-AD0F-C5EDC8B2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424" y="697010"/>
            <a:ext cx="308622" cy="1038539"/>
          </a:xfrm>
          <a:custGeom xmlns:a="http://schemas.openxmlformats.org/drawingml/2006/main">
            <a:pathLst>
              <a:path w="308622" h="1038539" fill="none">
                <a:moveTo>
                  <a:pt x="308622" y="10385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868686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512DD-26AC-41F2-816F-CF80A08C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474" y="627109"/>
            <a:ext cx="69901" cy="80287"/>
          </a:xfrm>
          <a:custGeom xmlns:a="http://schemas.openxmlformats.org/drawingml/2006/main">
            <a:pathLst>
              <a:path w="69901" h="80287">
                <a:moveTo>
                  <a:pt x="0" y="80287"/>
                </a:moveTo>
                <a:lnTo>
                  <a:pt x="14178" y="0"/>
                </a:lnTo>
                <a:lnTo>
                  <a:pt x="69901" y="59515"/>
                </a:lnTo>
                <a:lnTo>
                  <a:pt x="0" y="80287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91D0D-F990-4903-BC03-87011D8B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474" y="627109"/>
            <a:ext cx="69901" cy="80287"/>
          </a:xfrm>
          <a:custGeom xmlns:a="http://schemas.openxmlformats.org/drawingml/2006/main">
            <a:pathLst>
              <a:path w="69901" h="80287" fill="none">
                <a:moveTo>
                  <a:pt x="0" y="80287"/>
                </a:moveTo>
                <a:lnTo>
                  <a:pt x="14178" y="0"/>
                </a:lnTo>
                <a:lnTo>
                  <a:pt x="69901" y="59515"/>
                </a:lnTo>
                <a:lnTo>
                  <a:pt x="0" y="802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868686"/>
            </a:solidFill>
            <a:miter/>
          </a:ln>
        </p:spPr>
      </p:sp>
      <p:sp>
        <p:nvSpPr>
          <p:cNvPr id="174" name="Text Hierarchical">
            <a:extLst xmlns:a="http://schemas.openxmlformats.org/drawingml/2006/main">
              <a:ext uri="{FF2B5EF4-FFF2-40B4-BE49-F238E27FC236}">
                <a16:creationId xmlns:a16="http://schemas.microsoft.com/office/drawing/2014/main" id="{EDB837EE-82B5-4768-9D98-C0A54ACE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486" y="2865606"/>
            <a:ext cx="924595" cy="121903"/>
          </a:xfrm>
          <a:custGeom xmlns:a="http://schemas.openxmlformats.org/drawingml/2006/main">
            <a:pathLst>
              <a:path w="924595" h="121903">
                <a:moveTo>
                  <a:pt x="44487" y="63332"/>
                </a:moveTo>
                <a:lnTo>
                  <a:pt x="44487" y="99472"/>
                </a:lnTo>
                <a:cubicBezTo>
                  <a:pt x="44487" y="105496"/>
                  <a:pt x="44831" y="109225"/>
                  <a:pt x="45520" y="110659"/>
                </a:cubicBezTo>
                <a:cubicBezTo>
                  <a:pt x="46094" y="112150"/>
                  <a:pt x="47384" y="113441"/>
                  <a:pt x="49392" y="114531"/>
                </a:cubicBezTo>
                <a:cubicBezTo>
                  <a:pt x="51285" y="115678"/>
                  <a:pt x="53867" y="116252"/>
                  <a:pt x="57136" y="116252"/>
                </a:cubicBezTo>
                <a:lnTo>
                  <a:pt x="61009" y="116252"/>
                </a:lnTo>
                <a:lnTo>
                  <a:pt x="61009" y="119436"/>
                </a:lnTo>
                <a:lnTo>
                  <a:pt x="0" y="119436"/>
                </a:lnTo>
                <a:lnTo>
                  <a:pt x="0" y="116252"/>
                </a:lnTo>
                <a:lnTo>
                  <a:pt x="3872" y="116252"/>
                </a:lnTo>
                <a:cubicBezTo>
                  <a:pt x="7199" y="116252"/>
                  <a:pt x="9924" y="115650"/>
                  <a:pt x="12047" y="114445"/>
                </a:cubicBezTo>
                <a:cubicBezTo>
                  <a:pt x="13481" y="113699"/>
                  <a:pt x="14628" y="112322"/>
                  <a:pt x="15489" y="110315"/>
                </a:cubicBezTo>
                <a:cubicBezTo>
                  <a:pt x="16062" y="108938"/>
                  <a:pt x="16378" y="105324"/>
                  <a:pt x="16435" y="99472"/>
                </a:cubicBezTo>
                <a:lnTo>
                  <a:pt x="16435" y="22717"/>
                </a:lnTo>
                <a:cubicBezTo>
                  <a:pt x="16378" y="16808"/>
                  <a:pt x="16062" y="13079"/>
                  <a:pt x="15489" y="11531"/>
                </a:cubicBezTo>
                <a:cubicBezTo>
                  <a:pt x="14858" y="10096"/>
                  <a:pt x="13596" y="8777"/>
                  <a:pt x="11703" y="7572"/>
                </a:cubicBezTo>
                <a:cubicBezTo>
                  <a:pt x="9695" y="6482"/>
                  <a:pt x="7085" y="5937"/>
                  <a:pt x="3872" y="5937"/>
                </a:cubicBezTo>
                <a:lnTo>
                  <a:pt x="0" y="5937"/>
                </a:lnTo>
                <a:lnTo>
                  <a:pt x="0" y="2754"/>
                </a:lnTo>
                <a:lnTo>
                  <a:pt x="61009" y="2754"/>
                </a:lnTo>
                <a:lnTo>
                  <a:pt x="61009" y="5937"/>
                </a:lnTo>
                <a:lnTo>
                  <a:pt x="57136" y="5937"/>
                </a:lnTo>
                <a:cubicBezTo>
                  <a:pt x="53752" y="5937"/>
                  <a:pt x="51027" y="6540"/>
                  <a:pt x="48962" y="7744"/>
                </a:cubicBezTo>
                <a:cubicBezTo>
                  <a:pt x="47470" y="8548"/>
                  <a:pt x="46294" y="9924"/>
                  <a:pt x="45434" y="11875"/>
                </a:cubicBezTo>
                <a:cubicBezTo>
                  <a:pt x="44803" y="13252"/>
                  <a:pt x="44487" y="16866"/>
                  <a:pt x="44487" y="22717"/>
                </a:cubicBezTo>
                <a:lnTo>
                  <a:pt x="44487" y="55760"/>
                </a:lnTo>
                <a:lnTo>
                  <a:pt x="85705" y="55760"/>
                </a:lnTo>
                <a:lnTo>
                  <a:pt x="85705" y="22717"/>
                </a:lnTo>
                <a:cubicBezTo>
                  <a:pt x="85647" y="16808"/>
                  <a:pt x="85332" y="13079"/>
                  <a:pt x="84758" y="11531"/>
                </a:cubicBezTo>
                <a:cubicBezTo>
                  <a:pt x="84127" y="10096"/>
                  <a:pt x="82836" y="8777"/>
                  <a:pt x="80886" y="7572"/>
                </a:cubicBezTo>
                <a:cubicBezTo>
                  <a:pt x="78878" y="6482"/>
                  <a:pt x="76268" y="5937"/>
                  <a:pt x="73055" y="5937"/>
                </a:cubicBezTo>
                <a:lnTo>
                  <a:pt x="69269" y="5937"/>
                </a:lnTo>
                <a:lnTo>
                  <a:pt x="69269" y="2754"/>
                </a:lnTo>
                <a:lnTo>
                  <a:pt x="130192" y="2754"/>
                </a:lnTo>
                <a:lnTo>
                  <a:pt x="130192" y="5937"/>
                </a:lnTo>
                <a:lnTo>
                  <a:pt x="126406" y="5937"/>
                </a:lnTo>
                <a:cubicBezTo>
                  <a:pt x="122906" y="5937"/>
                  <a:pt x="120182" y="6540"/>
                  <a:pt x="118231" y="7744"/>
                </a:cubicBezTo>
                <a:cubicBezTo>
                  <a:pt x="116740" y="8548"/>
                  <a:pt x="115564" y="9924"/>
                  <a:pt x="114703" y="11875"/>
                </a:cubicBezTo>
                <a:cubicBezTo>
                  <a:pt x="114072" y="13252"/>
                  <a:pt x="113757" y="16866"/>
                  <a:pt x="113757" y="22717"/>
                </a:cubicBezTo>
                <a:lnTo>
                  <a:pt x="113757" y="99472"/>
                </a:lnTo>
                <a:cubicBezTo>
                  <a:pt x="113757" y="105496"/>
                  <a:pt x="114072" y="109225"/>
                  <a:pt x="114703" y="110659"/>
                </a:cubicBezTo>
                <a:cubicBezTo>
                  <a:pt x="115277" y="112150"/>
                  <a:pt x="116568" y="113441"/>
                  <a:pt x="118575" y="114531"/>
                </a:cubicBezTo>
                <a:cubicBezTo>
                  <a:pt x="120526" y="115678"/>
                  <a:pt x="123136" y="116252"/>
                  <a:pt x="126406" y="116252"/>
                </a:cubicBezTo>
                <a:lnTo>
                  <a:pt x="130192" y="116252"/>
                </a:lnTo>
                <a:lnTo>
                  <a:pt x="130192" y="119436"/>
                </a:lnTo>
                <a:lnTo>
                  <a:pt x="69269" y="119436"/>
                </a:lnTo>
                <a:lnTo>
                  <a:pt x="69269" y="116252"/>
                </a:lnTo>
                <a:lnTo>
                  <a:pt x="73055" y="116252"/>
                </a:lnTo>
                <a:cubicBezTo>
                  <a:pt x="76497" y="116252"/>
                  <a:pt x="79222" y="115650"/>
                  <a:pt x="81230" y="114445"/>
                </a:cubicBezTo>
                <a:cubicBezTo>
                  <a:pt x="82664" y="113699"/>
                  <a:pt x="83840" y="112322"/>
                  <a:pt x="84758" y="110315"/>
                </a:cubicBezTo>
                <a:cubicBezTo>
                  <a:pt x="85332" y="108938"/>
                  <a:pt x="85647" y="105324"/>
                  <a:pt x="85705" y="99472"/>
                </a:cubicBezTo>
                <a:lnTo>
                  <a:pt x="85705" y="63332"/>
                </a:lnTo>
                <a:lnTo>
                  <a:pt x="44487" y="63332"/>
                </a:lnTo>
                <a:close/>
                <a:moveTo>
                  <a:pt x="161365" y="0"/>
                </a:moveTo>
                <a:cubicBezTo>
                  <a:pt x="165036" y="0"/>
                  <a:pt x="168191" y="1291"/>
                  <a:pt x="170830" y="3872"/>
                </a:cubicBezTo>
                <a:cubicBezTo>
                  <a:pt x="173412" y="6568"/>
                  <a:pt x="174702" y="9724"/>
                  <a:pt x="174702" y="13338"/>
                </a:cubicBezTo>
                <a:cubicBezTo>
                  <a:pt x="174702" y="17066"/>
                  <a:pt x="173412" y="20193"/>
                  <a:pt x="170830" y="22717"/>
                </a:cubicBezTo>
                <a:cubicBezTo>
                  <a:pt x="168134" y="25298"/>
                  <a:pt x="164979" y="26589"/>
                  <a:pt x="161365" y="26589"/>
                </a:cubicBezTo>
                <a:cubicBezTo>
                  <a:pt x="157636" y="26589"/>
                  <a:pt x="154510" y="25298"/>
                  <a:pt x="151986" y="22717"/>
                </a:cubicBezTo>
                <a:cubicBezTo>
                  <a:pt x="149404" y="20193"/>
                  <a:pt x="148113" y="17066"/>
                  <a:pt x="148113" y="13338"/>
                </a:cubicBezTo>
                <a:cubicBezTo>
                  <a:pt x="148113" y="9724"/>
                  <a:pt x="149404" y="6568"/>
                  <a:pt x="151986" y="3872"/>
                </a:cubicBezTo>
                <a:cubicBezTo>
                  <a:pt x="154510" y="1291"/>
                  <a:pt x="157636" y="0"/>
                  <a:pt x="161365" y="0"/>
                </a:cubicBezTo>
                <a:moveTo>
                  <a:pt x="173412" y="38980"/>
                </a:moveTo>
                <a:lnTo>
                  <a:pt x="173412" y="102742"/>
                </a:lnTo>
                <a:cubicBezTo>
                  <a:pt x="173412" y="108422"/>
                  <a:pt x="174071" y="112036"/>
                  <a:pt x="175391" y="113585"/>
                </a:cubicBezTo>
                <a:cubicBezTo>
                  <a:pt x="176653" y="115248"/>
                  <a:pt x="179234" y="116166"/>
                  <a:pt x="183135" y="116338"/>
                </a:cubicBezTo>
                <a:lnTo>
                  <a:pt x="183135" y="119436"/>
                </a:lnTo>
                <a:lnTo>
                  <a:pt x="139681" y="119436"/>
                </a:lnTo>
                <a:lnTo>
                  <a:pt x="139681" y="116338"/>
                </a:lnTo>
                <a:cubicBezTo>
                  <a:pt x="143180" y="116281"/>
                  <a:pt x="145819" y="115248"/>
                  <a:pt x="147597" y="113240"/>
                </a:cubicBezTo>
                <a:cubicBezTo>
                  <a:pt x="148687" y="111978"/>
                  <a:pt x="149261" y="108479"/>
                  <a:pt x="149318" y="102742"/>
                </a:cubicBezTo>
                <a:lnTo>
                  <a:pt x="149318" y="55760"/>
                </a:lnTo>
                <a:cubicBezTo>
                  <a:pt x="149261" y="50138"/>
                  <a:pt x="148601" y="46495"/>
                  <a:pt x="147339" y="44831"/>
                </a:cubicBezTo>
                <a:cubicBezTo>
                  <a:pt x="146019" y="43340"/>
                  <a:pt x="143467" y="42451"/>
                  <a:pt x="139681" y="42164"/>
                </a:cubicBezTo>
                <a:lnTo>
                  <a:pt x="139681" y="38980"/>
                </a:lnTo>
                <a:lnTo>
                  <a:pt x="173412" y="38980"/>
                </a:lnTo>
                <a:close/>
                <a:moveTo>
                  <a:pt x="258855" y="76325"/>
                </a:moveTo>
                <a:lnTo>
                  <a:pt x="214712" y="76325"/>
                </a:lnTo>
                <a:cubicBezTo>
                  <a:pt x="215229" y="86995"/>
                  <a:pt x="218068" y="95428"/>
                  <a:pt x="223231" y="101624"/>
                </a:cubicBezTo>
                <a:cubicBezTo>
                  <a:pt x="227132" y="106385"/>
                  <a:pt x="231893" y="108766"/>
                  <a:pt x="237515" y="108766"/>
                </a:cubicBezTo>
                <a:cubicBezTo>
                  <a:pt x="240900" y="108823"/>
                  <a:pt x="244026" y="107848"/>
                  <a:pt x="246894" y="105840"/>
                </a:cubicBezTo>
                <a:cubicBezTo>
                  <a:pt x="249705" y="103947"/>
                  <a:pt x="252717" y="100505"/>
                  <a:pt x="255930" y="95514"/>
                </a:cubicBezTo>
                <a:lnTo>
                  <a:pt x="258855" y="97407"/>
                </a:lnTo>
                <a:cubicBezTo>
                  <a:pt x="254438" y="106299"/>
                  <a:pt x="249619" y="112581"/>
                  <a:pt x="244399" y="116252"/>
                </a:cubicBezTo>
                <a:cubicBezTo>
                  <a:pt x="239121" y="119981"/>
                  <a:pt x="233012" y="121845"/>
                  <a:pt x="226071" y="121845"/>
                </a:cubicBezTo>
                <a:cubicBezTo>
                  <a:pt x="214081" y="121903"/>
                  <a:pt x="205046" y="117313"/>
                  <a:pt x="198965" y="108077"/>
                </a:cubicBezTo>
                <a:cubicBezTo>
                  <a:pt x="194032" y="100677"/>
                  <a:pt x="191565" y="91499"/>
                  <a:pt x="191565" y="80542"/>
                </a:cubicBezTo>
                <a:cubicBezTo>
                  <a:pt x="191508" y="67175"/>
                  <a:pt x="195150" y="56477"/>
                  <a:pt x="202493" y="48446"/>
                </a:cubicBezTo>
                <a:cubicBezTo>
                  <a:pt x="209721" y="40529"/>
                  <a:pt x="218212" y="36571"/>
                  <a:pt x="227964" y="36571"/>
                </a:cubicBezTo>
                <a:cubicBezTo>
                  <a:pt x="236110" y="36628"/>
                  <a:pt x="243194" y="39955"/>
                  <a:pt x="249218" y="46552"/>
                </a:cubicBezTo>
                <a:cubicBezTo>
                  <a:pt x="255127" y="53264"/>
                  <a:pt x="258339" y="63189"/>
                  <a:pt x="258855" y="76325"/>
                </a:cubicBezTo>
                <a:moveTo>
                  <a:pt x="237687" y="70560"/>
                </a:moveTo>
                <a:cubicBezTo>
                  <a:pt x="237630" y="61382"/>
                  <a:pt x="237142" y="55043"/>
                  <a:pt x="236224" y="51543"/>
                </a:cubicBezTo>
                <a:cubicBezTo>
                  <a:pt x="235192" y="48159"/>
                  <a:pt x="233614" y="45549"/>
                  <a:pt x="231492" y="43713"/>
                </a:cubicBezTo>
                <a:cubicBezTo>
                  <a:pt x="230230" y="42680"/>
                  <a:pt x="228623" y="42164"/>
                  <a:pt x="226673" y="42164"/>
                </a:cubicBezTo>
                <a:cubicBezTo>
                  <a:pt x="223633" y="42164"/>
                  <a:pt x="221195" y="43627"/>
                  <a:pt x="219359" y="46552"/>
                </a:cubicBezTo>
                <a:cubicBezTo>
                  <a:pt x="215974" y="51715"/>
                  <a:pt x="214282" y="58714"/>
                  <a:pt x="214282" y="67548"/>
                </a:cubicBezTo>
                <a:lnTo>
                  <a:pt x="214282" y="70560"/>
                </a:lnTo>
                <a:lnTo>
                  <a:pt x="237687" y="70560"/>
                </a:lnTo>
                <a:close/>
                <a:moveTo>
                  <a:pt x="303004" y="38980"/>
                </a:moveTo>
                <a:lnTo>
                  <a:pt x="303004" y="57223"/>
                </a:lnTo>
                <a:cubicBezTo>
                  <a:pt x="308282" y="48904"/>
                  <a:pt x="312957" y="43369"/>
                  <a:pt x="317030" y="40615"/>
                </a:cubicBezTo>
                <a:cubicBezTo>
                  <a:pt x="321046" y="37976"/>
                  <a:pt x="324918" y="36628"/>
                  <a:pt x="328646" y="36571"/>
                </a:cubicBezTo>
                <a:cubicBezTo>
                  <a:pt x="331802" y="36571"/>
                  <a:pt x="334383" y="37546"/>
                  <a:pt x="336391" y="39496"/>
                </a:cubicBezTo>
                <a:cubicBezTo>
                  <a:pt x="338284" y="41504"/>
                  <a:pt x="339231" y="44315"/>
                  <a:pt x="339231" y="47929"/>
                </a:cubicBezTo>
                <a:cubicBezTo>
                  <a:pt x="339173" y="51830"/>
                  <a:pt x="338255" y="54813"/>
                  <a:pt x="336477" y="56878"/>
                </a:cubicBezTo>
                <a:cubicBezTo>
                  <a:pt x="334584" y="59058"/>
                  <a:pt x="332318" y="60119"/>
                  <a:pt x="329679" y="60062"/>
                </a:cubicBezTo>
                <a:cubicBezTo>
                  <a:pt x="326639" y="60119"/>
                  <a:pt x="324000" y="59144"/>
                  <a:pt x="321763" y="57136"/>
                </a:cubicBezTo>
                <a:cubicBezTo>
                  <a:pt x="319525" y="55243"/>
                  <a:pt x="318206" y="54153"/>
                  <a:pt x="317804" y="53867"/>
                </a:cubicBezTo>
                <a:cubicBezTo>
                  <a:pt x="317173" y="53522"/>
                  <a:pt x="316514" y="53350"/>
                  <a:pt x="315825" y="53350"/>
                </a:cubicBezTo>
                <a:cubicBezTo>
                  <a:pt x="314104" y="53350"/>
                  <a:pt x="312527" y="53981"/>
                  <a:pt x="311093" y="55243"/>
                </a:cubicBezTo>
                <a:cubicBezTo>
                  <a:pt x="308741" y="57251"/>
                  <a:pt x="306962" y="60033"/>
                  <a:pt x="305757" y="63590"/>
                </a:cubicBezTo>
                <a:cubicBezTo>
                  <a:pt x="303922" y="69212"/>
                  <a:pt x="303004" y="75350"/>
                  <a:pt x="303004" y="82005"/>
                </a:cubicBezTo>
                <a:lnTo>
                  <a:pt x="303004" y="100505"/>
                </a:lnTo>
                <a:lnTo>
                  <a:pt x="303090" y="105324"/>
                </a:lnTo>
                <a:cubicBezTo>
                  <a:pt x="303033" y="108594"/>
                  <a:pt x="303233" y="110688"/>
                  <a:pt x="303692" y="111605"/>
                </a:cubicBezTo>
                <a:cubicBezTo>
                  <a:pt x="304381" y="113154"/>
                  <a:pt x="305413" y="114273"/>
                  <a:pt x="306790" y="114961"/>
                </a:cubicBezTo>
                <a:cubicBezTo>
                  <a:pt x="308052" y="115764"/>
                  <a:pt x="310318" y="116223"/>
                  <a:pt x="313588" y="116338"/>
                </a:cubicBezTo>
                <a:lnTo>
                  <a:pt x="313588" y="119436"/>
                </a:lnTo>
                <a:lnTo>
                  <a:pt x="270133" y="119436"/>
                </a:lnTo>
                <a:lnTo>
                  <a:pt x="270133" y="116338"/>
                </a:lnTo>
                <a:cubicBezTo>
                  <a:pt x="273575" y="116109"/>
                  <a:pt x="275956" y="115133"/>
                  <a:pt x="277275" y="113412"/>
                </a:cubicBezTo>
                <a:cubicBezTo>
                  <a:pt x="278480" y="111806"/>
                  <a:pt x="279082" y="107504"/>
                  <a:pt x="279082" y="100505"/>
                </a:cubicBezTo>
                <a:lnTo>
                  <a:pt x="279082" y="56018"/>
                </a:lnTo>
                <a:cubicBezTo>
                  <a:pt x="279025" y="51486"/>
                  <a:pt x="278796" y="48560"/>
                  <a:pt x="278394" y="47241"/>
                </a:cubicBezTo>
                <a:cubicBezTo>
                  <a:pt x="277763" y="45692"/>
                  <a:pt x="276931" y="44516"/>
                  <a:pt x="275899" y="43713"/>
                </a:cubicBezTo>
                <a:cubicBezTo>
                  <a:pt x="274751" y="42967"/>
                  <a:pt x="272829" y="42451"/>
                  <a:pt x="270133" y="42164"/>
                </a:cubicBezTo>
                <a:lnTo>
                  <a:pt x="270133" y="38980"/>
                </a:lnTo>
                <a:lnTo>
                  <a:pt x="303004" y="38980"/>
                </a:lnTo>
                <a:close/>
                <a:moveTo>
                  <a:pt x="386941" y="107561"/>
                </a:moveTo>
                <a:cubicBezTo>
                  <a:pt x="377131" y="116281"/>
                  <a:pt x="368325" y="120612"/>
                  <a:pt x="360524" y="120554"/>
                </a:cubicBezTo>
                <a:cubicBezTo>
                  <a:pt x="355877" y="120554"/>
                  <a:pt x="352062" y="119034"/>
                  <a:pt x="349079" y="115994"/>
                </a:cubicBezTo>
                <a:cubicBezTo>
                  <a:pt x="346039" y="113068"/>
                  <a:pt x="344519" y="109311"/>
                  <a:pt x="344519" y="104721"/>
                </a:cubicBezTo>
                <a:cubicBezTo>
                  <a:pt x="344519" y="98641"/>
                  <a:pt x="347157" y="93105"/>
                  <a:pt x="352435" y="88114"/>
                </a:cubicBezTo>
                <a:cubicBezTo>
                  <a:pt x="357655" y="83295"/>
                  <a:pt x="369157" y="76784"/>
                  <a:pt x="386941" y="68581"/>
                </a:cubicBezTo>
                <a:lnTo>
                  <a:pt x="386941" y="60492"/>
                </a:lnTo>
                <a:cubicBezTo>
                  <a:pt x="386883" y="54469"/>
                  <a:pt x="386568" y="50625"/>
                  <a:pt x="385994" y="48962"/>
                </a:cubicBezTo>
                <a:cubicBezTo>
                  <a:pt x="385248" y="47413"/>
                  <a:pt x="383986" y="46036"/>
                  <a:pt x="382208" y="44831"/>
                </a:cubicBezTo>
                <a:cubicBezTo>
                  <a:pt x="380372" y="43742"/>
                  <a:pt x="378307" y="43168"/>
                  <a:pt x="376013" y="43110"/>
                </a:cubicBezTo>
                <a:cubicBezTo>
                  <a:pt x="372284" y="43168"/>
                  <a:pt x="369215" y="44000"/>
                  <a:pt x="366805" y="45606"/>
                </a:cubicBezTo>
                <a:cubicBezTo>
                  <a:pt x="365314" y="46638"/>
                  <a:pt x="364568" y="47843"/>
                  <a:pt x="364568" y="49220"/>
                </a:cubicBezTo>
                <a:cubicBezTo>
                  <a:pt x="364511" y="50425"/>
                  <a:pt x="365314" y="51916"/>
                  <a:pt x="366977" y="53694"/>
                </a:cubicBezTo>
                <a:cubicBezTo>
                  <a:pt x="369100" y="56219"/>
                  <a:pt x="370190" y="58599"/>
                  <a:pt x="370247" y="60837"/>
                </a:cubicBezTo>
                <a:cubicBezTo>
                  <a:pt x="370247" y="63705"/>
                  <a:pt x="369215" y="66086"/>
                  <a:pt x="367149" y="67979"/>
                </a:cubicBezTo>
                <a:cubicBezTo>
                  <a:pt x="364970" y="69986"/>
                  <a:pt x="362216" y="70990"/>
                  <a:pt x="358889" y="70990"/>
                </a:cubicBezTo>
                <a:cubicBezTo>
                  <a:pt x="355275" y="70990"/>
                  <a:pt x="352263" y="69900"/>
                  <a:pt x="349854" y="67720"/>
                </a:cubicBezTo>
                <a:cubicBezTo>
                  <a:pt x="347330" y="65598"/>
                  <a:pt x="346096" y="63045"/>
                  <a:pt x="346154" y="60062"/>
                </a:cubicBezTo>
                <a:cubicBezTo>
                  <a:pt x="346154" y="55932"/>
                  <a:pt x="347788" y="51974"/>
                  <a:pt x="351058" y="48187"/>
                </a:cubicBezTo>
                <a:cubicBezTo>
                  <a:pt x="354328" y="44516"/>
                  <a:pt x="358889" y="41648"/>
                  <a:pt x="364740" y="39582"/>
                </a:cubicBezTo>
                <a:cubicBezTo>
                  <a:pt x="370591" y="37632"/>
                  <a:pt x="376672" y="36628"/>
                  <a:pt x="382982" y="36571"/>
                </a:cubicBezTo>
                <a:cubicBezTo>
                  <a:pt x="390612" y="36628"/>
                  <a:pt x="396664" y="38234"/>
                  <a:pt x="401139" y="41390"/>
                </a:cubicBezTo>
                <a:cubicBezTo>
                  <a:pt x="405499" y="44659"/>
                  <a:pt x="408367" y="48187"/>
                  <a:pt x="409744" y="51974"/>
                </a:cubicBezTo>
                <a:cubicBezTo>
                  <a:pt x="410489" y="54383"/>
                  <a:pt x="410891" y="59919"/>
                  <a:pt x="410948" y="68581"/>
                </a:cubicBezTo>
                <a:lnTo>
                  <a:pt x="410948" y="99817"/>
                </a:lnTo>
                <a:cubicBezTo>
                  <a:pt x="410948" y="103545"/>
                  <a:pt x="411092" y="105840"/>
                  <a:pt x="411379" y="106701"/>
                </a:cubicBezTo>
                <a:cubicBezTo>
                  <a:pt x="411608" y="107733"/>
                  <a:pt x="412038" y="108450"/>
                  <a:pt x="412669" y="108852"/>
                </a:cubicBezTo>
                <a:cubicBezTo>
                  <a:pt x="413186" y="109311"/>
                  <a:pt x="413845" y="109540"/>
                  <a:pt x="414648" y="109540"/>
                </a:cubicBezTo>
                <a:cubicBezTo>
                  <a:pt x="416083" y="109598"/>
                  <a:pt x="417603" y="108536"/>
                  <a:pt x="419209" y="106356"/>
                </a:cubicBezTo>
                <a:lnTo>
                  <a:pt x="421791" y="108422"/>
                </a:lnTo>
                <a:cubicBezTo>
                  <a:pt x="418865" y="112667"/>
                  <a:pt x="415911" y="115736"/>
                  <a:pt x="412927" y="117629"/>
                </a:cubicBezTo>
                <a:cubicBezTo>
                  <a:pt x="409772" y="119637"/>
                  <a:pt x="406273" y="120612"/>
                  <a:pt x="402430" y="120554"/>
                </a:cubicBezTo>
                <a:cubicBezTo>
                  <a:pt x="397840" y="120554"/>
                  <a:pt x="394255" y="119465"/>
                  <a:pt x="391673" y="117285"/>
                </a:cubicBezTo>
                <a:cubicBezTo>
                  <a:pt x="389092" y="115219"/>
                  <a:pt x="387514" y="111978"/>
                  <a:pt x="386941" y="107561"/>
                </a:cubicBezTo>
                <a:moveTo>
                  <a:pt x="386941" y="101280"/>
                </a:moveTo>
                <a:lnTo>
                  <a:pt x="386941" y="74346"/>
                </a:lnTo>
                <a:cubicBezTo>
                  <a:pt x="379942" y="78419"/>
                  <a:pt x="374779" y="82779"/>
                  <a:pt x="371452" y="87426"/>
                </a:cubicBezTo>
                <a:cubicBezTo>
                  <a:pt x="369215" y="90523"/>
                  <a:pt x="368096" y="93650"/>
                  <a:pt x="368096" y="96805"/>
                </a:cubicBezTo>
                <a:cubicBezTo>
                  <a:pt x="368096" y="99501"/>
                  <a:pt x="369043" y="101824"/>
                  <a:pt x="370936" y="103775"/>
                </a:cubicBezTo>
                <a:cubicBezTo>
                  <a:pt x="372370" y="105324"/>
                  <a:pt x="374378" y="106098"/>
                  <a:pt x="376959" y="106098"/>
                </a:cubicBezTo>
                <a:cubicBezTo>
                  <a:pt x="379770" y="106098"/>
                  <a:pt x="383097" y="104492"/>
                  <a:pt x="386941" y="101280"/>
                </a:cubicBezTo>
                <a:close/>
                <a:moveTo>
                  <a:pt x="461003" y="38980"/>
                </a:moveTo>
                <a:lnTo>
                  <a:pt x="461003" y="57223"/>
                </a:lnTo>
                <a:cubicBezTo>
                  <a:pt x="466280" y="48904"/>
                  <a:pt x="470956" y="43369"/>
                  <a:pt x="475029" y="40615"/>
                </a:cubicBezTo>
                <a:cubicBezTo>
                  <a:pt x="479044" y="37976"/>
                  <a:pt x="482916" y="36628"/>
                  <a:pt x="486645" y="36571"/>
                </a:cubicBezTo>
                <a:cubicBezTo>
                  <a:pt x="489800" y="36571"/>
                  <a:pt x="492382" y="37546"/>
                  <a:pt x="494390" y="39496"/>
                </a:cubicBezTo>
                <a:cubicBezTo>
                  <a:pt x="496283" y="41504"/>
                  <a:pt x="497229" y="44315"/>
                  <a:pt x="497229" y="47929"/>
                </a:cubicBezTo>
                <a:cubicBezTo>
                  <a:pt x="497172" y="51830"/>
                  <a:pt x="496254" y="54813"/>
                  <a:pt x="494476" y="56878"/>
                </a:cubicBezTo>
                <a:cubicBezTo>
                  <a:pt x="492582" y="59058"/>
                  <a:pt x="490317" y="60119"/>
                  <a:pt x="487678" y="60062"/>
                </a:cubicBezTo>
                <a:cubicBezTo>
                  <a:pt x="484637" y="60119"/>
                  <a:pt x="481998" y="59144"/>
                  <a:pt x="479761" y="57136"/>
                </a:cubicBezTo>
                <a:cubicBezTo>
                  <a:pt x="477524" y="55243"/>
                  <a:pt x="476205" y="54153"/>
                  <a:pt x="475803" y="53867"/>
                </a:cubicBezTo>
                <a:cubicBezTo>
                  <a:pt x="475172" y="53522"/>
                  <a:pt x="474512" y="53350"/>
                  <a:pt x="473824" y="53350"/>
                </a:cubicBezTo>
                <a:cubicBezTo>
                  <a:pt x="472103" y="53350"/>
                  <a:pt x="470525" y="53981"/>
                  <a:pt x="469091" y="55243"/>
                </a:cubicBezTo>
                <a:cubicBezTo>
                  <a:pt x="466739" y="57251"/>
                  <a:pt x="464961" y="60033"/>
                  <a:pt x="463756" y="63590"/>
                </a:cubicBezTo>
                <a:cubicBezTo>
                  <a:pt x="461920" y="69212"/>
                  <a:pt x="461003" y="75350"/>
                  <a:pt x="461003" y="82005"/>
                </a:cubicBezTo>
                <a:lnTo>
                  <a:pt x="461003" y="100505"/>
                </a:lnTo>
                <a:lnTo>
                  <a:pt x="461089" y="105324"/>
                </a:lnTo>
                <a:cubicBezTo>
                  <a:pt x="461031" y="108594"/>
                  <a:pt x="461232" y="110688"/>
                  <a:pt x="461691" y="111605"/>
                </a:cubicBezTo>
                <a:cubicBezTo>
                  <a:pt x="462379" y="113154"/>
                  <a:pt x="463412" y="114273"/>
                  <a:pt x="464789" y="114961"/>
                </a:cubicBezTo>
                <a:cubicBezTo>
                  <a:pt x="466051" y="115764"/>
                  <a:pt x="468317" y="116223"/>
                  <a:pt x="471587" y="116338"/>
                </a:cubicBezTo>
                <a:lnTo>
                  <a:pt x="471587" y="119436"/>
                </a:lnTo>
                <a:lnTo>
                  <a:pt x="428132" y="119436"/>
                </a:lnTo>
                <a:lnTo>
                  <a:pt x="428132" y="116338"/>
                </a:lnTo>
                <a:cubicBezTo>
                  <a:pt x="431574" y="116109"/>
                  <a:pt x="433955" y="115133"/>
                  <a:pt x="435274" y="113412"/>
                </a:cubicBezTo>
                <a:cubicBezTo>
                  <a:pt x="436479" y="111806"/>
                  <a:pt x="437081" y="107504"/>
                  <a:pt x="437081" y="100505"/>
                </a:cubicBezTo>
                <a:lnTo>
                  <a:pt x="437081" y="56018"/>
                </a:lnTo>
                <a:cubicBezTo>
                  <a:pt x="437024" y="51486"/>
                  <a:pt x="436794" y="48560"/>
                  <a:pt x="436393" y="47241"/>
                </a:cubicBezTo>
                <a:cubicBezTo>
                  <a:pt x="435762" y="45692"/>
                  <a:pt x="434930" y="44516"/>
                  <a:pt x="433897" y="43713"/>
                </a:cubicBezTo>
                <a:cubicBezTo>
                  <a:pt x="432750" y="42967"/>
                  <a:pt x="430828" y="42451"/>
                  <a:pt x="428132" y="42164"/>
                </a:cubicBezTo>
                <a:lnTo>
                  <a:pt x="428132" y="38980"/>
                </a:lnTo>
                <a:lnTo>
                  <a:pt x="461003" y="38980"/>
                </a:lnTo>
                <a:close/>
                <a:moveTo>
                  <a:pt x="560201" y="98698"/>
                </a:moveTo>
                <a:lnTo>
                  <a:pt x="562868" y="100763"/>
                </a:lnTo>
                <a:cubicBezTo>
                  <a:pt x="559025" y="107934"/>
                  <a:pt x="554321" y="113212"/>
                  <a:pt x="548756" y="116596"/>
                </a:cubicBezTo>
                <a:cubicBezTo>
                  <a:pt x="543077" y="120153"/>
                  <a:pt x="537054" y="121903"/>
                  <a:pt x="530686" y="121845"/>
                </a:cubicBezTo>
                <a:cubicBezTo>
                  <a:pt x="519901" y="121845"/>
                  <a:pt x="511325" y="117801"/>
                  <a:pt x="504957" y="109712"/>
                </a:cubicBezTo>
                <a:cubicBezTo>
                  <a:pt x="498475" y="101624"/>
                  <a:pt x="495262" y="91900"/>
                  <a:pt x="495320" y="80542"/>
                </a:cubicBezTo>
                <a:cubicBezTo>
                  <a:pt x="495320" y="69642"/>
                  <a:pt x="498246" y="60005"/>
                  <a:pt x="504097" y="51629"/>
                </a:cubicBezTo>
                <a:cubicBezTo>
                  <a:pt x="511153" y="41590"/>
                  <a:pt x="520876" y="36571"/>
                  <a:pt x="533267" y="36571"/>
                </a:cubicBezTo>
                <a:cubicBezTo>
                  <a:pt x="541585" y="36571"/>
                  <a:pt x="548211" y="38665"/>
                  <a:pt x="553145" y="42852"/>
                </a:cubicBezTo>
                <a:cubicBezTo>
                  <a:pt x="558021" y="47097"/>
                  <a:pt x="560459" y="51773"/>
                  <a:pt x="560459" y="56878"/>
                </a:cubicBezTo>
                <a:cubicBezTo>
                  <a:pt x="560459" y="60148"/>
                  <a:pt x="559484" y="62758"/>
                  <a:pt x="557533" y="64709"/>
                </a:cubicBezTo>
                <a:cubicBezTo>
                  <a:pt x="555468" y="66717"/>
                  <a:pt x="552858" y="67692"/>
                  <a:pt x="549703" y="67634"/>
                </a:cubicBezTo>
                <a:cubicBezTo>
                  <a:pt x="546261" y="67634"/>
                  <a:pt x="543479" y="66516"/>
                  <a:pt x="541356" y="64279"/>
                </a:cubicBezTo>
                <a:cubicBezTo>
                  <a:pt x="539119" y="62099"/>
                  <a:pt x="537742" y="58112"/>
                  <a:pt x="537226" y="52318"/>
                </a:cubicBezTo>
                <a:cubicBezTo>
                  <a:pt x="536824" y="48761"/>
                  <a:pt x="535992" y="46237"/>
                  <a:pt x="534730" y="44745"/>
                </a:cubicBezTo>
                <a:cubicBezTo>
                  <a:pt x="533411" y="43311"/>
                  <a:pt x="531862" y="42594"/>
                  <a:pt x="530084" y="42594"/>
                </a:cubicBezTo>
                <a:cubicBezTo>
                  <a:pt x="527330" y="42594"/>
                  <a:pt x="524978" y="44057"/>
                  <a:pt x="523028" y="46983"/>
                </a:cubicBezTo>
                <a:cubicBezTo>
                  <a:pt x="519987" y="51400"/>
                  <a:pt x="518496" y="58169"/>
                  <a:pt x="518553" y="67290"/>
                </a:cubicBezTo>
                <a:cubicBezTo>
                  <a:pt x="518553" y="74863"/>
                  <a:pt x="519758" y="82091"/>
                  <a:pt x="522167" y="88975"/>
                </a:cubicBezTo>
                <a:cubicBezTo>
                  <a:pt x="524519" y="95973"/>
                  <a:pt x="527818" y="101136"/>
                  <a:pt x="532063" y="104463"/>
                </a:cubicBezTo>
                <a:cubicBezTo>
                  <a:pt x="535218" y="106987"/>
                  <a:pt x="538947" y="108221"/>
                  <a:pt x="543249" y="108163"/>
                </a:cubicBezTo>
                <a:cubicBezTo>
                  <a:pt x="546060" y="108163"/>
                  <a:pt x="548728" y="107504"/>
                  <a:pt x="551252" y="106184"/>
                </a:cubicBezTo>
                <a:cubicBezTo>
                  <a:pt x="553718" y="104922"/>
                  <a:pt x="556701" y="102427"/>
                  <a:pt x="560201" y="98698"/>
                </a:cubicBezTo>
                <a:close/>
                <a:moveTo>
                  <a:pt x="606330" y="2754"/>
                </a:moveTo>
                <a:lnTo>
                  <a:pt x="606330" y="49306"/>
                </a:lnTo>
                <a:cubicBezTo>
                  <a:pt x="610689" y="44717"/>
                  <a:pt x="614734" y="41418"/>
                  <a:pt x="618463" y="39410"/>
                </a:cubicBezTo>
                <a:cubicBezTo>
                  <a:pt x="622134" y="37517"/>
                  <a:pt x="625949" y="36571"/>
                  <a:pt x="629907" y="36571"/>
                </a:cubicBezTo>
                <a:cubicBezTo>
                  <a:pt x="634955" y="36628"/>
                  <a:pt x="639286" y="38062"/>
                  <a:pt x="642900" y="40873"/>
                </a:cubicBezTo>
                <a:cubicBezTo>
                  <a:pt x="646400" y="43742"/>
                  <a:pt x="648780" y="47097"/>
                  <a:pt x="650042" y="50941"/>
                </a:cubicBezTo>
                <a:cubicBezTo>
                  <a:pt x="651132" y="54842"/>
                  <a:pt x="651706" y="61382"/>
                  <a:pt x="651763" y="70560"/>
                </a:cubicBezTo>
                <a:lnTo>
                  <a:pt x="651763" y="101968"/>
                </a:lnTo>
                <a:cubicBezTo>
                  <a:pt x="651763" y="108163"/>
                  <a:pt x="652337" y="111978"/>
                  <a:pt x="653484" y="113412"/>
                </a:cubicBezTo>
                <a:cubicBezTo>
                  <a:pt x="654574" y="114961"/>
                  <a:pt x="656898" y="115937"/>
                  <a:pt x="660454" y="116338"/>
                </a:cubicBezTo>
                <a:lnTo>
                  <a:pt x="660454" y="119436"/>
                </a:lnTo>
                <a:lnTo>
                  <a:pt x="619667" y="119436"/>
                </a:lnTo>
                <a:lnTo>
                  <a:pt x="619667" y="116338"/>
                </a:lnTo>
                <a:cubicBezTo>
                  <a:pt x="622478" y="115937"/>
                  <a:pt x="624629" y="114789"/>
                  <a:pt x="626121" y="112896"/>
                </a:cubicBezTo>
                <a:cubicBezTo>
                  <a:pt x="627153" y="111462"/>
                  <a:pt x="627670" y="107819"/>
                  <a:pt x="627670" y="101968"/>
                </a:cubicBezTo>
                <a:lnTo>
                  <a:pt x="627670" y="66086"/>
                </a:lnTo>
                <a:cubicBezTo>
                  <a:pt x="627670" y="59488"/>
                  <a:pt x="627412" y="55301"/>
                  <a:pt x="626895" y="53522"/>
                </a:cubicBezTo>
                <a:cubicBezTo>
                  <a:pt x="626379" y="51916"/>
                  <a:pt x="625519" y="50597"/>
                  <a:pt x="624314" y="49564"/>
                </a:cubicBezTo>
                <a:cubicBezTo>
                  <a:pt x="622994" y="48646"/>
                  <a:pt x="621589" y="48187"/>
                  <a:pt x="620097" y="48187"/>
                </a:cubicBezTo>
                <a:cubicBezTo>
                  <a:pt x="617745" y="48187"/>
                  <a:pt x="615508" y="48962"/>
                  <a:pt x="613386" y="50511"/>
                </a:cubicBezTo>
                <a:cubicBezTo>
                  <a:pt x="611148" y="52174"/>
                  <a:pt x="608796" y="54957"/>
                  <a:pt x="606330" y="58857"/>
                </a:cubicBezTo>
                <a:lnTo>
                  <a:pt x="606330" y="101968"/>
                </a:lnTo>
                <a:cubicBezTo>
                  <a:pt x="606330" y="107762"/>
                  <a:pt x="606760" y="111347"/>
                  <a:pt x="607620" y="112724"/>
                </a:cubicBezTo>
                <a:cubicBezTo>
                  <a:pt x="608710" y="114732"/>
                  <a:pt x="610948" y="115937"/>
                  <a:pt x="614332" y="116338"/>
                </a:cubicBezTo>
                <a:lnTo>
                  <a:pt x="614332" y="119436"/>
                </a:lnTo>
                <a:lnTo>
                  <a:pt x="573545" y="119436"/>
                </a:lnTo>
                <a:lnTo>
                  <a:pt x="573545" y="116338"/>
                </a:lnTo>
                <a:cubicBezTo>
                  <a:pt x="576872" y="115994"/>
                  <a:pt x="579282" y="114904"/>
                  <a:pt x="580773" y="113068"/>
                </a:cubicBezTo>
                <a:cubicBezTo>
                  <a:pt x="581691" y="111806"/>
                  <a:pt x="582179" y="108106"/>
                  <a:pt x="582236" y="101968"/>
                </a:cubicBezTo>
                <a:lnTo>
                  <a:pt x="582236" y="20221"/>
                </a:lnTo>
                <a:cubicBezTo>
                  <a:pt x="582236" y="14141"/>
                  <a:pt x="581691" y="10355"/>
                  <a:pt x="580601" y="8863"/>
                </a:cubicBezTo>
                <a:cubicBezTo>
                  <a:pt x="579396" y="7429"/>
                  <a:pt x="577044" y="6454"/>
                  <a:pt x="573545" y="5937"/>
                </a:cubicBezTo>
                <a:lnTo>
                  <a:pt x="573545" y="2754"/>
                </a:lnTo>
                <a:lnTo>
                  <a:pt x="606330" y="2754"/>
                </a:lnTo>
                <a:close/>
                <a:moveTo>
                  <a:pt x="690049" y="0"/>
                </a:moveTo>
                <a:cubicBezTo>
                  <a:pt x="693720" y="0"/>
                  <a:pt x="696875" y="1291"/>
                  <a:pt x="699514" y="3872"/>
                </a:cubicBezTo>
                <a:cubicBezTo>
                  <a:pt x="702096" y="6568"/>
                  <a:pt x="703387" y="9724"/>
                  <a:pt x="703387" y="13338"/>
                </a:cubicBezTo>
                <a:cubicBezTo>
                  <a:pt x="703387" y="17066"/>
                  <a:pt x="702096" y="20193"/>
                  <a:pt x="699514" y="22717"/>
                </a:cubicBezTo>
                <a:cubicBezTo>
                  <a:pt x="696818" y="25298"/>
                  <a:pt x="693663" y="26589"/>
                  <a:pt x="690049" y="26589"/>
                </a:cubicBezTo>
                <a:cubicBezTo>
                  <a:pt x="686320" y="26589"/>
                  <a:pt x="683194" y="25298"/>
                  <a:pt x="680670" y="22717"/>
                </a:cubicBezTo>
                <a:cubicBezTo>
                  <a:pt x="678088" y="20193"/>
                  <a:pt x="676797" y="17066"/>
                  <a:pt x="676797" y="13338"/>
                </a:cubicBezTo>
                <a:cubicBezTo>
                  <a:pt x="676797" y="9724"/>
                  <a:pt x="678088" y="6568"/>
                  <a:pt x="680670" y="3872"/>
                </a:cubicBezTo>
                <a:cubicBezTo>
                  <a:pt x="683194" y="1291"/>
                  <a:pt x="686320" y="0"/>
                  <a:pt x="690049" y="0"/>
                </a:cubicBezTo>
                <a:moveTo>
                  <a:pt x="702096" y="38980"/>
                </a:moveTo>
                <a:lnTo>
                  <a:pt x="702096" y="102742"/>
                </a:lnTo>
                <a:cubicBezTo>
                  <a:pt x="702096" y="108422"/>
                  <a:pt x="702756" y="112036"/>
                  <a:pt x="704075" y="113585"/>
                </a:cubicBezTo>
                <a:cubicBezTo>
                  <a:pt x="705337" y="115248"/>
                  <a:pt x="707918" y="116166"/>
                  <a:pt x="711819" y="116338"/>
                </a:cubicBezTo>
                <a:lnTo>
                  <a:pt x="711819" y="119436"/>
                </a:lnTo>
                <a:lnTo>
                  <a:pt x="668365" y="119436"/>
                </a:lnTo>
                <a:lnTo>
                  <a:pt x="668365" y="116338"/>
                </a:lnTo>
                <a:cubicBezTo>
                  <a:pt x="671864" y="116281"/>
                  <a:pt x="674503" y="115248"/>
                  <a:pt x="676281" y="113240"/>
                </a:cubicBezTo>
                <a:cubicBezTo>
                  <a:pt x="677371" y="111978"/>
                  <a:pt x="677945" y="108479"/>
                  <a:pt x="678002" y="102742"/>
                </a:cubicBezTo>
                <a:lnTo>
                  <a:pt x="678002" y="55760"/>
                </a:lnTo>
                <a:cubicBezTo>
                  <a:pt x="677945" y="50138"/>
                  <a:pt x="677285" y="46495"/>
                  <a:pt x="676023" y="44831"/>
                </a:cubicBezTo>
                <a:cubicBezTo>
                  <a:pt x="674704" y="43340"/>
                  <a:pt x="672151" y="42451"/>
                  <a:pt x="668365" y="42164"/>
                </a:cubicBezTo>
                <a:lnTo>
                  <a:pt x="668365" y="38980"/>
                </a:lnTo>
                <a:lnTo>
                  <a:pt x="702096" y="38980"/>
                </a:lnTo>
                <a:close/>
                <a:moveTo>
                  <a:pt x="785045" y="98698"/>
                </a:moveTo>
                <a:lnTo>
                  <a:pt x="787712" y="100763"/>
                </a:lnTo>
                <a:cubicBezTo>
                  <a:pt x="783869" y="107934"/>
                  <a:pt x="779165" y="113212"/>
                  <a:pt x="773600" y="116596"/>
                </a:cubicBezTo>
                <a:cubicBezTo>
                  <a:pt x="767921" y="120153"/>
                  <a:pt x="761897" y="121903"/>
                  <a:pt x="755530" y="121845"/>
                </a:cubicBezTo>
                <a:cubicBezTo>
                  <a:pt x="744745" y="121845"/>
                  <a:pt x="736169" y="117801"/>
                  <a:pt x="729801" y="109712"/>
                </a:cubicBezTo>
                <a:cubicBezTo>
                  <a:pt x="723319" y="101624"/>
                  <a:pt x="720106" y="91900"/>
                  <a:pt x="720164" y="80542"/>
                </a:cubicBezTo>
                <a:cubicBezTo>
                  <a:pt x="720164" y="69642"/>
                  <a:pt x="723089" y="60005"/>
                  <a:pt x="728941" y="51629"/>
                </a:cubicBezTo>
                <a:cubicBezTo>
                  <a:pt x="735997" y="41590"/>
                  <a:pt x="745720" y="36571"/>
                  <a:pt x="758111" y="36571"/>
                </a:cubicBezTo>
                <a:cubicBezTo>
                  <a:pt x="766429" y="36571"/>
                  <a:pt x="773055" y="38665"/>
                  <a:pt x="777989" y="42852"/>
                </a:cubicBezTo>
                <a:cubicBezTo>
                  <a:pt x="782865" y="47097"/>
                  <a:pt x="785303" y="51773"/>
                  <a:pt x="785303" y="56878"/>
                </a:cubicBezTo>
                <a:cubicBezTo>
                  <a:pt x="785303" y="60148"/>
                  <a:pt x="784327" y="62758"/>
                  <a:pt x="782377" y="64709"/>
                </a:cubicBezTo>
                <a:cubicBezTo>
                  <a:pt x="780312" y="66717"/>
                  <a:pt x="777702" y="67692"/>
                  <a:pt x="774547" y="67634"/>
                </a:cubicBezTo>
                <a:cubicBezTo>
                  <a:pt x="771105" y="67634"/>
                  <a:pt x="768322" y="66516"/>
                  <a:pt x="766200" y="64279"/>
                </a:cubicBezTo>
                <a:cubicBezTo>
                  <a:pt x="763963" y="62099"/>
                  <a:pt x="762586" y="58112"/>
                  <a:pt x="762069" y="52318"/>
                </a:cubicBezTo>
                <a:cubicBezTo>
                  <a:pt x="761668" y="48761"/>
                  <a:pt x="760836" y="46237"/>
                  <a:pt x="759574" y="44745"/>
                </a:cubicBezTo>
                <a:cubicBezTo>
                  <a:pt x="758255" y="43311"/>
                  <a:pt x="756706" y="42594"/>
                  <a:pt x="754927" y="42594"/>
                </a:cubicBezTo>
                <a:cubicBezTo>
                  <a:pt x="752174" y="42594"/>
                  <a:pt x="749822" y="44057"/>
                  <a:pt x="747871" y="46983"/>
                </a:cubicBezTo>
                <a:cubicBezTo>
                  <a:pt x="744831" y="51400"/>
                  <a:pt x="743339" y="58169"/>
                  <a:pt x="743397" y="67290"/>
                </a:cubicBezTo>
                <a:cubicBezTo>
                  <a:pt x="743397" y="74863"/>
                  <a:pt x="744602" y="82091"/>
                  <a:pt x="747011" y="88975"/>
                </a:cubicBezTo>
                <a:cubicBezTo>
                  <a:pt x="749363" y="95973"/>
                  <a:pt x="752661" y="101136"/>
                  <a:pt x="756907" y="104463"/>
                </a:cubicBezTo>
                <a:cubicBezTo>
                  <a:pt x="760062" y="106987"/>
                  <a:pt x="763790" y="108221"/>
                  <a:pt x="768093" y="108163"/>
                </a:cubicBezTo>
                <a:cubicBezTo>
                  <a:pt x="770904" y="108163"/>
                  <a:pt x="773571" y="107504"/>
                  <a:pt x="776095" y="106184"/>
                </a:cubicBezTo>
                <a:cubicBezTo>
                  <a:pt x="778562" y="104922"/>
                  <a:pt x="781545" y="102427"/>
                  <a:pt x="785045" y="98698"/>
                </a:cubicBezTo>
                <a:close/>
                <a:moveTo>
                  <a:pt x="842703" y="107561"/>
                </a:moveTo>
                <a:cubicBezTo>
                  <a:pt x="832894" y="116281"/>
                  <a:pt x="824088" y="120612"/>
                  <a:pt x="816286" y="120554"/>
                </a:cubicBezTo>
                <a:cubicBezTo>
                  <a:pt x="811640" y="120554"/>
                  <a:pt x="807825" y="119034"/>
                  <a:pt x="804842" y="115994"/>
                </a:cubicBezTo>
                <a:cubicBezTo>
                  <a:pt x="801802" y="113068"/>
                  <a:pt x="800281" y="109311"/>
                  <a:pt x="800281" y="104721"/>
                </a:cubicBezTo>
                <a:cubicBezTo>
                  <a:pt x="800281" y="98641"/>
                  <a:pt x="802920" y="93105"/>
                  <a:pt x="808198" y="88114"/>
                </a:cubicBezTo>
                <a:cubicBezTo>
                  <a:pt x="813418" y="83295"/>
                  <a:pt x="824920" y="76784"/>
                  <a:pt x="842703" y="68581"/>
                </a:cubicBezTo>
                <a:lnTo>
                  <a:pt x="842703" y="60492"/>
                </a:lnTo>
                <a:cubicBezTo>
                  <a:pt x="842646" y="54469"/>
                  <a:pt x="842331" y="50625"/>
                  <a:pt x="841757" y="48962"/>
                </a:cubicBezTo>
                <a:cubicBezTo>
                  <a:pt x="841011" y="47413"/>
                  <a:pt x="839749" y="46036"/>
                  <a:pt x="837971" y="44831"/>
                </a:cubicBezTo>
                <a:cubicBezTo>
                  <a:pt x="836135" y="43742"/>
                  <a:pt x="834070" y="43168"/>
                  <a:pt x="831775" y="43110"/>
                </a:cubicBezTo>
                <a:cubicBezTo>
                  <a:pt x="828046" y="43168"/>
                  <a:pt x="824977" y="44000"/>
                  <a:pt x="822568" y="45606"/>
                </a:cubicBezTo>
                <a:cubicBezTo>
                  <a:pt x="821076" y="46638"/>
                  <a:pt x="820331" y="47843"/>
                  <a:pt x="820331" y="49220"/>
                </a:cubicBezTo>
                <a:cubicBezTo>
                  <a:pt x="820273" y="50425"/>
                  <a:pt x="821076" y="51916"/>
                  <a:pt x="822740" y="53694"/>
                </a:cubicBezTo>
                <a:cubicBezTo>
                  <a:pt x="824863" y="56219"/>
                  <a:pt x="825953" y="58599"/>
                  <a:pt x="826010" y="60837"/>
                </a:cubicBezTo>
                <a:cubicBezTo>
                  <a:pt x="826010" y="63705"/>
                  <a:pt x="824977" y="66086"/>
                  <a:pt x="822912" y="67979"/>
                </a:cubicBezTo>
                <a:cubicBezTo>
                  <a:pt x="820732" y="69986"/>
                  <a:pt x="817979" y="70990"/>
                  <a:pt x="814651" y="70990"/>
                </a:cubicBezTo>
                <a:cubicBezTo>
                  <a:pt x="811037" y="70990"/>
                  <a:pt x="808026" y="69900"/>
                  <a:pt x="805616" y="67720"/>
                </a:cubicBezTo>
                <a:cubicBezTo>
                  <a:pt x="803092" y="65598"/>
                  <a:pt x="801859" y="63045"/>
                  <a:pt x="801916" y="60062"/>
                </a:cubicBezTo>
                <a:cubicBezTo>
                  <a:pt x="801916" y="55932"/>
                  <a:pt x="803551" y="51974"/>
                  <a:pt x="806821" y="48187"/>
                </a:cubicBezTo>
                <a:cubicBezTo>
                  <a:pt x="810091" y="44516"/>
                  <a:pt x="814651" y="41648"/>
                  <a:pt x="820503" y="39582"/>
                </a:cubicBezTo>
                <a:cubicBezTo>
                  <a:pt x="826354" y="37632"/>
                  <a:pt x="832435" y="36628"/>
                  <a:pt x="838745" y="36571"/>
                </a:cubicBezTo>
                <a:cubicBezTo>
                  <a:pt x="846375" y="36628"/>
                  <a:pt x="852427" y="38234"/>
                  <a:pt x="856901" y="41390"/>
                </a:cubicBezTo>
                <a:cubicBezTo>
                  <a:pt x="861261" y="44659"/>
                  <a:pt x="864130" y="48187"/>
                  <a:pt x="865506" y="51974"/>
                </a:cubicBezTo>
                <a:cubicBezTo>
                  <a:pt x="866252" y="54383"/>
                  <a:pt x="866654" y="59919"/>
                  <a:pt x="866711" y="68581"/>
                </a:cubicBezTo>
                <a:lnTo>
                  <a:pt x="866711" y="99817"/>
                </a:lnTo>
                <a:cubicBezTo>
                  <a:pt x="866711" y="103545"/>
                  <a:pt x="866854" y="105840"/>
                  <a:pt x="867141" y="106701"/>
                </a:cubicBezTo>
                <a:cubicBezTo>
                  <a:pt x="867371" y="107733"/>
                  <a:pt x="867801" y="108450"/>
                  <a:pt x="868432" y="108852"/>
                </a:cubicBezTo>
                <a:cubicBezTo>
                  <a:pt x="868948" y="109311"/>
                  <a:pt x="869608" y="109540"/>
                  <a:pt x="870411" y="109540"/>
                </a:cubicBezTo>
                <a:cubicBezTo>
                  <a:pt x="871845" y="109598"/>
                  <a:pt x="873365" y="108536"/>
                  <a:pt x="874972" y="106356"/>
                </a:cubicBezTo>
                <a:lnTo>
                  <a:pt x="877553" y="108422"/>
                </a:lnTo>
                <a:cubicBezTo>
                  <a:pt x="874628" y="112667"/>
                  <a:pt x="871673" y="115736"/>
                  <a:pt x="868690" y="117629"/>
                </a:cubicBezTo>
                <a:cubicBezTo>
                  <a:pt x="865535" y="119637"/>
                  <a:pt x="862036" y="120612"/>
                  <a:pt x="858192" y="120554"/>
                </a:cubicBezTo>
                <a:cubicBezTo>
                  <a:pt x="853603" y="120554"/>
                  <a:pt x="850018" y="119465"/>
                  <a:pt x="847436" y="117285"/>
                </a:cubicBezTo>
                <a:cubicBezTo>
                  <a:pt x="844855" y="115219"/>
                  <a:pt x="843277" y="111978"/>
                  <a:pt x="842703" y="107561"/>
                </a:cubicBezTo>
                <a:moveTo>
                  <a:pt x="842703" y="101280"/>
                </a:moveTo>
                <a:lnTo>
                  <a:pt x="842703" y="74346"/>
                </a:lnTo>
                <a:cubicBezTo>
                  <a:pt x="835705" y="78419"/>
                  <a:pt x="830542" y="82779"/>
                  <a:pt x="827215" y="87426"/>
                </a:cubicBezTo>
                <a:cubicBezTo>
                  <a:pt x="824977" y="90523"/>
                  <a:pt x="823859" y="93650"/>
                  <a:pt x="823859" y="96805"/>
                </a:cubicBezTo>
                <a:cubicBezTo>
                  <a:pt x="823859" y="99501"/>
                  <a:pt x="824805" y="101824"/>
                  <a:pt x="826698" y="103775"/>
                </a:cubicBezTo>
                <a:cubicBezTo>
                  <a:pt x="828132" y="105324"/>
                  <a:pt x="830140" y="106098"/>
                  <a:pt x="832722" y="106098"/>
                </a:cubicBezTo>
                <a:cubicBezTo>
                  <a:pt x="835533" y="106098"/>
                  <a:pt x="838860" y="104492"/>
                  <a:pt x="842703" y="101280"/>
                </a:cubicBezTo>
                <a:close/>
                <a:moveTo>
                  <a:pt x="914872" y="2754"/>
                </a:moveTo>
                <a:lnTo>
                  <a:pt x="914872" y="102742"/>
                </a:lnTo>
                <a:cubicBezTo>
                  <a:pt x="914872" y="108422"/>
                  <a:pt x="915531" y="112036"/>
                  <a:pt x="916851" y="113585"/>
                </a:cubicBezTo>
                <a:cubicBezTo>
                  <a:pt x="918113" y="115248"/>
                  <a:pt x="920694" y="116166"/>
                  <a:pt x="924595" y="116338"/>
                </a:cubicBezTo>
                <a:lnTo>
                  <a:pt x="924595" y="119436"/>
                </a:lnTo>
                <a:lnTo>
                  <a:pt x="881140" y="119436"/>
                </a:lnTo>
                <a:lnTo>
                  <a:pt x="881140" y="116338"/>
                </a:lnTo>
                <a:cubicBezTo>
                  <a:pt x="884640" y="116281"/>
                  <a:pt x="887279" y="115248"/>
                  <a:pt x="889057" y="113240"/>
                </a:cubicBezTo>
                <a:cubicBezTo>
                  <a:pt x="890147" y="111978"/>
                  <a:pt x="890721" y="108479"/>
                  <a:pt x="890778" y="102742"/>
                </a:cubicBezTo>
                <a:lnTo>
                  <a:pt x="890778" y="19447"/>
                </a:lnTo>
                <a:cubicBezTo>
                  <a:pt x="890721" y="13883"/>
                  <a:pt x="890061" y="10269"/>
                  <a:pt x="888799" y="8605"/>
                </a:cubicBezTo>
                <a:cubicBezTo>
                  <a:pt x="887479" y="7113"/>
                  <a:pt x="884927" y="6224"/>
                  <a:pt x="881140" y="5937"/>
                </a:cubicBezTo>
                <a:lnTo>
                  <a:pt x="881140" y="2754"/>
                </a:lnTo>
                <a:lnTo>
                  <a:pt x="914872" y="2754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Structure">
            <a:extLst xmlns:a="http://schemas.openxmlformats.org/drawingml/2006/main">
              <a:ext uri="{FF2B5EF4-FFF2-40B4-BE49-F238E27FC236}">
                <a16:creationId xmlns:a16="http://schemas.microsoft.com/office/drawing/2014/main" id="{5B284B72-B614-4CDD-876E-F47657C0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559" y="3066228"/>
            <a:ext cx="697043" cy="122161"/>
          </a:xfrm>
          <a:custGeom xmlns:a="http://schemas.openxmlformats.org/drawingml/2006/main">
            <a:pathLst>
              <a:path w="697043" h="122161">
                <a:moveTo>
                  <a:pt x="73658" y="0"/>
                </a:moveTo>
                <a:lnTo>
                  <a:pt x="74604" y="38894"/>
                </a:lnTo>
                <a:lnTo>
                  <a:pt x="71076" y="38894"/>
                </a:lnTo>
                <a:cubicBezTo>
                  <a:pt x="69355" y="29199"/>
                  <a:pt x="65282" y="21340"/>
                  <a:pt x="58857" y="15317"/>
                </a:cubicBezTo>
                <a:cubicBezTo>
                  <a:pt x="52318" y="9408"/>
                  <a:pt x="45262" y="6454"/>
                  <a:pt x="37689" y="6454"/>
                </a:cubicBezTo>
                <a:cubicBezTo>
                  <a:pt x="31781" y="6454"/>
                  <a:pt x="27163" y="8003"/>
                  <a:pt x="23836" y="11100"/>
                </a:cubicBezTo>
                <a:cubicBezTo>
                  <a:pt x="20394" y="14313"/>
                  <a:pt x="18673" y="17927"/>
                  <a:pt x="18673" y="21942"/>
                </a:cubicBezTo>
                <a:cubicBezTo>
                  <a:pt x="18673" y="24581"/>
                  <a:pt x="19275" y="26876"/>
                  <a:pt x="20480" y="28826"/>
                </a:cubicBezTo>
                <a:cubicBezTo>
                  <a:pt x="22086" y="31523"/>
                  <a:pt x="24753" y="34190"/>
                  <a:pt x="28482" y="36829"/>
                </a:cubicBezTo>
                <a:cubicBezTo>
                  <a:pt x="31121" y="38722"/>
                  <a:pt x="37345" y="42078"/>
                  <a:pt x="47155" y="46897"/>
                </a:cubicBezTo>
                <a:cubicBezTo>
                  <a:pt x="60808" y="53666"/>
                  <a:pt x="70015" y="60005"/>
                  <a:pt x="74776" y="65913"/>
                </a:cubicBezTo>
                <a:cubicBezTo>
                  <a:pt x="79480" y="71937"/>
                  <a:pt x="81832" y="78763"/>
                  <a:pt x="81832" y="86393"/>
                </a:cubicBezTo>
                <a:cubicBezTo>
                  <a:pt x="81832" y="96203"/>
                  <a:pt x="78046" y="104578"/>
                  <a:pt x="70474" y="111519"/>
                </a:cubicBezTo>
                <a:cubicBezTo>
                  <a:pt x="62787" y="118575"/>
                  <a:pt x="53121" y="122103"/>
                  <a:pt x="41476" y="122103"/>
                </a:cubicBezTo>
                <a:cubicBezTo>
                  <a:pt x="37747" y="122161"/>
                  <a:pt x="34276" y="121788"/>
                  <a:pt x="31064" y="120985"/>
                </a:cubicBezTo>
                <a:cubicBezTo>
                  <a:pt x="27736" y="120239"/>
                  <a:pt x="23635" y="118833"/>
                  <a:pt x="18759" y="116768"/>
                </a:cubicBezTo>
                <a:cubicBezTo>
                  <a:pt x="16005" y="115678"/>
                  <a:pt x="13739" y="115105"/>
                  <a:pt x="11961" y="115047"/>
                </a:cubicBezTo>
                <a:cubicBezTo>
                  <a:pt x="10412" y="115105"/>
                  <a:pt x="8834" y="115678"/>
                  <a:pt x="7228" y="116768"/>
                </a:cubicBezTo>
                <a:cubicBezTo>
                  <a:pt x="5564" y="117973"/>
                  <a:pt x="4216" y="119723"/>
                  <a:pt x="3184" y="122017"/>
                </a:cubicBezTo>
                <a:lnTo>
                  <a:pt x="0" y="122017"/>
                </a:lnTo>
                <a:lnTo>
                  <a:pt x="0" y="77960"/>
                </a:lnTo>
                <a:lnTo>
                  <a:pt x="3184" y="77960"/>
                </a:lnTo>
                <a:cubicBezTo>
                  <a:pt x="5651" y="90409"/>
                  <a:pt x="10527" y="99845"/>
                  <a:pt x="17812" y="106270"/>
                </a:cubicBezTo>
                <a:cubicBezTo>
                  <a:pt x="24925" y="112810"/>
                  <a:pt x="32670" y="116080"/>
                  <a:pt x="41045" y="116080"/>
                </a:cubicBezTo>
                <a:cubicBezTo>
                  <a:pt x="47413" y="116137"/>
                  <a:pt x="52547" y="114388"/>
                  <a:pt x="56448" y="110831"/>
                </a:cubicBezTo>
                <a:cubicBezTo>
                  <a:pt x="60234" y="107332"/>
                  <a:pt x="62127" y="103259"/>
                  <a:pt x="62127" y="98612"/>
                </a:cubicBezTo>
                <a:cubicBezTo>
                  <a:pt x="62127" y="95858"/>
                  <a:pt x="61410" y="93191"/>
                  <a:pt x="59976" y="90609"/>
                </a:cubicBezTo>
                <a:cubicBezTo>
                  <a:pt x="58485" y="88028"/>
                  <a:pt x="56247" y="85561"/>
                  <a:pt x="53264" y="83209"/>
                </a:cubicBezTo>
                <a:cubicBezTo>
                  <a:pt x="50224" y="80915"/>
                  <a:pt x="44946" y="77903"/>
                  <a:pt x="37431" y="74174"/>
                </a:cubicBezTo>
                <a:cubicBezTo>
                  <a:pt x="26819" y="69011"/>
                  <a:pt x="19189" y="64565"/>
                  <a:pt x="14542" y="60837"/>
                </a:cubicBezTo>
                <a:cubicBezTo>
                  <a:pt x="9896" y="57222"/>
                  <a:pt x="6339" y="53121"/>
                  <a:pt x="3872" y="48532"/>
                </a:cubicBezTo>
                <a:cubicBezTo>
                  <a:pt x="1348" y="44000"/>
                  <a:pt x="86" y="39009"/>
                  <a:pt x="86" y="33559"/>
                </a:cubicBezTo>
                <a:cubicBezTo>
                  <a:pt x="86" y="24266"/>
                  <a:pt x="3499" y="16349"/>
                  <a:pt x="10326" y="9810"/>
                </a:cubicBezTo>
                <a:cubicBezTo>
                  <a:pt x="17095" y="3270"/>
                  <a:pt x="25700" y="0"/>
                  <a:pt x="36141" y="0"/>
                </a:cubicBezTo>
                <a:cubicBezTo>
                  <a:pt x="39927" y="0"/>
                  <a:pt x="43598" y="459"/>
                  <a:pt x="47155" y="1377"/>
                </a:cubicBezTo>
                <a:cubicBezTo>
                  <a:pt x="49794" y="2123"/>
                  <a:pt x="53092" y="3385"/>
                  <a:pt x="57050" y="5163"/>
                </a:cubicBezTo>
                <a:cubicBezTo>
                  <a:pt x="60894" y="7056"/>
                  <a:pt x="63590" y="8003"/>
                  <a:pt x="65139" y="8003"/>
                </a:cubicBezTo>
                <a:cubicBezTo>
                  <a:pt x="66573" y="8060"/>
                  <a:pt x="67749" y="7601"/>
                  <a:pt x="68667" y="6626"/>
                </a:cubicBezTo>
                <a:cubicBezTo>
                  <a:pt x="69470" y="5765"/>
                  <a:pt x="70273" y="3557"/>
                  <a:pt x="71076" y="0"/>
                </a:cubicBezTo>
                <a:lnTo>
                  <a:pt x="73658" y="0"/>
                </a:lnTo>
                <a:close/>
                <a:moveTo>
                  <a:pt x="125970" y="9465"/>
                </a:moveTo>
                <a:lnTo>
                  <a:pt x="125970" y="38894"/>
                </a:lnTo>
                <a:lnTo>
                  <a:pt x="145073" y="38894"/>
                </a:lnTo>
                <a:lnTo>
                  <a:pt x="145073" y="47413"/>
                </a:lnTo>
                <a:lnTo>
                  <a:pt x="125970" y="47413"/>
                </a:lnTo>
                <a:lnTo>
                  <a:pt x="125970" y="97063"/>
                </a:lnTo>
                <a:cubicBezTo>
                  <a:pt x="125970" y="101767"/>
                  <a:pt x="126200" y="104750"/>
                  <a:pt x="126659" y="106012"/>
                </a:cubicBezTo>
                <a:cubicBezTo>
                  <a:pt x="127003" y="107446"/>
                  <a:pt x="127749" y="108536"/>
                  <a:pt x="128896" y="109282"/>
                </a:cubicBezTo>
                <a:cubicBezTo>
                  <a:pt x="129929" y="110143"/>
                  <a:pt x="130933" y="110573"/>
                  <a:pt x="131908" y="110573"/>
                </a:cubicBezTo>
                <a:cubicBezTo>
                  <a:pt x="135579" y="110573"/>
                  <a:pt x="139107" y="107733"/>
                  <a:pt x="142492" y="102054"/>
                </a:cubicBezTo>
                <a:lnTo>
                  <a:pt x="145073" y="103947"/>
                </a:lnTo>
                <a:cubicBezTo>
                  <a:pt x="140369" y="114961"/>
                  <a:pt x="132826" y="120468"/>
                  <a:pt x="122442" y="120468"/>
                </a:cubicBezTo>
                <a:cubicBezTo>
                  <a:pt x="117337" y="120468"/>
                  <a:pt x="113034" y="119034"/>
                  <a:pt x="109535" y="116166"/>
                </a:cubicBezTo>
                <a:cubicBezTo>
                  <a:pt x="105921" y="113412"/>
                  <a:pt x="103655" y="110257"/>
                  <a:pt x="102737" y="106701"/>
                </a:cubicBezTo>
                <a:cubicBezTo>
                  <a:pt x="102106" y="104750"/>
                  <a:pt x="101819" y="99472"/>
                  <a:pt x="101877" y="90868"/>
                </a:cubicBezTo>
                <a:lnTo>
                  <a:pt x="101877" y="47413"/>
                </a:lnTo>
                <a:lnTo>
                  <a:pt x="91379" y="47413"/>
                </a:lnTo>
                <a:lnTo>
                  <a:pt x="91379" y="44401"/>
                </a:lnTo>
                <a:cubicBezTo>
                  <a:pt x="98607" y="39353"/>
                  <a:pt x="104774" y="33989"/>
                  <a:pt x="109879" y="28310"/>
                </a:cubicBezTo>
                <a:cubicBezTo>
                  <a:pt x="114928" y="22746"/>
                  <a:pt x="119345" y="16464"/>
                  <a:pt x="123131" y="9465"/>
                </a:cubicBezTo>
                <a:lnTo>
                  <a:pt x="125970" y="9465"/>
                </a:lnTo>
                <a:close/>
                <a:moveTo>
                  <a:pt x="188201" y="38894"/>
                </a:moveTo>
                <a:lnTo>
                  <a:pt x="188201" y="57136"/>
                </a:lnTo>
                <a:cubicBezTo>
                  <a:pt x="193479" y="48818"/>
                  <a:pt x="198154" y="43283"/>
                  <a:pt x="202227" y="40529"/>
                </a:cubicBezTo>
                <a:cubicBezTo>
                  <a:pt x="206243" y="37890"/>
                  <a:pt x="210115" y="36542"/>
                  <a:pt x="213844" y="36485"/>
                </a:cubicBezTo>
                <a:cubicBezTo>
                  <a:pt x="216999" y="36485"/>
                  <a:pt x="219581" y="37460"/>
                  <a:pt x="221588" y="39410"/>
                </a:cubicBezTo>
                <a:cubicBezTo>
                  <a:pt x="223482" y="41418"/>
                  <a:pt x="224428" y="44229"/>
                  <a:pt x="224428" y="47843"/>
                </a:cubicBezTo>
                <a:cubicBezTo>
                  <a:pt x="224371" y="51744"/>
                  <a:pt x="223453" y="54727"/>
                  <a:pt x="221674" y="56792"/>
                </a:cubicBezTo>
                <a:cubicBezTo>
                  <a:pt x="219781" y="58972"/>
                  <a:pt x="217515" y="60033"/>
                  <a:pt x="214877" y="59976"/>
                </a:cubicBezTo>
                <a:cubicBezTo>
                  <a:pt x="211836" y="60033"/>
                  <a:pt x="209197" y="59058"/>
                  <a:pt x="206960" y="57050"/>
                </a:cubicBezTo>
                <a:cubicBezTo>
                  <a:pt x="204723" y="55157"/>
                  <a:pt x="203403" y="54067"/>
                  <a:pt x="203002" y="53781"/>
                </a:cubicBezTo>
                <a:cubicBezTo>
                  <a:pt x="202371" y="53436"/>
                  <a:pt x="201711" y="53264"/>
                  <a:pt x="201023" y="53264"/>
                </a:cubicBezTo>
                <a:cubicBezTo>
                  <a:pt x="199302" y="53264"/>
                  <a:pt x="197724" y="53895"/>
                  <a:pt x="196290" y="55157"/>
                </a:cubicBezTo>
                <a:cubicBezTo>
                  <a:pt x="193938" y="57165"/>
                  <a:pt x="192160" y="59947"/>
                  <a:pt x="190955" y="63504"/>
                </a:cubicBezTo>
                <a:cubicBezTo>
                  <a:pt x="189119" y="69126"/>
                  <a:pt x="188201" y="75264"/>
                  <a:pt x="188201" y="81919"/>
                </a:cubicBezTo>
                <a:lnTo>
                  <a:pt x="188201" y="100419"/>
                </a:lnTo>
                <a:lnTo>
                  <a:pt x="188288" y="105238"/>
                </a:lnTo>
                <a:cubicBezTo>
                  <a:pt x="188230" y="108508"/>
                  <a:pt x="188431" y="110601"/>
                  <a:pt x="188890" y="111519"/>
                </a:cubicBezTo>
                <a:cubicBezTo>
                  <a:pt x="189578" y="113068"/>
                  <a:pt x="190611" y="114187"/>
                  <a:pt x="191988" y="114875"/>
                </a:cubicBezTo>
                <a:cubicBezTo>
                  <a:pt x="193250" y="115678"/>
                  <a:pt x="195516" y="116137"/>
                  <a:pt x="198785" y="116252"/>
                </a:cubicBezTo>
                <a:lnTo>
                  <a:pt x="198785" y="119350"/>
                </a:lnTo>
                <a:lnTo>
                  <a:pt x="155331" y="119350"/>
                </a:lnTo>
                <a:lnTo>
                  <a:pt x="155331" y="116252"/>
                </a:lnTo>
                <a:cubicBezTo>
                  <a:pt x="158773" y="116023"/>
                  <a:pt x="161153" y="115047"/>
                  <a:pt x="162473" y="113326"/>
                </a:cubicBezTo>
                <a:cubicBezTo>
                  <a:pt x="163678" y="111720"/>
                  <a:pt x="164280" y="107418"/>
                  <a:pt x="164280" y="100419"/>
                </a:cubicBezTo>
                <a:lnTo>
                  <a:pt x="164280" y="55932"/>
                </a:lnTo>
                <a:cubicBezTo>
                  <a:pt x="164223" y="51400"/>
                  <a:pt x="163993" y="48474"/>
                  <a:pt x="163591" y="47155"/>
                </a:cubicBezTo>
                <a:cubicBezTo>
                  <a:pt x="162960" y="45606"/>
                  <a:pt x="162129" y="44430"/>
                  <a:pt x="161096" y="43627"/>
                </a:cubicBezTo>
                <a:cubicBezTo>
                  <a:pt x="159949" y="42881"/>
                  <a:pt x="158027" y="42365"/>
                  <a:pt x="155331" y="42078"/>
                </a:cubicBezTo>
                <a:lnTo>
                  <a:pt x="155331" y="38894"/>
                </a:lnTo>
                <a:lnTo>
                  <a:pt x="188201" y="38894"/>
                </a:lnTo>
                <a:close/>
                <a:moveTo>
                  <a:pt x="305438" y="38894"/>
                </a:moveTo>
                <a:lnTo>
                  <a:pt x="305438" y="101882"/>
                </a:lnTo>
                <a:cubicBezTo>
                  <a:pt x="305438" y="108077"/>
                  <a:pt x="306012" y="111892"/>
                  <a:pt x="307159" y="113326"/>
                </a:cubicBezTo>
                <a:cubicBezTo>
                  <a:pt x="308249" y="114875"/>
                  <a:pt x="310573" y="115850"/>
                  <a:pt x="314129" y="116252"/>
                </a:cubicBezTo>
                <a:lnTo>
                  <a:pt x="314129" y="119350"/>
                </a:lnTo>
                <a:lnTo>
                  <a:pt x="281345" y="119350"/>
                </a:lnTo>
                <a:lnTo>
                  <a:pt x="281345" y="108594"/>
                </a:lnTo>
                <a:cubicBezTo>
                  <a:pt x="277444" y="113183"/>
                  <a:pt x="273600" y="116510"/>
                  <a:pt x="269814" y="118575"/>
                </a:cubicBezTo>
                <a:cubicBezTo>
                  <a:pt x="265913" y="120755"/>
                  <a:pt x="261611" y="121817"/>
                  <a:pt x="256907" y="121759"/>
                </a:cubicBezTo>
                <a:cubicBezTo>
                  <a:pt x="252317" y="121817"/>
                  <a:pt x="248302" y="120411"/>
                  <a:pt x="244860" y="117543"/>
                </a:cubicBezTo>
                <a:cubicBezTo>
                  <a:pt x="241303" y="114789"/>
                  <a:pt x="238923" y="111548"/>
                  <a:pt x="237718" y="107819"/>
                </a:cubicBezTo>
                <a:cubicBezTo>
                  <a:pt x="236513" y="104148"/>
                  <a:pt x="235911" y="97637"/>
                  <a:pt x="235911" y="88286"/>
                </a:cubicBezTo>
                <a:lnTo>
                  <a:pt x="235911" y="56362"/>
                </a:lnTo>
                <a:cubicBezTo>
                  <a:pt x="235911" y="50281"/>
                  <a:pt x="235366" y="46495"/>
                  <a:pt x="234276" y="45004"/>
                </a:cubicBezTo>
                <a:cubicBezTo>
                  <a:pt x="233071" y="43569"/>
                  <a:pt x="230719" y="42594"/>
                  <a:pt x="227220" y="42078"/>
                </a:cubicBezTo>
                <a:lnTo>
                  <a:pt x="227220" y="38894"/>
                </a:lnTo>
                <a:lnTo>
                  <a:pt x="260005" y="38894"/>
                </a:lnTo>
                <a:lnTo>
                  <a:pt x="260005" y="93879"/>
                </a:lnTo>
                <a:cubicBezTo>
                  <a:pt x="259947" y="99673"/>
                  <a:pt x="260234" y="103373"/>
                  <a:pt x="260865" y="104980"/>
                </a:cubicBezTo>
                <a:cubicBezTo>
                  <a:pt x="261381" y="106643"/>
                  <a:pt x="262242" y="107905"/>
                  <a:pt x="263446" y="108766"/>
                </a:cubicBezTo>
                <a:cubicBezTo>
                  <a:pt x="264536" y="109626"/>
                  <a:pt x="265885" y="110057"/>
                  <a:pt x="267491" y="110057"/>
                </a:cubicBezTo>
                <a:cubicBezTo>
                  <a:pt x="269556" y="110114"/>
                  <a:pt x="271420" y="109569"/>
                  <a:pt x="273084" y="108422"/>
                </a:cubicBezTo>
                <a:cubicBezTo>
                  <a:pt x="275379" y="106987"/>
                  <a:pt x="278132" y="103976"/>
                  <a:pt x="281345" y="99386"/>
                </a:cubicBezTo>
                <a:lnTo>
                  <a:pt x="281345" y="56362"/>
                </a:lnTo>
                <a:cubicBezTo>
                  <a:pt x="281345" y="50281"/>
                  <a:pt x="280800" y="46495"/>
                  <a:pt x="279710" y="45004"/>
                </a:cubicBezTo>
                <a:cubicBezTo>
                  <a:pt x="278505" y="43569"/>
                  <a:pt x="276153" y="42594"/>
                  <a:pt x="272654" y="42078"/>
                </a:cubicBezTo>
                <a:lnTo>
                  <a:pt x="272654" y="38894"/>
                </a:lnTo>
                <a:lnTo>
                  <a:pt x="305438" y="38894"/>
                </a:lnTo>
                <a:close/>
                <a:moveTo>
                  <a:pt x="390707" y="98612"/>
                </a:moveTo>
                <a:lnTo>
                  <a:pt x="393374" y="100677"/>
                </a:lnTo>
                <a:cubicBezTo>
                  <a:pt x="389531" y="107848"/>
                  <a:pt x="384827" y="113126"/>
                  <a:pt x="379262" y="116510"/>
                </a:cubicBezTo>
                <a:cubicBezTo>
                  <a:pt x="373583" y="120067"/>
                  <a:pt x="367559" y="121817"/>
                  <a:pt x="361192" y="121759"/>
                </a:cubicBezTo>
                <a:cubicBezTo>
                  <a:pt x="350407" y="121759"/>
                  <a:pt x="341831" y="117715"/>
                  <a:pt x="335463" y="109626"/>
                </a:cubicBezTo>
                <a:cubicBezTo>
                  <a:pt x="328981" y="101538"/>
                  <a:pt x="325768" y="91814"/>
                  <a:pt x="325826" y="80456"/>
                </a:cubicBezTo>
                <a:cubicBezTo>
                  <a:pt x="325826" y="69556"/>
                  <a:pt x="328751" y="59919"/>
                  <a:pt x="334603" y="51543"/>
                </a:cubicBezTo>
                <a:cubicBezTo>
                  <a:pt x="341659" y="41504"/>
                  <a:pt x="351382" y="36485"/>
                  <a:pt x="363773" y="36485"/>
                </a:cubicBezTo>
                <a:cubicBezTo>
                  <a:pt x="372091" y="36485"/>
                  <a:pt x="378717" y="38579"/>
                  <a:pt x="383651" y="42766"/>
                </a:cubicBezTo>
                <a:cubicBezTo>
                  <a:pt x="388527" y="47011"/>
                  <a:pt x="390965" y="51687"/>
                  <a:pt x="390965" y="56792"/>
                </a:cubicBezTo>
                <a:cubicBezTo>
                  <a:pt x="390965" y="60062"/>
                  <a:pt x="389989" y="62672"/>
                  <a:pt x="388039" y="64623"/>
                </a:cubicBezTo>
                <a:cubicBezTo>
                  <a:pt x="385974" y="66631"/>
                  <a:pt x="383364" y="67606"/>
                  <a:pt x="380209" y="67548"/>
                </a:cubicBezTo>
                <a:cubicBezTo>
                  <a:pt x="376767" y="67548"/>
                  <a:pt x="373984" y="66430"/>
                  <a:pt x="371862" y="64192"/>
                </a:cubicBezTo>
                <a:cubicBezTo>
                  <a:pt x="369625" y="62013"/>
                  <a:pt x="368248" y="58026"/>
                  <a:pt x="367731" y="52232"/>
                </a:cubicBezTo>
                <a:cubicBezTo>
                  <a:pt x="367330" y="48675"/>
                  <a:pt x="366498" y="46151"/>
                  <a:pt x="365236" y="44659"/>
                </a:cubicBezTo>
                <a:cubicBezTo>
                  <a:pt x="363917" y="43225"/>
                  <a:pt x="362368" y="42508"/>
                  <a:pt x="360589" y="42508"/>
                </a:cubicBezTo>
                <a:cubicBezTo>
                  <a:pt x="357836" y="42508"/>
                  <a:pt x="355484" y="43971"/>
                  <a:pt x="353533" y="46897"/>
                </a:cubicBezTo>
                <a:cubicBezTo>
                  <a:pt x="350493" y="51314"/>
                  <a:pt x="349002" y="58083"/>
                  <a:pt x="349059" y="67204"/>
                </a:cubicBezTo>
                <a:cubicBezTo>
                  <a:pt x="349059" y="74776"/>
                  <a:pt x="350264" y="82005"/>
                  <a:pt x="352673" y="88888"/>
                </a:cubicBezTo>
                <a:cubicBezTo>
                  <a:pt x="355025" y="95887"/>
                  <a:pt x="358323" y="101050"/>
                  <a:pt x="362569" y="104377"/>
                </a:cubicBezTo>
                <a:cubicBezTo>
                  <a:pt x="365724" y="106901"/>
                  <a:pt x="369452" y="108135"/>
                  <a:pt x="373755" y="108077"/>
                </a:cubicBezTo>
                <a:cubicBezTo>
                  <a:pt x="376566" y="108077"/>
                  <a:pt x="379233" y="107418"/>
                  <a:pt x="381757" y="106098"/>
                </a:cubicBezTo>
                <a:cubicBezTo>
                  <a:pt x="384224" y="104836"/>
                  <a:pt x="387207" y="102341"/>
                  <a:pt x="390707" y="98612"/>
                </a:cubicBezTo>
                <a:close/>
                <a:moveTo>
                  <a:pt x="435888" y="9465"/>
                </a:moveTo>
                <a:lnTo>
                  <a:pt x="435888" y="38894"/>
                </a:lnTo>
                <a:lnTo>
                  <a:pt x="454991" y="38894"/>
                </a:lnTo>
                <a:lnTo>
                  <a:pt x="454991" y="47413"/>
                </a:lnTo>
                <a:lnTo>
                  <a:pt x="435888" y="47413"/>
                </a:lnTo>
                <a:lnTo>
                  <a:pt x="435888" y="97063"/>
                </a:lnTo>
                <a:cubicBezTo>
                  <a:pt x="435888" y="101767"/>
                  <a:pt x="436118" y="104750"/>
                  <a:pt x="436576" y="106012"/>
                </a:cubicBezTo>
                <a:cubicBezTo>
                  <a:pt x="436921" y="107446"/>
                  <a:pt x="437666" y="108536"/>
                  <a:pt x="438814" y="109282"/>
                </a:cubicBezTo>
                <a:cubicBezTo>
                  <a:pt x="439846" y="110143"/>
                  <a:pt x="440850" y="110573"/>
                  <a:pt x="441825" y="110573"/>
                </a:cubicBezTo>
                <a:cubicBezTo>
                  <a:pt x="445497" y="110573"/>
                  <a:pt x="449025" y="107733"/>
                  <a:pt x="452409" y="102054"/>
                </a:cubicBezTo>
                <a:lnTo>
                  <a:pt x="454991" y="103947"/>
                </a:lnTo>
                <a:cubicBezTo>
                  <a:pt x="450287" y="114961"/>
                  <a:pt x="442743" y="120468"/>
                  <a:pt x="432360" y="120468"/>
                </a:cubicBezTo>
                <a:cubicBezTo>
                  <a:pt x="427254" y="120468"/>
                  <a:pt x="422952" y="119034"/>
                  <a:pt x="419453" y="116166"/>
                </a:cubicBezTo>
                <a:cubicBezTo>
                  <a:pt x="415839" y="113412"/>
                  <a:pt x="413573" y="110257"/>
                  <a:pt x="412655" y="106701"/>
                </a:cubicBezTo>
                <a:cubicBezTo>
                  <a:pt x="412024" y="104750"/>
                  <a:pt x="411737" y="99472"/>
                  <a:pt x="411794" y="90868"/>
                </a:cubicBezTo>
                <a:lnTo>
                  <a:pt x="411794" y="47413"/>
                </a:lnTo>
                <a:lnTo>
                  <a:pt x="401296" y="47413"/>
                </a:lnTo>
                <a:lnTo>
                  <a:pt x="401296" y="44401"/>
                </a:lnTo>
                <a:cubicBezTo>
                  <a:pt x="408525" y="39353"/>
                  <a:pt x="414691" y="33989"/>
                  <a:pt x="419797" y="28310"/>
                </a:cubicBezTo>
                <a:cubicBezTo>
                  <a:pt x="424845" y="22746"/>
                  <a:pt x="429262" y="16464"/>
                  <a:pt x="433048" y="9465"/>
                </a:cubicBezTo>
                <a:lnTo>
                  <a:pt x="435888" y="9465"/>
                </a:lnTo>
                <a:close/>
                <a:moveTo>
                  <a:pt x="542434" y="38894"/>
                </a:moveTo>
                <a:lnTo>
                  <a:pt x="542434" y="101882"/>
                </a:lnTo>
                <a:cubicBezTo>
                  <a:pt x="542434" y="108077"/>
                  <a:pt x="543008" y="111892"/>
                  <a:pt x="544155" y="113326"/>
                </a:cubicBezTo>
                <a:cubicBezTo>
                  <a:pt x="545245" y="114875"/>
                  <a:pt x="547568" y="115850"/>
                  <a:pt x="551125" y="116252"/>
                </a:cubicBezTo>
                <a:lnTo>
                  <a:pt x="551125" y="119350"/>
                </a:lnTo>
                <a:lnTo>
                  <a:pt x="518340" y="119350"/>
                </a:lnTo>
                <a:lnTo>
                  <a:pt x="518340" y="108594"/>
                </a:lnTo>
                <a:cubicBezTo>
                  <a:pt x="514439" y="113183"/>
                  <a:pt x="510596" y="116510"/>
                  <a:pt x="506810" y="118575"/>
                </a:cubicBezTo>
                <a:cubicBezTo>
                  <a:pt x="502909" y="120755"/>
                  <a:pt x="498606" y="121817"/>
                  <a:pt x="493902" y="121759"/>
                </a:cubicBezTo>
                <a:cubicBezTo>
                  <a:pt x="489313" y="121817"/>
                  <a:pt x="485297" y="120411"/>
                  <a:pt x="481856" y="117543"/>
                </a:cubicBezTo>
                <a:cubicBezTo>
                  <a:pt x="478299" y="114789"/>
                  <a:pt x="475918" y="111548"/>
                  <a:pt x="474713" y="107819"/>
                </a:cubicBezTo>
                <a:cubicBezTo>
                  <a:pt x="473509" y="104148"/>
                  <a:pt x="472906" y="97637"/>
                  <a:pt x="472906" y="88286"/>
                </a:cubicBezTo>
                <a:lnTo>
                  <a:pt x="472906" y="56362"/>
                </a:lnTo>
                <a:cubicBezTo>
                  <a:pt x="472906" y="50281"/>
                  <a:pt x="472361" y="46495"/>
                  <a:pt x="471272" y="45004"/>
                </a:cubicBezTo>
                <a:cubicBezTo>
                  <a:pt x="470067" y="43569"/>
                  <a:pt x="467715" y="42594"/>
                  <a:pt x="464216" y="42078"/>
                </a:cubicBezTo>
                <a:lnTo>
                  <a:pt x="464216" y="38894"/>
                </a:lnTo>
                <a:lnTo>
                  <a:pt x="497000" y="38894"/>
                </a:lnTo>
                <a:lnTo>
                  <a:pt x="497000" y="93879"/>
                </a:lnTo>
                <a:cubicBezTo>
                  <a:pt x="496943" y="99673"/>
                  <a:pt x="497230" y="103373"/>
                  <a:pt x="497861" y="104980"/>
                </a:cubicBezTo>
                <a:cubicBezTo>
                  <a:pt x="498377" y="106643"/>
                  <a:pt x="499237" y="107905"/>
                  <a:pt x="500442" y="108766"/>
                </a:cubicBezTo>
                <a:cubicBezTo>
                  <a:pt x="501532" y="109626"/>
                  <a:pt x="502880" y="110057"/>
                  <a:pt x="504486" y="110057"/>
                </a:cubicBezTo>
                <a:cubicBezTo>
                  <a:pt x="506552" y="110114"/>
                  <a:pt x="508416" y="109569"/>
                  <a:pt x="510080" y="108422"/>
                </a:cubicBezTo>
                <a:cubicBezTo>
                  <a:pt x="512374" y="106987"/>
                  <a:pt x="515128" y="103976"/>
                  <a:pt x="518340" y="99386"/>
                </a:cubicBezTo>
                <a:lnTo>
                  <a:pt x="518340" y="56362"/>
                </a:lnTo>
                <a:cubicBezTo>
                  <a:pt x="518340" y="50281"/>
                  <a:pt x="517795" y="46495"/>
                  <a:pt x="516705" y="45004"/>
                </a:cubicBezTo>
                <a:cubicBezTo>
                  <a:pt x="515501" y="43569"/>
                  <a:pt x="513149" y="42594"/>
                  <a:pt x="509649" y="42078"/>
                </a:cubicBezTo>
                <a:lnTo>
                  <a:pt x="509649" y="38894"/>
                </a:lnTo>
                <a:lnTo>
                  <a:pt x="542434" y="38894"/>
                </a:lnTo>
                <a:close/>
                <a:moveTo>
                  <a:pt x="595349" y="38894"/>
                </a:moveTo>
                <a:lnTo>
                  <a:pt x="595349" y="57136"/>
                </a:lnTo>
                <a:cubicBezTo>
                  <a:pt x="600627" y="48818"/>
                  <a:pt x="605302" y="43283"/>
                  <a:pt x="609375" y="40529"/>
                </a:cubicBezTo>
                <a:cubicBezTo>
                  <a:pt x="613391" y="37890"/>
                  <a:pt x="617263" y="36542"/>
                  <a:pt x="620991" y="36485"/>
                </a:cubicBezTo>
                <a:cubicBezTo>
                  <a:pt x="624147" y="36485"/>
                  <a:pt x="626728" y="37460"/>
                  <a:pt x="628736" y="39410"/>
                </a:cubicBezTo>
                <a:cubicBezTo>
                  <a:pt x="630629" y="41418"/>
                  <a:pt x="631576" y="44229"/>
                  <a:pt x="631576" y="47843"/>
                </a:cubicBezTo>
                <a:cubicBezTo>
                  <a:pt x="631518" y="51744"/>
                  <a:pt x="630600" y="54727"/>
                  <a:pt x="628822" y="56792"/>
                </a:cubicBezTo>
                <a:cubicBezTo>
                  <a:pt x="626929" y="58972"/>
                  <a:pt x="624663" y="60033"/>
                  <a:pt x="622024" y="59976"/>
                </a:cubicBezTo>
                <a:cubicBezTo>
                  <a:pt x="618984" y="60033"/>
                  <a:pt x="616345" y="59058"/>
                  <a:pt x="614108" y="57050"/>
                </a:cubicBezTo>
                <a:cubicBezTo>
                  <a:pt x="611870" y="55157"/>
                  <a:pt x="610551" y="54067"/>
                  <a:pt x="610149" y="53781"/>
                </a:cubicBezTo>
                <a:cubicBezTo>
                  <a:pt x="609518" y="53436"/>
                  <a:pt x="608859" y="53264"/>
                  <a:pt x="608170" y="53264"/>
                </a:cubicBezTo>
                <a:cubicBezTo>
                  <a:pt x="606449" y="53264"/>
                  <a:pt x="604872" y="53895"/>
                  <a:pt x="603438" y="55157"/>
                </a:cubicBezTo>
                <a:cubicBezTo>
                  <a:pt x="601086" y="57165"/>
                  <a:pt x="599307" y="59947"/>
                  <a:pt x="598102" y="63504"/>
                </a:cubicBezTo>
                <a:cubicBezTo>
                  <a:pt x="596267" y="69126"/>
                  <a:pt x="595349" y="75264"/>
                  <a:pt x="595349" y="81919"/>
                </a:cubicBezTo>
                <a:lnTo>
                  <a:pt x="595349" y="100419"/>
                </a:lnTo>
                <a:lnTo>
                  <a:pt x="595435" y="105238"/>
                </a:lnTo>
                <a:cubicBezTo>
                  <a:pt x="595378" y="108508"/>
                  <a:pt x="595578" y="110601"/>
                  <a:pt x="596037" y="111519"/>
                </a:cubicBezTo>
                <a:cubicBezTo>
                  <a:pt x="596726" y="113068"/>
                  <a:pt x="597758" y="114187"/>
                  <a:pt x="599135" y="114875"/>
                </a:cubicBezTo>
                <a:cubicBezTo>
                  <a:pt x="600397" y="115678"/>
                  <a:pt x="602663" y="116137"/>
                  <a:pt x="605933" y="116252"/>
                </a:cubicBezTo>
                <a:lnTo>
                  <a:pt x="605933" y="119350"/>
                </a:lnTo>
                <a:lnTo>
                  <a:pt x="562478" y="119350"/>
                </a:lnTo>
                <a:lnTo>
                  <a:pt x="562478" y="116252"/>
                </a:lnTo>
                <a:cubicBezTo>
                  <a:pt x="565920" y="116023"/>
                  <a:pt x="568301" y="115047"/>
                  <a:pt x="569620" y="113326"/>
                </a:cubicBezTo>
                <a:cubicBezTo>
                  <a:pt x="570825" y="111720"/>
                  <a:pt x="571427" y="107418"/>
                  <a:pt x="571427" y="100419"/>
                </a:cubicBezTo>
                <a:lnTo>
                  <a:pt x="571427" y="55932"/>
                </a:lnTo>
                <a:cubicBezTo>
                  <a:pt x="571370" y="51400"/>
                  <a:pt x="571141" y="48474"/>
                  <a:pt x="570739" y="47155"/>
                </a:cubicBezTo>
                <a:cubicBezTo>
                  <a:pt x="570108" y="45606"/>
                  <a:pt x="569276" y="44430"/>
                  <a:pt x="568244" y="43627"/>
                </a:cubicBezTo>
                <a:cubicBezTo>
                  <a:pt x="567096" y="42881"/>
                  <a:pt x="565174" y="42365"/>
                  <a:pt x="562478" y="42078"/>
                </a:cubicBezTo>
                <a:lnTo>
                  <a:pt x="562478" y="38894"/>
                </a:lnTo>
                <a:lnTo>
                  <a:pt x="595349" y="38894"/>
                </a:lnTo>
                <a:close/>
                <a:moveTo>
                  <a:pt x="697043" y="76239"/>
                </a:moveTo>
                <a:lnTo>
                  <a:pt x="652900" y="76239"/>
                </a:lnTo>
                <a:cubicBezTo>
                  <a:pt x="653417" y="86909"/>
                  <a:pt x="656256" y="95342"/>
                  <a:pt x="661419" y="101538"/>
                </a:cubicBezTo>
                <a:cubicBezTo>
                  <a:pt x="665320" y="106299"/>
                  <a:pt x="670081" y="108680"/>
                  <a:pt x="675703" y="108680"/>
                </a:cubicBezTo>
                <a:cubicBezTo>
                  <a:pt x="679088" y="108737"/>
                  <a:pt x="682214" y="107762"/>
                  <a:pt x="685083" y="105754"/>
                </a:cubicBezTo>
                <a:cubicBezTo>
                  <a:pt x="687894" y="103861"/>
                  <a:pt x="690905" y="100419"/>
                  <a:pt x="694118" y="95428"/>
                </a:cubicBezTo>
                <a:lnTo>
                  <a:pt x="697043" y="97321"/>
                </a:lnTo>
                <a:cubicBezTo>
                  <a:pt x="692626" y="106213"/>
                  <a:pt x="687807" y="112495"/>
                  <a:pt x="682587" y="116166"/>
                </a:cubicBezTo>
                <a:cubicBezTo>
                  <a:pt x="677309" y="119895"/>
                  <a:pt x="671200" y="121759"/>
                  <a:pt x="664259" y="121759"/>
                </a:cubicBezTo>
                <a:cubicBezTo>
                  <a:pt x="652269" y="121817"/>
                  <a:pt x="643234" y="117227"/>
                  <a:pt x="637153" y="107991"/>
                </a:cubicBezTo>
                <a:cubicBezTo>
                  <a:pt x="632220" y="100591"/>
                  <a:pt x="629753" y="91413"/>
                  <a:pt x="629753" y="80456"/>
                </a:cubicBezTo>
                <a:cubicBezTo>
                  <a:pt x="629696" y="67089"/>
                  <a:pt x="633339" y="56391"/>
                  <a:pt x="640681" y="48359"/>
                </a:cubicBezTo>
                <a:cubicBezTo>
                  <a:pt x="647909" y="40443"/>
                  <a:pt x="656400" y="36485"/>
                  <a:pt x="666152" y="36485"/>
                </a:cubicBezTo>
                <a:cubicBezTo>
                  <a:pt x="674298" y="36542"/>
                  <a:pt x="681382" y="39869"/>
                  <a:pt x="687406" y="46466"/>
                </a:cubicBezTo>
                <a:cubicBezTo>
                  <a:pt x="693315" y="53178"/>
                  <a:pt x="696527" y="63103"/>
                  <a:pt x="697043" y="76239"/>
                </a:cubicBezTo>
                <a:moveTo>
                  <a:pt x="675875" y="70474"/>
                </a:moveTo>
                <a:cubicBezTo>
                  <a:pt x="675818" y="61295"/>
                  <a:pt x="675330" y="54957"/>
                  <a:pt x="674413" y="51457"/>
                </a:cubicBezTo>
                <a:cubicBezTo>
                  <a:pt x="673380" y="48073"/>
                  <a:pt x="671802" y="45462"/>
                  <a:pt x="669680" y="43627"/>
                </a:cubicBezTo>
                <a:cubicBezTo>
                  <a:pt x="668418" y="42594"/>
                  <a:pt x="666812" y="42078"/>
                  <a:pt x="664861" y="42078"/>
                </a:cubicBezTo>
                <a:cubicBezTo>
                  <a:pt x="661821" y="42078"/>
                  <a:pt x="659383" y="43541"/>
                  <a:pt x="657547" y="46466"/>
                </a:cubicBezTo>
                <a:cubicBezTo>
                  <a:pt x="654162" y="51629"/>
                  <a:pt x="652470" y="58628"/>
                  <a:pt x="652470" y="67462"/>
                </a:cubicBezTo>
                <a:lnTo>
                  <a:pt x="652470" y="70474"/>
                </a:lnTo>
                <a:lnTo>
                  <a:pt x="675875" y="70474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FeatureExtraction">
            <a:extLst xmlns:a="http://schemas.openxmlformats.org/drawingml/2006/main">
              <a:ext uri="{FF2B5EF4-FFF2-40B4-BE49-F238E27FC236}">
                <a16:creationId xmlns:a16="http://schemas.microsoft.com/office/drawing/2014/main" id="{9702B94F-6F90-4F0D-B420-781F306E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434" y="3750370"/>
            <a:ext cx="1568677" cy="134513"/>
          </a:xfrm>
          <a:custGeom xmlns:a="http://schemas.openxmlformats.org/drawingml/2006/main">
            <a:pathLst>
              <a:path w="1568677" h="134513">
                <a:moveTo>
                  <a:pt x="49089" y="10445"/>
                </a:moveTo>
                <a:lnTo>
                  <a:pt x="49089" y="63332"/>
                </a:lnTo>
                <a:lnTo>
                  <a:pt x="52792" y="63332"/>
                </a:lnTo>
                <a:cubicBezTo>
                  <a:pt x="58489" y="63332"/>
                  <a:pt x="63142" y="62477"/>
                  <a:pt x="66750" y="60768"/>
                </a:cubicBezTo>
                <a:cubicBezTo>
                  <a:pt x="70295" y="59123"/>
                  <a:pt x="73365" y="56242"/>
                  <a:pt x="75960" y="52128"/>
                </a:cubicBezTo>
                <a:cubicBezTo>
                  <a:pt x="78429" y="48140"/>
                  <a:pt x="80043" y="42664"/>
                  <a:pt x="80803" y="35701"/>
                </a:cubicBezTo>
                <a:lnTo>
                  <a:pt x="84126" y="35701"/>
                </a:lnTo>
                <a:lnTo>
                  <a:pt x="84126" y="100363"/>
                </a:lnTo>
                <a:lnTo>
                  <a:pt x="80803" y="100363"/>
                </a:lnTo>
                <a:cubicBezTo>
                  <a:pt x="79537" y="88146"/>
                  <a:pt x="76277" y="80075"/>
                  <a:pt x="71023" y="76150"/>
                </a:cubicBezTo>
                <a:cubicBezTo>
                  <a:pt x="65579" y="72289"/>
                  <a:pt x="59502" y="70358"/>
                  <a:pt x="52792" y="70358"/>
                </a:cubicBezTo>
                <a:lnTo>
                  <a:pt x="49089" y="70358"/>
                </a:lnTo>
                <a:lnTo>
                  <a:pt x="49089" y="109763"/>
                </a:lnTo>
                <a:cubicBezTo>
                  <a:pt x="49089" y="116409"/>
                  <a:pt x="49469" y="120524"/>
                  <a:pt x="50229" y="122106"/>
                </a:cubicBezTo>
                <a:cubicBezTo>
                  <a:pt x="50862" y="123752"/>
                  <a:pt x="52286" y="125176"/>
                  <a:pt x="54502" y="126379"/>
                </a:cubicBezTo>
                <a:cubicBezTo>
                  <a:pt x="56590" y="127645"/>
                  <a:pt x="59439" y="128278"/>
                  <a:pt x="63047" y="128278"/>
                </a:cubicBezTo>
                <a:lnTo>
                  <a:pt x="67320" y="128278"/>
                </a:lnTo>
                <a:lnTo>
                  <a:pt x="67320" y="131791"/>
                </a:lnTo>
                <a:lnTo>
                  <a:pt x="0" y="131791"/>
                </a:lnTo>
                <a:lnTo>
                  <a:pt x="0" y="128278"/>
                </a:lnTo>
                <a:lnTo>
                  <a:pt x="4273" y="128278"/>
                </a:lnTo>
                <a:cubicBezTo>
                  <a:pt x="7944" y="128278"/>
                  <a:pt x="10951" y="127613"/>
                  <a:pt x="13293" y="126284"/>
                </a:cubicBezTo>
                <a:cubicBezTo>
                  <a:pt x="14876" y="125461"/>
                  <a:pt x="16142" y="123942"/>
                  <a:pt x="17091" y="121727"/>
                </a:cubicBezTo>
                <a:cubicBezTo>
                  <a:pt x="17724" y="120207"/>
                  <a:pt x="18072" y="116219"/>
                  <a:pt x="18136" y="109763"/>
                </a:cubicBezTo>
                <a:lnTo>
                  <a:pt x="18136" y="25067"/>
                </a:lnTo>
                <a:cubicBezTo>
                  <a:pt x="18072" y="18547"/>
                  <a:pt x="17724" y="14432"/>
                  <a:pt x="17091" y="12723"/>
                </a:cubicBezTo>
                <a:cubicBezTo>
                  <a:pt x="16395" y="11141"/>
                  <a:pt x="15002" y="9685"/>
                  <a:pt x="12913" y="8356"/>
                </a:cubicBezTo>
                <a:cubicBezTo>
                  <a:pt x="10698" y="7153"/>
                  <a:pt x="7818" y="6552"/>
                  <a:pt x="4273" y="6552"/>
                </a:cubicBezTo>
                <a:lnTo>
                  <a:pt x="0" y="6552"/>
                </a:lnTo>
                <a:lnTo>
                  <a:pt x="0" y="3038"/>
                </a:lnTo>
                <a:lnTo>
                  <a:pt x="108623" y="3038"/>
                </a:lnTo>
                <a:lnTo>
                  <a:pt x="108623" y="39974"/>
                </a:lnTo>
                <a:lnTo>
                  <a:pt x="104730" y="39974"/>
                </a:lnTo>
                <a:cubicBezTo>
                  <a:pt x="103844" y="31365"/>
                  <a:pt x="101597" y="24940"/>
                  <a:pt x="97989" y="20699"/>
                </a:cubicBezTo>
                <a:cubicBezTo>
                  <a:pt x="94254" y="16521"/>
                  <a:pt x="88969" y="13578"/>
                  <a:pt x="82132" y="11869"/>
                </a:cubicBezTo>
                <a:cubicBezTo>
                  <a:pt x="78334" y="10919"/>
                  <a:pt x="71308" y="10445"/>
                  <a:pt x="61053" y="10445"/>
                </a:cubicBezTo>
                <a:lnTo>
                  <a:pt x="49089" y="10445"/>
                </a:lnTo>
                <a:close/>
                <a:moveTo>
                  <a:pt x="199016" y="84221"/>
                </a:moveTo>
                <a:lnTo>
                  <a:pt x="150307" y="84221"/>
                </a:lnTo>
                <a:cubicBezTo>
                  <a:pt x="150876" y="95995"/>
                  <a:pt x="154010" y="105300"/>
                  <a:pt x="159707" y="112137"/>
                </a:cubicBezTo>
                <a:cubicBezTo>
                  <a:pt x="164011" y="117390"/>
                  <a:pt x="169265" y="120017"/>
                  <a:pt x="175468" y="120017"/>
                </a:cubicBezTo>
                <a:cubicBezTo>
                  <a:pt x="179203" y="120081"/>
                  <a:pt x="182653" y="119005"/>
                  <a:pt x="185818" y="116789"/>
                </a:cubicBezTo>
                <a:cubicBezTo>
                  <a:pt x="188920" y="114700"/>
                  <a:pt x="192243" y="110902"/>
                  <a:pt x="195788" y="105395"/>
                </a:cubicBezTo>
                <a:lnTo>
                  <a:pt x="199016" y="107484"/>
                </a:lnTo>
                <a:cubicBezTo>
                  <a:pt x="194142" y="117295"/>
                  <a:pt x="188825" y="124227"/>
                  <a:pt x="183065" y="128278"/>
                </a:cubicBezTo>
                <a:cubicBezTo>
                  <a:pt x="177241" y="132393"/>
                  <a:pt x="170499" y="134450"/>
                  <a:pt x="162840" y="134450"/>
                </a:cubicBezTo>
                <a:cubicBezTo>
                  <a:pt x="149610" y="134513"/>
                  <a:pt x="139641" y="129449"/>
                  <a:pt x="132931" y="119258"/>
                </a:cubicBezTo>
                <a:cubicBezTo>
                  <a:pt x="127487" y="111092"/>
                  <a:pt x="124765" y="100964"/>
                  <a:pt x="124765" y="88874"/>
                </a:cubicBezTo>
                <a:cubicBezTo>
                  <a:pt x="124702" y="74125"/>
                  <a:pt x="128721" y="62319"/>
                  <a:pt x="136824" y="53457"/>
                </a:cubicBezTo>
                <a:cubicBezTo>
                  <a:pt x="144799" y="44722"/>
                  <a:pt x="154168" y="40354"/>
                  <a:pt x="164929" y="40354"/>
                </a:cubicBezTo>
                <a:cubicBezTo>
                  <a:pt x="173918" y="40417"/>
                  <a:pt x="181735" y="44089"/>
                  <a:pt x="188382" y="51368"/>
                </a:cubicBezTo>
                <a:cubicBezTo>
                  <a:pt x="194902" y="58774"/>
                  <a:pt x="198447" y="69725"/>
                  <a:pt x="199016" y="84221"/>
                </a:cubicBezTo>
                <a:moveTo>
                  <a:pt x="175658" y="77859"/>
                </a:moveTo>
                <a:cubicBezTo>
                  <a:pt x="175595" y="67731"/>
                  <a:pt x="175057" y="60737"/>
                  <a:pt x="174044" y="56875"/>
                </a:cubicBezTo>
                <a:cubicBezTo>
                  <a:pt x="172905" y="53141"/>
                  <a:pt x="171164" y="50260"/>
                  <a:pt x="168822" y="48235"/>
                </a:cubicBezTo>
                <a:cubicBezTo>
                  <a:pt x="167429" y="47095"/>
                  <a:pt x="165657" y="46526"/>
                  <a:pt x="163505" y="46526"/>
                </a:cubicBezTo>
                <a:cubicBezTo>
                  <a:pt x="160150" y="46526"/>
                  <a:pt x="157460" y="48140"/>
                  <a:pt x="155434" y="51368"/>
                </a:cubicBezTo>
                <a:cubicBezTo>
                  <a:pt x="151699" y="57065"/>
                  <a:pt x="149832" y="64788"/>
                  <a:pt x="149832" y="74536"/>
                </a:cubicBezTo>
                <a:lnTo>
                  <a:pt x="149832" y="77859"/>
                </a:lnTo>
                <a:lnTo>
                  <a:pt x="175658" y="77859"/>
                </a:lnTo>
                <a:close/>
                <a:moveTo>
                  <a:pt x="257791" y="118688"/>
                </a:moveTo>
                <a:cubicBezTo>
                  <a:pt x="246966" y="128310"/>
                  <a:pt x="237250" y="133089"/>
                  <a:pt x="228641" y="133026"/>
                </a:cubicBezTo>
                <a:cubicBezTo>
                  <a:pt x="223514" y="133026"/>
                  <a:pt x="219304" y="131348"/>
                  <a:pt x="216012" y="127993"/>
                </a:cubicBezTo>
                <a:cubicBezTo>
                  <a:pt x="212658" y="124765"/>
                  <a:pt x="210980" y="120619"/>
                  <a:pt x="210980" y="115555"/>
                </a:cubicBezTo>
                <a:cubicBezTo>
                  <a:pt x="210980" y="108845"/>
                  <a:pt x="213892" y="102736"/>
                  <a:pt x="219716" y="97229"/>
                </a:cubicBezTo>
                <a:cubicBezTo>
                  <a:pt x="225476" y="91912"/>
                  <a:pt x="238168" y="84727"/>
                  <a:pt x="257791" y="75676"/>
                </a:cubicBezTo>
                <a:lnTo>
                  <a:pt x="257791" y="66750"/>
                </a:lnTo>
                <a:cubicBezTo>
                  <a:pt x="257727" y="60104"/>
                  <a:pt x="257379" y="55863"/>
                  <a:pt x="256746" y="54027"/>
                </a:cubicBezTo>
                <a:cubicBezTo>
                  <a:pt x="255923" y="52318"/>
                  <a:pt x="254531" y="50799"/>
                  <a:pt x="252568" y="49469"/>
                </a:cubicBezTo>
                <a:cubicBezTo>
                  <a:pt x="250543" y="48266"/>
                  <a:pt x="248264" y="47633"/>
                  <a:pt x="245732" y="47570"/>
                </a:cubicBezTo>
                <a:cubicBezTo>
                  <a:pt x="241617" y="47633"/>
                  <a:pt x="238231" y="48551"/>
                  <a:pt x="235572" y="50324"/>
                </a:cubicBezTo>
                <a:cubicBezTo>
                  <a:pt x="233926" y="51463"/>
                  <a:pt x="233104" y="52792"/>
                  <a:pt x="233104" y="54312"/>
                </a:cubicBezTo>
                <a:cubicBezTo>
                  <a:pt x="233040" y="55641"/>
                  <a:pt x="233926" y="57287"/>
                  <a:pt x="235762" y="59249"/>
                </a:cubicBezTo>
                <a:cubicBezTo>
                  <a:pt x="238104" y="62034"/>
                  <a:pt x="239307" y="64661"/>
                  <a:pt x="239370" y="67130"/>
                </a:cubicBezTo>
                <a:cubicBezTo>
                  <a:pt x="239370" y="70295"/>
                  <a:pt x="238231" y="72922"/>
                  <a:pt x="235952" y="75011"/>
                </a:cubicBezTo>
                <a:cubicBezTo>
                  <a:pt x="233547" y="77226"/>
                  <a:pt x="230508" y="78334"/>
                  <a:pt x="226837" y="78334"/>
                </a:cubicBezTo>
                <a:cubicBezTo>
                  <a:pt x="222849" y="78334"/>
                  <a:pt x="219526" y="77131"/>
                  <a:pt x="216867" y="74726"/>
                </a:cubicBezTo>
                <a:cubicBezTo>
                  <a:pt x="214082" y="72384"/>
                  <a:pt x="212721" y="69567"/>
                  <a:pt x="212784" y="66275"/>
                </a:cubicBezTo>
                <a:cubicBezTo>
                  <a:pt x="212784" y="61718"/>
                  <a:pt x="214588" y="57350"/>
                  <a:pt x="218196" y="53172"/>
                </a:cubicBezTo>
                <a:cubicBezTo>
                  <a:pt x="221804" y="49121"/>
                  <a:pt x="226837" y="45956"/>
                  <a:pt x="233293" y="43677"/>
                </a:cubicBezTo>
                <a:cubicBezTo>
                  <a:pt x="239750" y="41525"/>
                  <a:pt x="246460" y="40417"/>
                  <a:pt x="253423" y="40354"/>
                </a:cubicBezTo>
                <a:cubicBezTo>
                  <a:pt x="261842" y="40417"/>
                  <a:pt x="268520" y="42190"/>
                  <a:pt x="273458" y="45671"/>
                </a:cubicBezTo>
                <a:cubicBezTo>
                  <a:pt x="278268" y="49279"/>
                  <a:pt x="281433" y="53172"/>
                  <a:pt x="282953" y="57350"/>
                </a:cubicBezTo>
                <a:cubicBezTo>
                  <a:pt x="283775" y="60009"/>
                  <a:pt x="284219" y="66117"/>
                  <a:pt x="284282" y="75676"/>
                </a:cubicBezTo>
                <a:lnTo>
                  <a:pt x="284282" y="110143"/>
                </a:lnTo>
                <a:cubicBezTo>
                  <a:pt x="284282" y="114257"/>
                  <a:pt x="284440" y="116789"/>
                  <a:pt x="284757" y="117739"/>
                </a:cubicBezTo>
                <a:cubicBezTo>
                  <a:pt x="285010" y="118878"/>
                  <a:pt x="285485" y="119669"/>
                  <a:pt x="286181" y="120112"/>
                </a:cubicBezTo>
                <a:cubicBezTo>
                  <a:pt x="286751" y="120619"/>
                  <a:pt x="287479" y="120872"/>
                  <a:pt x="288365" y="120872"/>
                </a:cubicBezTo>
                <a:cubicBezTo>
                  <a:pt x="289947" y="120935"/>
                  <a:pt x="291625" y="119764"/>
                  <a:pt x="293397" y="117359"/>
                </a:cubicBezTo>
                <a:lnTo>
                  <a:pt x="296246" y="119638"/>
                </a:lnTo>
                <a:cubicBezTo>
                  <a:pt x="293017" y="124322"/>
                  <a:pt x="289757" y="127708"/>
                  <a:pt x="286466" y="129797"/>
                </a:cubicBezTo>
                <a:cubicBezTo>
                  <a:pt x="282984" y="132013"/>
                  <a:pt x="279123" y="133089"/>
                  <a:pt x="274882" y="133026"/>
                </a:cubicBezTo>
                <a:cubicBezTo>
                  <a:pt x="269818" y="133026"/>
                  <a:pt x="265861" y="131823"/>
                  <a:pt x="263013" y="129418"/>
                </a:cubicBezTo>
                <a:cubicBezTo>
                  <a:pt x="260164" y="127139"/>
                  <a:pt x="258424" y="123562"/>
                  <a:pt x="257791" y="118688"/>
                </a:cubicBezTo>
                <a:moveTo>
                  <a:pt x="257791" y="111757"/>
                </a:moveTo>
                <a:lnTo>
                  <a:pt x="257791" y="82037"/>
                </a:lnTo>
                <a:cubicBezTo>
                  <a:pt x="250068" y="86532"/>
                  <a:pt x="244371" y="91342"/>
                  <a:pt x="240700" y="96470"/>
                </a:cubicBezTo>
                <a:cubicBezTo>
                  <a:pt x="238231" y="99888"/>
                  <a:pt x="236997" y="103338"/>
                  <a:pt x="236997" y="106819"/>
                </a:cubicBezTo>
                <a:cubicBezTo>
                  <a:pt x="236997" y="109794"/>
                  <a:pt x="238041" y="112358"/>
                  <a:pt x="240130" y="114510"/>
                </a:cubicBezTo>
                <a:cubicBezTo>
                  <a:pt x="241712" y="116219"/>
                  <a:pt x="243928" y="117074"/>
                  <a:pt x="246776" y="117074"/>
                </a:cubicBezTo>
                <a:cubicBezTo>
                  <a:pt x="249878" y="117074"/>
                  <a:pt x="253550" y="115302"/>
                  <a:pt x="257791" y="111757"/>
                </a:cubicBezTo>
                <a:close/>
                <a:moveTo>
                  <a:pt x="341252" y="10540"/>
                </a:moveTo>
                <a:lnTo>
                  <a:pt x="341252" y="43013"/>
                </a:lnTo>
                <a:lnTo>
                  <a:pt x="362331" y="43013"/>
                </a:lnTo>
                <a:lnTo>
                  <a:pt x="362331" y="52413"/>
                </a:lnTo>
                <a:lnTo>
                  <a:pt x="341252" y="52413"/>
                </a:lnTo>
                <a:lnTo>
                  <a:pt x="341252" y="107199"/>
                </a:lnTo>
                <a:cubicBezTo>
                  <a:pt x="341252" y="112390"/>
                  <a:pt x="341505" y="115681"/>
                  <a:pt x="342012" y="117074"/>
                </a:cubicBezTo>
                <a:cubicBezTo>
                  <a:pt x="342392" y="118656"/>
                  <a:pt x="343214" y="119859"/>
                  <a:pt x="344480" y="120682"/>
                </a:cubicBezTo>
                <a:cubicBezTo>
                  <a:pt x="345620" y="121632"/>
                  <a:pt x="346728" y="122106"/>
                  <a:pt x="347804" y="122106"/>
                </a:cubicBezTo>
                <a:cubicBezTo>
                  <a:pt x="351855" y="122106"/>
                  <a:pt x="355748" y="118973"/>
                  <a:pt x="359483" y="112706"/>
                </a:cubicBezTo>
                <a:lnTo>
                  <a:pt x="362331" y="114795"/>
                </a:lnTo>
                <a:cubicBezTo>
                  <a:pt x="357141" y="126949"/>
                  <a:pt x="348817" y="133026"/>
                  <a:pt x="337359" y="133026"/>
                </a:cubicBezTo>
                <a:cubicBezTo>
                  <a:pt x="331725" y="133026"/>
                  <a:pt x="326978" y="131443"/>
                  <a:pt x="323117" y="128278"/>
                </a:cubicBezTo>
                <a:cubicBezTo>
                  <a:pt x="319129" y="125240"/>
                  <a:pt x="316628" y="121758"/>
                  <a:pt x="315616" y="117834"/>
                </a:cubicBezTo>
                <a:cubicBezTo>
                  <a:pt x="314919" y="115681"/>
                  <a:pt x="314603" y="109858"/>
                  <a:pt x="314666" y="100363"/>
                </a:cubicBezTo>
                <a:lnTo>
                  <a:pt x="314666" y="52413"/>
                </a:lnTo>
                <a:lnTo>
                  <a:pt x="303082" y="52413"/>
                </a:lnTo>
                <a:lnTo>
                  <a:pt x="303082" y="49089"/>
                </a:lnTo>
                <a:cubicBezTo>
                  <a:pt x="311058" y="43519"/>
                  <a:pt x="317863" y="37600"/>
                  <a:pt x="323496" y="31334"/>
                </a:cubicBezTo>
                <a:cubicBezTo>
                  <a:pt x="329067" y="25194"/>
                  <a:pt x="333941" y="18262"/>
                  <a:pt x="338119" y="10540"/>
                </a:cubicBezTo>
                <a:lnTo>
                  <a:pt x="341252" y="10540"/>
                </a:lnTo>
                <a:close/>
                <a:moveTo>
                  <a:pt x="458611" y="43013"/>
                </a:moveTo>
                <a:lnTo>
                  <a:pt x="458611" y="112516"/>
                </a:lnTo>
                <a:cubicBezTo>
                  <a:pt x="458611" y="119353"/>
                  <a:pt x="459244" y="123562"/>
                  <a:pt x="460510" y="125145"/>
                </a:cubicBezTo>
                <a:cubicBezTo>
                  <a:pt x="461712" y="126854"/>
                  <a:pt x="464276" y="127930"/>
                  <a:pt x="468201" y="128373"/>
                </a:cubicBezTo>
                <a:lnTo>
                  <a:pt x="468201" y="131791"/>
                </a:lnTo>
                <a:lnTo>
                  <a:pt x="432025" y="131791"/>
                </a:lnTo>
                <a:lnTo>
                  <a:pt x="432025" y="119922"/>
                </a:lnTo>
                <a:cubicBezTo>
                  <a:pt x="427720" y="124986"/>
                  <a:pt x="423479" y="128658"/>
                  <a:pt x="419301" y="130937"/>
                </a:cubicBezTo>
                <a:cubicBezTo>
                  <a:pt x="414997" y="133342"/>
                  <a:pt x="410249" y="134513"/>
                  <a:pt x="405059" y="134450"/>
                </a:cubicBezTo>
                <a:cubicBezTo>
                  <a:pt x="399995" y="134513"/>
                  <a:pt x="395564" y="132962"/>
                  <a:pt x="391766" y="129797"/>
                </a:cubicBezTo>
                <a:cubicBezTo>
                  <a:pt x="387841" y="126759"/>
                  <a:pt x="385214" y="123182"/>
                  <a:pt x="383885" y="119068"/>
                </a:cubicBezTo>
                <a:cubicBezTo>
                  <a:pt x="382555" y="115017"/>
                  <a:pt x="381891" y="107832"/>
                  <a:pt x="381891" y="97514"/>
                </a:cubicBezTo>
                <a:lnTo>
                  <a:pt x="381891" y="62288"/>
                </a:lnTo>
                <a:cubicBezTo>
                  <a:pt x="381891" y="55578"/>
                  <a:pt x="381289" y="51400"/>
                  <a:pt x="380087" y="49754"/>
                </a:cubicBezTo>
                <a:cubicBezTo>
                  <a:pt x="378757" y="48172"/>
                  <a:pt x="376162" y="47095"/>
                  <a:pt x="372301" y="46526"/>
                </a:cubicBezTo>
                <a:lnTo>
                  <a:pt x="372301" y="43013"/>
                </a:lnTo>
                <a:lnTo>
                  <a:pt x="408477" y="43013"/>
                </a:lnTo>
                <a:lnTo>
                  <a:pt x="408477" y="103686"/>
                </a:lnTo>
                <a:cubicBezTo>
                  <a:pt x="408414" y="110079"/>
                  <a:pt x="408730" y="114162"/>
                  <a:pt x="409426" y="115935"/>
                </a:cubicBezTo>
                <a:cubicBezTo>
                  <a:pt x="409996" y="117770"/>
                  <a:pt x="410946" y="119163"/>
                  <a:pt x="412275" y="120112"/>
                </a:cubicBezTo>
                <a:cubicBezTo>
                  <a:pt x="413478" y="121062"/>
                  <a:pt x="414965" y="121537"/>
                  <a:pt x="416738" y="121537"/>
                </a:cubicBezTo>
                <a:cubicBezTo>
                  <a:pt x="419016" y="121600"/>
                  <a:pt x="421074" y="120999"/>
                  <a:pt x="422909" y="119733"/>
                </a:cubicBezTo>
                <a:cubicBezTo>
                  <a:pt x="425441" y="118150"/>
                  <a:pt x="428480" y="114827"/>
                  <a:pt x="432025" y="109763"/>
                </a:cubicBezTo>
                <a:lnTo>
                  <a:pt x="432025" y="62288"/>
                </a:lnTo>
                <a:cubicBezTo>
                  <a:pt x="432025" y="55578"/>
                  <a:pt x="431423" y="51400"/>
                  <a:pt x="430221" y="49754"/>
                </a:cubicBezTo>
                <a:cubicBezTo>
                  <a:pt x="428891" y="48172"/>
                  <a:pt x="426296" y="47095"/>
                  <a:pt x="422435" y="46526"/>
                </a:cubicBezTo>
                <a:lnTo>
                  <a:pt x="422435" y="43013"/>
                </a:lnTo>
                <a:lnTo>
                  <a:pt x="458611" y="43013"/>
                </a:lnTo>
                <a:close/>
                <a:moveTo>
                  <a:pt x="519094" y="43013"/>
                </a:moveTo>
                <a:lnTo>
                  <a:pt x="519094" y="63142"/>
                </a:lnTo>
                <a:cubicBezTo>
                  <a:pt x="524918" y="53964"/>
                  <a:pt x="530077" y="47855"/>
                  <a:pt x="534571" y="44817"/>
                </a:cubicBezTo>
                <a:cubicBezTo>
                  <a:pt x="539002" y="41905"/>
                  <a:pt x="543275" y="40417"/>
                  <a:pt x="547390" y="40354"/>
                </a:cubicBezTo>
                <a:cubicBezTo>
                  <a:pt x="550871" y="40354"/>
                  <a:pt x="553720" y="41430"/>
                  <a:pt x="555935" y="43582"/>
                </a:cubicBezTo>
                <a:cubicBezTo>
                  <a:pt x="558024" y="45798"/>
                  <a:pt x="559069" y="48900"/>
                  <a:pt x="559069" y="52887"/>
                </a:cubicBezTo>
                <a:cubicBezTo>
                  <a:pt x="559005" y="57192"/>
                  <a:pt x="557992" y="60483"/>
                  <a:pt x="556030" y="62762"/>
                </a:cubicBezTo>
                <a:cubicBezTo>
                  <a:pt x="553941" y="65168"/>
                  <a:pt x="551441" y="66339"/>
                  <a:pt x="548529" y="66275"/>
                </a:cubicBezTo>
                <a:cubicBezTo>
                  <a:pt x="545174" y="66339"/>
                  <a:pt x="542262" y="65263"/>
                  <a:pt x="539794" y="63047"/>
                </a:cubicBezTo>
                <a:cubicBezTo>
                  <a:pt x="537325" y="60958"/>
                  <a:pt x="535869" y="59756"/>
                  <a:pt x="535426" y="59439"/>
                </a:cubicBezTo>
                <a:cubicBezTo>
                  <a:pt x="534730" y="59059"/>
                  <a:pt x="534002" y="58869"/>
                  <a:pt x="533242" y="58869"/>
                </a:cubicBezTo>
                <a:cubicBezTo>
                  <a:pt x="531343" y="58869"/>
                  <a:pt x="529602" y="59566"/>
                  <a:pt x="528020" y="60958"/>
                </a:cubicBezTo>
                <a:cubicBezTo>
                  <a:pt x="525424" y="63174"/>
                  <a:pt x="523462" y="66244"/>
                  <a:pt x="522133" y="70168"/>
                </a:cubicBezTo>
                <a:cubicBezTo>
                  <a:pt x="520107" y="76372"/>
                  <a:pt x="519094" y="83145"/>
                  <a:pt x="519094" y="90488"/>
                </a:cubicBezTo>
                <a:lnTo>
                  <a:pt x="519094" y="110902"/>
                </a:lnTo>
                <a:lnTo>
                  <a:pt x="519189" y="116219"/>
                </a:lnTo>
                <a:cubicBezTo>
                  <a:pt x="519126" y="119828"/>
                  <a:pt x="519348" y="122138"/>
                  <a:pt x="519854" y="123151"/>
                </a:cubicBezTo>
                <a:cubicBezTo>
                  <a:pt x="520614" y="124860"/>
                  <a:pt x="521753" y="126094"/>
                  <a:pt x="523272" y="126854"/>
                </a:cubicBezTo>
                <a:cubicBezTo>
                  <a:pt x="524665" y="127740"/>
                  <a:pt x="527165" y="128246"/>
                  <a:pt x="530773" y="128373"/>
                </a:cubicBezTo>
                <a:lnTo>
                  <a:pt x="530773" y="131791"/>
                </a:lnTo>
                <a:lnTo>
                  <a:pt x="482823" y="131791"/>
                </a:lnTo>
                <a:lnTo>
                  <a:pt x="482823" y="128373"/>
                </a:lnTo>
                <a:cubicBezTo>
                  <a:pt x="486621" y="128120"/>
                  <a:pt x="489248" y="127044"/>
                  <a:pt x="490704" y="125145"/>
                </a:cubicBezTo>
                <a:cubicBezTo>
                  <a:pt x="492033" y="123372"/>
                  <a:pt x="492698" y="118625"/>
                  <a:pt x="492698" y="110902"/>
                </a:cubicBezTo>
                <a:lnTo>
                  <a:pt x="492698" y="61813"/>
                </a:lnTo>
                <a:cubicBezTo>
                  <a:pt x="492635" y="56812"/>
                  <a:pt x="492382" y="53584"/>
                  <a:pt x="491939" y="52128"/>
                </a:cubicBezTo>
                <a:cubicBezTo>
                  <a:pt x="491242" y="50419"/>
                  <a:pt x="490324" y="49121"/>
                  <a:pt x="489185" y="48235"/>
                </a:cubicBezTo>
                <a:cubicBezTo>
                  <a:pt x="487919" y="47412"/>
                  <a:pt x="485798" y="46842"/>
                  <a:pt x="482823" y="46526"/>
                </a:cubicBezTo>
                <a:lnTo>
                  <a:pt x="482823" y="43013"/>
                </a:lnTo>
                <a:lnTo>
                  <a:pt x="519094" y="43013"/>
                </a:lnTo>
                <a:close/>
                <a:moveTo>
                  <a:pt x="636548" y="84221"/>
                </a:moveTo>
                <a:lnTo>
                  <a:pt x="587839" y="84221"/>
                </a:lnTo>
                <a:cubicBezTo>
                  <a:pt x="588408" y="95995"/>
                  <a:pt x="591542" y="105300"/>
                  <a:pt x="597239" y="112137"/>
                </a:cubicBezTo>
                <a:cubicBezTo>
                  <a:pt x="601543" y="117390"/>
                  <a:pt x="606797" y="120017"/>
                  <a:pt x="613001" y="120017"/>
                </a:cubicBezTo>
                <a:cubicBezTo>
                  <a:pt x="616735" y="120081"/>
                  <a:pt x="620185" y="119005"/>
                  <a:pt x="623350" y="116789"/>
                </a:cubicBezTo>
                <a:cubicBezTo>
                  <a:pt x="626452" y="114700"/>
                  <a:pt x="629775" y="110902"/>
                  <a:pt x="633320" y="105395"/>
                </a:cubicBezTo>
                <a:lnTo>
                  <a:pt x="636548" y="107484"/>
                </a:lnTo>
                <a:cubicBezTo>
                  <a:pt x="631674" y="117295"/>
                  <a:pt x="626357" y="124227"/>
                  <a:pt x="620597" y="128278"/>
                </a:cubicBezTo>
                <a:cubicBezTo>
                  <a:pt x="614773" y="132393"/>
                  <a:pt x="608032" y="134450"/>
                  <a:pt x="600372" y="134450"/>
                </a:cubicBezTo>
                <a:cubicBezTo>
                  <a:pt x="587142" y="134513"/>
                  <a:pt x="577173" y="129449"/>
                  <a:pt x="570463" y="119258"/>
                </a:cubicBezTo>
                <a:cubicBezTo>
                  <a:pt x="565019" y="111092"/>
                  <a:pt x="562297" y="100964"/>
                  <a:pt x="562297" y="88874"/>
                </a:cubicBezTo>
                <a:cubicBezTo>
                  <a:pt x="562234" y="74125"/>
                  <a:pt x="566253" y="62319"/>
                  <a:pt x="574356" y="53457"/>
                </a:cubicBezTo>
                <a:cubicBezTo>
                  <a:pt x="582332" y="44722"/>
                  <a:pt x="591700" y="40354"/>
                  <a:pt x="602461" y="40354"/>
                </a:cubicBezTo>
                <a:cubicBezTo>
                  <a:pt x="611450" y="40417"/>
                  <a:pt x="619267" y="44089"/>
                  <a:pt x="625914" y="51368"/>
                </a:cubicBezTo>
                <a:cubicBezTo>
                  <a:pt x="632434" y="58774"/>
                  <a:pt x="635979" y="69725"/>
                  <a:pt x="636548" y="84221"/>
                </a:cubicBezTo>
                <a:moveTo>
                  <a:pt x="613191" y="77859"/>
                </a:moveTo>
                <a:cubicBezTo>
                  <a:pt x="613127" y="67731"/>
                  <a:pt x="612589" y="60737"/>
                  <a:pt x="611576" y="56875"/>
                </a:cubicBezTo>
                <a:cubicBezTo>
                  <a:pt x="610437" y="53141"/>
                  <a:pt x="608696" y="50260"/>
                  <a:pt x="606354" y="48235"/>
                </a:cubicBezTo>
                <a:cubicBezTo>
                  <a:pt x="604961" y="47095"/>
                  <a:pt x="603189" y="46526"/>
                  <a:pt x="601037" y="46526"/>
                </a:cubicBezTo>
                <a:cubicBezTo>
                  <a:pt x="597682" y="46526"/>
                  <a:pt x="594992" y="48140"/>
                  <a:pt x="592966" y="51368"/>
                </a:cubicBezTo>
                <a:cubicBezTo>
                  <a:pt x="589231" y="57065"/>
                  <a:pt x="587364" y="64788"/>
                  <a:pt x="587364" y="74536"/>
                </a:cubicBezTo>
                <a:lnTo>
                  <a:pt x="587364" y="77859"/>
                </a:lnTo>
                <a:lnTo>
                  <a:pt x="613191" y="77859"/>
                </a:lnTo>
                <a:close/>
                <a:moveTo>
                  <a:pt x="741374" y="10445"/>
                </a:moveTo>
                <a:lnTo>
                  <a:pt x="741374" y="62857"/>
                </a:lnTo>
                <a:lnTo>
                  <a:pt x="743937" y="62857"/>
                </a:lnTo>
                <a:cubicBezTo>
                  <a:pt x="752040" y="62857"/>
                  <a:pt x="757958" y="60294"/>
                  <a:pt x="761693" y="55166"/>
                </a:cubicBezTo>
                <a:cubicBezTo>
                  <a:pt x="765301" y="50039"/>
                  <a:pt x="767643" y="42475"/>
                  <a:pt x="768719" y="32473"/>
                </a:cubicBezTo>
                <a:lnTo>
                  <a:pt x="772327" y="32473"/>
                </a:lnTo>
                <a:lnTo>
                  <a:pt x="772327" y="99888"/>
                </a:lnTo>
                <a:lnTo>
                  <a:pt x="768719" y="99888"/>
                </a:lnTo>
                <a:cubicBezTo>
                  <a:pt x="767896" y="92608"/>
                  <a:pt x="766314" y="86595"/>
                  <a:pt x="763972" y="81847"/>
                </a:cubicBezTo>
                <a:cubicBezTo>
                  <a:pt x="761503" y="77226"/>
                  <a:pt x="758655" y="74061"/>
                  <a:pt x="755426" y="72352"/>
                </a:cubicBezTo>
                <a:cubicBezTo>
                  <a:pt x="752198" y="70770"/>
                  <a:pt x="747514" y="69979"/>
                  <a:pt x="741374" y="69979"/>
                </a:cubicBezTo>
                <a:lnTo>
                  <a:pt x="741374" y="106250"/>
                </a:lnTo>
                <a:cubicBezTo>
                  <a:pt x="741310" y="113403"/>
                  <a:pt x="741627" y="117739"/>
                  <a:pt x="742323" y="119258"/>
                </a:cubicBezTo>
                <a:cubicBezTo>
                  <a:pt x="742893" y="120904"/>
                  <a:pt x="744000" y="122201"/>
                  <a:pt x="745646" y="123151"/>
                </a:cubicBezTo>
                <a:cubicBezTo>
                  <a:pt x="747229" y="124227"/>
                  <a:pt x="749887" y="124733"/>
                  <a:pt x="753622" y="124670"/>
                </a:cubicBezTo>
                <a:lnTo>
                  <a:pt x="761313" y="124670"/>
                </a:lnTo>
                <a:cubicBezTo>
                  <a:pt x="773277" y="124733"/>
                  <a:pt x="782930" y="121948"/>
                  <a:pt x="790273" y="116314"/>
                </a:cubicBezTo>
                <a:cubicBezTo>
                  <a:pt x="797489" y="110744"/>
                  <a:pt x="802680" y="102262"/>
                  <a:pt x="805845" y="90868"/>
                </a:cubicBezTo>
                <a:lnTo>
                  <a:pt x="809358" y="90868"/>
                </a:lnTo>
                <a:lnTo>
                  <a:pt x="803566" y="131791"/>
                </a:lnTo>
                <a:lnTo>
                  <a:pt x="692284" y="131791"/>
                </a:lnTo>
                <a:lnTo>
                  <a:pt x="692284" y="128278"/>
                </a:lnTo>
                <a:lnTo>
                  <a:pt x="696557" y="128278"/>
                </a:lnTo>
                <a:cubicBezTo>
                  <a:pt x="700228" y="128278"/>
                  <a:pt x="703235" y="127613"/>
                  <a:pt x="705577" y="126284"/>
                </a:cubicBezTo>
                <a:cubicBezTo>
                  <a:pt x="707160" y="125461"/>
                  <a:pt x="708426" y="123942"/>
                  <a:pt x="709375" y="121727"/>
                </a:cubicBezTo>
                <a:cubicBezTo>
                  <a:pt x="710008" y="120207"/>
                  <a:pt x="710356" y="116219"/>
                  <a:pt x="710420" y="109763"/>
                </a:cubicBezTo>
                <a:lnTo>
                  <a:pt x="710420" y="25067"/>
                </a:lnTo>
                <a:cubicBezTo>
                  <a:pt x="710356" y="19307"/>
                  <a:pt x="710198" y="15730"/>
                  <a:pt x="709945" y="14338"/>
                </a:cubicBezTo>
                <a:cubicBezTo>
                  <a:pt x="709249" y="12185"/>
                  <a:pt x="708078" y="10476"/>
                  <a:pt x="706432" y="9210"/>
                </a:cubicBezTo>
                <a:cubicBezTo>
                  <a:pt x="704026" y="7438"/>
                  <a:pt x="700735" y="6552"/>
                  <a:pt x="696557" y="6552"/>
                </a:cubicBezTo>
                <a:lnTo>
                  <a:pt x="692284" y="6552"/>
                </a:lnTo>
                <a:lnTo>
                  <a:pt x="692284" y="3038"/>
                </a:lnTo>
                <a:lnTo>
                  <a:pt x="800053" y="3038"/>
                </a:lnTo>
                <a:lnTo>
                  <a:pt x="800053" y="41114"/>
                </a:lnTo>
                <a:lnTo>
                  <a:pt x="796445" y="41114"/>
                </a:lnTo>
                <a:cubicBezTo>
                  <a:pt x="794609" y="31872"/>
                  <a:pt x="792045" y="25194"/>
                  <a:pt x="788754" y="21079"/>
                </a:cubicBezTo>
                <a:cubicBezTo>
                  <a:pt x="785399" y="17028"/>
                  <a:pt x="780683" y="14053"/>
                  <a:pt x="774606" y="12154"/>
                </a:cubicBezTo>
                <a:cubicBezTo>
                  <a:pt x="771061" y="11014"/>
                  <a:pt x="764415" y="10445"/>
                  <a:pt x="754667" y="10445"/>
                </a:cubicBezTo>
                <a:lnTo>
                  <a:pt x="741374" y="10445"/>
                </a:lnTo>
                <a:close/>
                <a:moveTo>
                  <a:pt x="875064" y="77385"/>
                </a:moveTo>
                <a:lnTo>
                  <a:pt x="890446" y="106629"/>
                </a:lnTo>
                <a:cubicBezTo>
                  <a:pt x="895700" y="116821"/>
                  <a:pt x="899909" y="123277"/>
                  <a:pt x="903074" y="125999"/>
                </a:cubicBezTo>
                <a:cubicBezTo>
                  <a:pt x="904783" y="127519"/>
                  <a:pt x="907125" y="128310"/>
                  <a:pt x="910100" y="128373"/>
                </a:cubicBezTo>
                <a:lnTo>
                  <a:pt x="910100" y="131791"/>
                </a:lnTo>
                <a:lnTo>
                  <a:pt x="860631" y="131791"/>
                </a:lnTo>
                <a:lnTo>
                  <a:pt x="860631" y="128373"/>
                </a:lnTo>
                <a:cubicBezTo>
                  <a:pt x="864493" y="128120"/>
                  <a:pt x="866898" y="127613"/>
                  <a:pt x="867847" y="126854"/>
                </a:cubicBezTo>
                <a:cubicBezTo>
                  <a:pt x="868670" y="126221"/>
                  <a:pt x="869113" y="125271"/>
                  <a:pt x="869177" y="124005"/>
                </a:cubicBezTo>
                <a:cubicBezTo>
                  <a:pt x="869113" y="122233"/>
                  <a:pt x="868101" y="119448"/>
                  <a:pt x="866138" y="115650"/>
                </a:cubicBezTo>
                <a:lnTo>
                  <a:pt x="858447" y="101217"/>
                </a:lnTo>
                <a:lnTo>
                  <a:pt x="851896" y="110807"/>
                </a:lnTo>
                <a:cubicBezTo>
                  <a:pt x="848921" y="115175"/>
                  <a:pt x="847243" y="117770"/>
                  <a:pt x="846863" y="118593"/>
                </a:cubicBezTo>
                <a:cubicBezTo>
                  <a:pt x="846357" y="119859"/>
                  <a:pt x="846104" y="120935"/>
                  <a:pt x="846104" y="121821"/>
                </a:cubicBezTo>
                <a:cubicBezTo>
                  <a:pt x="846041" y="123277"/>
                  <a:pt x="846357" y="124480"/>
                  <a:pt x="847053" y="125430"/>
                </a:cubicBezTo>
                <a:cubicBezTo>
                  <a:pt x="847623" y="126506"/>
                  <a:pt x="848446" y="127234"/>
                  <a:pt x="849522" y="127613"/>
                </a:cubicBezTo>
                <a:cubicBezTo>
                  <a:pt x="850535" y="128120"/>
                  <a:pt x="852434" y="128373"/>
                  <a:pt x="855219" y="128373"/>
                </a:cubicBezTo>
                <a:lnTo>
                  <a:pt x="855219" y="131791"/>
                </a:lnTo>
                <a:lnTo>
                  <a:pt x="820467" y="131791"/>
                </a:lnTo>
                <a:lnTo>
                  <a:pt x="820467" y="128373"/>
                </a:lnTo>
                <a:cubicBezTo>
                  <a:pt x="824708" y="128373"/>
                  <a:pt x="828665" y="127170"/>
                  <a:pt x="832336" y="124765"/>
                </a:cubicBezTo>
                <a:cubicBezTo>
                  <a:pt x="835818" y="122423"/>
                  <a:pt x="841008" y="116219"/>
                  <a:pt x="847908" y="106155"/>
                </a:cubicBezTo>
                <a:lnTo>
                  <a:pt x="855219" y="95330"/>
                </a:lnTo>
                <a:lnTo>
                  <a:pt x="839932" y="67035"/>
                </a:lnTo>
                <a:cubicBezTo>
                  <a:pt x="834868" y="57856"/>
                  <a:pt x="831133" y="52191"/>
                  <a:pt x="828728" y="50039"/>
                </a:cubicBezTo>
                <a:cubicBezTo>
                  <a:pt x="826259" y="48013"/>
                  <a:pt x="823506" y="46842"/>
                  <a:pt x="820467" y="46526"/>
                </a:cubicBezTo>
                <a:lnTo>
                  <a:pt x="820467" y="43013"/>
                </a:lnTo>
                <a:lnTo>
                  <a:pt x="869652" y="43013"/>
                </a:lnTo>
                <a:lnTo>
                  <a:pt x="869652" y="46526"/>
                </a:lnTo>
                <a:lnTo>
                  <a:pt x="867088" y="46621"/>
                </a:lnTo>
                <a:lnTo>
                  <a:pt x="862150" y="48330"/>
                </a:lnTo>
                <a:cubicBezTo>
                  <a:pt x="861644" y="48836"/>
                  <a:pt x="861391" y="49564"/>
                  <a:pt x="861391" y="50514"/>
                </a:cubicBezTo>
                <a:cubicBezTo>
                  <a:pt x="861391" y="51463"/>
                  <a:pt x="861549" y="52444"/>
                  <a:pt x="861866" y="53457"/>
                </a:cubicBezTo>
                <a:cubicBezTo>
                  <a:pt x="861992" y="53964"/>
                  <a:pt x="862878" y="55673"/>
                  <a:pt x="864524" y="58584"/>
                </a:cubicBezTo>
                <a:lnTo>
                  <a:pt x="871456" y="71498"/>
                </a:lnTo>
                <a:lnTo>
                  <a:pt x="875064" y="66370"/>
                </a:lnTo>
                <a:cubicBezTo>
                  <a:pt x="880064" y="59471"/>
                  <a:pt x="882596" y="54597"/>
                  <a:pt x="882660" y="51748"/>
                </a:cubicBezTo>
                <a:cubicBezTo>
                  <a:pt x="882596" y="50419"/>
                  <a:pt x="882058" y="49279"/>
                  <a:pt x="881046" y="48330"/>
                </a:cubicBezTo>
                <a:cubicBezTo>
                  <a:pt x="879906" y="47507"/>
                  <a:pt x="877912" y="46906"/>
                  <a:pt x="875064" y="46526"/>
                </a:cubicBezTo>
                <a:lnTo>
                  <a:pt x="875064" y="43013"/>
                </a:lnTo>
                <a:lnTo>
                  <a:pt x="906492" y="43013"/>
                </a:lnTo>
                <a:lnTo>
                  <a:pt x="906492" y="46526"/>
                </a:lnTo>
                <a:cubicBezTo>
                  <a:pt x="902568" y="46716"/>
                  <a:pt x="898960" y="47887"/>
                  <a:pt x="895668" y="50039"/>
                </a:cubicBezTo>
                <a:cubicBezTo>
                  <a:pt x="892313" y="52318"/>
                  <a:pt x="888547" y="56685"/>
                  <a:pt x="884369" y="63142"/>
                </a:cubicBezTo>
                <a:lnTo>
                  <a:pt x="875064" y="77385"/>
                </a:lnTo>
                <a:close/>
                <a:moveTo>
                  <a:pt x="955012" y="10540"/>
                </a:moveTo>
                <a:lnTo>
                  <a:pt x="955012" y="43013"/>
                </a:lnTo>
                <a:lnTo>
                  <a:pt x="976091" y="43013"/>
                </a:lnTo>
                <a:lnTo>
                  <a:pt x="976091" y="52413"/>
                </a:lnTo>
                <a:lnTo>
                  <a:pt x="955012" y="52413"/>
                </a:lnTo>
                <a:lnTo>
                  <a:pt x="955012" y="107199"/>
                </a:lnTo>
                <a:cubicBezTo>
                  <a:pt x="955012" y="112390"/>
                  <a:pt x="955265" y="115681"/>
                  <a:pt x="955772" y="117074"/>
                </a:cubicBezTo>
                <a:cubicBezTo>
                  <a:pt x="956151" y="118656"/>
                  <a:pt x="956974" y="119859"/>
                  <a:pt x="958240" y="120682"/>
                </a:cubicBezTo>
                <a:cubicBezTo>
                  <a:pt x="959380" y="121632"/>
                  <a:pt x="960488" y="122106"/>
                  <a:pt x="961564" y="122106"/>
                </a:cubicBezTo>
                <a:cubicBezTo>
                  <a:pt x="965615" y="122106"/>
                  <a:pt x="969508" y="118973"/>
                  <a:pt x="973243" y="112706"/>
                </a:cubicBezTo>
                <a:lnTo>
                  <a:pt x="976091" y="114795"/>
                </a:lnTo>
                <a:cubicBezTo>
                  <a:pt x="970900" y="126949"/>
                  <a:pt x="962576" y="133026"/>
                  <a:pt x="951119" y="133026"/>
                </a:cubicBezTo>
                <a:cubicBezTo>
                  <a:pt x="945485" y="133026"/>
                  <a:pt x="940738" y="131443"/>
                  <a:pt x="936876" y="128278"/>
                </a:cubicBezTo>
                <a:cubicBezTo>
                  <a:pt x="932889" y="125240"/>
                  <a:pt x="930388" y="121758"/>
                  <a:pt x="929375" y="117834"/>
                </a:cubicBezTo>
                <a:cubicBezTo>
                  <a:pt x="928679" y="115681"/>
                  <a:pt x="928363" y="109858"/>
                  <a:pt x="928426" y="100363"/>
                </a:cubicBezTo>
                <a:lnTo>
                  <a:pt x="928426" y="52413"/>
                </a:lnTo>
                <a:lnTo>
                  <a:pt x="916842" y="52413"/>
                </a:lnTo>
                <a:lnTo>
                  <a:pt x="916842" y="49089"/>
                </a:lnTo>
                <a:cubicBezTo>
                  <a:pt x="924818" y="43519"/>
                  <a:pt x="931623" y="37600"/>
                  <a:pt x="937256" y="31334"/>
                </a:cubicBezTo>
                <a:cubicBezTo>
                  <a:pt x="942827" y="25194"/>
                  <a:pt x="947701" y="18262"/>
                  <a:pt x="951879" y="10540"/>
                </a:cubicBezTo>
                <a:lnTo>
                  <a:pt x="955012" y="10540"/>
                </a:lnTo>
                <a:close/>
                <a:moveTo>
                  <a:pt x="1023471" y="43013"/>
                </a:moveTo>
                <a:lnTo>
                  <a:pt x="1023471" y="63142"/>
                </a:lnTo>
                <a:cubicBezTo>
                  <a:pt x="1029295" y="53964"/>
                  <a:pt x="1034454" y="47855"/>
                  <a:pt x="1038948" y="44817"/>
                </a:cubicBezTo>
                <a:cubicBezTo>
                  <a:pt x="1043379" y="41905"/>
                  <a:pt x="1047652" y="40417"/>
                  <a:pt x="1051767" y="40354"/>
                </a:cubicBezTo>
                <a:cubicBezTo>
                  <a:pt x="1055248" y="40354"/>
                  <a:pt x="1058097" y="41430"/>
                  <a:pt x="1060312" y="43582"/>
                </a:cubicBezTo>
                <a:cubicBezTo>
                  <a:pt x="1062401" y="45798"/>
                  <a:pt x="1063446" y="48900"/>
                  <a:pt x="1063446" y="52887"/>
                </a:cubicBezTo>
                <a:cubicBezTo>
                  <a:pt x="1063382" y="57192"/>
                  <a:pt x="1062369" y="60483"/>
                  <a:pt x="1060407" y="62762"/>
                </a:cubicBezTo>
                <a:cubicBezTo>
                  <a:pt x="1058318" y="65168"/>
                  <a:pt x="1055818" y="66339"/>
                  <a:pt x="1052906" y="66275"/>
                </a:cubicBezTo>
                <a:cubicBezTo>
                  <a:pt x="1049551" y="66339"/>
                  <a:pt x="1046639" y="65263"/>
                  <a:pt x="1044171" y="63047"/>
                </a:cubicBezTo>
                <a:cubicBezTo>
                  <a:pt x="1041702" y="60958"/>
                  <a:pt x="1040246" y="59756"/>
                  <a:pt x="1039803" y="59439"/>
                </a:cubicBezTo>
                <a:cubicBezTo>
                  <a:pt x="1039107" y="59059"/>
                  <a:pt x="1038379" y="58869"/>
                  <a:pt x="1037619" y="58869"/>
                </a:cubicBezTo>
                <a:cubicBezTo>
                  <a:pt x="1035720" y="58869"/>
                  <a:pt x="1033979" y="59566"/>
                  <a:pt x="1032397" y="60958"/>
                </a:cubicBezTo>
                <a:cubicBezTo>
                  <a:pt x="1029801" y="63174"/>
                  <a:pt x="1027839" y="66244"/>
                  <a:pt x="1026510" y="70168"/>
                </a:cubicBezTo>
                <a:cubicBezTo>
                  <a:pt x="1024484" y="76372"/>
                  <a:pt x="1023471" y="83145"/>
                  <a:pt x="1023471" y="90488"/>
                </a:cubicBezTo>
                <a:lnTo>
                  <a:pt x="1023471" y="110902"/>
                </a:lnTo>
                <a:lnTo>
                  <a:pt x="1023566" y="116219"/>
                </a:lnTo>
                <a:cubicBezTo>
                  <a:pt x="1023503" y="119828"/>
                  <a:pt x="1023725" y="122138"/>
                  <a:pt x="1024231" y="123151"/>
                </a:cubicBezTo>
                <a:cubicBezTo>
                  <a:pt x="1024991" y="124860"/>
                  <a:pt x="1026130" y="126094"/>
                  <a:pt x="1027649" y="126854"/>
                </a:cubicBezTo>
                <a:cubicBezTo>
                  <a:pt x="1029042" y="127740"/>
                  <a:pt x="1031542" y="128246"/>
                  <a:pt x="1035150" y="128373"/>
                </a:cubicBezTo>
                <a:lnTo>
                  <a:pt x="1035150" y="131791"/>
                </a:lnTo>
                <a:lnTo>
                  <a:pt x="987200" y="131791"/>
                </a:lnTo>
                <a:lnTo>
                  <a:pt x="987200" y="128373"/>
                </a:lnTo>
                <a:cubicBezTo>
                  <a:pt x="990998" y="128120"/>
                  <a:pt x="993625" y="127044"/>
                  <a:pt x="995081" y="125145"/>
                </a:cubicBezTo>
                <a:cubicBezTo>
                  <a:pt x="996410" y="123372"/>
                  <a:pt x="997075" y="118625"/>
                  <a:pt x="997075" y="110902"/>
                </a:cubicBezTo>
                <a:lnTo>
                  <a:pt x="997075" y="61813"/>
                </a:lnTo>
                <a:cubicBezTo>
                  <a:pt x="997012" y="56812"/>
                  <a:pt x="996759" y="53584"/>
                  <a:pt x="996316" y="52128"/>
                </a:cubicBezTo>
                <a:cubicBezTo>
                  <a:pt x="995619" y="50419"/>
                  <a:pt x="994701" y="49121"/>
                  <a:pt x="993562" y="48235"/>
                </a:cubicBezTo>
                <a:cubicBezTo>
                  <a:pt x="992296" y="47412"/>
                  <a:pt x="990175" y="46842"/>
                  <a:pt x="987200" y="46526"/>
                </a:cubicBezTo>
                <a:lnTo>
                  <a:pt x="987200" y="43013"/>
                </a:lnTo>
                <a:lnTo>
                  <a:pt x="1023471" y="43013"/>
                </a:lnTo>
                <a:close/>
                <a:moveTo>
                  <a:pt x="1120701" y="118688"/>
                </a:moveTo>
                <a:cubicBezTo>
                  <a:pt x="1109876" y="128310"/>
                  <a:pt x="1100160" y="133089"/>
                  <a:pt x="1091551" y="133026"/>
                </a:cubicBezTo>
                <a:cubicBezTo>
                  <a:pt x="1086424" y="133026"/>
                  <a:pt x="1082214" y="131348"/>
                  <a:pt x="1078923" y="127993"/>
                </a:cubicBezTo>
                <a:cubicBezTo>
                  <a:pt x="1075568" y="124765"/>
                  <a:pt x="1073890" y="120619"/>
                  <a:pt x="1073890" y="115555"/>
                </a:cubicBezTo>
                <a:cubicBezTo>
                  <a:pt x="1073890" y="108845"/>
                  <a:pt x="1076802" y="102736"/>
                  <a:pt x="1082626" y="97229"/>
                </a:cubicBezTo>
                <a:cubicBezTo>
                  <a:pt x="1088386" y="91912"/>
                  <a:pt x="1101078" y="84727"/>
                  <a:pt x="1120701" y="75676"/>
                </a:cubicBezTo>
                <a:lnTo>
                  <a:pt x="1120701" y="66750"/>
                </a:lnTo>
                <a:cubicBezTo>
                  <a:pt x="1120638" y="60104"/>
                  <a:pt x="1120289" y="55863"/>
                  <a:pt x="1119656" y="54027"/>
                </a:cubicBezTo>
                <a:cubicBezTo>
                  <a:pt x="1118833" y="52318"/>
                  <a:pt x="1117441" y="50799"/>
                  <a:pt x="1115479" y="49469"/>
                </a:cubicBezTo>
                <a:cubicBezTo>
                  <a:pt x="1113453" y="48266"/>
                  <a:pt x="1111174" y="47633"/>
                  <a:pt x="1108642" y="47570"/>
                </a:cubicBezTo>
                <a:cubicBezTo>
                  <a:pt x="1104528" y="47633"/>
                  <a:pt x="1101141" y="48551"/>
                  <a:pt x="1098482" y="50324"/>
                </a:cubicBezTo>
                <a:cubicBezTo>
                  <a:pt x="1096837" y="51463"/>
                  <a:pt x="1096014" y="52792"/>
                  <a:pt x="1096014" y="54312"/>
                </a:cubicBezTo>
                <a:cubicBezTo>
                  <a:pt x="1095950" y="55641"/>
                  <a:pt x="1096837" y="57287"/>
                  <a:pt x="1098672" y="59249"/>
                </a:cubicBezTo>
                <a:cubicBezTo>
                  <a:pt x="1101014" y="62034"/>
                  <a:pt x="1102217" y="64661"/>
                  <a:pt x="1102280" y="67130"/>
                </a:cubicBezTo>
                <a:cubicBezTo>
                  <a:pt x="1102280" y="70295"/>
                  <a:pt x="1101141" y="72922"/>
                  <a:pt x="1098862" y="75011"/>
                </a:cubicBezTo>
                <a:cubicBezTo>
                  <a:pt x="1096457" y="77226"/>
                  <a:pt x="1093418" y="78334"/>
                  <a:pt x="1089747" y="78334"/>
                </a:cubicBezTo>
                <a:cubicBezTo>
                  <a:pt x="1085759" y="78334"/>
                  <a:pt x="1082436" y="77131"/>
                  <a:pt x="1079777" y="74726"/>
                </a:cubicBezTo>
                <a:cubicBezTo>
                  <a:pt x="1076992" y="72384"/>
                  <a:pt x="1075631" y="69567"/>
                  <a:pt x="1075694" y="66275"/>
                </a:cubicBezTo>
                <a:cubicBezTo>
                  <a:pt x="1075694" y="61718"/>
                  <a:pt x="1077498" y="57350"/>
                  <a:pt x="1081106" y="53172"/>
                </a:cubicBezTo>
                <a:cubicBezTo>
                  <a:pt x="1084715" y="49121"/>
                  <a:pt x="1089747" y="45956"/>
                  <a:pt x="1096204" y="43677"/>
                </a:cubicBezTo>
                <a:cubicBezTo>
                  <a:pt x="1102660" y="41525"/>
                  <a:pt x="1109370" y="40417"/>
                  <a:pt x="1116333" y="40354"/>
                </a:cubicBezTo>
                <a:cubicBezTo>
                  <a:pt x="1124752" y="40417"/>
                  <a:pt x="1131430" y="42190"/>
                  <a:pt x="1136368" y="45671"/>
                </a:cubicBezTo>
                <a:cubicBezTo>
                  <a:pt x="1141178" y="49279"/>
                  <a:pt x="1144343" y="53172"/>
                  <a:pt x="1145863" y="57350"/>
                </a:cubicBezTo>
                <a:cubicBezTo>
                  <a:pt x="1146686" y="60009"/>
                  <a:pt x="1147129" y="66117"/>
                  <a:pt x="1147192" y="75676"/>
                </a:cubicBezTo>
                <a:lnTo>
                  <a:pt x="1147192" y="110143"/>
                </a:lnTo>
                <a:cubicBezTo>
                  <a:pt x="1147192" y="114257"/>
                  <a:pt x="1147350" y="116789"/>
                  <a:pt x="1147667" y="117739"/>
                </a:cubicBezTo>
                <a:cubicBezTo>
                  <a:pt x="1147920" y="118878"/>
                  <a:pt x="1148395" y="119669"/>
                  <a:pt x="1149091" y="120112"/>
                </a:cubicBezTo>
                <a:cubicBezTo>
                  <a:pt x="1149661" y="120619"/>
                  <a:pt x="1150389" y="120872"/>
                  <a:pt x="1151275" y="120872"/>
                </a:cubicBezTo>
                <a:cubicBezTo>
                  <a:pt x="1152857" y="120935"/>
                  <a:pt x="1154535" y="119764"/>
                  <a:pt x="1156307" y="117359"/>
                </a:cubicBezTo>
                <a:lnTo>
                  <a:pt x="1159156" y="119638"/>
                </a:lnTo>
                <a:cubicBezTo>
                  <a:pt x="1155927" y="124322"/>
                  <a:pt x="1152667" y="127708"/>
                  <a:pt x="1149376" y="129797"/>
                </a:cubicBezTo>
                <a:cubicBezTo>
                  <a:pt x="1145894" y="132013"/>
                  <a:pt x="1142033" y="133089"/>
                  <a:pt x="1137792" y="133026"/>
                </a:cubicBezTo>
                <a:cubicBezTo>
                  <a:pt x="1132728" y="133026"/>
                  <a:pt x="1128772" y="131823"/>
                  <a:pt x="1125923" y="129418"/>
                </a:cubicBezTo>
                <a:cubicBezTo>
                  <a:pt x="1123075" y="127139"/>
                  <a:pt x="1121334" y="123562"/>
                  <a:pt x="1120701" y="118688"/>
                </a:cubicBezTo>
                <a:moveTo>
                  <a:pt x="1120701" y="111757"/>
                </a:moveTo>
                <a:lnTo>
                  <a:pt x="1120701" y="82037"/>
                </a:lnTo>
                <a:cubicBezTo>
                  <a:pt x="1112978" y="86532"/>
                  <a:pt x="1107281" y="91342"/>
                  <a:pt x="1103610" y="96470"/>
                </a:cubicBezTo>
                <a:cubicBezTo>
                  <a:pt x="1101141" y="99888"/>
                  <a:pt x="1099907" y="103338"/>
                  <a:pt x="1099907" y="106819"/>
                </a:cubicBezTo>
                <a:cubicBezTo>
                  <a:pt x="1099907" y="109794"/>
                  <a:pt x="1100951" y="112358"/>
                  <a:pt x="1103040" y="114510"/>
                </a:cubicBezTo>
                <a:cubicBezTo>
                  <a:pt x="1104623" y="116219"/>
                  <a:pt x="1106838" y="117074"/>
                  <a:pt x="1109687" y="117074"/>
                </a:cubicBezTo>
                <a:cubicBezTo>
                  <a:pt x="1112788" y="117074"/>
                  <a:pt x="1116460" y="115302"/>
                  <a:pt x="1120701" y="111757"/>
                </a:cubicBezTo>
                <a:close/>
                <a:moveTo>
                  <a:pt x="1241478" y="108908"/>
                </a:moveTo>
                <a:lnTo>
                  <a:pt x="1244421" y="111187"/>
                </a:lnTo>
                <a:cubicBezTo>
                  <a:pt x="1240180" y="119100"/>
                  <a:pt x="1234989" y="124923"/>
                  <a:pt x="1228849" y="128658"/>
                </a:cubicBezTo>
                <a:cubicBezTo>
                  <a:pt x="1222582" y="132583"/>
                  <a:pt x="1215936" y="134513"/>
                  <a:pt x="1208910" y="134450"/>
                </a:cubicBezTo>
                <a:cubicBezTo>
                  <a:pt x="1197009" y="134450"/>
                  <a:pt x="1187546" y="129987"/>
                  <a:pt x="1180519" y="121062"/>
                </a:cubicBezTo>
                <a:cubicBezTo>
                  <a:pt x="1173366" y="112137"/>
                  <a:pt x="1169822" y="101407"/>
                  <a:pt x="1169885" y="88874"/>
                </a:cubicBezTo>
                <a:cubicBezTo>
                  <a:pt x="1169885" y="76847"/>
                  <a:pt x="1173113" y="66212"/>
                  <a:pt x="1179570" y="56970"/>
                </a:cubicBezTo>
                <a:cubicBezTo>
                  <a:pt x="1187356" y="45893"/>
                  <a:pt x="1198085" y="40354"/>
                  <a:pt x="1211758" y="40354"/>
                </a:cubicBezTo>
                <a:cubicBezTo>
                  <a:pt x="1220937" y="40354"/>
                  <a:pt x="1228248" y="42664"/>
                  <a:pt x="1233692" y="47285"/>
                </a:cubicBezTo>
                <a:cubicBezTo>
                  <a:pt x="1239072" y="51970"/>
                  <a:pt x="1241762" y="57129"/>
                  <a:pt x="1241762" y="62762"/>
                </a:cubicBezTo>
                <a:cubicBezTo>
                  <a:pt x="1241762" y="66370"/>
                  <a:pt x="1240686" y="69251"/>
                  <a:pt x="1238534" y="71403"/>
                </a:cubicBezTo>
                <a:cubicBezTo>
                  <a:pt x="1236255" y="73618"/>
                  <a:pt x="1233375" y="74694"/>
                  <a:pt x="1229894" y="74631"/>
                </a:cubicBezTo>
                <a:cubicBezTo>
                  <a:pt x="1226096" y="74631"/>
                  <a:pt x="1223026" y="73397"/>
                  <a:pt x="1220683" y="70928"/>
                </a:cubicBezTo>
                <a:cubicBezTo>
                  <a:pt x="1218215" y="68523"/>
                  <a:pt x="1216695" y="64123"/>
                  <a:pt x="1216126" y="57730"/>
                </a:cubicBezTo>
                <a:cubicBezTo>
                  <a:pt x="1215683" y="53805"/>
                  <a:pt x="1214765" y="51020"/>
                  <a:pt x="1213372" y="49374"/>
                </a:cubicBezTo>
                <a:cubicBezTo>
                  <a:pt x="1211916" y="47792"/>
                  <a:pt x="1210207" y="47000"/>
                  <a:pt x="1208245" y="47000"/>
                </a:cubicBezTo>
                <a:cubicBezTo>
                  <a:pt x="1205206" y="47000"/>
                  <a:pt x="1202611" y="48615"/>
                  <a:pt x="1200459" y="51843"/>
                </a:cubicBezTo>
                <a:cubicBezTo>
                  <a:pt x="1197104" y="56717"/>
                  <a:pt x="1195458" y="64187"/>
                  <a:pt x="1195522" y="74251"/>
                </a:cubicBezTo>
                <a:cubicBezTo>
                  <a:pt x="1195522" y="82607"/>
                  <a:pt x="1196851" y="90583"/>
                  <a:pt x="1199509" y="98179"/>
                </a:cubicBezTo>
                <a:cubicBezTo>
                  <a:pt x="1202105" y="105901"/>
                  <a:pt x="1205745" y="111598"/>
                  <a:pt x="1210429" y="115270"/>
                </a:cubicBezTo>
                <a:cubicBezTo>
                  <a:pt x="1213910" y="118055"/>
                  <a:pt x="1218025" y="119416"/>
                  <a:pt x="1222772" y="119353"/>
                </a:cubicBezTo>
                <a:cubicBezTo>
                  <a:pt x="1225874" y="119353"/>
                  <a:pt x="1228818" y="118625"/>
                  <a:pt x="1231603" y="117169"/>
                </a:cubicBezTo>
                <a:cubicBezTo>
                  <a:pt x="1234325" y="115776"/>
                  <a:pt x="1237616" y="113023"/>
                  <a:pt x="1241478" y="108908"/>
                </a:cubicBezTo>
                <a:close/>
                <a:moveTo>
                  <a:pt x="1289238" y="10540"/>
                </a:moveTo>
                <a:lnTo>
                  <a:pt x="1289238" y="43013"/>
                </a:lnTo>
                <a:lnTo>
                  <a:pt x="1310317" y="43013"/>
                </a:lnTo>
                <a:lnTo>
                  <a:pt x="1310317" y="52413"/>
                </a:lnTo>
                <a:lnTo>
                  <a:pt x="1289238" y="52413"/>
                </a:lnTo>
                <a:lnTo>
                  <a:pt x="1289238" y="107199"/>
                </a:lnTo>
                <a:cubicBezTo>
                  <a:pt x="1289238" y="112390"/>
                  <a:pt x="1289491" y="115681"/>
                  <a:pt x="1289997" y="117074"/>
                </a:cubicBezTo>
                <a:cubicBezTo>
                  <a:pt x="1290377" y="118656"/>
                  <a:pt x="1291200" y="119859"/>
                  <a:pt x="1292466" y="120682"/>
                </a:cubicBezTo>
                <a:cubicBezTo>
                  <a:pt x="1293605" y="121632"/>
                  <a:pt x="1294713" y="122106"/>
                  <a:pt x="1295789" y="122106"/>
                </a:cubicBezTo>
                <a:cubicBezTo>
                  <a:pt x="1299840" y="122106"/>
                  <a:pt x="1303733" y="118973"/>
                  <a:pt x="1307468" y="112706"/>
                </a:cubicBezTo>
                <a:lnTo>
                  <a:pt x="1310317" y="114795"/>
                </a:lnTo>
                <a:cubicBezTo>
                  <a:pt x="1305126" y="126949"/>
                  <a:pt x="1296802" y="133026"/>
                  <a:pt x="1285345" y="133026"/>
                </a:cubicBezTo>
                <a:cubicBezTo>
                  <a:pt x="1279711" y="133026"/>
                  <a:pt x="1274963" y="131443"/>
                  <a:pt x="1271102" y="128278"/>
                </a:cubicBezTo>
                <a:cubicBezTo>
                  <a:pt x="1267114" y="125240"/>
                  <a:pt x="1264614" y="121758"/>
                  <a:pt x="1263601" y="117834"/>
                </a:cubicBezTo>
                <a:cubicBezTo>
                  <a:pt x="1262905" y="115681"/>
                  <a:pt x="1262588" y="109858"/>
                  <a:pt x="1262651" y="100363"/>
                </a:cubicBezTo>
                <a:lnTo>
                  <a:pt x="1262651" y="52413"/>
                </a:lnTo>
                <a:lnTo>
                  <a:pt x="1251067" y="52413"/>
                </a:lnTo>
                <a:lnTo>
                  <a:pt x="1251067" y="49089"/>
                </a:lnTo>
                <a:cubicBezTo>
                  <a:pt x="1259043" y="43519"/>
                  <a:pt x="1265848" y="37600"/>
                  <a:pt x="1271482" y="31334"/>
                </a:cubicBezTo>
                <a:cubicBezTo>
                  <a:pt x="1277052" y="25194"/>
                  <a:pt x="1281926" y="18262"/>
                  <a:pt x="1286104" y="10540"/>
                </a:cubicBezTo>
                <a:lnTo>
                  <a:pt x="1289238" y="10540"/>
                </a:lnTo>
                <a:close/>
                <a:moveTo>
                  <a:pt x="1342220" y="0"/>
                </a:moveTo>
                <a:cubicBezTo>
                  <a:pt x="1346271" y="0"/>
                  <a:pt x="1349753" y="1424"/>
                  <a:pt x="1352665" y="4273"/>
                </a:cubicBezTo>
                <a:cubicBezTo>
                  <a:pt x="1355513" y="7248"/>
                  <a:pt x="1356938" y="10729"/>
                  <a:pt x="1356938" y="14717"/>
                </a:cubicBezTo>
                <a:cubicBezTo>
                  <a:pt x="1356938" y="18832"/>
                  <a:pt x="1355513" y="22282"/>
                  <a:pt x="1352665" y="25067"/>
                </a:cubicBezTo>
                <a:cubicBezTo>
                  <a:pt x="1349690" y="27915"/>
                  <a:pt x="1346208" y="29340"/>
                  <a:pt x="1342220" y="29340"/>
                </a:cubicBezTo>
                <a:cubicBezTo>
                  <a:pt x="1338106" y="29340"/>
                  <a:pt x="1334656" y="27915"/>
                  <a:pt x="1331871" y="25067"/>
                </a:cubicBezTo>
                <a:cubicBezTo>
                  <a:pt x="1329022" y="22282"/>
                  <a:pt x="1327598" y="18832"/>
                  <a:pt x="1327598" y="14717"/>
                </a:cubicBezTo>
                <a:cubicBezTo>
                  <a:pt x="1327598" y="10729"/>
                  <a:pt x="1329022" y="7248"/>
                  <a:pt x="1331871" y="4273"/>
                </a:cubicBezTo>
                <a:cubicBezTo>
                  <a:pt x="1334656" y="1424"/>
                  <a:pt x="1338106" y="0"/>
                  <a:pt x="1342220" y="0"/>
                </a:cubicBezTo>
                <a:moveTo>
                  <a:pt x="1355513" y="43013"/>
                </a:moveTo>
                <a:lnTo>
                  <a:pt x="1355513" y="113371"/>
                </a:lnTo>
                <a:cubicBezTo>
                  <a:pt x="1355513" y="119638"/>
                  <a:pt x="1356241" y="123626"/>
                  <a:pt x="1357697" y="125335"/>
                </a:cubicBezTo>
                <a:cubicBezTo>
                  <a:pt x="1359090" y="127170"/>
                  <a:pt x="1361938" y="128183"/>
                  <a:pt x="1366243" y="128373"/>
                </a:cubicBezTo>
                <a:lnTo>
                  <a:pt x="1366243" y="131791"/>
                </a:lnTo>
                <a:lnTo>
                  <a:pt x="1318293" y="131791"/>
                </a:lnTo>
                <a:lnTo>
                  <a:pt x="1318293" y="128373"/>
                </a:lnTo>
                <a:cubicBezTo>
                  <a:pt x="1322154" y="128310"/>
                  <a:pt x="1325066" y="127170"/>
                  <a:pt x="1327028" y="124955"/>
                </a:cubicBezTo>
                <a:cubicBezTo>
                  <a:pt x="1328231" y="123562"/>
                  <a:pt x="1328864" y="119701"/>
                  <a:pt x="1328927" y="113371"/>
                </a:cubicBezTo>
                <a:lnTo>
                  <a:pt x="1328927" y="61528"/>
                </a:lnTo>
                <a:cubicBezTo>
                  <a:pt x="1328864" y="55324"/>
                  <a:pt x="1328136" y="51305"/>
                  <a:pt x="1326743" y="49469"/>
                </a:cubicBezTo>
                <a:cubicBezTo>
                  <a:pt x="1325287" y="47823"/>
                  <a:pt x="1322471" y="46842"/>
                  <a:pt x="1318293" y="46526"/>
                </a:cubicBezTo>
                <a:lnTo>
                  <a:pt x="1318293" y="43013"/>
                </a:lnTo>
                <a:lnTo>
                  <a:pt x="1355513" y="43013"/>
                </a:lnTo>
                <a:close/>
                <a:moveTo>
                  <a:pt x="1417421" y="40354"/>
                </a:moveTo>
                <a:cubicBezTo>
                  <a:pt x="1425080" y="40354"/>
                  <a:pt x="1432265" y="42348"/>
                  <a:pt x="1438974" y="46336"/>
                </a:cubicBezTo>
                <a:cubicBezTo>
                  <a:pt x="1445558" y="50387"/>
                  <a:pt x="1450622" y="56052"/>
                  <a:pt x="1454167" y="63332"/>
                </a:cubicBezTo>
                <a:cubicBezTo>
                  <a:pt x="1457585" y="70675"/>
                  <a:pt x="1459294" y="78714"/>
                  <a:pt x="1459294" y="87449"/>
                </a:cubicBezTo>
                <a:cubicBezTo>
                  <a:pt x="1459231" y="100109"/>
                  <a:pt x="1456034" y="110649"/>
                  <a:pt x="1449704" y="119068"/>
                </a:cubicBezTo>
                <a:cubicBezTo>
                  <a:pt x="1441918" y="129323"/>
                  <a:pt x="1431252" y="134450"/>
                  <a:pt x="1417706" y="134450"/>
                </a:cubicBezTo>
                <a:cubicBezTo>
                  <a:pt x="1404286" y="134513"/>
                  <a:pt x="1394000" y="129829"/>
                  <a:pt x="1386847" y="120397"/>
                </a:cubicBezTo>
                <a:cubicBezTo>
                  <a:pt x="1379630" y="111029"/>
                  <a:pt x="1376022" y="100173"/>
                  <a:pt x="1376022" y="87829"/>
                </a:cubicBezTo>
                <a:cubicBezTo>
                  <a:pt x="1376022" y="75106"/>
                  <a:pt x="1379725" y="63997"/>
                  <a:pt x="1387131" y="54502"/>
                </a:cubicBezTo>
                <a:cubicBezTo>
                  <a:pt x="1394411" y="45133"/>
                  <a:pt x="1404507" y="40417"/>
                  <a:pt x="1417421" y="40354"/>
                </a:cubicBezTo>
                <a:moveTo>
                  <a:pt x="1417800" y="47095"/>
                </a:moveTo>
                <a:cubicBezTo>
                  <a:pt x="1414572" y="47159"/>
                  <a:pt x="1411819" y="48361"/>
                  <a:pt x="1409540" y="50704"/>
                </a:cubicBezTo>
                <a:cubicBezTo>
                  <a:pt x="1407134" y="53236"/>
                  <a:pt x="1405615" y="58046"/>
                  <a:pt x="1404982" y="65136"/>
                </a:cubicBezTo>
                <a:cubicBezTo>
                  <a:pt x="1404223" y="72352"/>
                  <a:pt x="1403843" y="82354"/>
                  <a:pt x="1403843" y="95140"/>
                </a:cubicBezTo>
                <a:cubicBezTo>
                  <a:pt x="1403843" y="101914"/>
                  <a:pt x="1404286" y="108244"/>
                  <a:pt x="1405172" y="114130"/>
                </a:cubicBezTo>
                <a:cubicBezTo>
                  <a:pt x="1405805" y="118625"/>
                  <a:pt x="1407293" y="122043"/>
                  <a:pt x="1409635" y="124385"/>
                </a:cubicBezTo>
                <a:cubicBezTo>
                  <a:pt x="1411850" y="126791"/>
                  <a:pt x="1414446" y="127962"/>
                  <a:pt x="1417421" y="127898"/>
                </a:cubicBezTo>
                <a:cubicBezTo>
                  <a:pt x="1420269" y="127962"/>
                  <a:pt x="1422643" y="127170"/>
                  <a:pt x="1424542" y="125525"/>
                </a:cubicBezTo>
                <a:cubicBezTo>
                  <a:pt x="1426947" y="123436"/>
                  <a:pt x="1428593" y="120429"/>
                  <a:pt x="1429479" y="116504"/>
                </a:cubicBezTo>
                <a:cubicBezTo>
                  <a:pt x="1430682" y="110554"/>
                  <a:pt x="1431315" y="98400"/>
                  <a:pt x="1431378" y="80043"/>
                </a:cubicBezTo>
                <a:cubicBezTo>
                  <a:pt x="1431378" y="69346"/>
                  <a:pt x="1430777" y="61939"/>
                  <a:pt x="1429574" y="57825"/>
                </a:cubicBezTo>
                <a:cubicBezTo>
                  <a:pt x="1428308" y="53837"/>
                  <a:pt x="1426536" y="50925"/>
                  <a:pt x="1424257" y="49089"/>
                </a:cubicBezTo>
                <a:cubicBezTo>
                  <a:pt x="1422611" y="47760"/>
                  <a:pt x="1420459" y="47095"/>
                  <a:pt x="1417800" y="47095"/>
                </a:cubicBezTo>
                <a:close/>
                <a:moveTo>
                  <a:pt x="1509048" y="43013"/>
                </a:moveTo>
                <a:lnTo>
                  <a:pt x="1509048" y="54502"/>
                </a:lnTo>
                <a:cubicBezTo>
                  <a:pt x="1513606" y="49564"/>
                  <a:pt x="1517974" y="45956"/>
                  <a:pt x="1522151" y="43677"/>
                </a:cubicBezTo>
                <a:cubicBezTo>
                  <a:pt x="1526266" y="41525"/>
                  <a:pt x="1530760" y="40417"/>
                  <a:pt x="1535634" y="40354"/>
                </a:cubicBezTo>
                <a:cubicBezTo>
                  <a:pt x="1541395" y="40417"/>
                  <a:pt x="1546174" y="42000"/>
                  <a:pt x="1549972" y="45101"/>
                </a:cubicBezTo>
                <a:cubicBezTo>
                  <a:pt x="1553770" y="48330"/>
                  <a:pt x="1556302" y="52318"/>
                  <a:pt x="1557568" y="57065"/>
                </a:cubicBezTo>
                <a:cubicBezTo>
                  <a:pt x="1558581" y="60673"/>
                  <a:pt x="1559087" y="67605"/>
                  <a:pt x="1559087" y="77859"/>
                </a:cubicBezTo>
                <a:lnTo>
                  <a:pt x="1559087" y="112421"/>
                </a:lnTo>
                <a:cubicBezTo>
                  <a:pt x="1559087" y="119321"/>
                  <a:pt x="1559720" y="123562"/>
                  <a:pt x="1560986" y="125145"/>
                </a:cubicBezTo>
                <a:cubicBezTo>
                  <a:pt x="1562189" y="126854"/>
                  <a:pt x="1564752" y="127930"/>
                  <a:pt x="1568677" y="128373"/>
                </a:cubicBezTo>
                <a:lnTo>
                  <a:pt x="1568677" y="131791"/>
                </a:lnTo>
                <a:lnTo>
                  <a:pt x="1523766" y="131791"/>
                </a:lnTo>
                <a:lnTo>
                  <a:pt x="1523766" y="128373"/>
                </a:lnTo>
                <a:cubicBezTo>
                  <a:pt x="1527057" y="127993"/>
                  <a:pt x="1529463" y="126601"/>
                  <a:pt x="1530982" y="124195"/>
                </a:cubicBezTo>
                <a:cubicBezTo>
                  <a:pt x="1531995" y="122613"/>
                  <a:pt x="1532501" y="118688"/>
                  <a:pt x="1532501" y="112421"/>
                </a:cubicBezTo>
                <a:lnTo>
                  <a:pt x="1532501" y="72922"/>
                </a:lnTo>
                <a:cubicBezTo>
                  <a:pt x="1532501" y="65642"/>
                  <a:pt x="1532216" y="61053"/>
                  <a:pt x="1531646" y="59154"/>
                </a:cubicBezTo>
                <a:cubicBezTo>
                  <a:pt x="1531077" y="57255"/>
                  <a:pt x="1530127" y="55768"/>
                  <a:pt x="1528798" y="54691"/>
                </a:cubicBezTo>
                <a:cubicBezTo>
                  <a:pt x="1527342" y="53679"/>
                  <a:pt x="1525823" y="53172"/>
                  <a:pt x="1524240" y="53172"/>
                </a:cubicBezTo>
                <a:cubicBezTo>
                  <a:pt x="1518733" y="53172"/>
                  <a:pt x="1513669" y="57065"/>
                  <a:pt x="1509048" y="64851"/>
                </a:cubicBezTo>
                <a:lnTo>
                  <a:pt x="1509048" y="112421"/>
                </a:lnTo>
                <a:cubicBezTo>
                  <a:pt x="1509048" y="119068"/>
                  <a:pt x="1509681" y="123277"/>
                  <a:pt x="1510947" y="125050"/>
                </a:cubicBezTo>
                <a:cubicBezTo>
                  <a:pt x="1512150" y="126885"/>
                  <a:pt x="1514429" y="127993"/>
                  <a:pt x="1517784" y="128373"/>
                </a:cubicBezTo>
                <a:lnTo>
                  <a:pt x="1517784" y="131791"/>
                </a:lnTo>
                <a:lnTo>
                  <a:pt x="1472872" y="131791"/>
                </a:lnTo>
                <a:lnTo>
                  <a:pt x="1472872" y="128373"/>
                </a:lnTo>
                <a:cubicBezTo>
                  <a:pt x="1476543" y="127993"/>
                  <a:pt x="1479202" y="126791"/>
                  <a:pt x="1480848" y="124765"/>
                </a:cubicBezTo>
                <a:cubicBezTo>
                  <a:pt x="1481861" y="123372"/>
                  <a:pt x="1482399" y="119258"/>
                  <a:pt x="1482462" y="112421"/>
                </a:cubicBezTo>
                <a:lnTo>
                  <a:pt x="1482462" y="62288"/>
                </a:lnTo>
                <a:cubicBezTo>
                  <a:pt x="1482462" y="55578"/>
                  <a:pt x="1481861" y="51400"/>
                  <a:pt x="1480658" y="49754"/>
                </a:cubicBezTo>
                <a:cubicBezTo>
                  <a:pt x="1479329" y="48172"/>
                  <a:pt x="1476733" y="47095"/>
                  <a:pt x="1472872" y="46526"/>
                </a:cubicBezTo>
                <a:lnTo>
                  <a:pt x="1472872" y="43013"/>
                </a:lnTo>
                <a:lnTo>
                  <a:pt x="1509048" y="4301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D5AB2-2E81-4DAD-812A-9A3F2219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79" y="162567"/>
            <a:ext cx="100984" cy="100984"/>
          </a:xfrm>
          <a:custGeom xmlns:a="http://schemas.openxmlformats.org/drawingml/2006/main">
            <a:pathLst>
              <a:path w="100984" h="100984">
                <a:moveTo>
                  <a:pt x="50485" y="10286"/>
                </a:moveTo>
                <a:cubicBezTo>
                  <a:pt x="57853" y="10277"/>
                  <a:pt x="65080" y="12299"/>
                  <a:pt x="71375" y="16129"/>
                </a:cubicBezTo>
                <a:cubicBezTo>
                  <a:pt x="72415" y="16763"/>
                  <a:pt x="73421" y="17441"/>
                  <a:pt x="74397" y="18165"/>
                </a:cubicBezTo>
                <a:lnTo>
                  <a:pt x="80534" y="9920"/>
                </a:lnTo>
                <a:cubicBezTo>
                  <a:pt x="79309" y="9004"/>
                  <a:pt x="78037" y="8145"/>
                  <a:pt x="76720" y="7342"/>
                </a:cubicBezTo>
                <a:cubicBezTo>
                  <a:pt x="68813" y="2532"/>
                  <a:pt x="59736" y="0"/>
                  <a:pt x="50481" y="0"/>
                </a:cubicBezTo>
                <a:cubicBezTo>
                  <a:pt x="22643" y="0"/>
                  <a:pt x="0" y="22647"/>
                  <a:pt x="0" y="50492"/>
                </a:cubicBezTo>
                <a:cubicBezTo>
                  <a:pt x="0" y="78337"/>
                  <a:pt x="22647" y="100984"/>
                  <a:pt x="50489" y="100984"/>
                </a:cubicBezTo>
                <a:cubicBezTo>
                  <a:pt x="78330" y="100984"/>
                  <a:pt x="100976" y="78326"/>
                  <a:pt x="100976" y="50492"/>
                </a:cubicBezTo>
                <a:cubicBezTo>
                  <a:pt x="100984" y="44637"/>
                  <a:pt x="99969" y="38826"/>
                  <a:pt x="97979" y="33320"/>
                </a:cubicBezTo>
                <a:cubicBezTo>
                  <a:pt x="97582" y="32220"/>
                  <a:pt x="97148" y="31139"/>
                  <a:pt x="96674" y="30075"/>
                </a:cubicBezTo>
                <a:lnTo>
                  <a:pt x="87271" y="34244"/>
                </a:lnTo>
                <a:cubicBezTo>
                  <a:pt x="87644" y="35086"/>
                  <a:pt x="87989" y="35944"/>
                  <a:pt x="88306" y="36818"/>
                </a:cubicBezTo>
                <a:cubicBezTo>
                  <a:pt x="94275" y="53314"/>
                  <a:pt x="88861" y="71774"/>
                  <a:pt x="74929" y="82433"/>
                </a:cubicBezTo>
                <a:cubicBezTo>
                  <a:pt x="60998" y="93093"/>
                  <a:pt x="41765" y="93491"/>
                  <a:pt x="27403" y="83417"/>
                </a:cubicBezTo>
                <a:cubicBezTo>
                  <a:pt x="13043" y="73344"/>
                  <a:pt x="6870" y="55123"/>
                  <a:pt x="12151" y="38395"/>
                </a:cubicBezTo>
                <a:cubicBezTo>
                  <a:pt x="17431" y="21667"/>
                  <a:pt x="32946" y="10292"/>
                  <a:pt x="50489" y="10289"/>
                </a:cubicBezTo>
                <a:lnTo>
                  <a:pt x="50485" y="1028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17377-8902-4F5B-A320-984B3BB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495" y="124185"/>
            <a:ext cx="177747" cy="177743"/>
          </a:xfrm>
          <a:custGeom xmlns:a="http://schemas.openxmlformats.org/drawingml/2006/main">
            <a:pathLst>
              <a:path w="177747" h="177743">
                <a:moveTo>
                  <a:pt x="148554" y="23020"/>
                </a:moveTo>
                <a:cubicBezTo>
                  <a:pt x="132215" y="8189"/>
                  <a:pt x="110935" y="0"/>
                  <a:pt x="88870" y="0"/>
                </a:cubicBezTo>
                <a:cubicBezTo>
                  <a:pt x="39862" y="0"/>
                  <a:pt x="0" y="39866"/>
                  <a:pt x="0" y="88874"/>
                </a:cubicBezTo>
                <a:cubicBezTo>
                  <a:pt x="0" y="137881"/>
                  <a:pt x="39866" y="177743"/>
                  <a:pt x="88870" y="177743"/>
                </a:cubicBezTo>
                <a:cubicBezTo>
                  <a:pt x="137874" y="177743"/>
                  <a:pt x="177739" y="137874"/>
                  <a:pt x="177739" y="88874"/>
                </a:cubicBezTo>
                <a:cubicBezTo>
                  <a:pt x="177747" y="72866"/>
                  <a:pt x="173427" y="57154"/>
                  <a:pt x="165239" y="43401"/>
                </a:cubicBezTo>
                <a:lnTo>
                  <a:pt x="156409" y="48671"/>
                </a:lnTo>
                <a:cubicBezTo>
                  <a:pt x="163642" y="60833"/>
                  <a:pt x="167456" y="74723"/>
                  <a:pt x="167447" y="88874"/>
                </a:cubicBezTo>
                <a:cubicBezTo>
                  <a:pt x="167447" y="132202"/>
                  <a:pt x="132192" y="167457"/>
                  <a:pt x="88863" y="167457"/>
                </a:cubicBezTo>
                <a:cubicBezTo>
                  <a:pt x="45534" y="167457"/>
                  <a:pt x="10286" y="132199"/>
                  <a:pt x="10286" y="88874"/>
                </a:cubicBezTo>
                <a:cubicBezTo>
                  <a:pt x="10286" y="45548"/>
                  <a:pt x="45541" y="10289"/>
                  <a:pt x="88870" y="10289"/>
                </a:cubicBezTo>
                <a:cubicBezTo>
                  <a:pt x="108377" y="10272"/>
                  <a:pt x="127190" y="17527"/>
                  <a:pt x="141635" y="30638"/>
                </a:cubicBezTo>
                <a:lnTo>
                  <a:pt x="148554" y="2302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1B8DE-FCD8-45BF-9FD9-DD0469CA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983" y="82667"/>
            <a:ext cx="260765" cy="260773"/>
          </a:xfrm>
          <a:custGeom xmlns:a="http://schemas.openxmlformats.org/drawingml/2006/main">
            <a:pathLst>
              <a:path w="260765" h="260773">
                <a:moveTo>
                  <a:pt x="247995" y="71239"/>
                </a:moveTo>
                <a:lnTo>
                  <a:pt x="239072" y="76369"/>
                </a:lnTo>
                <a:cubicBezTo>
                  <a:pt x="242614" y="82447"/>
                  <a:pt x="245336" y="88968"/>
                  <a:pt x="247167" y="95761"/>
                </a:cubicBezTo>
                <a:cubicBezTo>
                  <a:pt x="249924" y="106121"/>
                  <a:pt x="250487" y="117095"/>
                  <a:pt x="250487" y="130388"/>
                </a:cubicBezTo>
                <a:cubicBezTo>
                  <a:pt x="250487" y="196612"/>
                  <a:pt x="196612" y="250488"/>
                  <a:pt x="130388" y="250488"/>
                </a:cubicBezTo>
                <a:cubicBezTo>
                  <a:pt x="64165" y="250488"/>
                  <a:pt x="10289" y="196612"/>
                  <a:pt x="10289" y="130388"/>
                </a:cubicBezTo>
                <a:cubicBezTo>
                  <a:pt x="10289" y="64165"/>
                  <a:pt x="64165" y="10289"/>
                  <a:pt x="130388" y="10289"/>
                </a:cubicBezTo>
                <a:cubicBezTo>
                  <a:pt x="159506" y="10289"/>
                  <a:pt x="182967" y="18649"/>
                  <a:pt x="204215" y="36596"/>
                </a:cubicBezTo>
                <a:lnTo>
                  <a:pt x="210854" y="28734"/>
                </a:lnTo>
                <a:cubicBezTo>
                  <a:pt x="187642" y="9131"/>
                  <a:pt x="162070" y="0"/>
                  <a:pt x="130388" y="0"/>
                </a:cubicBezTo>
                <a:cubicBezTo>
                  <a:pt x="58494" y="0"/>
                  <a:pt x="0" y="58490"/>
                  <a:pt x="0" y="130384"/>
                </a:cubicBezTo>
                <a:cubicBezTo>
                  <a:pt x="0" y="202279"/>
                  <a:pt x="58494" y="260773"/>
                  <a:pt x="130388" y="260773"/>
                </a:cubicBezTo>
                <a:cubicBezTo>
                  <a:pt x="202283" y="260773"/>
                  <a:pt x="260765" y="202283"/>
                  <a:pt x="260765" y="130392"/>
                </a:cubicBezTo>
                <a:cubicBezTo>
                  <a:pt x="260765" y="116292"/>
                  <a:pt x="260142" y="104562"/>
                  <a:pt x="257105" y="93107"/>
                </a:cubicBezTo>
                <a:cubicBezTo>
                  <a:pt x="255044" y="85449"/>
                  <a:pt x="251981" y="78096"/>
                  <a:pt x="247995" y="71239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02CCC-18B4-4FE3-912D-6784441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471" y="98493"/>
            <a:ext cx="149646" cy="125723"/>
          </a:xfrm>
          <a:custGeom xmlns:a="http://schemas.openxmlformats.org/drawingml/2006/main">
            <a:pathLst>
              <a:path w="149646" h="125723">
                <a:moveTo>
                  <a:pt x="145398" y="22330"/>
                </a:moveTo>
                <a:cubicBezTo>
                  <a:pt x="144281" y="20798"/>
                  <a:pt x="142294" y="20178"/>
                  <a:pt x="140504" y="20802"/>
                </a:cubicBezTo>
                <a:lnTo>
                  <a:pt x="125902" y="25922"/>
                </a:lnTo>
                <a:lnTo>
                  <a:pt x="134553" y="11940"/>
                </a:lnTo>
                <a:cubicBezTo>
                  <a:pt x="135467" y="10457"/>
                  <a:pt x="135397" y="8568"/>
                  <a:pt x="134374" y="7158"/>
                </a:cubicBezTo>
                <a:cubicBezTo>
                  <a:pt x="130106" y="1299"/>
                  <a:pt x="121901" y="0"/>
                  <a:pt x="116033" y="4254"/>
                </a:cubicBezTo>
                <a:lnTo>
                  <a:pt x="89252" y="23721"/>
                </a:lnTo>
                <a:cubicBezTo>
                  <a:pt x="83396" y="27989"/>
                  <a:pt x="82097" y="36192"/>
                  <a:pt x="86349" y="42062"/>
                </a:cubicBezTo>
                <a:lnTo>
                  <a:pt x="88428" y="44930"/>
                </a:lnTo>
                <a:lnTo>
                  <a:pt x="14128" y="104843"/>
                </a:lnTo>
                <a:cubicBezTo>
                  <a:pt x="9900" y="103451"/>
                  <a:pt x="5258" y="104944"/>
                  <a:pt x="2632" y="108538"/>
                </a:cubicBezTo>
                <a:cubicBezTo>
                  <a:pt x="8" y="112133"/>
                  <a:pt x="0" y="117010"/>
                  <a:pt x="2614" y="120613"/>
                </a:cubicBezTo>
                <a:cubicBezTo>
                  <a:pt x="5226" y="124216"/>
                  <a:pt x="9865" y="125723"/>
                  <a:pt x="14096" y="124345"/>
                </a:cubicBezTo>
                <a:cubicBezTo>
                  <a:pt x="18329" y="122967"/>
                  <a:pt x="21190" y="119017"/>
                  <a:pt x="21180" y="114566"/>
                </a:cubicBezTo>
                <a:cubicBezTo>
                  <a:pt x="21178" y="113887"/>
                  <a:pt x="21110" y="113210"/>
                  <a:pt x="20975" y="112544"/>
                </a:cubicBezTo>
                <a:lnTo>
                  <a:pt x="94490" y="53261"/>
                </a:lnTo>
                <a:lnTo>
                  <a:pt x="97358" y="57234"/>
                </a:lnTo>
                <a:cubicBezTo>
                  <a:pt x="99399" y="60055"/>
                  <a:pt x="102485" y="61942"/>
                  <a:pt x="105926" y="62471"/>
                </a:cubicBezTo>
                <a:cubicBezTo>
                  <a:pt x="106619" y="62581"/>
                  <a:pt x="107319" y="62636"/>
                  <a:pt x="108020" y="62636"/>
                </a:cubicBezTo>
                <a:cubicBezTo>
                  <a:pt x="110780" y="62636"/>
                  <a:pt x="113468" y="61757"/>
                  <a:pt x="115695" y="60127"/>
                </a:cubicBezTo>
                <a:lnTo>
                  <a:pt x="142480" y="40660"/>
                </a:lnTo>
                <a:cubicBezTo>
                  <a:pt x="148340" y="36399"/>
                  <a:pt x="149646" y="28199"/>
                  <a:pt x="145398" y="22330"/>
                </a:cubicBezTo>
                <a:close/>
                <a:moveTo>
                  <a:pt x="137453" y="33726"/>
                </a:moveTo>
                <a:lnTo>
                  <a:pt x="110669" y="53193"/>
                </a:lnTo>
                <a:cubicBezTo>
                  <a:pt x="108633" y="54659"/>
                  <a:pt x="105796" y="54209"/>
                  <a:pt x="104313" y="52186"/>
                </a:cubicBezTo>
                <a:lnTo>
                  <a:pt x="93289" y="37014"/>
                </a:lnTo>
                <a:cubicBezTo>
                  <a:pt x="91817" y="34982"/>
                  <a:pt x="92266" y="32143"/>
                  <a:pt x="94292" y="30665"/>
                </a:cubicBezTo>
                <a:lnTo>
                  <a:pt x="121073" y="11198"/>
                </a:lnTo>
                <a:cubicBezTo>
                  <a:pt x="122293" y="10312"/>
                  <a:pt x="123871" y="10088"/>
                  <a:pt x="125289" y="10599"/>
                </a:cubicBezTo>
                <a:lnTo>
                  <a:pt x="112221" y="31726"/>
                </a:lnTo>
                <a:cubicBezTo>
                  <a:pt x="111275" y="33274"/>
                  <a:pt x="111403" y="35250"/>
                  <a:pt x="112540" y="36664"/>
                </a:cubicBezTo>
                <a:cubicBezTo>
                  <a:pt x="113677" y="38078"/>
                  <a:pt x="115579" y="38627"/>
                  <a:pt x="117294" y="38036"/>
                </a:cubicBezTo>
                <a:lnTo>
                  <a:pt x="139303" y="30317"/>
                </a:lnTo>
                <a:cubicBezTo>
                  <a:pt x="139227" y="31673"/>
                  <a:pt x="138548" y="32923"/>
                  <a:pt x="137453" y="33726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5662F-E333-45D1-81F5-DFBF9009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078" y="2557406"/>
            <a:ext cx="515295" cy="993301"/>
          </a:xfrm>
          <a:custGeom xmlns:a="http://schemas.openxmlformats.org/drawingml/2006/main">
            <a:pathLst>
              <a:path w="515295" h="993301">
                <a:moveTo>
                  <a:pt x="2362" y="261079"/>
                </a:moveTo>
                <a:lnTo>
                  <a:pt x="515295" y="0"/>
                </a:lnTo>
                <a:lnTo>
                  <a:pt x="515295" y="993301"/>
                </a:lnTo>
                <a:lnTo>
                  <a:pt x="0" y="744886"/>
                </a:lnTo>
                <a:lnTo>
                  <a:pt x="2362" y="261079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17B5E-A850-4F11-BA97-06478F9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078" y="2557406"/>
            <a:ext cx="515295" cy="993301"/>
          </a:xfrm>
          <a:custGeom xmlns:a="http://schemas.openxmlformats.org/drawingml/2006/main">
            <a:pathLst>
              <a:path w="515295" h="993301" fill="none">
                <a:moveTo>
                  <a:pt x="2362" y="261079"/>
                </a:moveTo>
                <a:lnTo>
                  <a:pt x="515295" y="0"/>
                </a:lnTo>
                <a:lnTo>
                  <a:pt x="515295" y="993301"/>
                </a:lnTo>
                <a:lnTo>
                  <a:pt x="0" y="744886"/>
                </a:lnTo>
                <a:lnTo>
                  <a:pt x="2362" y="2610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flat">
            <a:solidFill>
              <a:srgbClr val="FFFFFF"/>
            </a:solidFill>
            <a:round/>
          </a:ln>
        </p:spPr>
      </p:sp>
      <p:sp>
        <p:nvSpPr>
          <p:cNvPr id="183" name="Text FeatureCalculation">
            <a:extLst xmlns:a="http://schemas.openxmlformats.org/drawingml/2006/main">
              <a:ext uri="{FF2B5EF4-FFF2-40B4-BE49-F238E27FC236}">
                <a16:creationId xmlns:a16="http://schemas.microsoft.com/office/drawing/2014/main" id="{CBA8F6EE-0283-4CBD-8F59-393FBBBC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762" y="3750370"/>
            <a:ext cx="1647676" cy="134735"/>
          </a:xfrm>
          <a:custGeom xmlns:a="http://schemas.openxmlformats.org/drawingml/2006/main">
            <a:pathLst>
              <a:path w="1647676" h="134735">
                <a:moveTo>
                  <a:pt x="49089" y="10445"/>
                </a:moveTo>
                <a:lnTo>
                  <a:pt x="49089" y="63332"/>
                </a:lnTo>
                <a:lnTo>
                  <a:pt x="52792" y="63332"/>
                </a:lnTo>
                <a:cubicBezTo>
                  <a:pt x="58489" y="63332"/>
                  <a:pt x="63142" y="62477"/>
                  <a:pt x="66750" y="60768"/>
                </a:cubicBezTo>
                <a:cubicBezTo>
                  <a:pt x="70295" y="59123"/>
                  <a:pt x="73365" y="56242"/>
                  <a:pt x="75960" y="52128"/>
                </a:cubicBezTo>
                <a:cubicBezTo>
                  <a:pt x="78429" y="48140"/>
                  <a:pt x="80043" y="42664"/>
                  <a:pt x="80803" y="35701"/>
                </a:cubicBezTo>
                <a:lnTo>
                  <a:pt x="84126" y="35701"/>
                </a:lnTo>
                <a:lnTo>
                  <a:pt x="84126" y="100363"/>
                </a:lnTo>
                <a:lnTo>
                  <a:pt x="80803" y="100363"/>
                </a:lnTo>
                <a:cubicBezTo>
                  <a:pt x="79537" y="88146"/>
                  <a:pt x="76277" y="80075"/>
                  <a:pt x="71023" y="76150"/>
                </a:cubicBezTo>
                <a:cubicBezTo>
                  <a:pt x="65579" y="72289"/>
                  <a:pt x="59502" y="70358"/>
                  <a:pt x="52792" y="70358"/>
                </a:cubicBezTo>
                <a:lnTo>
                  <a:pt x="49089" y="70358"/>
                </a:lnTo>
                <a:lnTo>
                  <a:pt x="49089" y="109763"/>
                </a:lnTo>
                <a:cubicBezTo>
                  <a:pt x="49089" y="116409"/>
                  <a:pt x="49469" y="120524"/>
                  <a:pt x="50229" y="122106"/>
                </a:cubicBezTo>
                <a:cubicBezTo>
                  <a:pt x="50862" y="123752"/>
                  <a:pt x="52286" y="125176"/>
                  <a:pt x="54502" y="126379"/>
                </a:cubicBezTo>
                <a:cubicBezTo>
                  <a:pt x="56590" y="127645"/>
                  <a:pt x="59439" y="128278"/>
                  <a:pt x="63047" y="128278"/>
                </a:cubicBezTo>
                <a:lnTo>
                  <a:pt x="67320" y="128278"/>
                </a:lnTo>
                <a:lnTo>
                  <a:pt x="67320" y="131791"/>
                </a:lnTo>
                <a:lnTo>
                  <a:pt x="0" y="131791"/>
                </a:lnTo>
                <a:lnTo>
                  <a:pt x="0" y="128278"/>
                </a:lnTo>
                <a:lnTo>
                  <a:pt x="4273" y="128278"/>
                </a:lnTo>
                <a:cubicBezTo>
                  <a:pt x="7944" y="128278"/>
                  <a:pt x="10951" y="127613"/>
                  <a:pt x="13293" y="126284"/>
                </a:cubicBezTo>
                <a:cubicBezTo>
                  <a:pt x="14876" y="125461"/>
                  <a:pt x="16142" y="123942"/>
                  <a:pt x="17091" y="121727"/>
                </a:cubicBezTo>
                <a:cubicBezTo>
                  <a:pt x="17724" y="120207"/>
                  <a:pt x="18072" y="116219"/>
                  <a:pt x="18136" y="109763"/>
                </a:cubicBezTo>
                <a:lnTo>
                  <a:pt x="18136" y="25067"/>
                </a:lnTo>
                <a:cubicBezTo>
                  <a:pt x="18072" y="18547"/>
                  <a:pt x="17724" y="14432"/>
                  <a:pt x="17091" y="12723"/>
                </a:cubicBezTo>
                <a:cubicBezTo>
                  <a:pt x="16395" y="11141"/>
                  <a:pt x="15002" y="9685"/>
                  <a:pt x="12913" y="8356"/>
                </a:cubicBezTo>
                <a:cubicBezTo>
                  <a:pt x="10698" y="7153"/>
                  <a:pt x="7818" y="6552"/>
                  <a:pt x="4273" y="6552"/>
                </a:cubicBezTo>
                <a:lnTo>
                  <a:pt x="0" y="6552"/>
                </a:lnTo>
                <a:lnTo>
                  <a:pt x="0" y="3038"/>
                </a:lnTo>
                <a:lnTo>
                  <a:pt x="108623" y="3038"/>
                </a:lnTo>
                <a:lnTo>
                  <a:pt x="108623" y="39974"/>
                </a:lnTo>
                <a:lnTo>
                  <a:pt x="104730" y="39974"/>
                </a:lnTo>
                <a:cubicBezTo>
                  <a:pt x="103844" y="31365"/>
                  <a:pt x="101597" y="24940"/>
                  <a:pt x="97989" y="20699"/>
                </a:cubicBezTo>
                <a:cubicBezTo>
                  <a:pt x="94254" y="16521"/>
                  <a:pt x="88969" y="13578"/>
                  <a:pt x="82132" y="11869"/>
                </a:cubicBezTo>
                <a:cubicBezTo>
                  <a:pt x="78334" y="10919"/>
                  <a:pt x="71308" y="10445"/>
                  <a:pt x="61053" y="10445"/>
                </a:cubicBezTo>
                <a:lnTo>
                  <a:pt x="49089" y="10445"/>
                </a:lnTo>
                <a:close/>
                <a:moveTo>
                  <a:pt x="199016" y="84221"/>
                </a:moveTo>
                <a:lnTo>
                  <a:pt x="150307" y="84221"/>
                </a:lnTo>
                <a:cubicBezTo>
                  <a:pt x="150877" y="95995"/>
                  <a:pt x="154010" y="105300"/>
                  <a:pt x="159707" y="112137"/>
                </a:cubicBezTo>
                <a:cubicBezTo>
                  <a:pt x="164011" y="117390"/>
                  <a:pt x="169265" y="120017"/>
                  <a:pt x="175469" y="120017"/>
                </a:cubicBezTo>
                <a:cubicBezTo>
                  <a:pt x="179203" y="120081"/>
                  <a:pt x="182653" y="119005"/>
                  <a:pt x="185818" y="116789"/>
                </a:cubicBezTo>
                <a:cubicBezTo>
                  <a:pt x="188920" y="114700"/>
                  <a:pt x="192243" y="110902"/>
                  <a:pt x="195788" y="105395"/>
                </a:cubicBezTo>
                <a:lnTo>
                  <a:pt x="199016" y="107484"/>
                </a:lnTo>
                <a:cubicBezTo>
                  <a:pt x="194142" y="117295"/>
                  <a:pt x="188825" y="124227"/>
                  <a:pt x="183065" y="128278"/>
                </a:cubicBezTo>
                <a:cubicBezTo>
                  <a:pt x="177241" y="132393"/>
                  <a:pt x="170500" y="134450"/>
                  <a:pt x="162840" y="134450"/>
                </a:cubicBezTo>
                <a:cubicBezTo>
                  <a:pt x="149611" y="134513"/>
                  <a:pt x="139641" y="129449"/>
                  <a:pt x="132931" y="119258"/>
                </a:cubicBezTo>
                <a:cubicBezTo>
                  <a:pt x="127487" y="111092"/>
                  <a:pt x="124765" y="100964"/>
                  <a:pt x="124765" y="88874"/>
                </a:cubicBezTo>
                <a:cubicBezTo>
                  <a:pt x="124702" y="74125"/>
                  <a:pt x="128721" y="62319"/>
                  <a:pt x="136824" y="53457"/>
                </a:cubicBezTo>
                <a:cubicBezTo>
                  <a:pt x="144800" y="44722"/>
                  <a:pt x="154168" y="40354"/>
                  <a:pt x="164929" y="40354"/>
                </a:cubicBezTo>
                <a:cubicBezTo>
                  <a:pt x="173918" y="40417"/>
                  <a:pt x="181736" y="44089"/>
                  <a:pt x="188382" y="51368"/>
                </a:cubicBezTo>
                <a:cubicBezTo>
                  <a:pt x="194902" y="58774"/>
                  <a:pt x="198447" y="69725"/>
                  <a:pt x="199016" y="84221"/>
                </a:cubicBezTo>
                <a:moveTo>
                  <a:pt x="175659" y="77859"/>
                </a:moveTo>
                <a:cubicBezTo>
                  <a:pt x="175595" y="67731"/>
                  <a:pt x="175057" y="60737"/>
                  <a:pt x="174045" y="56875"/>
                </a:cubicBezTo>
                <a:cubicBezTo>
                  <a:pt x="172905" y="53141"/>
                  <a:pt x="171164" y="50260"/>
                  <a:pt x="168822" y="48235"/>
                </a:cubicBezTo>
                <a:cubicBezTo>
                  <a:pt x="167430" y="47095"/>
                  <a:pt x="165657" y="46526"/>
                  <a:pt x="163505" y="46526"/>
                </a:cubicBezTo>
                <a:cubicBezTo>
                  <a:pt x="160150" y="46526"/>
                  <a:pt x="157460" y="48140"/>
                  <a:pt x="155434" y="51368"/>
                </a:cubicBezTo>
                <a:cubicBezTo>
                  <a:pt x="151700" y="57065"/>
                  <a:pt x="149832" y="64788"/>
                  <a:pt x="149832" y="74536"/>
                </a:cubicBezTo>
                <a:lnTo>
                  <a:pt x="149832" y="77859"/>
                </a:lnTo>
                <a:lnTo>
                  <a:pt x="175659" y="77859"/>
                </a:lnTo>
                <a:close/>
                <a:moveTo>
                  <a:pt x="257790" y="118688"/>
                </a:moveTo>
                <a:cubicBezTo>
                  <a:pt x="246966" y="128310"/>
                  <a:pt x="237249" y="133089"/>
                  <a:pt x="228640" y="133026"/>
                </a:cubicBezTo>
                <a:cubicBezTo>
                  <a:pt x="223513" y="133026"/>
                  <a:pt x="219304" y="131348"/>
                  <a:pt x="216012" y="127993"/>
                </a:cubicBezTo>
                <a:cubicBezTo>
                  <a:pt x="212657" y="124765"/>
                  <a:pt x="210980" y="120619"/>
                  <a:pt x="210980" y="115555"/>
                </a:cubicBezTo>
                <a:cubicBezTo>
                  <a:pt x="210980" y="108845"/>
                  <a:pt x="213891" y="102736"/>
                  <a:pt x="219715" y="97229"/>
                </a:cubicBezTo>
                <a:cubicBezTo>
                  <a:pt x="225475" y="91912"/>
                  <a:pt x="238167" y="84727"/>
                  <a:pt x="257790" y="75676"/>
                </a:cubicBezTo>
                <a:lnTo>
                  <a:pt x="257790" y="66750"/>
                </a:lnTo>
                <a:cubicBezTo>
                  <a:pt x="257727" y="60104"/>
                  <a:pt x="257379" y="55863"/>
                  <a:pt x="256746" y="54027"/>
                </a:cubicBezTo>
                <a:cubicBezTo>
                  <a:pt x="255923" y="52318"/>
                  <a:pt x="254530" y="50799"/>
                  <a:pt x="252568" y="49469"/>
                </a:cubicBezTo>
                <a:cubicBezTo>
                  <a:pt x="250542" y="48266"/>
                  <a:pt x="248263" y="47633"/>
                  <a:pt x="245731" y="47570"/>
                </a:cubicBezTo>
                <a:cubicBezTo>
                  <a:pt x="241617" y="47633"/>
                  <a:pt x="238230" y="48551"/>
                  <a:pt x="235572" y="50324"/>
                </a:cubicBezTo>
                <a:cubicBezTo>
                  <a:pt x="233926" y="51463"/>
                  <a:pt x="233103" y="52792"/>
                  <a:pt x="233103" y="54312"/>
                </a:cubicBezTo>
                <a:cubicBezTo>
                  <a:pt x="233040" y="55641"/>
                  <a:pt x="233926" y="57287"/>
                  <a:pt x="235762" y="59249"/>
                </a:cubicBezTo>
                <a:cubicBezTo>
                  <a:pt x="238104" y="62034"/>
                  <a:pt x="239306" y="64661"/>
                  <a:pt x="239370" y="67130"/>
                </a:cubicBezTo>
                <a:cubicBezTo>
                  <a:pt x="239370" y="70295"/>
                  <a:pt x="238230" y="72922"/>
                  <a:pt x="235952" y="75011"/>
                </a:cubicBezTo>
                <a:cubicBezTo>
                  <a:pt x="233546" y="77226"/>
                  <a:pt x="230508" y="78334"/>
                  <a:pt x="226836" y="78334"/>
                </a:cubicBezTo>
                <a:cubicBezTo>
                  <a:pt x="222848" y="78334"/>
                  <a:pt x="219525" y="77131"/>
                  <a:pt x="216866" y="74726"/>
                </a:cubicBezTo>
                <a:cubicBezTo>
                  <a:pt x="214081" y="72384"/>
                  <a:pt x="212720" y="69567"/>
                  <a:pt x="212784" y="66275"/>
                </a:cubicBezTo>
                <a:cubicBezTo>
                  <a:pt x="212784" y="61718"/>
                  <a:pt x="214588" y="57350"/>
                  <a:pt x="218196" y="53172"/>
                </a:cubicBezTo>
                <a:cubicBezTo>
                  <a:pt x="221804" y="49121"/>
                  <a:pt x="226836" y="45956"/>
                  <a:pt x="233293" y="43677"/>
                </a:cubicBezTo>
                <a:cubicBezTo>
                  <a:pt x="239750" y="41525"/>
                  <a:pt x="246459" y="40417"/>
                  <a:pt x="253422" y="40354"/>
                </a:cubicBezTo>
                <a:cubicBezTo>
                  <a:pt x="261841" y="40417"/>
                  <a:pt x="268520" y="42190"/>
                  <a:pt x="273457" y="45671"/>
                </a:cubicBezTo>
                <a:cubicBezTo>
                  <a:pt x="278268" y="49279"/>
                  <a:pt x="281433" y="53172"/>
                  <a:pt x="282952" y="57350"/>
                </a:cubicBezTo>
                <a:cubicBezTo>
                  <a:pt x="283775" y="60009"/>
                  <a:pt x="284218" y="66117"/>
                  <a:pt x="284281" y="75676"/>
                </a:cubicBezTo>
                <a:lnTo>
                  <a:pt x="284281" y="110143"/>
                </a:lnTo>
                <a:cubicBezTo>
                  <a:pt x="284281" y="114257"/>
                  <a:pt x="284440" y="116789"/>
                  <a:pt x="284756" y="117739"/>
                </a:cubicBezTo>
                <a:cubicBezTo>
                  <a:pt x="285009" y="118878"/>
                  <a:pt x="285484" y="119669"/>
                  <a:pt x="286180" y="120112"/>
                </a:cubicBezTo>
                <a:cubicBezTo>
                  <a:pt x="286750" y="120619"/>
                  <a:pt x="287478" y="120872"/>
                  <a:pt x="288364" y="120872"/>
                </a:cubicBezTo>
                <a:cubicBezTo>
                  <a:pt x="289947" y="120935"/>
                  <a:pt x="291624" y="119764"/>
                  <a:pt x="293397" y="117359"/>
                </a:cubicBezTo>
                <a:lnTo>
                  <a:pt x="296245" y="119638"/>
                </a:lnTo>
                <a:cubicBezTo>
                  <a:pt x="293017" y="124322"/>
                  <a:pt x="289757" y="127708"/>
                  <a:pt x="286465" y="129797"/>
                </a:cubicBezTo>
                <a:cubicBezTo>
                  <a:pt x="282984" y="132013"/>
                  <a:pt x="279122" y="133089"/>
                  <a:pt x="274881" y="133026"/>
                </a:cubicBezTo>
                <a:cubicBezTo>
                  <a:pt x="269817" y="133026"/>
                  <a:pt x="265861" y="131823"/>
                  <a:pt x="263012" y="129418"/>
                </a:cubicBezTo>
                <a:cubicBezTo>
                  <a:pt x="260164" y="127139"/>
                  <a:pt x="258423" y="123562"/>
                  <a:pt x="257790" y="118688"/>
                </a:cubicBezTo>
                <a:moveTo>
                  <a:pt x="257790" y="111757"/>
                </a:moveTo>
                <a:lnTo>
                  <a:pt x="257790" y="82037"/>
                </a:lnTo>
                <a:cubicBezTo>
                  <a:pt x="250067" y="86532"/>
                  <a:pt x="244370" y="91342"/>
                  <a:pt x="240699" y="96470"/>
                </a:cubicBezTo>
                <a:cubicBezTo>
                  <a:pt x="238230" y="99888"/>
                  <a:pt x="236996" y="103338"/>
                  <a:pt x="236996" y="106819"/>
                </a:cubicBezTo>
                <a:cubicBezTo>
                  <a:pt x="236996" y="109794"/>
                  <a:pt x="238040" y="112358"/>
                  <a:pt x="240129" y="114510"/>
                </a:cubicBezTo>
                <a:cubicBezTo>
                  <a:pt x="241712" y="116219"/>
                  <a:pt x="243927" y="117074"/>
                  <a:pt x="246776" y="117074"/>
                </a:cubicBezTo>
                <a:cubicBezTo>
                  <a:pt x="249878" y="117074"/>
                  <a:pt x="253549" y="115302"/>
                  <a:pt x="257790" y="111757"/>
                </a:cubicBezTo>
                <a:close/>
                <a:moveTo>
                  <a:pt x="341252" y="10540"/>
                </a:moveTo>
                <a:lnTo>
                  <a:pt x="341252" y="43013"/>
                </a:lnTo>
                <a:lnTo>
                  <a:pt x="362331" y="43013"/>
                </a:lnTo>
                <a:lnTo>
                  <a:pt x="362331" y="52413"/>
                </a:lnTo>
                <a:lnTo>
                  <a:pt x="341252" y="52413"/>
                </a:lnTo>
                <a:lnTo>
                  <a:pt x="341252" y="107199"/>
                </a:lnTo>
                <a:cubicBezTo>
                  <a:pt x="341252" y="112390"/>
                  <a:pt x="341505" y="115681"/>
                  <a:pt x="342011" y="117074"/>
                </a:cubicBezTo>
                <a:cubicBezTo>
                  <a:pt x="342391" y="118656"/>
                  <a:pt x="343214" y="119859"/>
                  <a:pt x="344480" y="120682"/>
                </a:cubicBezTo>
                <a:cubicBezTo>
                  <a:pt x="345619" y="121632"/>
                  <a:pt x="346727" y="122106"/>
                  <a:pt x="347803" y="122106"/>
                </a:cubicBezTo>
                <a:cubicBezTo>
                  <a:pt x="351854" y="122106"/>
                  <a:pt x="355747" y="118973"/>
                  <a:pt x="359482" y="112706"/>
                </a:cubicBezTo>
                <a:lnTo>
                  <a:pt x="362331" y="114795"/>
                </a:lnTo>
                <a:cubicBezTo>
                  <a:pt x="357140" y="126949"/>
                  <a:pt x="348816" y="133026"/>
                  <a:pt x="337359" y="133026"/>
                </a:cubicBezTo>
                <a:cubicBezTo>
                  <a:pt x="331725" y="133026"/>
                  <a:pt x="326977" y="131443"/>
                  <a:pt x="323116" y="128278"/>
                </a:cubicBezTo>
                <a:cubicBezTo>
                  <a:pt x="319128" y="125240"/>
                  <a:pt x="316628" y="121758"/>
                  <a:pt x="315615" y="117834"/>
                </a:cubicBezTo>
                <a:cubicBezTo>
                  <a:pt x="314919" y="115681"/>
                  <a:pt x="314602" y="109858"/>
                  <a:pt x="314665" y="100363"/>
                </a:cubicBezTo>
                <a:lnTo>
                  <a:pt x="314665" y="52413"/>
                </a:lnTo>
                <a:lnTo>
                  <a:pt x="303082" y="52413"/>
                </a:lnTo>
                <a:lnTo>
                  <a:pt x="303082" y="49089"/>
                </a:lnTo>
                <a:cubicBezTo>
                  <a:pt x="311057" y="43519"/>
                  <a:pt x="317862" y="37600"/>
                  <a:pt x="323496" y="31334"/>
                </a:cubicBezTo>
                <a:cubicBezTo>
                  <a:pt x="329066" y="25194"/>
                  <a:pt x="333940" y="18262"/>
                  <a:pt x="338118" y="10540"/>
                </a:cubicBezTo>
                <a:lnTo>
                  <a:pt x="341252" y="10540"/>
                </a:lnTo>
                <a:close/>
                <a:moveTo>
                  <a:pt x="458611" y="43013"/>
                </a:moveTo>
                <a:lnTo>
                  <a:pt x="458611" y="112516"/>
                </a:lnTo>
                <a:cubicBezTo>
                  <a:pt x="458611" y="119353"/>
                  <a:pt x="459244" y="123562"/>
                  <a:pt x="460510" y="125145"/>
                </a:cubicBezTo>
                <a:cubicBezTo>
                  <a:pt x="461712" y="126854"/>
                  <a:pt x="464276" y="127930"/>
                  <a:pt x="468201" y="128373"/>
                </a:cubicBezTo>
                <a:lnTo>
                  <a:pt x="468201" y="131791"/>
                </a:lnTo>
                <a:lnTo>
                  <a:pt x="432025" y="131791"/>
                </a:lnTo>
                <a:lnTo>
                  <a:pt x="432025" y="119922"/>
                </a:lnTo>
                <a:cubicBezTo>
                  <a:pt x="427720" y="124986"/>
                  <a:pt x="423479" y="128658"/>
                  <a:pt x="419301" y="130937"/>
                </a:cubicBezTo>
                <a:cubicBezTo>
                  <a:pt x="414997" y="133342"/>
                  <a:pt x="410249" y="134513"/>
                  <a:pt x="405059" y="134450"/>
                </a:cubicBezTo>
                <a:cubicBezTo>
                  <a:pt x="399995" y="134513"/>
                  <a:pt x="395564" y="132962"/>
                  <a:pt x="391766" y="129797"/>
                </a:cubicBezTo>
                <a:cubicBezTo>
                  <a:pt x="387841" y="126759"/>
                  <a:pt x="385214" y="123182"/>
                  <a:pt x="383885" y="119068"/>
                </a:cubicBezTo>
                <a:cubicBezTo>
                  <a:pt x="382555" y="115017"/>
                  <a:pt x="381891" y="107832"/>
                  <a:pt x="381891" y="97514"/>
                </a:cubicBezTo>
                <a:lnTo>
                  <a:pt x="381891" y="62288"/>
                </a:lnTo>
                <a:cubicBezTo>
                  <a:pt x="381891" y="55578"/>
                  <a:pt x="381289" y="51400"/>
                  <a:pt x="380087" y="49754"/>
                </a:cubicBezTo>
                <a:cubicBezTo>
                  <a:pt x="378757" y="48172"/>
                  <a:pt x="376162" y="47095"/>
                  <a:pt x="372301" y="46526"/>
                </a:cubicBezTo>
                <a:lnTo>
                  <a:pt x="372301" y="43013"/>
                </a:lnTo>
                <a:lnTo>
                  <a:pt x="408477" y="43013"/>
                </a:lnTo>
                <a:lnTo>
                  <a:pt x="408477" y="103686"/>
                </a:lnTo>
                <a:cubicBezTo>
                  <a:pt x="408414" y="110079"/>
                  <a:pt x="408730" y="114162"/>
                  <a:pt x="409426" y="115935"/>
                </a:cubicBezTo>
                <a:cubicBezTo>
                  <a:pt x="409996" y="117770"/>
                  <a:pt x="410946" y="119163"/>
                  <a:pt x="412275" y="120112"/>
                </a:cubicBezTo>
                <a:cubicBezTo>
                  <a:pt x="413478" y="121062"/>
                  <a:pt x="414965" y="121537"/>
                  <a:pt x="416738" y="121537"/>
                </a:cubicBezTo>
                <a:cubicBezTo>
                  <a:pt x="419016" y="121600"/>
                  <a:pt x="421074" y="120999"/>
                  <a:pt x="422909" y="119733"/>
                </a:cubicBezTo>
                <a:cubicBezTo>
                  <a:pt x="425441" y="118150"/>
                  <a:pt x="428480" y="114827"/>
                  <a:pt x="432025" y="109763"/>
                </a:cubicBezTo>
                <a:lnTo>
                  <a:pt x="432025" y="62288"/>
                </a:lnTo>
                <a:cubicBezTo>
                  <a:pt x="432025" y="55578"/>
                  <a:pt x="431423" y="51400"/>
                  <a:pt x="430221" y="49754"/>
                </a:cubicBezTo>
                <a:cubicBezTo>
                  <a:pt x="428891" y="48172"/>
                  <a:pt x="426296" y="47095"/>
                  <a:pt x="422435" y="46526"/>
                </a:cubicBezTo>
                <a:lnTo>
                  <a:pt x="422435" y="43013"/>
                </a:lnTo>
                <a:lnTo>
                  <a:pt x="458611" y="43013"/>
                </a:lnTo>
                <a:close/>
                <a:moveTo>
                  <a:pt x="519095" y="43013"/>
                </a:moveTo>
                <a:lnTo>
                  <a:pt x="519095" y="63142"/>
                </a:lnTo>
                <a:cubicBezTo>
                  <a:pt x="524918" y="53964"/>
                  <a:pt x="530077" y="47855"/>
                  <a:pt x="534572" y="44817"/>
                </a:cubicBezTo>
                <a:cubicBezTo>
                  <a:pt x="539003" y="41905"/>
                  <a:pt x="543275" y="40417"/>
                  <a:pt x="547390" y="40354"/>
                </a:cubicBezTo>
                <a:cubicBezTo>
                  <a:pt x="550871" y="40354"/>
                  <a:pt x="553720" y="41430"/>
                  <a:pt x="555935" y="43582"/>
                </a:cubicBezTo>
                <a:cubicBezTo>
                  <a:pt x="558024" y="45798"/>
                  <a:pt x="559069" y="48900"/>
                  <a:pt x="559069" y="52887"/>
                </a:cubicBezTo>
                <a:cubicBezTo>
                  <a:pt x="559005" y="57192"/>
                  <a:pt x="557993" y="60483"/>
                  <a:pt x="556030" y="62762"/>
                </a:cubicBezTo>
                <a:cubicBezTo>
                  <a:pt x="553941" y="65168"/>
                  <a:pt x="551441" y="66339"/>
                  <a:pt x="548529" y="66275"/>
                </a:cubicBezTo>
                <a:cubicBezTo>
                  <a:pt x="545174" y="66339"/>
                  <a:pt x="542263" y="65263"/>
                  <a:pt x="539794" y="63047"/>
                </a:cubicBezTo>
                <a:cubicBezTo>
                  <a:pt x="537325" y="60958"/>
                  <a:pt x="535869" y="59756"/>
                  <a:pt x="535426" y="59439"/>
                </a:cubicBezTo>
                <a:cubicBezTo>
                  <a:pt x="534730" y="59059"/>
                  <a:pt x="534002" y="58869"/>
                  <a:pt x="533242" y="58869"/>
                </a:cubicBezTo>
                <a:cubicBezTo>
                  <a:pt x="531343" y="58869"/>
                  <a:pt x="529603" y="59566"/>
                  <a:pt x="528020" y="60958"/>
                </a:cubicBezTo>
                <a:cubicBezTo>
                  <a:pt x="525425" y="63174"/>
                  <a:pt x="523462" y="66244"/>
                  <a:pt x="522133" y="70168"/>
                </a:cubicBezTo>
                <a:cubicBezTo>
                  <a:pt x="520107" y="76372"/>
                  <a:pt x="519095" y="83145"/>
                  <a:pt x="519095" y="90488"/>
                </a:cubicBezTo>
                <a:lnTo>
                  <a:pt x="519095" y="110902"/>
                </a:lnTo>
                <a:lnTo>
                  <a:pt x="519190" y="116219"/>
                </a:lnTo>
                <a:cubicBezTo>
                  <a:pt x="519126" y="119828"/>
                  <a:pt x="519348" y="122138"/>
                  <a:pt x="519854" y="123151"/>
                </a:cubicBezTo>
                <a:cubicBezTo>
                  <a:pt x="520614" y="124860"/>
                  <a:pt x="521753" y="126094"/>
                  <a:pt x="523272" y="126854"/>
                </a:cubicBezTo>
                <a:cubicBezTo>
                  <a:pt x="524665" y="127740"/>
                  <a:pt x="527165" y="128246"/>
                  <a:pt x="530774" y="128373"/>
                </a:cubicBezTo>
                <a:lnTo>
                  <a:pt x="530774" y="131791"/>
                </a:lnTo>
                <a:lnTo>
                  <a:pt x="482824" y="131791"/>
                </a:lnTo>
                <a:lnTo>
                  <a:pt x="482824" y="128373"/>
                </a:lnTo>
                <a:cubicBezTo>
                  <a:pt x="486622" y="128120"/>
                  <a:pt x="489249" y="127044"/>
                  <a:pt x="490704" y="125145"/>
                </a:cubicBezTo>
                <a:cubicBezTo>
                  <a:pt x="492034" y="123372"/>
                  <a:pt x="492698" y="118625"/>
                  <a:pt x="492698" y="110902"/>
                </a:cubicBezTo>
                <a:lnTo>
                  <a:pt x="492698" y="61813"/>
                </a:lnTo>
                <a:cubicBezTo>
                  <a:pt x="492635" y="56812"/>
                  <a:pt x="492382" y="53584"/>
                  <a:pt x="491939" y="52128"/>
                </a:cubicBezTo>
                <a:cubicBezTo>
                  <a:pt x="491243" y="50419"/>
                  <a:pt x="490325" y="49121"/>
                  <a:pt x="489185" y="48235"/>
                </a:cubicBezTo>
                <a:cubicBezTo>
                  <a:pt x="487919" y="47412"/>
                  <a:pt x="485799" y="46842"/>
                  <a:pt x="482824" y="46526"/>
                </a:cubicBezTo>
                <a:lnTo>
                  <a:pt x="482824" y="43013"/>
                </a:lnTo>
                <a:lnTo>
                  <a:pt x="519095" y="43013"/>
                </a:lnTo>
                <a:close/>
                <a:moveTo>
                  <a:pt x="636548" y="84221"/>
                </a:moveTo>
                <a:lnTo>
                  <a:pt x="587838" y="84221"/>
                </a:lnTo>
                <a:cubicBezTo>
                  <a:pt x="588408" y="95995"/>
                  <a:pt x="591541" y="105300"/>
                  <a:pt x="597238" y="112137"/>
                </a:cubicBezTo>
                <a:cubicBezTo>
                  <a:pt x="601543" y="117390"/>
                  <a:pt x="606797" y="120017"/>
                  <a:pt x="613000" y="120017"/>
                </a:cubicBezTo>
                <a:cubicBezTo>
                  <a:pt x="616735" y="120081"/>
                  <a:pt x="620185" y="119005"/>
                  <a:pt x="623350" y="116789"/>
                </a:cubicBezTo>
                <a:cubicBezTo>
                  <a:pt x="626451" y="114700"/>
                  <a:pt x="629775" y="110902"/>
                  <a:pt x="633319" y="105395"/>
                </a:cubicBezTo>
                <a:lnTo>
                  <a:pt x="636548" y="107484"/>
                </a:lnTo>
                <a:cubicBezTo>
                  <a:pt x="631674" y="117295"/>
                  <a:pt x="626356" y="124227"/>
                  <a:pt x="620596" y="128278"/>
                </a:cubicBezTo>
                <a:cubicBezTo>
                  <a:pt x="614772" y="132393"/>
                  <a:pt x="608031" y="134450"/>
                  <a:pt x="600372" y="134450"/>
                </a:cubicBezTo>
                <a:cubicBezTo>
                  <a:pt x="587142" y="134513"/>
                  <a:pt x="577172" y="129449"/>
                  <a:pt x="570462" y="119258"/>
                </a:cubicBezTo>
                <a:cubicBezTo>
                  <a:pt x="565018" y="111092"/>
                  <a:pt x="562296" y="100964"/>
                  <a:pt x="562296" y="88874"/>
                </a:cubicBezTo>
                <a:cubicBezTo>
                  <a:pt x="562233" y="74125"/>
                  <a:pt x="566253" y="62319"/>
                  <a:pt x="574355" y="53457"/>
                </a:cubicBezTo>
                <a:cubicBezTo>
                  <a:pt x="582331" y="44722"/>
                  <a:pt x="591699" y="40354"/>
                  <a:pt x="602461" y="40354"/>
                </a:cubicBezTo>
                <a:cubicBezTo>
                  <a:pt x="611449" y="40417"/>
                  <a:pt x="619267" y="44089"/>
                  <a:pt x="625913" y="51368"/>
                </a:cubicBezTo>
                <a:cubicBezTo>
                  <a:pt x="632433" y="58774"/>
                  <a:pt x="635978" y="69725"/>
                  <a:pt x="636548" y="84221"/>
                </a:cubicBezTo>
                <a:moveTo>
                  <a:pt x="613190" y="77859"/>
                </a:moveTo>
                <a:cubicBezTo>
                  <a:pt x="613127" y="67731"/>
                  <a:pt x="612589" y="60737"/>
                  <a:pt x="611576" y="56875"/>
                </a:cubicBezTo>
                <a:cubicBezTo>
                  <a:pt x="610436" y="53141"/>
                  <a:pt x="608696" y="50260"/>
                  <a:pt x="606353" y="48235"/>
                </a:cubicBezTo>
                <a:cubicBezTo>
                  <a:pt x="604961" y="47095"/>
                  <a:pt x="603188" y="46526"/>
                  <a:pt x="601036" y="46526"/>
                </a:cubicBezTo>
                <a:cubicBezTo>
                  <a:pt x="597681" y="46526"/>
                  <a:pt x="594991" y="48140"/>
                  <a:pt x="592965" y="51368"/>
                </a:cubicBezTo>
                <a:cubicBezTo>
                  <a:pt x="589231" y="57065"/>
                  <a:pt x="587363" y="64788"/>
                  <a:pt x="587363" y="74536"/>
                </a:cubicBezTo>
                <a:lnTo>
                  <a:pt x="587363" y="77859"/>
                </a:lnTo>
                <a:lnTo>
                  <a:pt x="613190" y="77859"/>
                </a:lnTo>
                <a:close/>
                <a:moveTo>
                  <a:pt x="818188" y="95"/>
                </a:moveTo>
                <a:lnTo>
                  <a:pt x="818188" y="44722"/>
                </a:lnTo>
                <a:lnTo>
                  <a:pt x="814485" y="44722"/>
                </a:lnTo>
                <a:cubicBezTo>
                  <a:pt x="811700" y="33074"/>
                  <a:pt x="806509" y="24149"/>
                  <a:pt x="798913" y="17946"/>
                </a:cubicBezTo>
                <a:cubicBezTo>
                  <a:pt x="791254" y="11806"/>
                  <a:pt x="782645" y="8704"/>
                  <a:pt x="773086" y="8640"/>
                </a:cubicBezTo>
                <a:cubicBezTo>
                  <a:pt x="764984" y="8640"/>
                  <a:pt x="757609" y="10951"/>
                  <a:pt x="750963" y="15572"/>
                </a:cubicBezTo>
                <a:cubicBezTo>
                  <a:pt x="744190" y="20256"/>
                  <a:pt x="739284" y="26301"/>
                  <a:pt x="736246" y="33707"/>
                </a:cubicBezTo>
                <a:cubicBezTo>
                  <a:pt x="732258" y="43329"/>
                  <a:pt x="730264" y="53964"/>
                  <a:pt x="730264" y="65611"/>
                </a:cubicBezTo>
                <a:cubicBezTo>
                  <a:pt x="730200" y="77195"/>
                  <a:pt x="731656" y="87671"/>
                  <a:pt x="734631" y="97039"/>
                </a:cubicBezTo>
                <a:cubicBezTo>
                  <a:pt x="737543" y="106534"/>
                  <a:pt x="742101" y="113687"/>
                  <a:pt x="748304" y="118498"/>
                </a:cubicBezTo>
                <a:cubicBezTo>
                  <a:pt x="754444" y="123372"/>
                  <a:pt x="762484" y="125809"/>
                  <a:pt x="772422" y="125809"/>
                </a:cubicBezTo>
                <a:cubicBezTo>
                  <a:pt x="780461" y="125809"/>
                  <a:pt x="787899" y="124037"/>
                  <a:pt x="794735" y="120492"/>
                </a:cubicBezTo>
                <a:cubicBezTo>
                  <a:pt x="801382" y="117011"/>
                  <a:pt x="808471" y="110902"/>
                  <a:pt x="816004" y="102167"/>
                </a:cubicBezTo>
                <a:lnTo>
                  <a:pt x="816004" y="113276"/>
                </a:lnTo>
                <a:cubicBezTo>
                  <a:pt x="808788" y="120872"/>
                  <a:pt x="801287" y="126316"/>
                  <a:pt x="793501" y="129607"/>
                </a:cubicBezTo>
                <a:cubicBezTo>
                  <a:pt x="785588" y="133026"/>
                  <a:pt x="776441" y="134735"/>
                  <a:pt x="766060" y="134735"/>
                </a:cubicBezTo>
                <a:cubicBezTo>
                  <a:pt x="752261" y="134735"/>
                  <a:pt x="740075" y="131981"/>
                  <a:pt x="729504" y="126474"/>
                </a:cubicBezTo>
                <a:cubicBezTo>
                  <a:pt x="718743" y="121030"/>
                  <a:pt x="710514" y="113118"/>
                  <a:pt x="704817" y="102736"/>
                </a:cubicBezTo>
                <a:cubicBezTo>
                  <a:pt x="698993" y="92482"/>
                  <a:pt x="696082" y="81499"/>
                  <a:pt x="696082" y="69789"/>
                </a:cubicBezTo>
                <a:cubicBezTo>
                  <a:pt x="696082" y="57572"/>
                  <a:pt x="699310" y="45924"/>
                  <a:pt x="705767" y="34847"/>
                </a:cubicBezTo>
                <a:cubicBezTo>
                  <a:pt x="712097" y="23833"/>
                  <a:pt x="720769" y="15287"/>
                  <a:pt x="731783" y="9210"/>
                </a:cubicBezTo>
                <a:cubicBezTo>
                  <a:pt x="742671" y="3133"/>
                  <a:pt x="754255" y="95"/>
                  <a:pt x="766535" y="95"/>
                </a:cubicBezTo>
                <a:cubicBezTo>
                  <a:pt x="775523" y="158"/>
                  <a:pt x="785082" y="2121"/>
                  <a:pt x="795210" y="5982"/>
                </a:cubicBezTo>
                <a:cubicBezTo>
                  <a:pt x="800970" y="8261"/>
                  <a:pt x="804673" y="9400"/>
                  <a:pt x="806319" y="9400"/>
                </a:cubicBezTo>
                <a:cubicBezTo>
                  <a:pt x="808281" y="9400"/>
                  <a:pt x="810054" y="8640"/>
                  <a:pt x="811636" y="7121"/>
                </a:cubicBezTo>
                <a:cubicBezTo>
                  <a:pt x="813029" y="5729"/>
                  <a:pt x="813978" y="3387"/>
                  <a:pt x="814485" y="95"/>
                </a:cubicBezTo>
                <a:lnTo>
                  <a:pt x="818188" y="95"/>
                </a:lnTo>
                <a:close/>
                <a:moveTo>
                  <a:pt x="883704" y="118688"/>
                </a:moveTo>
                <a:cubicBezTo>
                  <a:pt x="872880" y="128310"/>
                  <a:pt x="863163" y="133089"/>
                  <a:pt x="854554" y="133026"/>
                </a:cubicBezTo>
                <a:cubicBezTo>
                  <a:pt x="849427" y="133026"/>
                  <a:pt x="845217" y="131348"/>
                  <a:pt x="841926" y="127993"/>
                </a:cubicBezTo>
                <a:cubicBezTo>
                  <a:pt x="838571" y="124765"/>
                  <a:pt x="836893" y="120619"/>
                  <a:pt x="836893" y="115555"/>
                </a:cubicBezTo>
                <a:cubicBezTo>
                  <a:pt x="836893" y="108845"/>
                  <a:pt x="839805" y="102736"/>
                  <a:pt x="845629" y="97229"/>
                </a:cubicBezTo>
                <a:cubicBezTo>
                  <a:pt x="851389" y="91912"/>
                  <a:pt x="864081" y="84727"/>
                  <a:pt x="883704" y="75676"/>
                </a:cubicBezTo>
                <a:lnTo>
                  <a:pt x="883704" y="66750"/>
                </a:lnTo>
                <a:cubicBezTo>
                  <a:pt x="883641" y="60104"/>
                  <a:pt x="883293" y="55863"/>
                  <a:pt x="882660" y="54027"/>
                </a:cubicBezTo>
                <a:cubicBezTo>
                  <a:pt x="881837" y="52318"/>
                  <a:pt x="880444" y="50799"/>
                  <a:pt x="878482" y="49469"/>
                </a:cubicBezTo>
                <a:cubicBezTo>
                  <a:pt x="876456" y="48266"/>
                  <a:pt x="874177" y="47633"/>
                  <a:pt x="871645" y="47570"/>
                </a:cubicBezTo>
                <a:cubicBezTo>
                  <a:pt x="867531" y="47633"/>
                  <a:pt x="864144" y="48551"/>
                  <a:pt x="861486" y="50324"/>
                </a:cubicBezTo>
                <a:cubicBezTo>
                  <a:pt x="859840" y="51463"/>
                  <a:pt x="859017" y="52792"/>
                  <a:pt x="859017" y="54312"/>
                </a:cubicBezTo>
                <a:cubicBezTo>
                  <a:pt x="858954" y="55641"/>
                  <a:pt x="859840" y="57287"/>
                  <a:pt x="861676" y="59249"/>
                </a:cubicBezTo>
                <a:cubicBezTo>
                  <a:pt x="864018" y="62034"/>
                  <a:pt x="865220" y="64661"/>
                  <a:pt x="865284" y="67130"/>
                </a:cubicBezTo>
                <a:cubicBezTo>
                  <a:pt x="865284" y="70295"/>
                  <a:pt x="864144" y="72922"/>
                  <a:pt x="861865" y="75011"/>
                </a:cubicBezTo>
                <a:cubicBezTo>
                  <a:pt x="859460" y="77226"/>
                  <a:pt x="856422" y="78334"/>
                  <a:pt x="852750" y="78334"/>
                </a:cubicBezTo>
                <a:cubicBezTo>
                  <a:pt x="848762" y="78334"/>
                  <a:pt x="845439" y="77131"/>
                  <a:pt x="842780" y="74726"/>
                </a:cubicBezTo>
                <a:cubicBezTo>
                  <a:pt x="839995" y="72384"/>
                  <a:pt x="838634" y="69567"/>
                  <a:pt x="838698" y="66275"/>
                </a:cubicBezTo>
                <a:cubicBezTo>
                  <a:pt x="838698" y="61718"/>
                  <a:pt x="840502" y="57350"/>
                  <a:pt x="844110" y="53172"/>
                </a:cubicBezTo>
                <a:cubicBezTo>
                  <a:pt x="847718" y="49121"/>
                  <a:pt x="852750" y="45956"/>
                  <a:pt x="859207" y="43677"/>
                </a:cubicBezTo>
                <a:cubicBezTo>
                  <a:pt x="865663" y="41525"/>
                  <a:pt x="872373" y="40417"/>
                  <a:pt x="879336" y="40354"/>
                </a:cubicBezTo>
                <a:cubicBezTo>
                  <a:pt x="887755" y="40417"/>
                  <a:pt x="894433" y="42190"/>
                  <a:pt x="899371" y="45671"/>
                </a:cubicBezTo>
                <a:cubicBezTo>
                  <a:pt x="904182" y="49279"/>
                  <a:pt x="907347" y="53172"/>
                  <a:pt x="908866" y="57350"/>
                </a:cubicBezTo>
                <a:cubicBezTo>
                  <a:pt x="909689" y="60009"/>
                  <a:pt x="910132" y="66117"/>
                  <a:pt x="910195" y="75676"/>
                </a:cubicBezTo>
                <a:lnTo>
                  <a:pt x="910195" y="110143"/>
                </a:lnTo>
                <a:cubicBezTo>
                  <a:pt x="910195" y="114257"/>
                  <a:pt x="910354" y="116789"/>
                  <a:pt x="910670" y="117739"/>
                </a:cubicBezTo>
                <a:cubicBezTo>
                  <a:pt x="910923" y="118878"/>
                  <a:pt x="911398" y="119669"/>
                  <a:pt x="912094" y="120112"/>
                </a:cubicBezTo>
                <a:cubicBezTo>
                  <a:pt x="912664" y="120619"/>
                  <a:pt x="913392" y="120872"/>
                  <a:pt x="914278" y="120872"/>
                </a:cubicBezTo>
                <a:cubicBezTo>
                  <a:pt x="915861" y="120935"/>
                  <a:pt x="917538" y="119764"/>
                  <a:pt x="919311" y="117359"/>
                </a:cubicBezTo>
                <a:lnTo>
                  <a:pt x="922159" y="119638"/>
                </a:lnTo>
                <a:cubicBezTo>
                  <a:pt x="918931" y="124322"/>
                  <a:pt x="915671" y="127708"/>
                  <a:pt x="912379" y="129797"/>
                </a:cubicBezTo>
                <a:cubicBezTo>
                  <a:pt x="908898" y="132013"/>
                  <a:pt x="905036" y="133089"/>
                  <a:pt x="900795" y="133026"/>
                </a:cubicBezTo>
                <a:cubicBezTo>
                  <a:pt x="895731" y="133026"/>
                  <a:pt x="891775" y="131823"/>
                  <a:pt x="888926" y="129418"/>
                </a:cubicBezTo>
                <a:cubicBezTo>
                  <a:pt x="886078" y="127139"/>
                  <a:pt x="884337" y="123562"/>
                  <a:pt x="883704" y="118688"/>
                </a:cubicBezTo>
                <a:moveTo>
                  <a:pt x="883704" y="111757"/>
                </a:moveTo>
                <a:lnTo>
                  <a:pt x="883704" y="82037"/>
                </a:lnTo>
                <a:cubicBezTo>
                  <a:pt x="875981" y="86532"/>
                  <a:pt x="870284" y="91342"/>
                  <a:pt x="866613" y="96470"/>
                </a:cubicBezTo>
                <a:cubicBezTo>
                  <a:pt x="864144" y="99888"/>
                  <a:pt x="862910" y="103338"/>
                  <a:pt x="862910" y="106819"/>
                </a:cubicBezTo>
                <a:cubicBezTo>
                  <a:pt x="862910" y="109794"/>
                  <a:pt x="863954" y="112358"/>
                  <a:pt x="866043" y="114510"/>
                </a:cubicBezTo>
                <a:cubicBezTo>
                  <a:pt x="867626" y="116219"/>
                  <a:pt x="869841" y="117074"/>
                  <a:pt x="872690" y="117074"/>
                </a:cubicBezTo>
                <a:cubicBezTo>
                  <a:pt x="875792" y="117074"/>
                  <a:pt x="879463" y="115302"/>
                  <a:pt x="883704" y="111757"/>
                </a:cubicBezTo>
                <a:close/>
                <a:moveTo>
                  <a:pt x="966691" y="3038"/>
                </a:moveTo>
                <a:lnTo>
                  <a:pt x="966691" y="113371"/>
                </a:lnTo>
                <a:cubicBezTo>
                  <a:pt x="966691" y="119638"/>
                  <a:pt x="967418" y="123626"/>
                  <a:pt x="968874" y="125335"/>
                </a:cubicBezTo>
                <a:cubicBezTo>
                  <a:pt x="970267" y="127170"/>
                  <a:pt x="973115" y="128183"/>
                  <a:pt x="977420" y="128373"/>
                </a:cubicBezTo>
                <a:lnTo>
                  <a:pt x="977420" y="131791"/>
                </a:lnTo>
                <a:lnTo>
                  <a:pt x="929470" y="131791"/>
                </a:lnTo>
                <a:lnTo>
                  <a:pt x="929470" y="128373"/>
                </a:lnTo>
                <a:cubicBezTo>
                  <a:pt x="933331" y="128310"/>
                  <a:pt x="936243" y="127170"/>
                  <a:pt x="938205" y="124955"/>
                </a:cubicBezTo>
                <a:cubicBezTo>
                  <a:pt x="939408" y="123562"/>
                  <a:pt x="940041" y="119701"/>
                  <a:pt x="940104" y="113371"/>
                </a:cubicBezTo>
                <a:lnTo>
                  <a:pt x="940104" y="21459"/>
                </a:lnTo>
                <a:cubicBezTo>
                  <a:pt x="940041" y="15319"/>
                  <a:pt x="939313" y="11331"/>
                  <a:pt x="937921" y="9495"/>
                </a:cubicBezTo>
                <a:cubicBezTo>
                  <a:pt x="936465" y="7849"/>
                  <a:pt x="933648" y="6868"/>
                  <a:pt x="929470" y="6552"/>
                </a:cubicBezTo>
                <a:lnTo>
                  <a:pt x="929470" y="3038"/>
                </a:lnTo>
                <a:lnTo>
                  <a:pt x="966691" y="3038"/>
                </a:lnTo>
                <a:close/>
                <a:moveTo>
                  <a:pt x="1059172" y="108908"/>
                </a:moveTo>
                <a:lnTo>
                  <a:pt x="1062116" y="111187"/>
                </a:lnTo>
                <a:cubicBezTo>
                  <a:pt x="1057875" y="119100"/>
                  <a:pt x="1052684" y="124923"/>
                  <a:pt x="1046544" y="128658"/>
                </a:cubicBezTo>
                <a:cubicBezTo>
                  <a:pt x="1040277" y="132583"/>
                  <a:pt x="1033631" y="134513"/>
                  <a:pt x="1026604" y="134450"/>
                </a:cubicBezTo>
                <a:cubicBezTo>
                  <a:pt x="1014704" y="134450"/>
                  <a:pt x="1005240" y="129987"/>
                  <a:pt x="998214" y="121062"/>
                </a:cubicBezTo>
                <a:cubicBezTo>
                  <a:pt x="991061" y="112137"/>
                  <a:pt x="987516" y="101407"/>
                  <a:pt x="987580" y="88874"/>
                </a:cubicBezTo>
                <a:cubicBezTo>
                  <a:pt x="987580" y="76847"/>
                  <a:pt x="990808" y="66212"/>
                  <a:pt x="997264" y="56970"/>
                </a:cubicBezTo>
                <a:cubicBezTo>
                  <a:pt x="1005050" y="45893"/>
                  <a:pt x="1015780" y="40354"/>
                  <a:pt x="1029453" y="40354"/>
                </a:cubicBezTo>
                <a:cubicBezTo>
                  <a:pt x="1038631" y="40354"/>
                  <a:pt x="1045942" y="42664"/>
                  <a:pt x="1051386" y="47285"/>
                </a:cubicBezTo>
                <a:cubicBezTo>
                  <a:pt x="1056767" y="51970"/>
                  <a:pt x="1059457" y="57129"/>
                  <a:pt x="1059457" y="62762"/>
                </a:cubicBezTo>
                <a:cubicBezTo>
                  <a:pt x="1059457" y="66370"/>
                  <a:pt x="1058381" y="69251"/>
                  <a:pt x="1056229" y="71403"/>
                </a:cubicBezTo>
                <a:cubicBezTo>
                  <a:pt x="1053950" y="73618"/>
                  <a:pt x="1051070" y="74694"/>
                  <a:pt x="1047588" y="74631"/>
                </a:cubicBezTo>
                <a:cubicBezTo>
                  <a:pt x="1043790" y="74631"/>
                  <a:pt x="1040720" y="73397"/>
                  <a:pt x="1038378" y="70928"/>
                </a:cubicBezTo>
                <a:cubicBezTo>
                  <a:pt x="1035909" y="68523"/>
                  <a:pt x="1034390" y="64123"/>
                  <a:pt x="1033820" y="57730"/>
                </a:cubicBezTo>
                <a:cubicBezTo>
                  <a:pt x="1033377" y="53805"/>
                  <a:pt x="1032459" y="51020"/>
                  <a:pt x="1031067" y="49374"/>
                </a:cubicBezTo>
                <a:cubicBezTo>
                  <a:pt x="1029611" y="47792"/>
                  <a:pt x="1027902" y="47000"/>
                  <a:pt x="1025940" y="47000"/>
                </a:cubicBezTo>
                <a:cubicBezTo>
                  <a:pt x="1022901" y="47000"/>
                  <a:pt x="1020306" y="48615"/>
                  <a:pt x="1018154" y="51843"/>
                </a:cubicBezTo>
                <a:cubicBezTo>
                  <a:pt x="1014799" y="56717"/>
                  <a:pt x="1013153" y="64187"/>
                  <a:pt x="1013216" y="74251"/>
                </a:cubicBezTo>
                <a:cubicBezTo>
                  <a:pt x="1013216" y="82607"/>
                  <a:pt x="1014545" y="90583"/>
                  <a:pt x="1017204" y="98179"/>
                </a:cubicBezTo>
                <a:cubicBezTo>
                  <a:pt x="1019799" y="105901"/>
                  <a:pt x="1023439" y="111598"/>
                  <a:pt x="1028123" y="115270"/>
                </a:cubicBezTo>
                <a:cubicBezTo>
                  <a:pt x="1031605" y="118055"/>
                  <a:pt x="1035719" y="119416"/>
                  <a:pt x="1040467" y="119353"/>
                </a:cubicBezTo>
                <a:cubicBezTo>
                  <a:pt x="1043569" y="119353"/>
                  <a:pt x="1046512" y="118625"/>
                  <a:pt x="1049297" y="117169"/>
                </a:cubicBezTo>
                <a:cubicBezTo>
                  <a:pt x="1052019" y="115776"/>
                  <a:pt x="1055311" y="113023"/>
                  <a:pt x="1059172" y="108908"/>
                </a:cubicBezTo>
                <a:close/>
                <a:moveTo>
                  <a:pt x="1157446" y="43013"/>
                </a:moveTo>
                <a:lnTo>
                  <a:pt x="1157446" y="112516"/>
                </a:lnTo>
                <a:cubicBezTo>
                  <a:pt x="1157446" y="119353"/>
                  <a:pt x="1158079" y="123562"/>
                  <a:pt x="1159345" y="125145"/>
                </a:cubicBezTo>
                <a:cubicBezTo>
                  <a:pt x="1160548" y="126854"/>
                  <a:pt x="1163111" y="127930"/>
                  <a:pt x="1167036" y="128373"/>
                </a:cubicBezTo>
                <a:lnTo>
                  <a:pt x="1167036" y="131791"/>
                </a:lnTo>
                <a:lnTo>
                  <a:pt x="1130860" y="131791"/>
                </a:lnTo>
                <a:lnTo>
                  <a:pt x="1130860" y="119922"/>
                </a:lnTo>
                <a:cubicBezTo>
                  <a:pt x="1126555" y="124986"/>
                  <a:pt x="1122314" y="128658"/>
                  <a:pt x="1118136" y="130937"/>
                </a:cubicBezTo>
                <a:cubicBezTo>
                  <a:pt x="1113832" y="133342"/>
                  <a:pt x="1109084" y="134513"/>
                  <a:pt x="1103894" y="134450"/>
                </a:cubicBezTo>
                <a:cubicBezTo>
                  <a:pt x="1098830" y="134513"/>
                  <a:pt x="1094399" y="132962"/>
                  <a:pt x="1090601" y="129797"/>
                </a:cubicBezTo>
                <a:cubicBezTo>
                  <a:pt x="1086676" y="126759"/>
                  <a:pt x="1084049" y="123182"/>
                  <a:pt x="1082720" y="119068"/>
                </a:cubicBezTo>
                <a:cubicBezTo>
                  <a:pt x="1081390" y="115017"/>
                  <a:pt x="1080726" y="107832"/>
                  <a:pt x="1080726" y="97514"/>
                </a:cubicBezTo>
                <a:lnTo>
                  <a:pt x="1080726" y="62288"/>
                </a:lnTo>
                <a:cubicBezTo>
                  <a:pt x="1080726" y="55578"/>
                  <a:pt x="1080124" y="51400"/>
                  <a:pt x="1078922" y="49754"/>
                </a:cubicBezTo>
                <a:cubicBezTo>
                  <a:pt x="1077592" y="48172"/>
                  <a:pt x="1074997" y="47095"/>
                  <a:pt x="1071136" y="46526"/>
                </a:cubicBezTo>
                <a:lnTo>
                  <a:pt x="1071136" y="43013"/>
                </a:lnTo>
                <a:lnTo>
                  <a:pt x="1107312" y="43013"/>
                </a:lnTo>
                <a:lnTo>
                  <a:pt x="1107312" y="103686"/>
                </a:lnTo>
                <a:cubicBezTo>
                  <a:pt x="1107249" y="110079"/>
                  <a:pt x="1107565" y="114162"/>
                  <a:pt x="1108261" y="115935"/>
                </a:cubicBezTo>
                <a:cubicBezTo>
                  <a:pt x="1108831" y="117770"/>
                  <a:pt x="1109781" y="119163"/>
                  <a:pt x="1111110" y="120112"/>
                </a:cubicBezTo>
                <a:cubicBezTo>
                  <a:pt x="1112313" y="121062"/>
                  <a:pt x="1113800" y="121537"/>
                  <a:pt x="1115573" y="121537"/>
                </a:cubicBezTo>
                <a:cubicBezTo>
                  <a:pt x="1117851" y="121600"/>
                  <a:pt x="1119909" y="120999"/>
                  <a:pt x="1121744" y="119733"/>
                </a:cubicBezTo>
                <a:cubicBezTo>
                  <a:pt x="1124276" y="118150"/>
                  <a:pt x="1127315" y="114827"/>
                  <a:pt x="1130860" y="109763"/>
                </a:cubicBezTo>
                <a:lnTo>
                  <a:pt x="1130860" y="62288"/>
                </a:lnTo>
                <a:cubicBezTo>
                  <a:pt x="1130860" y="55578"/>
                  <a:pt x="1130258" y="51400"/>
                  <a:pt x="1129056" y="49754"/>
                </a:cubicBezTo>
                <a:cubicBezTo>
                  <a:pt x="1127726" y="48172"/>
                  <a:pt x="1125131" y="47095"/>
                  <a:pt x="1121270" y="46526"/>
                </a:cubicBezTo>
                <a:lnTo>
                  <a:pt x="1121270" y="43013"/>
                </a:lnTo>
                <a:lnTo>
                  <a:pt x="1157446" y="43013"/>
                </a:lnTo>
                <a:close/>
                <a:moveTo>
                  <a:pt x="1215841" y="3038"/>
                </a:moveTo>
                <a:lnTo>
                  <a:pt x="1215841" y="113371"/>
                </a:lnTo>
                <a:cubicBezTo>
                  <a:pt x="1215841" y="119638"/>
                  <a:pt x="1216568" y="123626"/>
                  <a:pt x="1218024" y="125335"/>
                </a:cubicBezTo>
                <a:cubicBezTo>
                  <a:pt x="1219417" y="127170"/>
                  <a:pt x="1222265" y="128183"/>
                  <a:pt x="1226570" y="128373"/>
                </a:cubicBezTo>
                <a:lnTo>
                  <a:pt x="1226570" y="131791"/>
                </a:lnTo>
                <a:lnTo>
                  <a:pt x="1178620" y="131791"/>
                </a:lnTo>
                <a:lnTo>
                  <a:pt x="1178620" y="128373"/>
                </a:lnTo>
                <a:cubicBezTo>
                  <a:pt x="1182481" y="128310"/>
                  <a:pt x="1185393" y="127170"/>
                  <a:pt x="1187355" y="124955"/>
                </a:cubicBezTo>
                <a:cubicBezTo>
                  <a:pt x="1188558" y="123562"/>
                  <a:pt x="1189191" y="119701"/>
                  <a:pt x="1189254" y="113371"/>
                </a:cubicBezTo>
                <a:lnTo>
                  <a:pt x="1189254" y="21459"/>
                </a:lnTo>
                <a:cubicBezTo>
                  <a:pt x="1189191" y="15319"/>
                  <a:pt x="1188463" y="11331"/>
                  <a:pt x="1187071" y="9495"/>
                </a:cubicBezTo>
                <a:cubicBezTo>
                  <a:pt x="1185615" y="7849"/>
                  <a:pt x="1182798" y="6868"/>
                  <a:pt x="1178620" y="6552"/>
                </a:cubicBezTo>
                <a:lnTo>
                  <a:pt x="1178620" y="3038"/>
                </a:lnTo>
                <a:lnTo>
                  <a:pt x="1215841" y="3038"/>
                </a:lnTo>
                <a:close/>
                <a:moveTo>
                  <a:pt x="1284774" y="118688"/>
                </a:moveTo>
                <a:cubicBezTo>
                  <a:pt x="1273950" y="128310"/>
                  <a:pt x="1264234" y="133089"/>
                  <a:pt x="1255625" y="133026"/>
                </a:cubicBezTo>
                <a:cubicBezTo>
                  <a:pt x="1250497" y="133026"/>
                  <a:pt x="1246288" y="131348"/>
                  <a:pt x="1242996" y="127993"/>
                </a:cubicBezTo>
                <a:cubicBezTo>
                  <a:pt x="1239641" y="124765"/>
                  <a:pt x="1237964" y="120619"/>
                  <a:pt x="1237964" y="115555"/>
                </a:cubicBezTo>
                <a:cubicBezTo>
                  <a:pt x="1237964" y="108845"/>
                  <a:pt x="1240876" y="102736"/>
                  <a:pt x="1246699" y="97229"/>
                </a:cubicBezTo>
                <a:cubicBezTo>
                  <a:pt x="1252460" y="91912"/>
                  <a:pt x="1265151" y="84727"/>
                  <a:pt x="1284774" y="75676"/>
                </a:cubicBezTo>
                <a:lnTo>
                  <a:pt x="1284774" y="66750"/>
                </a:lnTo>
                <a:cubicBezTo>
                  <a:pt x="1284711" y="60104"/>
                  <a:pt x="1284363" y="55863"/>
                  <a:pt x="1283730" y="54027"/>
                </a:cubicBezTo>
                <a:cubicBezTo>
                  <a:pt x="1282907" y="52318"/>
                  <a:pt x="1281515" y="50799"/>
                  <a:pt x="1279552" y="49469"/>
                </a:cubicBezTo>
                <a:cubicBezTo>
                  <a:pt x="1277527" y="48266"/>
                  <a:pt x="1275248" y="47633"/>
                  <a:pt x="1272716" y="47570"/>
                </a:cubicBezTo>
                <a:cubicBezTo>
                  <a:pt x="1268601" y="47633"/>
                  <a:pt x="1265215" y="48551"/>
                  <a:pt x="1262556" y="50324"/>
                </a:cubicBezTo>
                <a:cubicBezTo>
                  <a:pt x="1260910" y="51463"/>
                  <a:pt x="1260087" y="52792"/>
                  <a:pt x="1260087" y="54312"/>
                </a:cubicBezTo>
                <a:cubicBezTo>
                  <a:pt x="1260024" y="55641"/>
                  <a:pt x="1260910" y="57287"/>
                  <a:pt x="1262746" y="59249"/>
                </a:cubicBezTo>
                <a:cubicBezTo>
                  <a:pt x="1265088" y="62034"/>
                  <a:pt x="1266291" y="64661"/>
                  <a:pt x="1266354" y="67130"/>
                </a:cubicBezTo>
                <a:cubicBezTo>
                  <a:pt x="1266354" y="70295"/>
                  <a:pt x="1265215" y="72922"/>
                  <a:pt x="1262936" y="75011"/>
                </a:cubicBezTo>
                <a:cubicBezTo>
                  <a:pt x="1260530" y="77226"/>
                  <a:pt x="1257492" y="78334"/>
                  <a:pt x="1253821" y="78334"/>
                </a:cubicBezTo>
                <a:cubicBezTo>
                  <a:pt x="1249833" y="78334"/>
                  <a:pt x="1246509" y="77131"/>
                  <a:pt x="1243851" y="74726"/>
                </a:cubicBezTo>
                <a:cubicBezTo>
                  <a:pt x="1241066" y="72384"/>
                  <a:pt x="1239705" y="69567"/>
                  <a:pt x="1239768" y="66275"/>
                </a:cubicBezTo>
                <a:cubicBezTo>
                  <a:pt x="1239768" y="61718"/>
                  <a:pt x="1241572" y="57350"/>
                  <a:pt x="1245180" y="53172"/>
                </a:cubicBezTo>
                <a:cubicBezTo>
                  <a:pt x="1248788" y="49121"/>
                  <a:pt x="1253821" y="45956"/>
                  <a:pt x="1260277" y="43677"/>
                </a:cubicBezTo>
                <a:cubicBezTo>
                  <a:pt x="1266734" y="41525"/>
                  <a:pt x="1273444" y="40417"/>
                  <a:pt x="1280407" y="40354"/>
                </a:cubicBezTo>
                <a:cubicBezTo>
                  <a:pt x="1288826" y="40417"/>
                  <a:pt x="1295504" y="42190"/>
                  <a:pt x="1300441" y="45671"/>
                </a:cubicBezTo>
                <a:cubicBezTo>
                  <a:pt x="1305252" y="49279"/>
                  <a:pt x="1308417" y="53172"/>
                  <a:pt x="1309936" y="57350"/>
                </a:cubicBezTo>
                <a:cubicBezTo>
                  <a:pt x="1310759" y="60009"/>
                  <a:pt x="1311202" y="66117"/>
                  <a:pt x="1311266" y="75676"/>
                </a:cubicBezTo>
                <a:lnTo>
                  <a:pt x="1311266" y="110143"/>
                </a:lnTo>
                <a:cubicBezTo>
                  <a:pt x="1311266" y="114257"/>
                  <a:pt x="1311424" y="116789"/>
                  <a:pt x="1311740" y="117739"/>
                </a:cubicBezTo>
                <a:cubicBezTo>
                  <a:pt x="1311994" y="118878"/>
                  <a:pt x="1312468" y="119669"/>
                  <a:pt x="1313165" y="120112"/>
                </a:cubicBezTo>
                <a:cubicBezTo>
                  <a:pt x="1313734" y="120619"/>
                  <a:pt x="1314462" y="120872"/>
                  <a:pt x="1315349" y="120872"/>
                </a:cubicBezTo>
                <a:cubicBezTo>
                  <a:pt x="1316931" y="120935"/>
                  <a:pt x="1318609" y="119764"/>
                  <a:pt x="1320381" y="117359"/>
                </a:cubicBezTo>
                <a:lnTo>
                  <a:pt x="1323229" y="119638"/>
                </a:lnTo>
                <a:cubicBezTo>
                  <a:pt x="1320001" y="124322"/>
                  <a:pt x="1316741" y="127708"/>
                  <a:pt x="1313450" y="129797"/>
                </a:cubicBezTo>
                <a:cubicBezTo>
                  <a:pt x="1309968" y="132013"/>
                  <a:pt x="1306107" y="133089"/>
                  <a:pt x="1301866" y="133026"/>
                </a:cubicBezTo>
                <a:cubicBezTo>
                  <a:pt x="1296802" y="133026"/>
                  <a:pt x="1292845" y="131823"/>
                  <a:pt x="1289997" y="129418"/>
                </a:cubicBezTo>
                <a:cubicBezTo>
                  <a:pt x="1287148" y="127139"/>
                  <a:pt x="1285407" y="123562"/>
                  <a:pt x="1284774" y="118688"/>
                </a:cubicBezTo>
                <a:moveTo>
                  <a:pt x="1284774" y="111757"/>
                </a:moveTo>
                <a:lnTo>
                  <a:pt x="1284774" y="82037"/>
                </a:lnTo>
                <a:cubicBezTo>
                  <a:pt x="1277052" y="86532"/>
                  <a:pt x="1271355" y="91342"/>
                  <a:pt x="1267683" y="96470"/>
                </a:cubicBezTo>
                <a:cubicBezTo>
                  <a:pt x="1265215" y="99888"/>
                  <a:pt x="1263980" y="103338"/>
                  <a:pt x="1263980" y="106819"/>
                </a:cubicBezTo>
                <a:cubicBezTo>
                  <a:pt x="1263980" y="109794"/>
                  <a:pt x="1265025" y="112358"/>
                  <a:pt x="1267114" y="114510"/>
                </a:cubicBezTo>
                <a:cubicBezTo>
                  <a:pt x="1268696" y="116219"/>
                  <a:pt x="1270912" y="117074"/>
                  <a:pt x="1273760" y="117074"/>
                </a:cubicBezTo>
                <a:cubicBezTo>
                  <a:pt x="1276862" y="117074"/>
                  <a:pt x="1280533" y="115302"/>
                  <a:pt x="1284774" y="111757"/>
                </a:cubicBezTo>
                <a:close/>
                <a:moveTo>
                  <a:pt x="1368236" y="10540"/>
                </a:moveTo>
                <a:lnTo>
                  <a:pt x="1368236" y="43013"/>
                </a:lnTo>
                <a:lnTo>
                  <a:pt x="1389315" y="43013"/>
                </a:lnTo>
                <a:lnTo>
                  <a:pt x="1389315" y="52413"/>
                </a:lnTo>
                <a:lnTo>
                  <a:pt x="1368236" y="52413"/>
                </a:lnTo>
                <a:lnTo>
                  <a:pt x="1368236" y="107199"/>
                </a:lnTo>
                <a:cubicBezTo>
                  <a:pt x="1368236" y="112390"/>
                  <a:pt x="1368489" y="115681"/>
                  <a:pt x="1368996" y="117074"/>
                </a:cubicBezTo>
                <a:cubicBezTo>
                  <a:pt x="1369376" y="118656"/>
                  <a:pt x="1370199" y="119859"/>
                  <a:pt x="1371465" y="120682"/>
                </a:cubicBezTo>
                <a:cubicBezTo>
                  <a:pt x="1372604" y="121632"/>
                  <a:pt x="1373712" y="122106"/>
                  <a:pt x="1374788" y="122106"/>
                </a:cubicBezTo>
                <a:cubicBezTo>
                  <a:pt x="1378839" y="122106"/>
                  <a:pt x="1382732" y="118973"/>
                  <a:pt x="1386467" y="112706"/>
                </a:cubicBezTo>
                <a:lnTo>
                  <a:pt x="1389315" y="114795"/>
                </a:lnTo>
                <a:cubicBezTo>
                  <a:pt x="1384125" y="126949"/>
                  <a:pt x="1375801" y="133026"/>
                  <a:pt x="1364343" y="133026"/>
                </a:cubicBezTo>
                <a:cubicBezTo>
                  <a:pt x="1358710" y="133026"/>
                  <a:pt x="1353962" y="131443"/>
                  <a:pt x="1350101" y="128278"/>
                </a:cubicBezTo>
                <a:cubicBezTo>
                  <a:pt x="1346113" y="125240"/>
                  <a:pt x="1343612" y="121758"/>
                  <a:pt x="1342600" y="117834"/>
                </a:cubicBezTo>
                <a:cubicBezTo>
                  <a:pt x="1341903" y="115681"/>
                  <a:pt x="1341587" y="109858"/>
                  <a:pt x="1341650" y="100363"/>
                </a:cubicBezTo>
                <a:lnTo>
                  <a:pt x="1341650" y="52413"/>
                </a:lnTo>
                <a:lnTo>
                  <a:pt x="1330066" y="52413"/>
                </a:lnTo>
                <a:lnTo>
                  <a:pt x="1330066" y="49089"/>
                </a:lnTo>
                <a:cubicBezTo>
                  <a:pt x="1338042" y="43519"/>
                  <a:pt x="1344847" y="37600"/>
                  <a:pt x="1350481" y="31334"/>
                </a:cubicBezTo>
                <a:cubicBezTo>
                  <a:pt x="1356051" y="25194"/>
                  <a:pt x="1360925" y="18262"/>
                  <a:pt x="1365103" y="10540"/>
                </a:cubicBezTo>
                <a:lnTo>
                  <a:pt x="1368236" y="10540"/>
                </a:lnTo>
                <a:close/>
                <a:moveTo>
                  <a:pt x="1421219" y="0"/>
                </a:moveTo>
                <a:cubicBezTo>
                  <a:pt x="1425270" y="0"/>
                  <a:pt x="1428752" y="1424"/>
                  <a:pt x="1431664" y="4273"/>
                </a:cubicBezTo>
                <a:cubicBezTo>
                  <a:pt x="1434512" y="7248"/>
                  <a:pt x="1435936" y="10729"/>
                  <a:pt x="1435936" y="14717"/>
                </a:cubicBezTo>
                <a:cubicBezTo>
                  <a:pt x="1435936" y="18832"/>
                  <a:pt x="1434512" y="22282"/>
                  <a:pt x="1431664" y="25067"/>
                </a:cubicBezTo>
                <a:cubicBezTo>
                  <a:pt x="1428688" y="27915"/>
                  <a:pt x="1425207" y="29340"/>
                  <a:pt x="1421219" y="29340"/>
                </a:cubicBezTo>
                <a:cubicBezTo>
                  <a:pt x="1417104" y="29340"/>
                  <a:pt x="1413655" y="27915"/>
                  <a:pt x="1410869" y="25067"/>
                </a:cubicBezTo>
                <a:cubicBezTo>
                  <a:pt x="1408021" y="22282"/>
                  <a:pt x="1406597" y="18832"/>
                  <a:pt x="1406597" y="14717"/>
                </a:cubicBezTo>
                <a:cubicBezTo>
                  <a:pt x="1406597" y="10729"/>
                  <a:pt x="1408021" y="7248"/>
                  <a:pt x="1410869" y="4273"/>
                </a:cubicBezTo>
                <a:cubicBezTo>
                  <a:pt x="1413655" y="1424"/>
                  <a:pt x="1417104" y="0"/>
                  <a:pt x="1421219" y="0"/>
                </a:cubicBezTo>
                <a:moveTo>
                  <a:pt x="1434512" y="43013"/>
                </a:moveTo>
                <a:lnTo>
                  <a:pt x="1434512" y="113371"/>
                </a:lnTo>
                <a:cubicBezTo>
                  <a:pt x="1434512" y="119638"/>
                  <a:pt x="1435240" y="123626"/>
                  <a:pt x="1436696" y="125335"/>
                </a:cubicBezTo>
                <a:cubicBezTo>
                  <a:pt x="1438089" y="127170"/>
                  <a:pt x="1440937" y="128183"/>
                  <a:pt x="1445241" y="128373"/>
                </a:cubicBezTo>
                <a:lnTo>
                  <a:pt x="1445241" y="131791"/>
                </a:lnTo>
                <a:lnTo>
                  <a:pt x="1397291" y="131791"/>
                </a:lnTo>
                <a:lnTo>
                  <a:pt x="1397291" y="128373"/>
                </a:lnTo>
                <a:cubicBezTo>
                  <a:pt x="1401153" y="128310"/>
                  <a:pt x="1404065" y="127170"/>
                  <a:pt x="1406027" y="124955"/>
                </a:cubicBezTo>
                <a:cubicBezTo>
                  <a:pt x="1407230" y="123562"/>
                  <a:pt x="1407863" y="119701"/>
                  <a:pt x="1407926" y="113371"/>
                </a:cubicBezTo>
                <a:lnTo>
                  <a:pt x="1407926" y="61528"/>
                </a:lnTo>
                <a:cubicBezTo>
                  <a:pt x="1407863" y="55324"/>
                  <a:pt x="1407135" y="51305"/>
                  <a:pt x="1405742" y="49469"/>
                </a:cubicBezTo>
                <a:cubicBezTo>
                  <a:pt x="1404286" y="47823"/>
                  <a:pt x="1401469" y="46842"/>
                  <a:pt x="1397291" y="46526"/>
                </a:cubicBezTo>
                <a:lnTo>
                  <a:pt x="1397291" y="43013"/>
                </a:lnTo>
                <a:lnTo>
                  <a:pt x="1434512" y="43013"/>
                </a:lnTo>
                <a:close/>
                <a:moveTo>
                  <a:pt x="1496419" y="40354"/>
                </a:moveTo>
                <a:cubicBezTo>
                  <a:pt x="1504078" y="40354"/>
                  <a:pt x="1511263" y="42348"/>
                  <a:pt x="1517973" y="46336"/>
                </a:cubicBezTo>
                <a:cubicBezTo>
                  <a:pt x="1524556" y="50387"/>
                  <a:pt x="1529620" y="56052"/>
                  <a:pt x="1533165" y="63332"/>
                </a:cubicBezTo>
                <a:cubicBezTo>
                  <a:pt x="1536583" y="70675"/>
                  <a:pt x="1538292" y="78714"/>
                  <a:pt x="1538292" y="87449"/>
                </a:cubicBezTo>
                <a:cubicBezTo>
                  <a:pt x="1538229" y="100109"/>
                  <a:pt x="1535032" y="110649"/>
                  <a:pt x="1528702" y="119068"/>
                </a:cubicBezTo>
                <a:cubicBezTo>
                  <a:pt x="1520916" y="129323"/>
                  <a:pt x="1510250" y="134450"/>
                  <a:pt x="1496704" y="134450"/>
                </a:cubicBezTo>
                <a:cubicBezTo>
                  <a:pt x="1483284" y="134513"/>
                  <a:pt x="1472998" y="129829"/>
                  <a:pt x="1465845" y="120397"/>
                </a:cubicBezTo>
                <a:cubicBezTo>
                  <a:pt x="1458629" y="111029"/>
                  <a:pt x="1455020" y="100173"/>
                  <a:pt x="1455020" y="87829"/>
                </a:cubicBezTo>
                <a:cubicBezTo>
                  <a:pt x="1455020" y="75106"/>
                  <a:pt x="1458723" y="63997"/>
                  <a:pt x="1466130" y="54502"/>
                </a:cubicBezTo>
                <a:cubicBezTo>
                  <a:pt x="1473409" y="45133"/>
                  <a:pt x="1483506" y="40417"/>
                  <a:pt x="1496419" y="40354"/>
                </a:cubicBezTo>
                <a:moveTo>
                  <a:pt x="1496799" y="47095"/>
                </a:moveTo>
                <a:cubicBezTo>
                  <a:pt x="1493570" y="47159"/>
                  <a:pt x="1490817" y="48361"/>
                  <a:pt x="1488538" y="50704"/>
                </a:cubicBezTo>
                <a:cubicBezTo>
                  <a:pt x="1486133" y="53236"/>
                  <a:pt x="1484613" y="58046"/>
                  <a:pt x="1483980" y="65136"/>
                </a:cubicBezTo>
                <a:cubicBezTo>
                  <a:pt x="1483221" y="72352"/>
                  <a:pt x="1482841" y="82354"/>
                  <a:pt x="1482841" y="95140"/>
                </a:cubicBezTo>
                <a:cubicBezTo>
                  <a:pt x="1482841" y="101914"/>
                  <a:pt x="1483284" y="108244"/>
                  <a:pt x="1484170" y="114130"/>
                </a:cubicBezTo>
                <a:cubicBezTo>
                  <a:pt x="1484803" y="118625"/>
                  <a:pt x="1486291" y="122043"/>
                  <a:pt x="1488633" y="124385"/>
                </a:cubicBezTo>
                <a:cubicBezTo>
                  <a:pt x="1490848" y="126791"/>
                  <a:pt x="1493444" y="127962"/>
                  <a:pt x="1496419" y="127898"/>
                </a:cubicBezTo>
                <a:cubicBezTo>
                  <a:pt x="1499267" y="127962"/>
                  <a:pt x="1501641" y="127170"/>
                  <a:pt x="1503540" y="125525"/>
                </a:cubicBezTo>
                <a:cubicBezTo>
                  <a:pt x="1505946" y="123436"/>
                  <a:pt x="1507591" y="120429"/>
                  <a:pt x="1508478" y="116504"/>
                </a:cubicBezTo>
                <a:cubicBezTo>
                  <a:pt x="1509680" y="110554"/>
                  <a:pt x="1510313" y="98400"/>
                  <a:pt x="1510377" y="80043"/>
                </a:cubicBezTo>
                <a:cubicBezTo>
                  <a:pt x="1510377" y="69346"/>
                  <a:pt x="1509775" y="61939"/>
                  <a:pt x="1508572" y="57825"/>
                </a:cubicBezTo>
                <a:cubicBezTo>
                  <a:pt x="1507306" y="53837"/>
                  <a:pt x="1505534" y="50925"/>
                  <a:pt x="1503255" y="49089"/>
                </a:cubicBezTo>
                <a:cubicBezTo>
                  <a:pt x="1501609" y="47760"/>
                  <a:pt x="1499457" y="47095"/>
                  <a:pt x="1496799" y="47095"/>
                </a:cubicBezTo>
                <a:close/>
                <a:moveTo>
                  <a:pt x="1588047" y="43013"/>
                </a:moveTo>
                <a:lnTo>
                  <a:pt x="1588047" y="54502"/>
                </a:lnTo>
                <a:cubicBezTo>
                  <a:pt x="1592605" y="49564"/>
                  <a:pt x="1596972" y="45956"/>
                  <a:pt x="1601150" y="43677"/>
                </a:cubicBezTo>
                <a:cubicBezTo>
                  <a:pt x="1605265" y="41525"/>
                  <a:pt x="1609759" y="40417"/>
                  <a:pt x="1614633" y="40354"/>
                </a:cubicBezTo>
                <a:cubicBezTo>
                  <a:pt x="1620393" y="40417"/>
                  <a:pt x="1625173" y="42000"/>
                  <a:pt x="1628971" y="45101"/>
                </a:cubicBezTo>
                <a:cubicBezTo>
                  <a:pt x="1632769" y="48330"/>
                  <a:pt x="1635301" y="52318"/>
                  <a:pt x="1636567" y="57065"/>
                </a:cubicBezTo>
                <a:cubicBezTo>
                  <a:pt x="1637579" y="60673"/>
                  <a:pt x="1638086" y="67605"/>
                  <a:pt x="1638086" y="77859"/>
                </a:cubicBezTo>
                <a:lnTo>
                  <a:pt x="1638086" y="112421"/>
                </a:lnTo>
                <a:cubicBezTo>
                  <a:pt x="1638086" y="119321"/>
                  <a:pt x="1638719" y="123562"/>
                  <a:pt x="1639985" y="125145"/>
                </a:cubicBezTo>
                <a:cubicBezTo>
                  <a:pt x="1641188" y="126854"/>
                  <a:pt x="1643751" y="127930"/>
                  <a:pt x="1647676" y="128373"/>
                </a:cubicBezTo>
                <a:lnTo>
                  <a:pt x="1647676" y="131791"/>
                </a:lnTo>
                <a:lnTo>
                  <a:pt x="1602764" y="131791"/>
                </a:lnTo>
                <a:lnTo>
                  <a:pt x="1602764" y="128373"/>
                </a:lnTo>
                <a:cubicBezTo>
                  <a:pt x="1606056" y="127993"/>
                  <a:pt x="1608461" y="126601"/>
                  <a:pt x="1609980" y="124195"/>
                </a:cubicBezTo>
                <a:cubicBezTo>
                  <a:pt x="1610993" y="122613"/>
                  <a:pt x="1611500" y="118688"/>
                  <a:pt x="1611500" y="112421"/>
                </a:cubicBezTo>
                <a:lnTo>
                  <a:pt x="1611500" y="72922"/>
                </a:lnTo>
                <a:cubicBezTo>
                  <a:pt x="1611500" y="65642"/>
                  <a:pt x="1611215" y="61053"/>
                  <a:pt x="1610645" y="59154"/>
                </a:cubicBezTo>
                <a:cubicBezTo>
                  <a:pt x="1610075" y="57255"/>
                  <a:pt x="1609126" y="55768"/>
                  <a:pt x="1607797" y="54691"/>
                </a:cubicBezTo>
                <a:cubicBezTo>
                  <a:pt x="1606341" y="53679"/>
                  <a:pt x="1604821" y="53172"/>
                  <a:pt x="1603239" y="53172"/>
                </a:cubicBezTo>
                <a:cubicBezTo>
                  <a:pt x="1597732" y="53172"/>
                  <a:pt x="1592668" y="57065"/>
                  <a:pt x="1588047" y="64851"/>
                </a:cubicBezTo>
                <a:lnTo>
                  <a:pt x="1588047" y="112421"/>
                </a:lnTo>
                <a:cubicBezTo>
                  <a:pt x="1588047" y="119068"/>
                  <a:pt x="1588680" y="123277"/>
                  <a:pt x="1589946" y="125050"/>
                </a:cubicBezTo>
                <a:cubicBezTo>
                  <a:pt x="1591149" y="126885"/>
                  <a:pt x="1593427" y="127993"/>
                  <a:pt x="1596782" y="128373"/>
                </a:cubicBezTo>
                <a:lnTo>
                  <a:pt x="1596782" y="131791"/>
                </a:lnTo>
                <a:lnTo>
                  <a:pt x="1551871" y="131791"/>
                </a:lnTo>
                <a:lnTo>
                  <a:pt x="1551871" y="128373"/>
                </a:lnTo>
                <a:cubicBezTo>
                  <a:pt x="1555542" y="127993"/>
                  <a:pt x="1558201" y="126791"/>
                  <a:pt x="1559847" y="124765"/>
                </a:cubicBezTo>
                <a:cubicBezTo>
                  <a:pt x="1560859" y="123372"/>
                  <a:pt x="1561397" y="119258"/>
                  <a:pt x="1561461" y="112421"/>
                </a:cubicBezTo>
                <a:lnTo>
                  <a:pt x="1561461" y="62288"/>
                </a:lnTo>
                <a:cubicBezTo>
                  <a:pt x="1561461" y="55578"/>
                  <a:pt x="1560859" y="51400"/>
                  <a:pt x="1559657" y="49754"/>
                </a:cubicBezTo>
                <a:cubicBezTo>
                  <a:pt x="1558327" y="48172"/>
                  <a:pt x="1555732" y="47095"/>
                  <a:pt x="1551871" y="46526"/>
                </a:cubicBezTo>
                <a:lnTo>
                  <a:pt x="1551871" y="43013"/>
                </a:lnTo>
                <a:lnTo>
                  <a:pt x="1588047" y="4301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66CAD-BBE3-44D9-9936-67E2265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903" y="461777"/>
            <a:ext cx="322652" cy="484687"/>
          </a:xfrm>
          <a:custGeom xmlns:a="http://schemas.openxmlformats.org/drawingml/2006/main">
            <a:pathLst>
              <a:path w="322652" h="484687" fill="none">
                <a:moveTo>
                  <a:pt x="0" y="484687"/>
                </a:moveTo>
                <a:lnTo>
                  <a:pt x="3226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AFAFAF"/>
            </a:solidFill>
            <a:custDash>
              <a:ds d="250000" sp="250000"/>
            </a:custDash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65277-172B-4A7F-B456-4B830972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903" y="1694101"/>
            <a:ext cx="322652" cy="443991"/>
          </a:xfrm>
          <a:custGeom xmlns:a="http://schemas.openxmlformats.org/drawingml/2006/main">
            <a:pathLst>
              <a:path w="322652" h="443991" fill="none">
                <a:moveTo>
                  <a:pt x="0" y="0"/>
                </a:moveTo>
                <a:lnTo>
                  <a:pt x="322652" y="443991"/>
                </a:lnTo>
              </a:path>
            </a:pathLst>
          </a:custGeom>
          <a:noFill xmlns:a="http://schemas.openxmlformats.org/drawingml/2006/main"/>
          <a:ln xmlns:a="http://schemas.openxmlformats.org/drawingml/2006/main" w="24307" cap="flat">
            <a:solidFill>
              <a:srgbClr val="AFAFAF"/>
            </a:solidFill>
            <a:custDash>
              <a:ds d="250000" sp="250000"/>
            </a:custDash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3107F-3DC8-4DDA-AA91-A8913E7F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063" y="489782"/>
            <a:ext cx="305627" cy="1623237"/>
          </a:xfrm>
          <a:custGeom xmlns:a="http://schemas.openxmlformats.org/drawingml/2006/main">
            <a:pathLst>
              <a:path w="305627" h="1623237">
                <a:moveTo>
                  <a:pt x="2526" y="464174"/>
                </a:moveTo>
                <a:cubicBezTo>
                  <a:pt x="2526" y="464174"/>
                  <a:pt x="0" y="1200262"/>
                  <a:pt x="2526" y="1200262"/>
                </a:cubicBezTo>
                <a:cubicBezTo>
                  <a:pt x="5052" y="1200262"/>
                  <a:pt x="305627" y="1623237"/>
                  <a:pt x="305627" y="1623237"/>
                </a:cubicBezTo>
                <a:lnTo>
                  <a:pt x="305627" y="0"/>
                </a:lnTo>
                <a:lnTo>
                  <a:pt x="2526" y="464174"/>
                </a:lnTo>
                <a:close/>
              </a:path>
            </a:pathLst>
          </a:custGeom>
          <a:solidFill xmlns:a="http://schemas.openxmlformats.org/drawingml/2006/main">
            <a:srgbClr val="EBE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B319B2-F0F2-4DA3-AA7E-5FECA67B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063" y="489782"/>
            <a:ext cx="305627" cy="1623237"/>
          </a:xfrm>
          <a:custGeom xmlns:a="http://schemas.openxmlformats.org/drawingml/2006/main">
            <a:pathLst>
              <a:path w="305627" h="1623237" fill="none">
                <a:moveTo>
                  <a:pt x="2526" y="464174"/>
                </a:moveTo>
                <a:cubicBezTo>
                  <a:pt x="2526" y="464174"/>
                  <a:pt x="0" y="1200262"/>
                  <a:pt x="2526" y="1200262"/>
                </a:cubicBezTo>
                <a:cubicBezTo>
                  <a:pt x="5052" y="1200262"/>
                  <a:pt x="305627" y="1623237"/>
                  <a:pt x="305627" y="1623237"/>
                </a:cubicBezTo>
                <a:lnTo>
                  <a:pt x="305627" y="0"/>
                </a:lnTo>
                <a:lnTo>
                  <a:pt x="2526" y="4641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flat">
            <a:solidFill>
              <a:srgbClr val="FFFFFF"/>
            </a:solidFill>
            <a:round/>
          </a:ln>
        </p:spPr>
      </p:sp>
      <p:sp>
        <p:nvSpPr>
          <p:cNvPr id="188" name="Text m">
            <a:extLst xmlns:a="http://schemas.openxmlformats.org/drawingml/2006/main">
              <a:ext uri="{FF2B5EF4-FFF2-40B4-BE49-F238E27FC236}">
                <a16:creationId xmlns:a16="http://schemas.microsoft.com/office/drawing/2014/main" id="{302D7494-8304-483F-8815-1B44D105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029" y="458072"/>
            <a:ext cx="135699" cy="82865"/>
          </a:xfrm>
          <a:custGeom xmlns:a="http://schemas.openxmlformats.org/drawingml/2006/main">
            <a:pathLst>
              <a:path w="135699" h="82865">
                <a:moveTo>
                  <a:pt x="32785" y="2409"/>
                </a:moveTo>
                <a:lnTo>
                  <a:pt x="32785" y="12993"/>
                </a:lnTo>
                <a:cubicBezTo>
                  <a:pt x="37144" y="8232"/>
                  <a:pt x="41246" y="4847"/>
                  <a:pt x="45090" y="2840"/>
                </a:cubicBezTo>
                <a:cubicBezTo>
                  <a:pt x="48761" y="947"/>
                  <a:pt x="52863" y="0"/>
                  <a:pt x="57395" y="0"/>
                </a:cubicBezTo>
                <a:cubicBezTo>
                  <a:pt x="62500" y="0"/>
                  <a:pt x="66831" y="1205"/>
                  <a:pt x="70388" y="3614"/>
                </a:cubicBezTo>
                <a:cubicBezTo>
                  <a:pt x="73887" y="6081"/>
                  <a:pt x="76583" y="9752"/>
                  <a:pt x="78477" y="14628"/>
                </a:cubicBezTo>
                <a:cubicBezTo>
                  <a:pt x="83008" y="9523"/>
                  <a:pt x="87426" y="5794"/>
                  <a:pt x="91728" y="3442"/>
                </a:cubicBezTo>
                <a:cubicBezTo>
                  <a:pt x="95916" y="1147"/>
                  <a:pt x="100304" y="0"/>
                  <a:pt x="104894" y="0"/>
                </a:cubicBezTo>
                <a:cubicBezTo>
                  <a:pt x="110401" y="57"/>
                  <a:pt x="114847" y="1319"/>
                  <a:pt x="118231" y="3786"/>
                </a:cubicBezTo>
                <a:cubicBezTo>
                  <a:pt x="121501" y="6425"/>
                  <a:pt x="123796" y="9666"/>
                  <a:pt x="125115" y="13510"/>
                </a:cubicBezTo>
                <a:cubicBezTo>
                  <a:pt x="126377" y="17468"/>
                  <a:pt x="127008" y="23749"/>
                  <a:pt x="127008" y="32354"/>
                </a:cubicBezTo>
                <a:lnTo>
                  <a:pt x="127008" y="65311"/>
                </a:lnTo>
                <a:cubicBezTo>
                  <a:pt x="127008" y="71564"/>
                  <a:pt x="127582" y="75407"/>
                  <a:pt x="128729" y="76842"/>
                </a:cubicBezTo>
                <a:cubicBezTo>
                  <a:pt x="129819" y="78391"/>
                  <a:pt x="132142" y="79366"/>
                  <a:pt x="135699" y="79767"/>
                </a:cubicBezTo>
                <a:lnTo>
                  <a:pt x="135699" y="82865"/>
                </a:lnTo>
                <a:lnTo>
                  <a:pt x="94137" y="82865"/>
                </a:lnTo>
                <a:lnTo>
                  <a:pt x="94137" y="79767"/>
                </a:lnTo>
                <a:cubicBezTo>
                  <a:pt x="97407" y="79538"/>
                  <a:pt x="99817" y="78276"/>
                  <a:pt x="101366" y="75981"/>
                </a:cubicBezTo>
                <a:cubicBezTo>
                  <a:pt x="102398" y="74490"/>
                  <a:pt x="102914" y="70933"/>
                  <a:pt x="102914" y="65311"/>
                </a:cubicBezTo>
                <a:lnTo>
                  <a:pt x="102914" y="30719"/>
                </a:lnTo>
                <a:cubicBezTo>
                  <a:pt x="102914" y="23606"/>
                  <a:pt x="102628" y="19045"/>
                  <a:pt x="102054" y="17038"/>
                </a:cubicBezTo>
                <a:cubicBezTo>
                  <a:pt x="101423" y="15087"/>
                  <a:pt x="100534" y="13624"/>
                  <a:pt x="99386" y="12649"/>
                </a:cubicBezTo>
                <a:cubicBezTo>
                  <a:pt x="98067" y="11731"/>
                  <a:pt x="96604" y="11272"/>
                  <a:pt x="94998" y="11272"/>
                </a:cubicBezTo>
                <a:cubicBezTo>
                  <a:pt x="92474" y="11272"/>
                  <a:pt x="89978" y="12162"/>
                  <a:pt x="87512" y="13940"/>
                </a:cubicBezTo>
                <a:cubicBezTo>
                  <a:pt x="84988" y="15776"/>
                  <a:pt x="82435" y="18501"/>
                  <a:pt x="79853" y="22115"/>
                </a:cubicBezTo>
                <a:lnTo>
                  <a:pt x="79853" y="65311"/>
                </a:lnTo>
                <a:cubicBezTo>
                  <a:pt x="79853" y="71162"/>
                  <a:pt x="80341" y="74805"/>
                  <a:pt x="81316" y="76239"/>
                </a:cubicBezTo>
                <a:cubicBezTo>
                  <a:pt x="82578" y="78419"/>
                  <a:pt x="85102" y="79595"/>
                  <a:pt x="88888" y="79767"/>
                </a:cubicBezTo>
                <a:lnTo>
                  <a:pt x="88888" y="82865"/>
                </a:lnTo>
                <a:lnTo>
                  <a:pt x="47241" y="82865"/>
                </a:lnTo>
                <a:lnTo>
                  <a:pt x="47241" y="79767"/>
                </a:lnTo>
                <a:cubicBezTo>
                  <a:pt x="49478" y="79710"/>
                  <a:pt x="51256" y="79136"/>
                  <a:pt x="52576" y="78046"/>
                </a:cubicBezTo>
                <a:cubicBezTo>
                  <a:pt x="53838" y="77128"/>
                  <a:pt x="54698" y="75924"/>
                  <a:pt x="55157" y="74432"/>
                </a:cubicBezTo>
                <a:cubicBezTo>
                  <a:pt x="55559" y="73113"/>
                  <a:pt x="55760" y="70072"/>
                  <a:pt x="55760" y="65311"/>
                </a:cubicBezTo>
                <a:lnTo>
                  <a:pt x="55760" y="30719"/>
                </a:lnTo>
                <a:cubicBezTo>
                  <a:pt x="55760" y="23434"/>
                  <a:pt x="55473" y="18873"/>
                  <a:pt x="54899" y="17038"/>
                </a:cubicBezTo>
                <a:cubicBezTo>
                  <a:pt x="54268" y="15259"/>
                  <a:pt x="53322" y="13825"/>
                  <a:pt x="52060" y="12735"/>
                </a:cubicBezTo>
                <a:cubicBezTo>
                  <a:pt x="50683" y="11703"/>
                  <a:pt x="49220" y="11186"/>
                  <a:pt x="47671" y="11186"/>
                </a:cubicBezTo>
                <a:cubicBezTo>
                  <a:pt x="45319" y="11186"/>
                  <a:pt x="43225" y="11789"/>
                  <a:pt x="41390" y="12993"/>
                </a:cubicBezTo>
                <a:cubicBezTo>
                  <a:pt x="38636" y="14829"/>
                  <a:pt x="35768" y="17869"/>
                  <a:pt x="32785" y="22115"/>
                </a:cubicBezTo>
                <a:lnTo>
                  <a:pt x="32785" y="65311"/>
                </a:lnTo>
                <a:cubicBezTo>
                  <a:pt x="32785" y="70990"/>
                  <a:pt x="33358" y="74719"/>
                  <a:pt x="34506" y="76497"/>
                </a:cubicBezTo>
                <a:cubicBezTo>
                  <a:pt x="35596" y="78333"/>
                  <a:pt x="37919" y="79423"/>
                  <a:pt x="41476" y="79767"/>
                </a:cubicBezTo>
                <a:lnTo>
                  <a:pt x="41476" y="82865"/>
                </a:lnTo>
                <a:lnTo>
                  <a:pt x="0" y="82865"/>
                </a:lnTo>
                <a:lnTo>
                  <a:pt x="0" y="79767"/>
                </a:lnTo>
                <a:cubicBezTo>
                  <a:pt x="3327" y="79423"/>
                  <a:pt x="5737" y="78333"/>
                  <a:pt x="7228" y="76497"/>
                </a:cubicBezTo>
                <a:cubicBezTo>
                  <a:pt x="8146" y="75235"/>
                  <a:pt x="8634" y="71507"/>
                  <a:pt x="8691" y="65311"/>
                </a:cubicBezTo>
                <a:lnTo>
                  <a:pt x="8691" y="19877"/>
                </a:lnTo>
                <a:cubicBezTo>
                  <a:pt x="8691" y="13797"/>
                  <a:pt x="8146" y="10010"/>
                  <a:pt x="7056" y="8519"/>
                </a:cubicBezTo>
                <a:cubicBezTo>
                  <a:pt x="5851" y="7085"/>
                  <a:pt x="3499" y="6109"/>
                  <a:pt x="0" y="5593"/>
                </a:cubicBezTo>
                <a:lnTo>
                  <a:pt x="0" y="2409"/>
                </a:lnTo>
                <a:lnTo>
                  <a:pt x="32785" y="240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1">
            <a:extLst xmlns:a="http://schemas.openxmlformats.org/drawingml/2006/main">
              <a:ext uri="{FF2B5EF4-FFF2-40B4-BE49-F238E27FC236}">
                <a16:creationId xmlns:a16="http://schemas.microsoft.com/office/drawing/2014/main" id="{7CFE3EFF-69DF-4DBA-84DB-18DA99BE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345" y="482068"/>
            <a:ext cx="43440" cy="82132"/>
          </a:xfrm>
          <a:custGeom xmlns:a="http://schemas.openxmlformats.org/drawingml/2006/main">
            <a:pathLst>
              <a:path w="43440" h="82132">
                <a:moveTo>
                  <a:pt x="31571" y="0"/>
                </a:moveTo>
                <a:lnTo>
                  <a:pt x="31571" y="65813"/>
                </a:lnTo>
                <a:cubicBezTo>
                  <a:pt x="31571" y="70758"/>
                  <a:pt x="31789" y="73903"/>
                  <a:pt x="32224" y="75248"/>
                </a:cubicBezTo>
                <a:cubicBezTo>
                  <a:pt x="32619" y="76633"/>
                  <a:pt x="33529" y="77760"/>
                  <a:pt x="34954" y="78631"/>
                </a:cubicBezTo>
                <a:cubicBezTo>
                  <a:pt x="36299" y="79541"/>
                  <a:pt x="38514" y="79976"/>
                  <a:pt x="41600" y="79936"/>
                </a:cubicBezTo>
                <a:lnTo>
                  <a:pt x="43440" y="79936"/>
                </a:lnTo>
                <a:lnTo>
                  <a:pt x="43440" y="82132"/>
                </a:lnTo>
                <a:lnTo>
                  <a:pt x="1068" y="82132"/>
                </a:lnTo>
                <a:lnTo>
                  <a:pt x="1068" y="79936"/>
                </a:lnTo>
                <a:lnTo>
                  <a:pt x="3205" y="79936"/>
                </a:lnTo>
                <a:cubicBezTo>
                  <a:pt x="6607" y="79936"/>
                  <a:pt x="9060" y="79541"/>
                  <a:pt x="10563" y="78750"/>
                </a:cubicBezTo>
                <a:cubicBezTo>
                  <a:pt x="11987" y="77998"/>
                  <a:pt x="12977" y="76910"/>
                  <a:pt x="13530" y="75486"/>
                </a:cubicBezTo>
                <a:cubicBezTo>
                  <a:pt x="14045" y="74141"/>
                  <a:pt x="14302" y="70916"/>
                  <a:pt x="14302" y="65813"/>
                </a:cubicBezTo>
                <a:lnTo>
                  <a:pt x="14302" y="24094"/>
                </a:lnTo>
                <a:cubicBezTo>
                  <a:pt x="14302" y="20375"/>
                  <a:pt x="14124" y="18041"/>
                  <a:pt x="13768" y="17091"/>
                </a:cubicBezTo>
                <a:cubicBezTo>
                  <a:pt x="13412" y="16221"/>
                  <a:pt x="12759" y="15429"/>
                  <a:pt x="11809" y="14717"/>
                </a:cubicBezTo>
                <a:cubicBezTo>
                  <a:pt x="10781" y="14084"/>
                  <a:pt x="9653" y="13768"/>
                  <a:pt x="8427" y="13768"/>
                </a:cubicBezTo>
                <a:cubicBezTo>
                  <a:pt x="6409" y="13807"/>
                  <a:pt x="3956" y="14440"/>
                  <a:pt x="1068" y="15667"/>
                </a:cubicBezTo>
                <a:lnTo>
                  <a:pt x="0" y="13530"/>
                </a:lnTo>
                <a:lnTo>
                  <a:pt x="29613" y="0"/>
                </a:lnTo>
                <a:lnTo>
                  <a:pt x="31571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(1+1)*">
            <a:extLst xmlns:a="http://schemas.openxmlformats.org/drawingml/2006/main">
              <a:ext uri="{FF2B5EF4-FFF2-40B4-BE49-F238E27FC236}">
                <a16:creationId xmlns:a16="http://schemas.microsoft.com/office/drawing/2014/main" id="{79E5A6E0-89BB-4632-98E6-D5008984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565" y="1068268"/>
            <a:ext cx="478396" cy="154630"/>
          </a:xfrm>
          <a:custGeom xmlns:a="http://schemas.openxmlformats.org/drawingml/2006/main">
            <a:pathLst>
              <a:path w="478396" h="154630">
                <a:moveTo>
                  <a:pt x="49564" y="0"/>
                </a:moveTo>
                <a:lnTo>
                  <a:pt x="49564" y="3958"/>
                </a:lnTo>
                <a:cubicBezTo>
                  <a:pt x="43598" y="7917"/>
                  <a:pt x="39210" y="11731"/>
                  <a:pt x="36399" y="15403"/>
                </a:cubicBezTo>
                <a:cubicBezTo>
                  <a:pt x="32440" y="20566"/>
                  <a:pt x="29400" y="27191"/>
                  <a:pt x="27277" y="35280"/>
                </a:cubicBezTo>
                <a:cubicBezTo>
                  <a:pt x="24524" y="45376"/>
                  <a:pt x="23147" y="59402"/>
                  <a:pt x="23147" y="77358"/>
                </a:cubicBezTo>
                <a:cubicBezTo>
                  <a:pt x="23147" y="94396"/>
                  <a:pt x="24409" y="107590"/>
                  <a:pt x="26933" y="116940"/>
                </a:cubicBezTo>
                <a:cubicBezTo>
                  <a:pt x="29400" y="126406"/>
                  <a:pt x="32785" y="134007"/>
                  <a:pt x="37087" y="139743"/>
                </a:cubicBezTo>
                <a:cubicBezTo>
                  <a:pt x="40070" y="143816"/>
                  <a:pt x="44229" y="147344"/>
                  <a:pt x="49564" y="150327"/>
                </a:cubicBezTo>
                <a:lnTo>
                  <a:pt x="49564" y="154630"/>
                </a:lnTo>
                <a:cubicBezTo>
                  <a:pt x="35682" y="150041"/>
                  <a:pt x="23979" y="140546"/>
                  <a:pt x="14456" y="126148"/>
                </a:cubicBezTo>
                <a:cubicBezTo>
                  <a:pt x="4819" y="111864"/>
                  <a:pt x="0" y="95428"/>
                  <a:pt x="0" y="76842"/>
                </a:cubicBezTo>
                <a:cubicBezTo>
                  <a:pt x="0" y="58542"/>
                  <a:pt x="4790" y="42279"/>
                  <a:pt x="14370" y="28052"/>
                </a:cubicBezTo>
                <a:cubicBezTo>
                  <a:pt x="23893" y="13940"/>
                  <a:pt x="35624" y="4589"/>
                  <a:pt x="49564" y="0"/>
                </a:cubicBezTo>
                <a:close/>
                <a:moveTo>
                  <a:pt x="111107" y="258"/>
                </a:moveTo>
                <a:lnTo>
                  <a:pt x="111107" y="95686"/>
                </a:lnTo>
                <a:cubicBezTo>
                  <a:pt x="111107" y="102857"/>
                  <a:pt x="111423" y="107418"/>
                  <a:pt x="112054" y="109368"/>
                </a:cubicBezTo>
                <a:cubicBezTo>
                  <a:pt x="112628" y="111376"/>
                  <a:pt x="113947" y="113011"/>
                  <a:pt x="116012" y="114273"/>
                </a:cubicBezTo>
                <a:cubicBezTo>
                  <a:pt x="117963" y="115592"/>
                  <a:pt x="121175" y="116223"/>
                  <a:pt x="125650" y="116166"/>
                </a:cubicBezTo>
                <a:lnTo>
                  <a:pt x="128317" y="116166"/>
                </a:lnTo>
                <a:lnTo>
                  <a:pt x="128317" y="119350"/>
                </a:lnTo>
                <a:lnTo>
                  <a:pt x="66878" y="119350"/>
                </a:lnTo>
                <a:lnTo>
                  <a:pt x="66878" y="116166"/>
                </a:lnTo>
                <a:lnTo>
                  <a:pt x="69976" y="116166"/>
                </a:lnTo>
                <a:cubicBezTo>
                  <a:pt x="74909" y="116166"/>
                  <a:pt x="78466" y="115592"/>
                  <a:pt x="80646" y="114445"/>
                </a:cubicBezTo>
                <a:cubicBezTo>
                  <a:pt x="82711" y="113355"/>
                  <a:pt x="84145" y="111777"/>
                  <a:pt x="84948" y="109712"/>
                </a:cubicBezTo>
                <a:cubicBezTo>
                  <a:pt x="85694" y="107762"/>
                  <a:pt x="86067" y="103087"/>
                  <a:pt x="86067" y="95686"/>
                </a:cubicBezTo>
                <a:lnTo>
                  <a:pt x="86067" y="35194"/>
                </a:lnTo>
                <a:cubicBezTo>
                  <a:pt x="86067" y="29802"/>
                  <a:pt x="85809" y="26417"/>
                  <a:pt x="85293" y="25040"/>
                </a:cubicBezTo>
                <a:cubicBezTo>
                  <a:pt x="84776" y="23778"/>
                  <a:pt x="83830" y="22631"/>
                  <a:pt x="82453" y="21598"/>
                </a:cubicBezTo>
                <a:cubicBezTo>
                  <a:pt x="80962" y="20680"/>
                  <a:pt x="79327" y="20221"/>
                  <a:pt x="77548" y="20221"/>
                </a:cubicBezTo>
                <a:cubicBezTo>
                  <a:pt x="74623" y="20279"/>
                  <a:pt x="71066" y="21197"/>
                  <a:pt x="66878" y="22975"/>
                </a:cubicBezTo>
                <a:lnTo>
                  <a:pt x="65329" y="19877"/>
                </a:lnTo>
                <a:lnTo>
                  <a:pt x="108268" y="258"/>
                </a:lnTo>
                <a:lnTo>
                  <a:pt x="111107" y="258"/>
                </a:lnTo>
                <a:close/>
                <a:moveTo>
                  <a:pt x="148307" y="55329"/>
                </a:moveTo>
                <a:lnTo>
                  <a:pt x="189696" y="55329"/>
                </a:lnTo>
                <a:lnTo>
                  <a:pt x="189696" y="14026"/>
                </a:lnTo>
                <a:lnTo>
                  <a:pt x="200969" y="14026"/>
                </a:lnTo>
                <a:lnTo>
                  <a:pt x="200969" y="55329"/>
                </a:lnTo>
                <a:lnTo>
                  <a:pt x="242358" y="55329"/>
                </a:lnTo>
                <a:lnTo>
                  <a:pt x="242358" y="66688"/>
                </a:lnTo>
                <a:lnTo>
                  <a:pt x="200969" y="66688"/>
                </a:lnTo>
                <a:lnTo>
                  <a:pt x="200969" y="107647"/>
                </a:lnTo>
                <a:lnTo>
                  <a:pt x="189696" y="107647"/>
                </a:lnTo>
                <a:lnTo>
                  <a:pt x="189696" y="66688"/>
                </a:lnTo>
                <a:lnTo>
                  <a:pt x="148307" y="66688"/>
                </a:lnTo>
                <a:lnTo>
                  <a:pt x="148307" y="55329"/>
                </a:lnTo>
                <a:close/>
                <a:moveTo>
                  <a:pt x="305565" y="258"/>
                </a:moveTo>
                <a:lnTo>
                  <a:pt x="305565" y="95686"/>
                </a:lnTo>
                <a:cubicBezTo>
                  <a:pt x="305565" y="102857"/>
                  <a:pt x="305881" y="107418"/>
                  <a:pt x="306512" y="109368"/>
                </a:cubicBezTo>
                <a:cubicBezTo>
                  <a:pt x="307086" y="111376"/>
                  <a:pt x="308405" y="113011"/>
                  <a:pt x="310470" y="114273"/>
                </a:cubicBezTo>
                <a:cubicBezTo>
                  <a:pt x="312421" y="115592"/>
                  <a:pt x="315633" y="116223"/>
                  <a:pt x="320108" y="116166"/>
                </a:cubicBezTo>
                <a:lnTo>
                  <a:pt x="322775" y="116166"/>
                </a:lnTo>
                <a:lnTo>
                  <a:pt x="322775" y="119350"/>
                </a:lnTo>
                <a:lnTo>
                  <a:pt x="261336" y="119350"/>
                </a:lnTo>
                <a:lnTo>
                  <a:pt x="261336" y="116166"/>
                </a:lnTo>
                <a:lnTo>
                  <a:pt x="264434" y="116166"/>
                </a:lnTo>
                <a:cubicBezTo>
                  <a:pt x="269367" y="116166"/>
                  <a:pt x="272924" y="115592"/>
                  <a:pt x="275104" y="114445"/>
                </a:cubicBezTo>
                <a:cubicBezTo>
                  <a:pt x="277169" y="113355"/>
                  <a:pt x="278603" y="111777"/>
                  <a:pt x="279406" y="109712"/>
                </a:cubicBezTo>
                <a:cubicBezTo>
                  <a:pt x="280152" y="107762"/>
                  <a:pt x="280525" y="103087"/>
                  <a:pt x="280525" y="95686"/>
                </a:cubicBezTo>
                <a:lnTo>
                  <a:pt x="280525" y="35194"/>
                </a:lnTo>
                <a:cubicBezTo>
                  <a:pt x="280525" y="29802"/>
                  <a:pt x="280267" y="26417"/>
                  <a:pt x="279751" y="25040"/>
                </a:cubicBezTo>
                <a:cubicBezTo>
                  <a:pt x="279234" y="23778"/>
                  <a:pt x="278288" y="22631"/>
                  <a:pt x="276911" y="21598"/>
                </a:cubicBezTo>
                <a:cubicBezTo>
                  <a:pt x="275420" y="20680"/>
                  <a:pt x="273785" y="20221"/>
                  <a:pt x="272006" y="20221"/>
                </a:cubicBezTo>
                <a:cubicBezTo>
                  <a:pt x="269081" y="20279"/>
                  <a:pt x="265524" y="21197"/>
                  <a:pt x="261336" y="22975"/>
                </a:cubicBezTo>
                <a:lnTo>
                  <a:pt x="259787" y="19877"/>
                </a:lnTo>
                <a:lnTo>
                  <a:pt x="302726" y="258"/>
                </a:lnTo>
                <a:lnTo>
                  <a:pt x="305565" y="258"/>
                </a:lnTo>
                <a:close/>
                <a:moveTo>
                  <a:pt x="341475" y="154630"/>
                </a:moveTo>
                <a:lnTo>
                  <a:pt x="341475" y="150672"/>
                </a:lnTo>
                <a:cubicBezTo>
                  <a:pt x="347384" y="146713"/>
                  <a:pt x="351772" y="142870"/>
                  <a:pt x="354641" y="139141"/>
                </a:cubicBezTo>
                <a:cubicBezTo>
                  <a:pt x="358484" y="133978"/>
                  <a:pt x="361524" y="127381"/>
                  <a:pt x="363762" y="119350"/>
                </a:cubicBezTo>
                <a:cubicBezTo>
                  <a:pt x="366515" y="109311"/>
                  <a:pt x="367892" y="95256"/>
                  <a:pt x="367892" y="77186"/>
                </a:cubicBezTo>
                <a:cubicBezTo>
                  <a:pt x="367892" y="60263"/>
                  <a:pt x="366659" y="47069"/>
                  <a:pt x="364192" y="37603"/>
                </a:cubicBezTo>
                <a:cubicBezTo>
                  <a:pt x="361668" y="28253"/>
                  <a:pt x="358255" y="20680"/>
                  <a:pt x="353952" y="14886"/>
                </a:cubicBezTo>
                <a:cubicBezTo>
                  <a:pt x="350912" y="10871"/>
                  <a:pt x="346753" y="7343"/>
                  <a:pt x="341475" y="4302"/>
                </a:cubicBezTo>
                <a:lnTo>
                  <a:pt x="341475" y="0"/>
                </a:lnTo>
                <a:cubicBezTo>
                  <a:pt x="355300" y="4647"/>
                  <a:pt x="367032" y="14112"/>
                  <a:pt x="376669" y="28396"/>
                </a:cubicBezTo>
                <a:cubicBezTo>
                  <a:pt x="386192" y="42795"/>
                  <a:pt x="390982" y="59259"/>
                  <a:pt x="391039" y="77788"/>
                </a:cubicBezTo>
                <a:cubicBezTo>
                  <a:pt x="390982" y="96145"/>
                  <a:pt x="386192" y="112351"/>
                  <a:pt x="376669" y="126406"/>
                </a:cubicBezTo>
                <a:cubicBezTo>
                  <a:pt x="367032" y="140633"/>
                  <a:pt x="355300" y="150041"/>
                  <a:pt x="341475" y="154630"/>
                </a:cubicBezTo>
                <a:close/>
                <a:moveTo>
                  <a:pt x="442514" y="33989"/>
                </a:moveTo>
                <a:cubicBezTo>
                  <a:pt x="442284" y="30662"/>
                  <a:pt x="441969" y="28138"/>
                  <a:pt x="441567" y="26417"/>
                </a:cubicBezTo>
                <a:cubicBezTo>
                  <a:pt x="440994" y="24696"/>
                  <a:pt x="439818" y="22029"/>
                  <a:pt x="438039" y="18414"/>
                </a:cubicBezTo>
                <a:cubicBezTo>
                  <a:pt x="436146" y="14800"/>
                  <a:pt x="435200" y="11989"/>
                  <a:pt x="435200" y="9982"/>
                </a:cubicBezTo>
                <a:cubicBezTo>
                  <a:pt x="435200" y="7343"/>
                  <a:pt x="436146" y="5020"/>
                  <a:pt x="438039" y="3012"/>
                </a:cubicBezTo>
                <a:cubicBezTo>
                  <a:pt x="439818" y="1061"/>
                  <a:pt x="441854" y="57"/>
                  <a:pt x="444149" y="0"/>
                </a:cubicBezTo>
                <a:cubicBezTo>
                  <a:pt x="446615" y="57"/>
                  <a:pt x="448767" y="975"/>
                  <a:pt x="450602" y="2754"/>
                </a:cubicBezTo>
                <a:cubicBezTo>
                  <a:pt x="452381" y="4647"/>
                  <a:pt x="453270" y="7085"/>
                  <a:pt x="453270" y="10068"/>
                </a:cubicBezTo>
                <a:cubicBezTo>
                  <a:pt x="453270" y="12420"/>
                  <a:pt x="452381" y="15259"/>
                  <a:pt x="450602" y="18587"/>
                </a:cubicBezTo>
                <a:cubicBezTo>
                  <a:pt x="448767" y="21971"/>
                  <a:pt x="447648" y="24495"/>
                  <a:pt x="447247" y="26159"/>
                </a:cubicBezTo>
                <a:cubicBezTo>
                  <a:pt x="446673" y="27995"/>
                  <a:pt x="446271" y="30605"/>
                  <a:pt x="446042" y="33989"/>
                </a:cubicBezTo>
                <a:cubicBezTo>
                  <a:pt x="449197" y="32727"/>
                  <a:pt x="451492" y="31580"/>
                  <a:pt x="452926" y="30547"/>
                </a:cubicBezTo>
                <a:cubicBezTo>
                  <a:pt x="454303" y="29629"/>
                  <a:pt x="456339" y="27708"/>
                  <a:pt x="459035" y="24782"/>
                </a:cubicBezTo>
                <a:cubicBezTo>
                  <a:pt x="462592" y="20939"/>
                  <a:pt x="466063" y="19017"/>
                  <a:pt x="469447" y="19017"/>
                </a:cubicBezTo>
                <a:cubicBezTo>
                  <a:pt x="471914" y="19074"/>
                  <a:pt x="474036" y="19906"/>
                  <a:pt x="475815" y="21512"/>
                </a:cubicBezTo>
                <a:cubicBezTo>
                  <a:pt x="477536" y="23176"/>
                  <a:pt x="478396" y="25155"/>
                  <a:pt x="478396" y="27450"/>
                </a:cubicBezTo>
                <a:cubicBezTo>
                  <a:pt x="478396" y="29974"/>
                  <a:pt x="477335" y="32154"/>
                  <a:pt x="475212" y="33989"/>
                </a:cubicBezTo>
                <a:cubicBezTo>
                  <a:pt x="473032" y="35882"/>
                  <a:pt x="470279" y="36829"/>
                  <a:pt x="466952" y="36829"/>
                </a:cubicBezTo>
                <a:cubicBezTo>
                  <a:pt x="465804" y="36829"/>
                  <a:pt x="463768" y="36743"/>
                  <a:pt x="460842" y="36571"/>
                </a:cubicBezTo>
                <a:cubicBezTo>
                  <a:pt x="459465" y="36513"/>
                  <a:pt x="457974" y="36485"/>
                  <a:pt x="456368" y="36485"/>
                </a:cubicBezTo>
                <a:cubicBezTo>
                  <a:pt x="454188" y="36485"/>
                  <a:pt x="450975" y="36599"/>
                  <a:pt x="446730" y="36829"/>
                </a:cubicBezTo>
                <a:cubicBezTo>
                  <a:pt x="449197" y="39697"/>
                  <a:pt x="451119" y="41619"/>
                  <a:pt x="452495" y="42594"/>
                </a:cubicBezTo>
                <a:cubicBezTo>
                  <a:pt x="453872" y="43742"/>
                  <a:pt x="456253" y="45147"/>
                  <a:pt x="459638" y="46811"/>
                </a:cubicBezTo>
                <a:cubicBezTo>
                  <a:pt x="462965" y="48532"/>
                  <a:pt x="465403" y="50367"/>
                  <a:pt x="466952" y="52318"/>
                </a:cubicBezTo>
                <a:cubicBezTo>
                  <a:pt x="468042" y="53809"/>
                  <a:pt x="468587" y="55645"/>
                  <a:pt x="468587" y="57825"/>
                </a:cubicBezTo>
                <a:cubicBezTo>
                  <a:pt x="468529" y="60349"/>
                  <a:pt x="467697" y="62414"/>
                  <a:pt x="466091" y="64020"/>
                </a:cubicBezTo>
                <a:cubicBezTo>
                  <a:pt x="464370" y="65741"/>
                  <a:pt x="462362" y="66602"/>
                  <a:pt x="460068" y="66602"/>
                </a:cubicBezTo>
                <a:cubicBezTo>
                  <a:pt x="457544" y="66602"/>
                  <a:pt x="455335" y="65569"/>
                  <a:pt x="453442" y="63504"/>
                </a:cubicBezTo>
                <a:cubicBezTo>
                  <a:pt x="451434" y="61554"/>
                  <a:pt x="450057" y="57940"/>
                  <a:pt x="449312" y="52662"/>
                </a:cubicBezTo>
                <a:cubicBezTo>
                  <a:pt x="448853" y="49335"/>
                  <a:pt x="448365" y="46868"/>
                  <a:pt x="447849" y="45262"/>
                </a:cubicBezTo>
                <a:cubicBezTo>
                  <a:pt x="447218" y="43770"/>
                  <a:pt x="446042" y="41504"/>
                  <a:pt x="444321" y="38464"/>
                </a:cubicBezTo>
                <a:cubicBezTo>
                  <a:pt x="442370" y="41562"/>
                  <a:pt x="441108" y="43914"/>
                  <a:pt x="440535" y="45520"/>
                </a:cubicBezTo>
                <a:cubicBezTo>
                  <a:pt x="439846" y="47183"/>
                  <a:pt x="439301" y="49564"/>
                  <a:pt x="438900" y="52662"/>
                </a:cubicBezTo>
                <a:cubicBezTo>
                  <a:pt x="438097" y="57940"/>
                  <a:pt x="436777" y="61525"/>
                  <a:pt x="434942" y="63418"/>
                </a:cubicBezTo>
                <a:cubicBezTo>
                  <a:pt x="432991" y="65426"/>
                  <a:pt x="430782" y="66401"/>
                  <a:pt x="428316" y="66344"/>
                </a:cubicBezTo>
                <a:cubicBezTo>
                  <a:pt x="425906" y="66401"/>
                  <a:pt x="423899" y="65598"/>
                  <a:pt x="422292" y="63934"/>
                </a:cubicBezTo>
                <a:cubicBezTo>
                  <a:pt x="420571" y="62328"/>
                  <a:pt x="419711" y="60406"/>
                  <a:pt x="419711" y="58169"/>
                </a:cubicBezTo>
                <a:cubicBezTo>
                  <a:pt x="419711" y="55874"/>
                  <a:pt x="420371" y="53809"/>
                  <a:pt x="421690" y="51974"/>
                </a:cubicBezTo>
                <a:cubicBezTo>
                  <a:pt x="422895" y="50253"/>
                  <a:pt x="425275" y="48388"/>
                  <a:pt x="428832" y="46380"/>
                </a:cubicBezTo>
                <a:cubicBezTo>
                  <a:pt x="432274" y="44487"/>
                  <a:pt x="434655" y="43053"/>
                  <a:pt x="435974" y="42078"/>
                </a:cubicBezTo>
                <a:cubicBezTo>
                  <a:pt x="437236" y="41160"/>
                  <a:pt x="439158" y="39410"/>
                  <a:pt x="441739" y="36829"/>
                </a:cubicBezTo>
                <a:lnTo>
                  <a:pt x="432532" y="36485"/>
                </a:lnTo>
                <a:cubicBezTo>
                  <a:pt x="430869" y="36485"/>
                  <a:pt x="429348" y="36513"/>
                  <a:pt x="427972" y="36571"/>
                </a:cubicBezTo>
                <a:cubicBezTo>
                  <a:pt x="424587" y="36858"/>
                  <a:pt x="422264" y="36972"/>
                  <a:pt x="421002" y="36915"/>
                </a:cubicBezTo>
                <a:cubicBezTo>
                  <a:pt x="417732" y="36915"/>
                  <a:pt x="415064" y="35997"/>
                  <a:pt x="412999" y="34161"/>
                </a:cubicBezTo>
                <a:cubicBezTo>
                  <a:pt x="410934" y="32383"/>
                  <a:pt x="409901" y="30203"/>
                  <a:pt x="409901" y="27622"/>
                </a:cubicBezTo>
                <a:cubicBezTo>
                  <a:pt x="409901" y="25327"/>
                  <a:pt x="410762" y="23291"/>
                  <a:pt x="412483" y="21512"/>
                </a:cubicBezTo>
                <a:cubicBezTo>
                  <a:pt x="414089" y="19906"/>
                  <a:pt x="416212" y="19074"/>
                  <a:pt x="418850" y="19017"/>
                </a:cubicBezTo>
                <a:cubicBezTo>
                  <a:pt x="422407" y="19017"/>
                  <a:pt x="425878" y="20738"/>
                  <a:pt x="429262" y="24180"/>
                </a:cubicBezTo>
                <a:cubicBezTo>
                  <a:pt x="432590" y="27622"/>
                  <a:pt x="434741" y="29716"/>
                  <a:pt x="435716" y="30461"/>
                </a:cubicBezTo>
                <a:cubicBezTo>
                  <a:pt x="437035" y="31437"/>
                  <a:pt x="439301" y="32613"/>
                  <a:pt x="442514" y="33989"/>
                </a:cubicBez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(763+544)">
            <a:extLst xmlns:a="http://schemas.openxmlformats.org/drawingml/2006/main">
              <a:ext uri="{FF2B5EF4-FFF2-40B4-BE49-F238E27FC236}">
                <a16:creationId xmlns:a16="http://schemas.microsoft.com/office/drawing/2014/main" id="{02DF4E96-06D0-4C36-9288-0A7C3A6D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836" y="1268803"/>
            <a:ext cx="755649" cy="154630"/>
          </a:xfrm>
          <a:custGeom xmlns:a="http://schemas.openxmlformats.org/drawingml/2006/main">
            <a:pathLst>
              <a:path w="755649" h="154630">
                <a:moveTo>
                  <a:pt x="49564" y="0"/>
                </a:moveTo>
                <a:lnTo>
                  <a:pt x="49564" y="3958"/>
                </a:lnTo>
                <a:cubicBezTo>
                  <a:pt x="43598" y="7917"/>
                  <a:pt x="39210" y="11731"/>
                  <a:pt x="36399" y="15403"/>
                </a:cubicBezTo>
                <a:cubicBezTo>
                  <a:pt x="32440" y="20566"/>
                  <a:pt x="29400" y="27191"/>
                  <a:pt x="27277" y="35280"/>
                </a:cubicBezTo>
                <a:cubicBezTo>
                  <a:pt x="24524" y="45376"/>
                  <a:pt x="23147" y="59402"/>
                  <a:pt x="23147" y="77358"/>
                </a:cubicBezTo>
                <a:cubicBezTo>
                  <a:pt x="23147" y="94396"/>
                  <a:pt x="24409" y="107590"/>
                  <a:pt x="26933" y="116940"/>
                </a:cubicBezTo>
                <a:cubicBezTo>
                  <a:pt x="29400" y="126406"/>
                  <a:pt x="32785" y="134007"/>
                  <a:pt x="37087" y="139743"/>
                </a:cubicBezTo>
                <a:cubicBezTo>
                  <a:pt x="40070" y="143816"/>
                  <a:pt x="44229" y="147344"/>
                  <a:pt x="49564" y="150327"/>
                </a:cubicBezTo>
                <a:lnTo>
                  <a:pt x="49564" y="154630"/>
                </a:lnTo>
                <a:cubicBezTo>
                  <a:pt x="35682" y="150041"/>
                  <a:pt x="23979" y="140546"/>
                  <a:pt x="14456" y="126148"/>
                </a:cubicBezTo>
                <a:cubicBezTo>
                  <a:pt x="4819" y="111864"/>
                  <a:pt x="0" y="95428"/>
                  <a:pt x="0" y="76842"/>
                </a:cubicBezTo>
                <a:cubicBezTo>
                  <a:pt x="0" y="58542"/>
                  <a:pt x="4790" y="42279"/>
                  <a:pt x="14370" y="28052"/>
                </a:cubicBezTo>
                <a:cubicBezTo>
                  <a:pt x="23893" y="13940"/>
                  <a:pt x="35624" y="4589"/>
                  <a:pt x="49564" y="0"/>
                </a:cubicBezTo>
                <a:close/>
                <a:moveTo>
                  <a:pt x="84948" y="121759"/>
                </a:moveTo>
                <a:lnTo>
                  <a:pt x="116700" y="25470"/>
                </a:lnTo>
                <a:lnTo>
                  <a:pt x="92520" y="25470"/>
                </a:lnTo>
                <a:cubicBezTo>
                  <a:pt x="82997" y="25470"/>
                  <a:pt x="75884" y="26704"/>
                  <a:pt x="71180" y="29171"/>
                </a:cubicBezTo>
                <a:cubicBezTo>
                  <a:pt x="67795" y="30949"/>
                  <a:pt x="65042" y="34190"/>
                  <a:pt x="62919" y="38894"/>
                </a:cubicBezTo>
                <a:lnTo>
                  <a:pt x="59649" y="38894"/>
                </a:lnTo>
                <a:lnTo>
                  <a:pt x="68082" y="2668"/>
                </a:lnTo>
                <a:lnTo>
                  <a:pt x="137610" y="2668"/>
                </a:lnTo>
                <a:lnTo>
                  <a:pt x="98457" y="121759"/>
                </a:lnTo>
                <a:lnTo>
                  <a:pt x="84948" y="121759"/>
                </a:lnTo>
                <a:close/>
                <a:moveTo>
                  <a:pt x="227644" y="258"/>
                </a:moveTo>
                <a:lnTo>
                  <a:pt x="227644" y="2668"/>
                </a:lnTo>
                <a:cubicBezTo>
                  <a:pt x="217203" y="5364"/>
                  <a:pt x="208885" y="8748"/>
                  <a:pt x="202690" y="12821"/>
                </a:cubicBezTo>
                <a:cubicBezTo>
                  <a:pt x="196379" y="17066"/>
                  <a:pt x="191417" y="22115"/>
                  <a:pt x="187803" y="27966"/>
                </a:cubicBezTo>
                <a:cubicBezTo>
                  <a:pt x="184074" y="33932"/>
                  <a:pt x="181235" y="41303"/>
                  <a:pt x="179284" y="50080"/>
                </a:cubicBezTo>
                <a:cubicBezTo>
                  <a:pt x="181751" y="48359"/>
                  <a:pt x="183845" y="47241"/>
                  <a:pt x="185566" y="46725"/>
                </a:cubicBezTo>
                <a:cubicBezTo>
                  <a:pt x="189237" y="45635"/>
                  <a:pt x="192995" y="45061"/>
                  <a:pt x="196838" y="45004"/>
                </a:cubicBezTo>
                <a:cubicBezTo>
                  <a:pt x="205500" y="45061"/>
                  <a:pt x="212786" y="48216"/>
                  <a:pt x="218695" y="54469"/>
                </a:cubicBezTo>
                <a:cubicBezTo>
                  <a:pt x="224431" y="60894"/>
                  <a:pt x="227328" y="69556"/>
                  <a:pt x="227386" y="80456"/>
                </a:cubicBezTo>
                <a:cubicBezTo>
                  <a:pt x="227386" y="88143"/>
                  <a:pt x="225808" y="95199"/>
                  <a:pt x="222653" y="101624"/>
                </a:cubicBezTo>
                <a:cubicBezTo>
                  <a:pt x="219440" y="108106"/>
                  <a:pt x="214966" y="113068"/>
                  <a:pt x="209229" y="116510"/>
                </a:cubicBezTo>
                <a:cubicBezTo>
                  <a:pt x="203435" y="120067"/>
                  <a:pt x="197240" y="121817"/>
                  <a:pt x="190643" y="121759"/>
                </a:cubicBezTo>
                <a:cubicBezTo>
                  <a:pt x="183472" y="121759"/>
                  <a:pt x="176846" y="119780"/>
                  <a:pt x="170765" y="115822"/>
                </a:cubicBezTo>
                <a:cubicBezTo>
                  <a:pt x="164627" y="111978"/>
                  <a:pt x="159895" y="106242"/>
                  <a:pt x="156567" y="98612"/>
                </a:cubicBezTo>
                <a:cubicBezTo>
                  <a:pt x="153125" y="91040"/>
                  <a:pt x="151404" y="82808"/>
                  <a:pt x="151404" y="73916"/>
                </a:cubicBezTo>
                <a:cubicBezTo>
                  <a:pt x="151404" y="60837"/>
                  <a:pt x="154560" y="48646"/>
                  <a:pt x="160870" y="37345"/>
                </a:cubicBezTo>
                <a:cubicBezTo>
                  <a:pt x="167065" y="26101"/>
                  <a:pt x="175986" y="17124"/>
                  <a:pt x="187631" y="10412"/>
                </a:cubicBezTo>
                <a:cubicBezTo>
                  <a:pt x="199162" y="3815"/>
                  <a:pt x="212499" y="430"/>
                  <a:pt x="227644" y="258"/>
                </a:cubicBezTo>
                <a:moveTo>
                  <a:pt x="178166" y="57050"/>
                </a:moveTo>
                <a:cubicBezTo>
                  <a:pt x="177707" y="64967"/>
                  <a:pt x="177477" y="70761"/>
                  <a:pt x="177477" y="74432"/>
                </a:cubicBezTo>
                <a:cubicBezTo>
                  <a:pt x="177477" y="82349"/>
                  <a:pt x="178252" y="90007"/>
                  <a:pt x="179801" y="97407"/>
                </a:cubicBezTo>
                <a:cubicBezTo>
                  <a:pt x="181235" y="104808"/>
                  <a:pt x="183300" y="109999"/>
                  <a:pt x="185996" y="112982"/>
                </a:cubicBezTo>
                <a:cubicBezTo>
                  <a:pt x="187889" y="115162"/>
                  <a:pt x="190126" y="116223"/>
                  <a:pt x="192708" y="116166"/>
                </a:cubicBezTo>
                <a:cubicBezTo>
                  <a:pt x="195347" y="116166"/>
                  <a:pt x="197699" y="114617"/>
                  <a:pt x="199764" y="111519"/>
                </a:cubicBezTo>
                <a:cubicBezTo>
                  <a:pt x="201829" y="108536"/>
                  <a:pt x="202862" y="102312"/>
                  <a:pt x="202862" y="92847"/>
                </a:cubicBezTo>
                <a:cubicBezTo>
                  <a:pt x="202862" y="77014"/>
                  <a:pt x="200940" y="66086"/>
                  <a:pt x="197096" y="60062"/>
                </a:cubicBezTo>
                <a:cubicBezTo>
                  <a:pt x="194572" y="56219"/>
                  <a:pt x="191245" y="54268"/>
                  <a:pt x="187115" y="54211"/>
                </a:cubicBezTo>
                <a:cubicBezTo>
                  <a:pt x="184763" y="54211"/>
                  <a:pt x="181780" y="55157"/>
                  <a:pt x="178166" y="57050"/>
                </a:cubicBezTo>
                <a:close/>
                <a:moveTo>
                  <a:pt x="262090" y="60837"/>
                </a:moveTo>
                <a:lnTo>
                  <a:pt x="262090" y="57825"/>
                </a:lnTo>
                <a:cubicBezTo>
                  <a:pt x="268630" y="55932"/>
                  <a:pt x="273162" y="54153"/>
                  <a:pt x="275686" y="52490"/>
                </a:cubicBezTo>
                <a:cubicBezTo>
                  <a:pt x="278152" y="50884"/>
                  <a:pt x="280332" y="48388"/>
                  <a:pt x="282225" y="45004"/>
                </a:cubicBezTo>
                <a:cubicBezTo>
                  <a:pt x="284004" y="41676"/>
                  <a:pt x="284922" y="38292"/>
                  <a:pt x="284979" y="34850"/>
                </a:cubicBezTo>
                <a:cubicBezTo>
                  <a:pt x="284979" y="30146"/>
                  <a:pt x="283258" y="26044"/>
                  <a:pt x="279816" y="22545"/>
                </a:cubicBezTo>
                <a:cubicBezTo>
                  <a:pt x="276259" y="19218"/>
                  <a:pt x="271928" y="17525"/>
                  <a:pt x="266823" y="17468"/>
                </a:cubicBezTo>
                <a:cubicBezTo>
                  <a:pt x="258734" y="17468"/>
                  <a:pt x="251908" y="21713"/>
                  <a:pt x="246343" y="30203"/>
                </a:cubicBezTo>
                <a:lnTo>
                  <a:pt x="243159" y="29085"/>
                </a:lnTo>
                <a:cubicBezTo>
                  <a:pt x="247290" y="19562"/>
                  <a:pt x="252596" y="12362"/>
                  <a:pt x="259078" y="7486"/>
                </a:cubicBezTo>
                <a:cubicBezTo>
                  <a:pt x="265503" y="2668"/>
                  <a:pt x="272674" y="258"/>
                  <a:pt x="280591" y="258"/>
                </a:cubicBezTo>
                <a:cubicBezTo>
                  <a:pt x="288679" y="316"/>
                  <a:pt x="295362" y="2782"/>
                  <a:pt x="300640" y="7658"/>
                </a:cubicBezTo>
                <a:cubicBezTo>
                  <a:pt x="305860" y="12592"/>
                  <a:pt x="308470" y="18357"/>
                  <a:pt x="308470" y="24954"/>
                </a:cubicBezTo>
                <a:cubicBezTo>
                  <a:pt x="308470" y="29257"/>
                  <a:pt x="307266" y="33387"/>
                  <a:pt x="304856" y="37345"/>
                </a:cubicBezTo>
                <a:cubicBezTo>
                  <a:pt x="302332" y="41418"/>
                  <a:pt x="298489" y="44946"/>
                  <a:pt x="293326" y="47929"/>
                </a:cubicBezTo>
                <a:cubicBezTo>
                  <a:pt x="300038" y="51256"/>
                  <a:pt x="305172" y="55272"/>
                  <a:pt x="308729" y="59976"/>
                </a:cubicBezTo>
                <a:cubicBezTo>
                  <a:pt x="312228" y="64795"/>
                  <a:pt x="313978" y="70818"/>
                  <a:pt x="313978" y="78046"/>
                </a:cubicBezTo>
                <a:cubicBezTo>
                  <a:pt x="313978" y="90208"/>
                  <a:pt x="309589" y="100534"/>
                  <a:pt x="300812" y="109024"/>
                </a:cubicBezTo>
                <a:cubicBezTo>
                  <a:pt x="291920" y="117571"/>
                  <a:pt x="280103" y="121845"/>
                  <a:pt x="265360" y="121845"/>
                </a:cubicBezTo>
                <a:cubicBezTo>
                  <a:pt x="255436" y="121845"/>
                  <a:pt x="248236" y="120210"/>
                  <a:pt x="243762" y="116940"/>
                </a:cubicBezTo>
                <a:cubicBezTo>
                  <a:pt x="240492" y="114646"/>
                  <a:pt x="238857" y="111691"/>
                  <a:pt x="238857" y="108077"/>
                </a:cubicBezTo>
                <a:cubicBezTo>
                  <a:pt x="238857" y="105439"/>
                  <a:pt x="239803" y="103173"/>
                  <a:pt x="241696" y="101280"/>
                </a:cubicBezTo>
                <a:cubicBezTo>
                  <a:pt x="243532" y="99501"/>
                  <a:pt x="245712" y="98583"/>
                  <a:pt x="248236" y="98526"/>
                </a:cubicBezTo>
                <a:cubicBezTo>
                  <a:pt x="250129" y="98583"/>
                  <a:pt x="251908" y="98985"/>
                  <a:pt x="253571" y="99731"/>
                </a:cubicBezTo>
                <a:cubicBezTo>
                  <a:pt x="254489" y="100190"/>
                  <a:pt x="257759" y="102685"/>
                  <a:pt x="263381" y="107217"/>
                </a:cubicBezTo>
                <a:cubicBezTo>
                  <a:pt x="268888" y="111806"/>
                  <a:pt x="274108" y="114101"/>
                  <a:pt x="279042" y="114101"/>
                </a:cubicBezTo>
                <a:cubicBezTo>
                  <a:pt x="283229" y="114101"/>
                  <a:pt x="286872" y="112409"/>
                  <a:pt x="289970" y="109024"/>
                </a:cubicBezTo>
                <a:cubicBezTo>
                  <a:pt x="292953" y="105697"/>
                  <a:pt x="294473" y="101452"/>
                  <a:pt x="294530" y="96289"/>
                </a:cubicBezTo>
                <a:cubicBezTo>
                  <a:pt x="294530" y="88487"/>
                  <a:pt x="291777" y="81230"/>
                  <a:pt x="286270" y="74518"/>
                </a:cubicBezTo>
                <a:cubicBezTo>
                  <a:pt x="280705" y="67921"/>
                  <a:pt x="272645" y="63361"/>
                  <a:pt x="262090" y="60837"/>
                </a:cubicBezTo>
                <a:close/>
                <a:moveTo>
                  <a:pt x="330611" y="55329"/>
                </a:moveTo>
                <a:lnTo>
                  <a:pt x="372000" y="55329"/>
                </a:lnTo>
                <a:lnTo>
                  <a:pt x="372000" y="14026"/>
                </a:lnTo>
                <a:lnTo>
                  <a:pt x="383273" y="14026"/>
                </a:lnTo>
                <a:lnTo>
                  <a:pt x="383273" y="55329"/>
                </a:lnTo>
                <a:lnTo>
                  <a:pt x="424662" y="55329"/>
                </a:lnTo>
                <a:lnTo>
                  <a:pt x="424662" y="66688"/>
                </a:lnTo>
                <a:lnTo>
                  <a:pt x="383273" y="66688"/>
                </a:lnTo>
                <a:lnTo>
                  <a:pt x="383273" y="107647"/>
                </a:lnTo>
                <a:lnTo>
                  <a:pt x="372000" y="107647"/>
                </a:lnTo>
                <a:lnTo>
                  <a:pt x="372000" y="66688"/>
                </a:lnTo>
                <a:lnTo>
                  <a:pt x="330611" y="66688"/>
                </a:lnTo>
                <a:lnTo>
                  <a:pt x="330611" y="55329"/>
                </a:lnTo>
                <a:close/>
                <a:moveTo>
                  <a:pt x="457323" y="2668"/>
                </a:moveTo>
                <a:lnTo>
                  <a:pt x="511964" y="2668"/>
                </a:lnTo>
                <a:lnTo>
                  <a:pt x="503273" y="24868"/>
                </a:lnTo>
                <a:lnTo>
                  <a:pt x="457323" y="24868"/>
                </a:lnTo>
                <a:lnTo>
                  <a:pt x="452935" y="36485"/>
                </a:lnTo>
                <a:cubicBezTo>
                  <a:pt x="472726" y="37288"/>
                  <a:pt x="487956" y="42221"/>
                  <a:pt x="498627" y="51285"/>
                </a:cubicBezTo>
                <a:cubicBezTo>
                  <a:pt x="507404" y="58800"/>
                  <a:pt x="511792" y="68151"/>
                  <a:pt x="511792" y="79337"/>
                </a:cubicBezTo>
                <a:cubicBezTo>
                  <a:pt x="511735" y="86565"/>
                  <a:pt x="509698" y="93564"/>
                  <a:pt x="505683" y="100333"/>
                </a:cubicBezTo>
                <a:cubicBezTo>
                  <a:pt x="501610" y="107217"/>
                  <a:pt x="495873" y="112495"/>
                  <a:pt x="488473" y="116166"/>
                </a:cubicBezTo>
                <a:cubicBezTo>
                  <a:pt x="481073" y="119895"/>
                  <a:pt x="472955" y="121759"/>
                  <a:pt x="464121" y="121759"/>
                </a:cubicBezTo>
                <a:cubicBezTo>
                  <a:pt x="454541" y="121759"/>
                  <a:pt x="447227" y="119981"/>
                  <a:pt x="442178" y="116424"/>
                </a:cubicBezTo>
                <a:cubicBezTo>
                  <a:pt x="438622" y="113957"/>
                  <a:pt x="436843" y="111089"/>
                  <a:pt x="436843" y="107819"/>
                </a:cubicBezTo>
                <a:cubicBezTo>
                  <a:pt x="436843" y="105352"/>
                  <a:pt x="437790" y="103173"/>
                  <a:pt x="439683" y="101280"/>
                </a:cubicBezTo>
                <a:cubicBezTo>
                  <a:pt x="441461" y="99386"/>
                  <a:pt x="443613" y="98440"/>
                  <a:pt x="446137" y="98440"/>
                </a:cubicBezTo>
                <a:cubicBezTo>
                  <a:pt x="448317" y="98440"/>
                  <a:pt x="450583" y="98899"/>
                  <a:pt x="452935" y="99817"/>
                </a:cubicBezTo>
                <a:cubicBezTo>
                  <a:pt x="455172" y="100792"/>
                  <a:pt x="459101" y="103201"/>
                  <a:pt x="464723" y="107045"/>
                </a:cubicBezTo>
                <a:cubicBezTo>
                  <a:pt x="468223" y="109454"/>
                  <a:pt x="471234" y="111118"/>
                  <a:pt x="473758" y="112036"/>
                </a:cubicBezTo>
                <a:cubicBezTo>
                  <a:pt x="475537" y="112724"/>
                  <a:pt x="477545" y="113068"/>
                  <a:pt x="479782" y="113068"/>
                </a:cubicBezTo>
                <a:cubicBezTo>
                  <a:pt x="484428" y="113068"/>
                  <a:pt x="488444" y="111347"/>
                  <a:pt x="491829" y="107905"/>
                </a:cubicBezTo>
                <a:cubicBezTo>
                  <a:pt x="495099" y="104463"/>
                  <a:pt x="496733" y="100333"/>
                  <a:pt x="496733" y="95514"/>
                </a:cubicBezTo>
                <a:cubicBezTo>
                  <a:pt x="496676" y="85475"/>
                  <a:pt x="491628" y="77272"/>
                  <a:pt x="481589" y="70904"/>
                </a:cubicBezTo>
                <a:cubicBezTo>
                  <a:pt x="471492" y="64651"/>
                  <a:pt x="458757" y="61496"/>
                  <a:pt x="443383" y="61439"/>
                </a:cubicBezTo>
                <a:cubicBezTo>
                  <a:pt x="441834" y="61439"/>
                  <a:pt x="439511" y="61468"/>
                  <a:pt x="436413" y="61525"/>
                </a:cubicBezTo>
                <a:lnTo>
                  <a:pt x="457323" y="2668"/>
                </a:lnTo>
                <a:close/>
                <a:moveTo>
                  <a:pt x="526017" y="75379"/>
                </a:moveTo>
                <a:lnTo>
                  <a:pt x="581432" y="258"/>
                </a:lnTo>
                <a:lnTo>
                  <a:pt x="591930" y="258"/>
                </a:lnTo>
                <a:lnTo>
                  <a:pt x="591930" y="75379"/>
                </a:lnTo>
                <a:lnTo>
                  <a:pt x="602600" y="75379"/>
                </a:lnTo>
                <a:lnTo>
                  <a:pt x="602600" y="93191"/>
                </a:lnTo>
                <a:lnTo>
                  <a:pt x="591930" y="93191"/>
                </a:lnTo>
                <a:lnTo>
                  <a:pt x="591930" y="119350"/>
                </a:lnTo>
                <a:lnTo>
                  <a:pt x="568267" y="119350"/>
                </a:lnTo>
                <a:lnTo>
                  <a:pt x="568267" y="93191"/>
                </a:lnTo>
                <a:lnTo>
                  <a:pt x="526017" y="93191"/>
                </a:lnTo>
                <a:lnTo>
                  <a:pt x="526017" y="75379"/>
                </a:lnTo>
                <a:moveTo>
                  <a:pt x="534364" y="75379"/>
                </a:moveTo>
                <a:lnTo>
                  <a:pt x="568267" y="75379"/>
                </a:lnTo>
                <a:lnTo>
                  <a:pt x="568267" y="29343"/>
                </a:lnTo>
                <a:lnTo>
                  <a:pt x="534364" y="75379"/>
                </a:lnTo>
                <a:close/>
                <a:moveTo>
                  <a:pt x="617169" y="75379"/>
                </a:moveTo>
                <a:lnTo>
                  <a:pt x="672585" y="258"/>
                </a:lnTo>
                <a:lnTo>
                  <a:pt x="683083" y="258"/>
                </a:lnTo>
                <a:lnTo>
                  <a:pt x="683083" y="75379"/>
                </a:lnTo>
                <a:lnTo>
                  <a:pt x="693753" y="75379"/>
                </a:lnTo>
                <a:lnTo>
                  <a:pt x="693753" y="93191"/>
                </a:lnTo>
                <a:lnTo>
                  <a:pt x="683083" y="93191"/>
                </a:lnTo>
                <a:lnTo>
                  <a:pt x="683083" y="119350"/>
                </a:lnTo>
                <a:lnTo>
                  <a:pt x="659419" y="119350"/>
                </a:lnTo>
                <a:lnTo>
                  <a:pt x="659419" y="93191"/>
                </a:lnTo>
                <a:lnTo>
                  <a:pt x="617169" y="93191"/>
                </a:lnTo>
                <a:lnTo>
                  <a:pt x="617169" y="75379"/>
                </a:lnTo>
                <a:moveTo>
                  <a:pt x="625516" y="75379"/>
                </a:moveTo>
                <a:lnTo>
                  <a:pt x="659419" y="75379"/>
                </a:lnTo>
                <a:lnTo>
                  <a:pt x="659419" y="29343"/>
                </a:lnTo>
                <a:lnTo>
                  <a:pt x="625516" y="75379"/>
                </a:lnTo>
                <a:close/>
                <a:moveTo>
                  <a:pt x="706084" y="154630"/>
                </a:moveTo>
                <a:lnTo>
                  <a:pt x="706084" y="150672"/>
                </a:lnTo>
                <a:cubicBezTo>
                  <a:pt x="711993" y="146713"/>
                  <a:pt x="716382" y="142870"/>
                  <a:pt x="719250" y="139141"/>
                </a:cubicBezTo>
                <a:cubicBezTo>
                  <a:pt x="723093" y="133978"/>
                  <a:pt x="726134" y="127381"/>
                  <a:pt x="728371" y="119350"/>
                </a:cubicBezTo>
                <a:cubicBezTo>
                  <a:pt x="731125" y="109311"/>
                  <a:pt x="732501" y="95256"/>
                  <a:pt x="732501" y="77186"/>
                </a:cubicBezTo>
                <a:cubicBezTo>
                  <a:pt x="732501" y="60263"/>
                  <a:pt x="731268" y="47069"/>
                  <a:pt x="728801" y="37603"/>
                </a:cubicBezTo>
                <a:cubicBezTo>
                  <a:pt x="726277" y="28253"/>
                  <a:pt x="722864" y="20680"/>
                  <a:pt x="718561" y="14886"/>
                </a:cubicBezTo>
                <a:cubicBezTo>
                  <a:pt x="715521" y="10871"/>
                  <a:pt x="711362" y="7343"/>
                  <a:pt x="706084" y="4302"/>
                </a:cubicBezTo>
                <a:lnTo>
                  <a:pt x="706084" y="0"/>
                </a:lnTo>
                <a:cubicBezTo>
                  <a:pt x="719910" y="4647"/>
                  <a:pt x="731641" y="14112"/>
                  <a:pt x="741278" y="28396"/>
                </a:cubicBezTo>
                <a:cubicBezTo>
                  <a:pt x="750801" y="42795"/>
                  <a:pt x="755591" y="59259"/>
                  <a:pt x="755649" y="77788"/>
                </a:cubicBezTo>
                <a:cubicBezTo>
                  <a:pt x="755591" y="96145"/>
                  <a:pt x="750801" y="112351"/>
                  <a:pt x="741278" y="126406"/>
                </a:cubicBezTo>
                <a:cubicBezTo>
                  <a:pt x="731641" y="140633"/>
                  <a:pt x="719910" y="150041"/>
                  <a:pt x="706084" y="154630"/>
                </a:cubicBez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ED8EF-6558-495C-9078-7BB3F2D5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3" y="678295"/>
            <a:ext cx="907861" cy="353814"/>
          </a:xfrm>
          <a:custGeom xmlns:a="http://schemas.openxmlformats.org/drawingml/2006/main">
            <a:pathLst>
              <a:path w="907861" h="353814" fill="none">
                <a:moveTo>
                  <a:pt x="907861" y="353814"/>
                </a:moveTo>
                <a:cubicBezTo>
                  <a:pt x="882184" y="306170"/>
                  <a:pt x="856508" y="258525"/>
                  <a:pt x="744702" y="225620"/>
                </a:cubicBezTo>
                <a:cubicBezTo>
                  <a:pt x="632895" y="192715"/>
                  <a:pt x="434959" y="174549"/>
                  <a:pt x="288939" y="134468"/>
                </a:cubicBezTo>
                <a:cubicBezTo>
                  <a:pt x="166234" y="100786"/>
                  <a:pt x="80190" y="5162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154" cap="flat">
            <a:solidFill>
              <a:srgbClr val="6C8EBF"/>
            </a:solidFill>
            <a:custDash>
              <a:ds d="600000" sp="400000"/>
            </a:custDash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43CA9-1365-4715-8E7F-A031E36E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316" y="648688"/>
            <a:ext cx="66126" cy="57499"/>
          </a:xfrm>
          <a:custGeom xmlns:a="http://schemas.openxmlformats.org/drawingml/2006/main">
            <a:pathLst>
              <a:path w="66126" h="57499">
                <a:moveTo>
                  <a:pt x="33545" y="57499"/>
                </a:moveTo>
                <a:lnTo>
                  <a:pt x="0" y="0"/>
                </a:lnTo>
                <a:lnTo>
                  <a:pt x="66126" y="7663"/>
                </a:lnTo>
                <a:lnTo>
                  <a:pt x="33545" y="57499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877BE-1CBB-464B-8CEB-6CA97807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316" y="648688"/>
            <a:ext cx="66126" cy="57499"/>
          </a:xfrm>
          <a:custGeom xmlns:a="http://schemas.openxmlformats.org/drawingml/2006/main">
            <a:pathLst>
              <a:path w="66126" h="57499" fill="none">
                <a:moveTo>
                  <a:pt x="33545" y="57499"/>
                </a:moveTo>
                <a:lnTo>
                  <a:pt x="0" y="0"/>
                </a:lnTo>
                <a:lnTo>
                  <a:pt x="66126" y="7663"/>
                </a:lnTo>
                <a:lnTo>
                  <a:pt x="33545" y="574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077" cap="rnd">
            <a:solidFill>
              <a:srgbClr val="6C8EBF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696969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2026-09-05T08:52:54.7070000Z</dcterms:created>
  <dcterms:modified xsi:type="dcterms:W3CDTF">2026-09-05T08:52:54.7070000Z</dcterms:modified>
</coreProperties>
</file>